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83" r:id="rId3"/>
    <p:sldId id="259" r:id="rId4"/>
    <p:sldId id="260" r:id="rId5"/>
    <p:sldId id="267" r:id="rId6"/>
    <p:sldId id="268" r:id="rId7"/>
    <p:sldId id="276" r:id="rId8"/>
    <p:sldId id="261" r:id="rId9"/>
    <p:sldId id="262" r:id="rId10"/>
    <p:sldId id="275" r:id="rId11"/>
    <p:sldId id="285" r:id="rId12"/>
    <p:sldId id="277" r:id="rId13"/>
    <p:sldId id="278" r:id="rId14"/>
    <p:sldId id="263" r:id="rId15"/>
    <p:sldId id="264" r:id="rId16"/>
    <p:sldId id="305" r:id="rId17"/>
    <p:sldId id="306" r:id="rId18"/>
    <p:sldId id="282" r:id="rId19"/>
    <p:sldId id="281" r:id="rId20"/>
    <p:sldId id="265" r:id="rId21"/>
    <p:sldId id="280" r:id="rId22"/>
    <p:sldId id="274" r:id="rId23"/>
    <p:sldId id="290" r:id="rId24"/>
    <p:sldId id="286" r:id="rId25"/>
    <p:sldId id="287" r:id="rId26"/>
    <p:sldId id="288" r:id="rId27"/>
    <p:sldId id="289" r:id="rId28"/>
    <p:sldId id="303" r:id="rId29"/>
    <p:sldId id="293" r:id="rId30"/>
    <p:sldId id="294" r:id="rId31"/>
    <p:sldId id="301" r:id="rId32"/>
    <p:sldId id="302" r:id="rId33"/>
    <p:sldId id="304" r:id="rId34"/>
    <p:sldId id="296" r:id="rId35"/>
    <p:sldId id="297" r:id="rId36"/>
    <p:sldId id="298" r:id="rId37"/>
    <p:sldId id="299" r:id="rId38"/>
    <p:sldId id="300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FF"/>
    <a:srgbClr val="FF66FF"/>
    <a:srgbClr val="CC00FF"/>
    <a:srgbClr val="5B9BD5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01EBF-3C78-4955-BEAA-BCA62EA63A42}" type="datetimeFigureOut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BB43A-1230-4FB3-91CB-A47112104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519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4BB43A-1230-4FB3-91CB-A4711210422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71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4BB43A-1230-4FB3-91CB-A4711210422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99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3455B-7D27-4FB1-9DE5-3D3DFFA4BDA0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08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DD8E2-7DDE-4625-A335-42666CACE964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557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19114-618A-437D-A6E8-7A6325D0B18F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36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EDDEB-EAC6-4789-BB90-41D7F47598AF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99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5FB7-6D1B-46AD-8591-AC1F45E38E41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1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8DD4A-B6DA-4C5E-8462-35AED25F28A6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49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09C0F-3988-4C61-B454-1D539A7F2075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2D8D3-D83F-45FC-85F8-B6AEFCFEC162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12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74E26-FF4D-4869-AF2B-2D9685B6A150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33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B733-3866-4976-A135-AD48B423E9DD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86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08DE8-B3B4-45DD-8F2D-1839D1A5A8EA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72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301A5-6CE4-4A5C-841C-B2A2B4831D57}" type="datetime1">
              <a:rPr lang="zh-CN" altLang="en-US" smtClean="0"/>
              <a:t>2024/4/14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49034-74F6-4E14-8C42-72501F439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6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12.wmf"/><Relationship Id="rId3" Type="http://schemas.openxmlformats.org/officeDocument/2006/relationships/image" Target="../media/image6.e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1.wmf"/><Relationship Id="rId5" Type="http://schemas.openxmlformats.org/officeDocument/2006/relationships/image" Target="../media/image8.emf"/><Relationship Id="rId10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9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8.bin"/><Relationship Id="rId3" Type="http://schemas.openxmlformats.org/officeDocument/2006/relationships/image" Target="../media/image13.emf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9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7.bin"/><Relationship Id="rId5" Type="http://schemas.openxmlformats.org/officeDocument/2006/relationships/image" Target="../media/image15.wmf"/><Relationship Id="rId10" Type="http://schemas.openxmlformats.org/officeDocument/2006/relationships/image" Target="../media/image18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6.e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8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29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29.bin"/><Relationship Id="rId3" Type="http://schemas.openxmlformats.org/officeDocument/2006/relationships/image" Target="../media/image36.w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41.wmf"/><Relationship Id="rId2" Type="http://schemas.openxmlformats.org/officeDocument/2006/relationships/oleObject" Target="../embeddings/oleObject24.bin"/><Relationship Id="rId16" Type="http://schemas.openxmlformats.org/officeDocument/2006/relationships/image" Target="../media/image4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37.wmf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40.wmf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42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wmf"/><Relationship Id="rId18" Type="http://schemas.openxmlformats.org/officeDocument/2006/relationships/image" Target="../media/image59.wmf"/><Relationship Id="rId26" Type="http://schemas.openxmlformats.org/officeDocument/2006/relationships/oleObject" Target="../embeddings/oleObject34.bin"/><Relationship Id="rId39" Type="http://schemas.openxmlformats.org/officeDocument/2006/relationships/image" Target="../media/image70.wmf"/><Relationship Id="rId21" Type="http://schemas.openxmlformats.org/officeDocument/2006/relationships/image" Target="../media/image61.wmf"/><Relationship Id="rId34" Type="http://schemas.openxmlformats.org/officeDocument/2006/relationships/oleObject" Target="../embeddings/oleObject38.bin"/><Relationship Id="rId7" Type="http://schemas.openxmlformats.org/officeDocument/2006/relationships/image" Target="../media/image48.wmf"/><Relationship Id="rId12" Type="http://schemas.openxmlformats.org/officeDocument/2006/relationships/image" Target="../media/image53.wmf"/><Relationship Id="rId17" Type="http://schemas.openxmlformats.org/officeDocument/2006/relationships/image" Target="../media/image58.wmf"/><Relationship Id="rId25" Type="http://schemas.openxmlformats.org/officeDocument/2006/relationships/image" Target="../media/image63.emf"/><Relationship Id="rId33" Type="http://schemas.openxmlformats.org/officeDocument/2006/relationships/image" Target="../media/image67.emf"/><Relationship Id="rId38" Type="http://schemas.openxmlformats.org/officeDocument/2006/relationships/oleObject" Target="../embeddings/oleObject40.bin"/><Relationship Id="rId2" Type="http://schemas.openxmlformats.org/officeDocument/2006/relationships/image" Target="../media/image1.png"/><Relationship Id="rId16" Type="http://schemas.openxmlformats.org/officeDocument/2006/relationships/image" Target="../media/image57.wmf"/><Relationship Id="rId20" Type="http://schemas.openxmlformats.org/officeDocument/2006/relationships/oleObject" Target="../embeddings/oleObject31.bin"/><Relationship Id="rId29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24" Type="http://schemas.openxmlformats.org/officeDocument/2006/relationships/oleObject" Target="../embeddings/oleObject33.bin"/><Relationship Id="rId32" Type="http://schemas.openxmlformats.org/officeDocument/2006/relationships/oleObject" Target="../embeddings/oleObject37.bin"/><Relationship Id="rId37" Type="http://schemas.openxmlformats.org/officeDocument/2006/relationships/image" Target="../media/image69.wmf"/><Relationship Id="rId5" Type="http://schemas.openxmlformats.org/officeDocument/2006/relationships/image" Target="../media/image46.wmf"/><Relationship Id="rId15" Type="http://schemas.openxmlformats.org/officeDocument/2006/relationships/image" Target="../media/image56.wmf"/><Relationship Id="rId23" Type="http://schemas.openxmlformats.org/officeDocument/2006/relationships/image" Target="../media/image62.wmf"/><Relationship Id="rId28" Type="http://schemas.openxmlformats.org/officeDocument/2006/relationships/oleObject" Target="../embeddings/oleObject35.bin"/><Relationship Id="rId36" Type="http://schemas.openxmlformats.org/officeDocument/2006/relationships/oleObject" Target="../embeddings/oleObject39.bin"/><Relationship Id="rId10" Type="http://schemas.openxmlformats.org/officeDocument/2006/relationships/image" Target="../media/image51.emf"/><Relationship Id="rId19" Type="http://schemas.openxmlformats.org/officeDocument/2006/relationships/image" Target="../media/image60.wmf"/><Relationship Id="rId31" Type="http://schemas.openxmlformats.org/officeDocument/2006/relationships/image" Target="../media/image66.emf"/><Relationship Id="rId4" Type="http://schemas.openxmlformats.org/officeDocument/2006/relationships/image" Target="../media/image45.wmf"/><Relationship Id="rId9" Type="http://schemas.openxmlformats.org/officeDocument/2006/relationships/image" Target="../media/image50.emf"/><Relationship Id="rId14" Type="http://schemas.openxmlformats.org/officeDocument/2006/relationships/image" Target="../media/image55.wmf"/><Relationship Id="rId22" Type="http://schemas.openxmlformats.org/officeDocument/2006/relationships/oleObject" Target="../embeddings/oleObject32.bin"/><Relationship Id="rId27" Type="http://schemas.openxmlformats.org/officeDocument/2006/relationships/image" Target="../media/image64.emf"/><Relationship Id="rId30" Type="http://schemas.openxmlformats.org/officeDocument/2006/relationships/oleObject" Target="../embeddings/oleObject36.bin"/><Relationship Id="rId35" Type="http://schemas.openxmlformats.org/officeDocument/2006/relationships/image" Target="../media/image68.emf"/><Relationship Id="rId8" Type="http://schemas.openxmlformats.org/officeDocument/2006/relationships/image" Target="../media/image49.wmf"/><Relationship Id="rId3" Type="http://schemas.openxmlformats.org/officeDocument/2006/relationships/image" Target="../media/image4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44.bin"/><Relationship Id="rId3" Type="http://schemas.openxmlformats.org/officeDocument/2006/relationships/image" Target="../media/image71.wmf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77.wmf"/><Relationship Id="rId2" Type="http://schemas.openxmlformats.org/officeDocument/2006/relationships/image" Target="../media/image1.png"/><Relationship Id="rId16" Type="http://schemas.openxmlformats.org/officeDocument/2006/relationships/image" Target="../media/image7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emf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73.wmf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76.w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7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51.bin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5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88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wmf"/><Relationship Id="rId18" Type="http://schemas.openxmlformats.org/officeDocument/2006/relationships/oleObject" Target="../embeddings/oleObject63.bin"/><Relationship Id="rId26" Type="http://schemas.openxmlformats.org/officeDocument/2006/relationships/oleObject" Target="../embeddings/oleObject67.bin"/><Relationship Id="rId39" Type="http://schemas.openxmlformats.org/officeDocument/2006/relationships/image" Target="../media/image107.wmf"/><Relationship Id="rId21" Type="http://schemas.openxmlformats.org/officeDocument/2006/relationships/image" Target="../media/image98.wmf"/><Relationship Id="rId34" Type="http://schemas.openxmlformats.org/officeDocument/2006/relationships/oleObject" Target="../embeddings/oleObject71.bin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96.wmf"/><Relationship Id="rId25" Type="http://schemas.openxmlformats.org/officeDocument/2006/relationships/image" Target="../media/image100.wmf"/><Relationship Id="rId33" Type="http://schemas.openxmlformats.org/officeDocument/2006/relationships/image" Target="../media/image104.wmf"/><Relationship Id="rId38" Type="http://schemas.openxmlformats.org/officeDocument/2006/relationships/oleObject" Target="../embeddings/oleObject73.bin"/><Relationship Id="rId2" Type="http://schemas.openxmlformats.org/officeDocument/2006/relationships/oleObject" Target="../embeddings/oleObject55.bin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29" Type="http://schemas.openxmlformats.org/officeDocument/2006/relationships/image" Target="../media/image10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93.wmf"/><Relationship Id="rId24" Type="http://schemas.openxmlformats.org/officeDocument/2006/relationships/oleObject" Target="../embeddings/oleObject66.bin"/><Relationship Id="rId32" Type="http://schemas.openxmlformats.org/officeDocument/2006/relationships/oleObject" Target="../embeddings/oleObject70.bin"/><Relationship Id="rId37" Type="http://schemas.openxmlformats.org/officeDocument/2006/relationships/image" Target="../media/image106.wmf"/><Relationship Id="rId5" Type="http://schemas.openxmlformats.org/officeDocument/2006/relationships/image" Target="../media/image90.wmf"/><Relationship Id="rId15" Type="http://schemas.openxmlformats.org/officeDocument/2006/relationships/image" Target="../media/image95.wmf"/><Relationship Id="rId23" Type="http://schemas.openxmlformats.org/officeDocument/2006/relationships/image" Target="../media/image99.wmf"/><Relationship Id="rId28" Type="http://schemas.openxmlformats.org/officeDocument/2006/relationships/oleObject" Target="../embeddings/oleObject68.bin"/><Relationship Id="rId36" Type="http://schemas.openxmlformats.org/officeDocument/2006/relationships/oleObject" Target="../embeddings/oleObject72.bin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97.wmf"/><Relationship Id="rId31" Type="http://schemas.openxmlformats.org/officeDocument/2006/relationships/image" Target="../media/image103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Relationship Id="rId27" Type="http://schemas.openxmlformats.org/officeDocument/2006/relationships/image" Target="../media/image101.wmf"/><Relationship Id="rId30" Type="http://schemas.openxmlformats.org/officeDocument/2006/relationships/oleObject" Target="../embeddings/oleObject69.bin"/><Relationship Id="rId35" Type="http://schemas.openxmlformats.org/officeDocument/2006/relationships/image" Target="../media/image105.wmf"/><Relationship Id="rId8" Type="http://schemas.openxmlformats.org/officeDocument/2006/relationships/oleObject" Target="../embeddings/oleObject58.bin"/><Relationship Id="rId3" Type="http://schemas.openxmlformats.org/officeDocument/2006/relationships/image" Target="../media/image89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9.bin"/><Relationship Id="rId18" Type="http://schemas.openxmlformats.org/officeDocument/2006/relationships/image" Target="../media/image92.wmf"/><Relationship Id="rId26" Type="http://schemas.openxmlformats.org/officeDocument/2006/relationships/image" Target="../media/image108.wmf"/><Relationship Id="rId39" Type="http://schemas.openxmlformats.org/officeDocument/2006/relationships/oleObject" Target="../embeddings/oleObject92.bin"/><Relationship Id="rId21" Type="http://schemas.openxmlformats.org/officeDocument/2006/relationships/oleObject" Target="../embeddings/oleObject83.bin"/><Relationship Id="rId34" Type="http://schemas.openxmlformats.org/officeDocument/2006/relationships/image" Target="../media/image112.wmf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33" Type="http://schemas.openxmlformats.org/officeDocument/2006/relationships/oleObject" Target="../embeddings/oleObject89.bin"/><Relationship Id="rId38" Type="http://schemas.openxmlformats.org/officeDocument/2006/relationships/image" Target="../media/image114.w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29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100.wmf"/><Relationship Id="rId32" Type="http://schemas.openxmlformats.org/officeDocument/2006/relationships/image" Target="../media/image111.wmf"/><Relationship Id="rId37" Type="http://schemas.openxmlformats.org/officeDocument/2006/relationships/oleObject" Target="../embeddings/oleObject91.bin"/><Relationship Id="rId40" Type="http://schemas.openxmlformats.org/officeDocument/2006/relationships/image" Target="../media/image115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109.wmf"/><Relationship Id="rId36" Type="http://schemas.openxmlformats.org/officeDocument/2006/relationships/image" Target="../media/image113.wmf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82.bin"/><Relationship Id="rId31" Type="http://schemas.openxmlformats.org/officeDocument/2006/relationships/oleObject" Target="../embeddings/oleObject88.bin"/><Relationship Id="rId4" Type="http://schemas.openxmlformats.org/officeDocument/2006/relationships/image" Target="../media/image95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90.wmf"/><Relationship Id="rId22" Type="http://schemas.openxmlformats.org/officeDocument/2006/relationships/image" Target="../media/image94.wmf"/><Relationship Id="rId27" Type="http://schemas.openxmlformats.org/officeDocument/2006/relationships/oleObject" Target="../embeddings/oleObject86.bin"/><Relationship Id="rId30" Type="http://schemas.openxmlformats.org/officeDocument/2006/relationships/image" Target="../media/image110.wmf"/><Relationship Id="rId35" Type="http://schemas.openxmlformats.org/officeDocument/2006/relationships/oleObject" Target="../embeddings/oleObject90.bin"/><Relationship Id="rId8" Type="http://schemas.openxmlformats.org/officeDocument/2006/relationships/image" Target="../media/image97.wmf"/><Relationship Id="rId3" Type="http://schemas.openxmlformats.org/officeDocument/2006/relationships/oleObject" Target="../embeddings/oleObject7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image" Target="../media/image125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9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wmf"/><Relationship Id="rId11" Type="http://schemas.openxmlformats.org/officeDocument/2006/relationships/image" Target="../media/image124.wmf"/><Relationship Id="rId5" Type="http://schemas.openxmlformats.org/officeDocument/2006/relationships/image" Target="../media/image118.wmf"/><Relationship Id="rId15" Type="http://schemas.openxmlformats.org/officeDocument/2006/relationships/image" Target="../media/image126.wmf"/><Relationship Id="rId10" Type="http://schemas.openxmlformats.org/officeDocument/2006/relationships/image" Target="../media/image123.wmf"/><Relationship Id="rId4" Type="http://schemas.openxmlformats.org/officeDocument/2006/relationships/image" Target="../media/image117.jpeg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9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127.wmf"/><Relationship Id="rId7" Type="http://schemas.openxmlformats.org/officeDocument/2006/relationships/image" Target="../media/image130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9" Type="http://schemas.openxmlformats.org/officeDocument/2006/relationships/image" Target="../media/image13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37.wmf"/><Relationship Id="rId3" Type="http://schemas.openxmlformats.org/officeDocument/2006/relationships/image" Target="../media/image132.wmf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39.wmf"/><Relationship Id="rId2" Type="http://schemas.openxmlformats.org/officeDocument/2006/relationships/oleObject" Target="../embeddings/oleObject97.bin"/><Relationship Id="rId16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36.wmf"/><Relationship Id="rId5" Type="http://schemas.openxmlformats.org/officeDocument/2006/relationships/image" Target="../media/image133.wmf"/><Relationship Id="rId15" Type="http://schemas.openxmlformats.org/officeDocument/2006/relationships/image" Target="../media/image138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0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3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48.wmf"/><Relationship Id="rId26" Type="http://schemas.openxmlformats.org/officeDocument/2006/relationships/image" Target="../media/image152.wmf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14.bin"/><Relationship Id="rId25" Type="http://schemas.openxmlformats.org/officeDocument/2006/relationships/oleObject" Target="../embeddings/oleObject118.bin"/><Relationship Id="rId2" Type="http://schemas.openxmlformats.org/officeDocument/2006/relationships/image" Target="../media/image1.png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51.w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28" Type="http://schemas.openxmlformats.org/officeDocument/2006/relationships/image" Target="../media/image153.wmf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Relationship Id="rId27" Type="http://schemas.openxmlformats.org/officeDocument/2006/relationships/oleObject" Target="../embeddings/oleObject11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57.wmf"/><Relationship Id="rId26" Type="http://schemas.openxmlformats.org/officeDocument/2006/relationships/image" Target="../media/image161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2" Type="http://schemas.openxmlformats.org/officeDocument/2006/relationships/image" Target="../media/image1.png"/><Relationship Id="rId16" Type="http://schemas.openxmlformats.org/officeDocument/2006/relationships/image" Target="../media/image156.wmf"/><Relationship Id="rId20" Type="http://schemas.openxmlformats.org/officeDocument/2006/relationships/image" Target="../media/image15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60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46.wmf"/><Relationship Id="rId22" Type="http://schemas.openxmlformats.org/officeDocument/2006/relationships/image" Target="../media/image159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62.emf"/><Relationship Id="rId7" Type="http://schemas.openxmlformats.org/officeDocument/2006/relationships/image" Target="../media/image16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wmf"/><Relationship Id="rId11" Type="http://schemas.openxmlformats.org/officeDocument/2006/relationships/image" Target="../media/image168.wmf"/><Relationship Id="rId5" Type="http://schemas.openxmlformats.org/officeDocument/2006/relationships/image" Target="../media/image164.wmf"/><Relationship Id="rId10" Type="http://schemas.openxmlformats.org/officeDocument/2006/relationships/oleObject" Target="../embeddings/oleObject133.bin"/><Relationship Id="rId4" Type="http://schemas.openxmlformats.org/officeDocument/2006/relationships/image" Target="../media/image163.emf"/><Relationship Id="rId9" Type="http://schemas.openxmlformats.org/officeDocument/2006/relationships/image" Target="../media/image16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74.emf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39.bin"/><Relationship Id="rId2" Type="http://schemas.openxmlformats.org/officeDocument/2006/relationships/oleObject" Target="../embeddings/oleObject134.bin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5" Type="http://schemas.openxmlformats.org/officeDocument/2006/relationships/image" Target="../media/image175.e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40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84.wmf"/><Relationship Id="rId26" Type="http://schemas.openxmlformats.org/officeDocument/2006/relationships/image" Target="../media/image188.wmf"/><Relationship Id="rId3" Type="http://schemas.openxmlformats.org/officeDocument/2006/relationships/oleObject" Target="../embeddings/oleObject141.bin"/><Relationship Id="rId21" Type="http://schemas.openxmlformats.org/officeDocument/2006/relationships/oleObject" Target="../embeddings/oleObject150.bin"/><Relationship Id="rId34" Type="http://schemas.openxmlformats.org/officeDocument/2006/relationships/image" Target="../media/image192.wmf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33" Type="http://schemas.openxmlformats.org/officeDocument/2006/relationships/oleObject" Target="../embeddings/oleObject156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3.wmf"/><Relationship Id="rId20" Type="http://schemas.openxmlformats.org/officeDocument/2006/relationships/image" Target="../media/image185.wmf"/><Relationship Id="rId29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87.wmf"/><Relationship Id="rId32" Type="http://schemas.openxmlformats.org/officeDocument/2006/relationships/image" Target="../media/image191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89.wmf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149.bin"/><Relationship Id="rId31" Type="http://schemas.openxmlformats.org/officeDocument/2006/relationships/oleObject" Target="../embeddings/oleObject155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82.wmf"/><Relationship Id="rId22" Type="http://schemas.openxmlformats.org/officeDocument/2006/relationships/image" Target="../media/image186.wmf"/><Relationship Id="rId27" Type="http://schemas.openxmlformats.org/officeDocument/2006/relationships/oleObject" Target="../embeddings/oleObject153.bin"/><Relationship Id="rId30" Type="http://schemas.openxmlformats.org/officeDocument/2006/relationships/image" Target="../media/image190.wmf"/><Relationship Id="rId8" Type="http://schemas.openxmlformats.org/officeDocument/2006/relationships/image" Target="../media/image17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5.wmf"/><Relationship Id="rId12" Type="http://schemas.openxmlformats.org/officeDocument/2006/relationships/oleObject" Target="../embeddings/oleObject162.bin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97.wmf"/><Relationship Id="rId5" Type="http://schemas.openxmlformats.org/officeDocument/2006/relationships/image" Target="../media/image194.w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9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204.wmf"/><Relationship Id="rId3" Type="http://schemas.openxmlformats.org/officeDocument/2006/relationships/image" Target="../media/image199.wmf"/><Relationship Id="rId7" Type="http://schemas.openxmlformats.org/officeDocument/2006/relationships/image" Target="../media/image201.wmf"/><Relationship Id="rId12" Type="http://schemas.openxmlformats.org/officeDocument/2006/relationships/oleObject" Target="../embeddings/oleObject168.bin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203.wmf"/><Relationship Id="rId5" Type="http://schemas.openxmlformats.org/officeDocument/2006/relationships/image" Target="../media/image200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20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3" Type="http://schemas.openxmlformats.org/officeDocument/2006/relationships/image" Target="../media/image205.wmf"/><Relationship Id="rId7" Type="http://schemas.openxmlformats.org/officeDocument/2006/relationships/image" Target="../media/image207.wmf"/><Relationship Id="rId2" Type="http://schemas.openxmlformats.org/officeDocument/2006/relationships/oleObject" Target="../embeddings/oleObject1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209.wmf"/><Relationship Id="rId5" Type="http://schemas.openxmlformats.org/officeDocument/2006/relationships/image" Target="../media/image206.w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20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2.wmf"/><Relationship Id="rId12" Type="http://schemas.openxmlformats.org/officeDocument/2006/relationships/oleObject" Target="../embeddings/oleObject179.bin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214.wmf"/><Relationship Id="rId5" Type="http://schemas.openxmlformats.org/officeDocument/2006/relationships/image" Target="../media/image211.wmf"/><Relationship Id="rId15" Type="http://schemas.openxmlformats.org/officeDocument/2006/relationships/image" Target="../media/image216.w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213.wmf"/><Relationship Id="rId14" Type="http://schemas.openxmlformats.org/officeDocument/2006/relationships/oleObject" Target="../embeddings/oleObject18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222.wmf"/><Relationship Id="rId18" Type="http://schemas.openxmlformats.org/officeDocument/2006/relationships/oleObject" Target="../embeddings/oleObject189.bin"/><Relationship Id="rId3" Type="http://schemas.openxmlformats.org/officeDocument/2006/relationships/image" Target="../media/image217.wmf"/><Relationship Id="rId21" Type="http://schemas.openxmlformats.org/officeDocument/2006/relationships/image" Target="../media/image226.wmf"/><Relationship Id="rId7" Type="http://schemas.openxmlformats.org/officeDocument/2006/relationships/image" Target="../media/image219.wmf"/><Relationship Id="rId12" Type="http://schemas.openxmlformats.org/officeDocument/2006/relationships/oleObject" Target="../embeddings/oleObject186.bin"/><Relationship Id="rId17" Type="http://schemas.openxmlformats.org/officeDocument/2006/relationships/image" Target="../media/image224.wmf"/><Relationship Id="rId2" Type="http://schemas.openxmlformats.org/officeDocument/2006/relationships/oleObject" Target="../embeddings/oleObject181.bin"/><Relationship Id="rId16" Type="http://schemas.openxmlformats.org/officeDocument/2006/relationships/oleObject" Target="../embeddings/oleObject188.bin"/><Relationship Id="rId20" Type="http://schemas.openxmlformats.org/officeDocument/2006/relationships/oleObject" Target="../embeddings/oleObject1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221.wmf"/><Relationship Id="rId5" Type="http://schemas.openxmlformats.org/officeDocument/2006/relationships/image" Target="../media/image218.wmf"/><Relationship Id="rId15" Type="http://schemas.openxmlformats.org/officeDocument/2006/relationships/image" Target="../media/image223.wmf"/><Relationship Id="rId10" Type="http://schemas.openxmlformats.org/officeDocument/2006/relationships/oleObject" Target="../embeddings/oleObject185.bin"/><Relationship Id="rId19" Type="http://schemas.openxmlformats.org/officeDocument/2006/relationships/image" Target="../media/image225.wmf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220.wmf"/><Relationship Id="rId14" Type="http://schemas.openxmlformats.org/officeDocument/2006/relationships/oleObject" Target="../embeddings/oleObject18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232.wmf"/><Relationship Id="rId3" Type="http://schemas.openxmlformats.org/officeDocument/2006/relationships/image" Target="../media/image227.wmf"/><Relationship Id="rId7" Type="http://schemas.openxmlformats.org/officeDocument/2006/relationships/image" Target="../media/image229.wmf"/><Relationship Id="rId12" Type="http://schemas.openxmlformats.org/officeDocument/2006/relationships/oleObject" Target="../embeddings/oleObject196.bin"/><Relationship Id="rId17" Type="http://schemas.openxmlformats.org/officeDocument/2006/relationships/image" Target="../media/image234.wmf"/><Relationship Id="rId2" Type="http://schemas.openxmlformats.org/officeDocument/2006/relationships/oleObject" Target="../embeddings/oleObject191.bin"/><Relationship Id="rId16" Type="http://schemas.openxmlformats.org/officeDocument/2006/relationships/oleObject" Target="../embeddings/oleObject1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231.wmf"/><Relationship Id="rId5" Type="http://schemas.openxmlformats.org/officeDocument/2006/relationships/image" Target="../media/image228.wmf"/><Relationship Id="rId15" Type="http://schemas.openxmlformats.org/officeDocument/2006/relationships/image" Target="../media/image233.wmf"/><Relationship Id="rId10" Type="http://schemas.openxmlformats.org/officeDocument/2006/relationships/oleObject" Target="../embeddings/oleObject195.bin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230.wmf"/><Relationship Id="rId14" Type="http://schemas.openxmlformats.org/officeDocument/2006/relationships/oleObject" Target="../embeddings/oleObject19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240.emf"/><Relationship Id="rId18" Type="http://schemas.openxmlformats.org/officeDocument/2006/relationships/oleObject" Target="../embeddings/oleObject207.bin"/><Relationship Id="rId3" Type="http://schemas.openxmlformats.org/officeDocument/2006/relationships/image" Target="../media/image235.wmf"/><Relationship Id="rId7" Type="http://schemas.openxmlformats.org/officeDocument/2006/relationships/image" Target="../media/image237.w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242.emf"/><Relationship Id="rId2" Type="http://schemas.openxmlformats.org/officeDocument/2006/relationships/oleObject" Target="../embeddings/oleObject199.bin"/><Relationship Id="rId16" Type="http://schemas.openxmlformats.org/officeDocument/2006/relationships/oleObject" Target="../embeddings/oleObject20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239.emf"/><Relationship Id="rId5" Type="http://schemas.openxmlformats.org/officeDocument/2006/relationships/image" Target="../media/image236.wmf"/><Relationship Id="rId15" Type="http://schemas.openxmlformats.org/officeDocument/2006/relationships/image" Target="../media/image241.emf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243.e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238.wmf"/><Relationship Id="rId14" Type="http://schemas.openxmlformats.org/officeDocument/2006/relationships/oleObject" Target="../embeddings/oleObject20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249.emf"/><Relationship Id="rId3" Type="http://schemas.openxmlformats.org/officeDocument/2006/relationships/image" Target="../media/image244.wmf"/><Relationship Id="rId7" Type="http://schemas.openxmlformats.org/officeDocument/2006/relationships/image" Target="../media/image246.wmf"/><Relationship Id="rId12" Type="http://schemas.openxmlformats.org/officeDocument/2006/relationships/oleObject" Target="../embeddings/oleObject213.bin"/><Relationship Id="rId2" Type="http://schemas.openxmlformats.org/officeDocument/2006/relationships/oleObject" Target="../embeddings/oleObject2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248.emf"/><Relationship Id="rId5" Type="http://schemas.openxmlformats.org/officeDocument/2006/relationships/image" Target="../media/image245.wmf"/><Relationship Id="rId10" Type="http://schemas.openxmlformats.org/officeDocument/2006/relationships/oleObject" Target="../embeddings/oleObject212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247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13" Type="http://schemas.openxmlformats.org/officeDocument/2006/relationships/image" Target="../media/image255.emf"/><Relationship Id="rId18" Type="http://schemas.openxmlformats.org/officeDocument/2006/relationships/oleObject" Target="../embeddings/oleObject222.bin"/><Relationship Id="rId3" Type="http://schemas.openxmlformats.org/officeDocument/2006/relationships/image" Target="../media/image250.emf"/><Relationship Id="rId21" Type="http://schemas.openxmlformats.org/officeDocument/2006/relationships/image" Target="../media/image259.emf"/><Relationship Id="rId7" Type="http://schemas.openxmlformats.org/officeDocument/2006/relationships/image" Target="../media/image252.w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257.emf"/><Relationship Id="rId2" Type="http://schemas.openxmlformats.org/officeDocument/2006/relationships/oleObject" Target="../embeddings/oleObject214.bin"/><Relationship Id="rId16" Type="http://schemas.openxmlformats.org/officeDocument/2006/relationships/oleObject" Target="../embeddings/oleObject221.bin"/><Relationship Id="rId20" Type="http://schemas.openxmlformats.org/officeDocument/2006/relationships/oleObject" Target="../embeddings/oleObject2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254.emf"/><Relationship Id="rId5" Type="http://schemas.openxmlformats.org/officeDocument/2006/relationships/image" Target="../media/image251.wmf"/><Relationship Id="rId15" Type="http://schemas.openxmlformats.org/officeDocument/2006/relationships/image" Target="../media/image256.emf"/><Relationship Id="rId23" Type="http://schemas.openxmlformats.org/officeDocument/2006/relationships/image" Target="../media/image260.wmf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258.emf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53.emf"/><Relationship Id="rId14" Type="http://schemas.openxmlformats.org/officeDocument/2006/relationships/oleObject" Target="../embeddings/oleObject220.bin"/><Relationship Id="rId22" Type="http://schemas.openxmlformats.org/officeDocument/2006/relationships/oleObject" Target="../embeddings/oleObject22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13" Type="http://schemas.openxmlformats.org/officeDocument/2006/relationships/image" Target="../media/image266.wmf"/><Relationship Id="rId18" Type="http://schemas.openxmlformats.org/officeDocument/2006/relationships/oleObject" Target="../embeddings/oleObject233.bin"/><Relationship Id="rId26" Type="http://schemas.openxmlformats.org/officeDocument/2006/relationships/oleObject" Target="../embeddings/oleObject237.bin"/><Relationship Id="rId3" Type="http://schemas.openxmlformats.org/officeDocument/2006/relationships/image" Target="../media/image261.wmf"/><Relationship Id="rId21" Type="http://schemas.openxmlformats.org/officeDocument/2006/relationships/image" Target="../media/image270.emf"/><Relationship Id="rId7" Type="http://schemas.openxmlformats.org/officeDocument/2006/relationships/image" Target="../media/image263.wmf"/><Relationship Id="rId12" Type="http://schemas.openxmlformats.org/officeDocument/2006/relationships/oleObject" Target="../embeddings/oleObject230.bin"/><Relationship Id="rId17" Type="http://schemas.openxmlformats.org/officeDocument/2006/relationships/image" Target="../media/image268.wmf"/><Relationship Id="rId25" Type="http://schemas.openxmlformats.org/officeDocument/2006/relationships/image" Target="../media/image272.emf"/><Relationship Id="rId2" Type="http://schemas.openxmlformats.org/officeDocument/2006/relationships/oleObject" Target="../embeddings/oleObject225.bin"/><Relationship Id="rId16" Type="http://schemas.openxmlformats.org/officeDocument/2006/relationships/oleObject" Target="../embeddings/oleObject232.bin"/><Relationship Id="rId20" Type="http://schemas.openxmlformats.org/officeDocument/2006/relationships/oleObject" Target="../embeddings/oleObject234.bin"/><Relationship Id="rId29" Type="http://schemas.openxmlformats.org/officeDocument/2006/relationships/image" Target="../media/image27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7.bin"/><Relationship Id="rId11" Type="http://schemas.openxmlformats.org/officeDocument/2006/relationships/image" Target="../media/image265.wmf"/><Relationship Id="rId24" Type="http://schemas.openxmlformats.org/officeDocument/2006/relationships/oleObject" Target="../embeddings/oleObject236.bin"/><Relationship Id="rId5" Type="http://schemas.openxmlformats.org/officeDocument/2006/relationships/image" Target="../media/image262.wmf"/><Relationship Id="rId15" Type="http://schemas.openxmlformats.org/officeDocument/2006/relationships/image" Target="../media/image267.emf"/><Relationship Id="rId23" Type="http://schemas.openxmlformats.org/officeDocument/2006/relationships/image" Target="../media/image271.emf"/><Relationship Id="rId28" Type="http://schemas.openxmlformats.org/officeDocument/2006/relationships/oleObject" Target="../embeddings/oleObject238.bin"/><Relationship Id="rId10" Type="http://schemas.openxmlformats.org/officeDocument/2006/relationships/oleObject" Target="../embeddings/oleObject229.bin"/><Relationship Id="rId19" Type="http://schemas.openxmlformats.org/officeDocument/2006/relationships/image" Target="../media/image269.emf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264.wmf"/><Relationship Id="rId14" Type="http://schemas.openxmlformats.org/officeDocument/2006/relationships/oleObject" Target="../embeddings/oleObject231.bin"/><Relationship Id="rId22" Type="http://schemas.openxmlformats.org/officeDocument/2006/relationships/oleObject" Target="../embeddings/oleObject235.bin"/><Relationship Id="rId27" Type="http://schemas.openxmlformats.org/officeDocument/2006/relationships/image" Target="../media/image273.e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0.emf"/><Relationship Id="rId18" Type="http://schemas.openxmlformats.org/officeDocument/2006/relationships/oleObject" Target="../embeddings/oleObject247.bin"/><Relationship Id="rId26" Type="http://schemas.openxmlformats.org/officeDocument/2006/relationships/oleObject" Target="../embeddings/oleObject251.bin"/><Relationship Id="rId3" Type="http://schemas.openxmlformats.org/officeDocument/2006/relationships/image" Target="../media/image275.wmf"/><Relationship Id="rId21" Type="http://schemas.openxmlformats.org/officeDocument/2006/relationships/image" Target="../media/image284.emf"/><Relationship Id="rId34" Type="http://schemas.openxmlformats.org/officeDocument/2006/relationships/oleObject" Target="../embeddings/oleObject255.bin"/><Relationship Id="rId7" Type="http://schemas.openxmlformats.org/officeDocument/2006/relationships/image" Target="../media/image277.wmf"/><Relationship Id="rId12" Type="http://schemas.openxmlformats.org/officeDocument/2006/relationships/oleObject" Target="../embeddings/oleObject244.bin"/><Relationship Id="rId17" Type="http://schemas.openxmlformats.org/officeDocument/2006/relationships/image" Target="../media/image282.emf"/><Relationship Id="rId25" Type="http://schemas.openxmlformats.org/officeDocument/2006/relationships/image" Target="../media/image286.emf"/><Relationship Id="rId33" Type="http://schemas.openxmlformats.org/officeDocument/2006/relationships/image" Target="../media/image290.emf"/><Relationship Id="rId2" Type="http://schemas.openxmlformats.org/officeDocument/2006/relationships/oleObject" Target="../embeddings/oleObject239.bin"/><Relationship Id="rId16" Type="http://schemas.openxmlformats.org/officeDocument/2006/relationships/oleObject" Target="../embeddings/oleObject246.bin"/><Relationship Id="rId20" Type="http://schemas.openxmlformats.org/officeDocument/2006/relationships/oleObject" Target="../embeddings/oleObject248.bin"/><Relationship Id="rId29" Type="http://schemas.openxmlformats.org/officeDocument/2006/relationships/image" Target="../media/image28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1.bin"/><Relationship Id="rId11" Type="http://schemas.openxmlformats.org/officeDocument/2006/relationships/image" Target="../media/image279.emf"/><Relationship Id="rId24" Type="http://schemas.openxmlformats.org/officeDocument/2006/relationships/oleObject" Target="../embeddings/oleObject250.bin"/><Relationship Id="rId32" Type="http://schemas.openxmlformats.org/officeDocument/2006/relationships/oleObject" Target="../embeddings/oleObject254.bin"/><Relationship Id="rId5" Type="http://schemas.openxmlformats.org/officeDocument/2006/relationships/image" Target="../media/image276.wmf"/><Relationship Id="rId15" Type="http://schemas.openxmlformats.org/officeDocument/2006/relationships/image" Target="../media/image281.emf"/><Relationship Id="rId23" Type="http://schemas.openxmlformats.org/officeDocument/2006/relationships/image" Target="../media/image285.emf"/><Relationship Id="rId28" Type="http://schemas.openxmlformats.org/officeDocument/2006/relationships/oleObject" Target="../embeddings/oleObject252.bin"/><Relationship Id="rId10" Type="http://schemas.openxmlformats.org/officeDocument/2006/relationships/oleObject" Target="../embeddings/oleObject243.bin"/><Relationship Id="rId19" Type="http://schemas.openxmlformats.org/officeDocument/2006/relationships/image" Target="../media/image283.emf"/><Relationship Id="rId31" Type="http://schemas.openxmlformats.org/officeDocument/2006/relationships/image" Target="../media/image289.emf"/><Relationship Id="rId4" Type="http://schemas.openxmlformats.org/officeDocument/2006/relationships/oleObject" Target="../embeddings/oleObject240.bin"/><Relationship Id="rId9" Type="http://schemas.openxmlformats.org/officeDocument/2006/relationships/image" Target="../media/image278.wmf"/><Relationship Id="rId14" Type="http://schemas.openxmlformats.org/officeDocument/2006/relationships/oleObject" Target="../embeddings/oleObject245.bin"/><Relationship Id="rId22" Type="http://schemas.openxmlformats.org/officeDocument/2006/relationships/oleObject" Target="../embeddings/oleObject249.bin"/><Relationship Id="rId27" Type="http://schemas.openxmlformats.org/officeDocument/2006/relationships/image" Target="../media/image287.emf"/><Relationship Id="rId30" Type="http://schemas.openxmlformats.org/officeDocument/2006/relationships/oleObject" Target="../embeddings/oleObject253.bin"/><Relationship Id="rId35" Type="http://schemas.openxmlformats.org/officeDocument/2006/relationships/image" Target="../media/image291.emf"/><Relationship Id="rId8" Type="http://schemas.openxmlformats.org/officeDocument/2006/relationships/oleObject" Target="../embeddings/oleObject24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97.emf"/><Relationship Id="rId18" Type="http://schemas.openxmlformats.org/officeDocument/2006/relationships/oleObject" Target="../embeddings/oleObject264.bin"/><Relationship Id="rId26" Type="http://schemas.openxmlformats.org/officeDocument/2006/relationships/oleObject" Target="../embeddings/oleObject268.bin"/><Relationship Id="rId3" Type="http://schemas.openxmlformats.org/officeDocument/2006/relationships/image" Target="../media/image292.emf"/><Relationship Id="rId21" Type="http://schemas.openxmlformats.org/officeDocument/2006/relationships/image" Target="../media/image301.emf"/><Relationship Id="rId7" Type="http://schemas.openxmlformats.org/officeDocument/2006/relationships/image" Target="../media/image294.w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99.emf"/><Relationship Id="rId25" Type="http://schemas.openxmlformats.org/officeDocument/2006/relationships/image" Target="../media/image303.emf"/><Relationship Id="rId2" Type="http://schemas.openxmlformats.org/officeDocument/2006/relationships/oleObject" Target="../embeddings/oleObject256.bin"/><Relationship Id="rId16" Type="http://schemas.openxmlformats.org/officeDocument/2006/relationships/oleObject" Target="../embeddings/oleObject263.bin"/><Relationship Id="rId20" Type="http://schemas.openxmlformats.org/officeDocument/2006/relationships/oleObject" Target="../embeddings/oleObject265.bin"/><Relationship Id="rId29" Type="http://schemas.openxmlformats.org/officeDocument/2006/relationships/image" Target="../media/image30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96.wmf"/><Relationship Id="rId24" Type="http://schemas.openxmlformats.org/officeDocument/2006/relationships/oleObject" Target="../embeddings/oleObject267.bin"/><Relationship Id="rId5" Type="http://schemas.openxmlformats.org/officeDocument/2006/relationships/image" Target="../media/image293.wmf"/><Relationship Id="rId15" Type="http://schemas.openxmlformats.org/officeDocument/2006/relationships/image" Target="../media/image298.emf"/><Relationship Id="rId23" Type="http://schemas.openxmlformats.org/officeDocument/2006/relationships/image" Target="../media/image302.emf"/><Relationship Id="rId28" Type="http://schemas.openxmlformats.org/officeDocument/2006/relationships/oleObject" Target="../embeddings/oleObject269.bin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300.emf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95.wmf"/><Relationship Id="rId14" Type="http://schemas.openxmlformats.org/officeDocument/2006/relationships/oleObject" Target="../embeddings/oleObject262.bin"/><Relationship Id="rId22" Type="http://schemas.openxmlformats.org/officeDocument/2006/relationships/oleObject" Target="../embeddings/oleObject266.bin"/><Relationship Id="rId27" Type="http://schemas.openxmlformats.org/officeDocument/2006/relationships/image" Target="../media/image30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3.bin"/><Relationship Id="rId13" Type="http://schemas.openxmlformats.org/officeDocument/2006/relationships/image" Target="../media/image311.emf"/><Relationship Id="rId3" Type="http://schemas.openxmlformats.org/officeDocument/2006/relationships/image" Target="../media/image306.wmf"/><Relationship Id="rId7" Type="http://schemas.openxmlformats.org/officeDocument/2006/relationships/image" Target="../media/image308.wmf"/><Relationship Id="rId12" Type="http://schemas.openxmlformats.org/officeDocument/2006/relationships/oleObject" Target="../embeddings/oleObject275.bin"/><Relationship Id="rId2" Type="http://schemas.openxmlformats.org/officeDocument/2006/relationships/oleObject" Target="../embeddings/oleObject2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2.bin"/><Relationship Id="rId11" Type="http://schemas.openxmlformats.org/officeDocument/2006/relationships/image" Target="../media/image310.wmf"/><Relationship Id="rId5" Type="http://schemas.openxmlformats.org/officeDocument/2006/relationships/image" Target="../media/image307.wmf"/><Relationship Id="rId10" Type="http://schemas.openxmlformats.org/officeDocument/2006/relationships/oleObject" Target="../embeddings/oleObject274.bin"/><Relationship Id="rId4" Type="http://schemas.openxmlformats.org/officeDocument/2006/relationships/oleObject" Target="../embeddings/oleObject271.bin"/><Relationship Id="rId9" Type="http://schemas.openxmlformats.org/officeDocument/2006/relationships/image" Target="../media/image309.wmf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7.emf"/><Relationship Id="rId18" Type="http://schemas.openxmlformats.org/officeDocument/2006/relationships/oleObject" Target="../embeddings/oleObject284.bin"/><Relationship Id="rId26" Type="http://schemas.openxmlformats.org/officeDocument/2006/relationships/oleObject" Target="../embeddings/oleObject288.bin"/><Relationship Id="rId39" Type="http://schemas.openxmlformats.org/officeDocument/2006/relationships/image" Target="../media/image330.emf"/><Relationship Id="rId21" Type="http://schemas.openxmlformats.org/officeDocument/2006/relationships/image" Target="../media/image321.wmf"/><Relationship Id="rId34" Type="http://schemas.openxmlformats.org/officeDocument/2006/relationships/oleObject" Target="../embeddings/oleObject292.bin"/><Relationship Id="rId42" Type="http://schemas.openxmlformats.org/officeDocument/2006/relationships/oleObject" Target="../embeddings/oleObject296.bin"/><Relationship Id="rId47" Type="http://schemas.openxmlformats.org/officeDocument/2006/relationships/image" Target="../media/image334.wmf"/><Relationship Id="rId50" Type="http://schemas.openxmlformats.org/officeDocument/2006/relationships/oleObject" Target="../embeddings/oleObject300.bin"/><Relationship Id="rId7" Type="http://schemas.openxmlformats.org/officeDocument/2006/relationships/image" Target="../media/image314.emf"/><Relationship Id="rId2" Type="http://schemas.openxmlformats.org/officeDocument/2006/relationships/oleObject" Target="../embeddings/oleObject276.bin"/><Relationship Id="rId16" Type="http://schemas.openxmlformats.org/officeDocument/2006/relationships/oleObject" Target="../embeddings/oleObject283.bin"/><Relationship Id="rId29" Type="http://schemas.openxmlformats.org/officeDocument/2006/relationships/image" Target="../media/image325.wmf"/><Relationship Id="rId11" Type="http://schemas.openxmlformats.org/officeDocument/2006/relationships/image" Target="../media/image316.emf"/><Relationship Id="rId24" Type="http://schemas.openxmlformats.org/officeDocument/2006/relationships/oleObject" Target="../embeddings/oleObject287.bin"/><Relationship Id="rId32" Type="http://schemas.openxmlformats.org/officeDocument/2006/relationships/oleObject" Target="../embeddings/oleObject291.bin"/><Relationship Id="rId37" Type="http://schemas.openxmlformats.org/officeDocument/2006/relationships/image" Target="../media/image329.wmf"/><Relationship Id="rId40" Type="http://schemas.openxmlformats.org/officeDocument/2006/relationships/oleObject" Target="../embeddings/oleObject295.bin"/><Relationship Id="rId45" Type="http://schemas.openxmlformats.org/officeDocument/2006/relationships/image" Target="../media/image333.emf"/><Relationship Id="rId53" Type="http://schemas.openxmlformats.org/officeDocument/2006/relationships/image" Target="../media/image337.wmf"/><Relationship Id="rId5" Type="http://schemas.openxmlformats.org/officeDocument/2006/relationships/image" Target="../media/image313.emf"/><Relationship Id="rId10" Type="http://schemas.openxmlformats.org/officeDocument/2006/relationships/oleObject" Target="../embeddings/oleObject280.bin"/><Relationship Id="rId19" Type="http://schemas.openxmlformats.org/officeDocument/2006/relationships/image" Target="../media/image320.wmf"/><Relationship Id="rId31" Type="http://schemas.openxmlformats.org/officeDocument/2006/relationships/image" Target="../media/image326.wmf"/><Relationship Id="rId44" Type="http://schemas.openxmlformats.org/officeDocument/2006/relationships/oleObject" Target="../embeddings/oleObject297.bin"/><Relationship Id="rId52" Type="http://schemas.openxmlformats.org/officeDocument/2006/relationships/oleObject" Target="../embeddings/oleObject301.bin"/><Relationship Id="rId4" Type="http://schemas.openxmlformats.org/officeDocument/2006/relationships/oleObject" Target="../embeddings/oleObject277.bin"/><Relationship Id="rId9" Type="http://schemas.openxmlformats.org/officeDocument/2006/relationships/image" Target="../media/image315.emf"/><Relationship Id="rId14" Type="http://schemas.openxmlformats.org/officeDocument/2006/relationships/oleObject" Target="../embeddings/oleObject282.bin"/><Relationship Id="rId22" Type="http://schemas.openxmlformats.org/officeDocument/2006/relationships/oleObject" Target="../embeddings/oleObject286.bin"/><Relationship Id="rId27" Type="http://schemas.openxmlformats.org/officeDocument/2006/relationships/image" Target="../media/image324.wmf"/><Relationship Id="rId30" Type="http://schemas.openxmlformats.org/officeDocument/2006/relationships/oleObject" Target="../embeddings/oleObject290.bin"/><Relationship Id="rId35" Type="http://schemas.openxmlformats.org/officeDocument/2006/relationships/image" Target="../media/image328.wmf"/><Relationship Id="rId43" Type="http://schemas.openxmlformats.org/officeDocument/2006/relationships/image" Target="../media/image332.emf"/><Relationship Id="rId48" Type="http://schemas.openxmlformats.org/officeDocument/2006/relationships/oleObject" Target="../embeddings/oleObject299.bin"/><Relationship Id="rId8" Type="http://schemas.openxmlformats.org/officeDocument/2006/relationships/oleObject" Target="../embeddings/oleObject279.bin"/><Relationship Id="rId51" Type="http://schemas.openxmlformats.org/officeDocument/2006/relationships/image" Target="../media/image336.wmf"/><Relationship Id="rId3" Type="http://schemas.openxmlformats.org/officeDocument/2006/relationships/image" Target="../media/image312.wmf"/><Relationship Id="rId12" Type="http://schemas.openxmlformats.org/officeDocument/2006/relationships/oleObject" Target="../embeddings/oleObject281.bin"/><Relationship Id="rId17" Type="http://schemas.openxmlformats.org/officeDocument/2006/relationships/image" Target="../media/image319.emf"/><Relationship Id="rId25" Type="http://schemas.openxmlformats.org/officeDocument/2006/relationships/image" Target="../media/image323.wmf"/><Relationship Id="rId33" Type="http://schemas.openxmlformats.org/officeDocument/2006/relationships/image" Target="../media/image327.wmf"/><Relationship Id="rId38" Type="http://schemas.openxmlformats.org/officeDocument/2006/relationships/oleObject" Target="../embeddings/oleObject294.bin"/><Relationship Id="rId46" Type="http://schemas.openxmlformats.org/officeDocument/2006/relationships/oleObject" Target="../embeddings/oleObject298.bin"/><Relationship Id="rId20" Type="http://schemas.openxmlformats.org/officeDocument/2006/relationships/oleObject" Target="../embeddings/oleObject285.bin"/><Relationship Id="rId41" Type="http://schemas.openxmlformats.org/officeDocument/2006/relationships/image" Target="../media/image33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8.bin"/><Relationship Id="rId15" Type="http://schemas.openxmlformats.org/officeDocument/2006/relationships/image" Target="../media/image318.wmf"/><Relationship Id="rId23" Type="http://schemas.openxmlformats.org/officeDocument/2006/relationships/image" Target="../media/image322.emf"/><Relationship Id="rId28" Type="http://schemas.openxmlformats.org/officeDocument/2006/relationships/oleObject" Target="../embeddings/oleObject289.bin"/><Relationship Id="rId36" Type="http://schemas.openxmlformats.org/officeDocument/2006/relationships/oleObject" Target="../embeddings/oleObject293.bin"/><Relationship Id="rId49" Type="http://schemas.openxmlformats.org/officeDocument/2006/relationships/image" Target="../media/image335.w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3.w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21" Type="http://schemas.openxmlformats.org/officeDocument/2006/relationships/image" Target="../media/image347.wmf"/><Relationship Id="rId34" Type="http://schemas.openxmlformats.org/officeDocument/2006/relationships/oleObject" Target="../embeddings/oleObject318.bin"/><Relationship Id="rId7" Type="http://schemas.openxmlformats.org/officeDocument/2006/relationships/image" Target="../media/image340.e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345.emf"/><Relationship Id="rId25" Type="http://schemas.openxmlformats.org/officeDocument/2006/relationships/image" Target="../media/image349.wmf"/><Relationship Id="rId33" Type="http://schemas.openxmlformats.org/officeDocument/2006/relationships/image" Target="../media/image353.emf"/><Relationship Id="rId2" Type="http://schemas.openxmlformats.org/officeDocument/2006/relationships/oleObject" Target="../embeddings/oleObject302.bin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29" Type="http://schemas.openxmlformats.org/officeDocument/2006/relationships/image" Target="../media/image35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342.emf"/><Relationship Id="rId24" Type="http://schemas.openxmlformats.org/officeDocument/2006/relationships/oleObject" Target="../embeddings/oleObject313.bin"/><Relationship Id="rId32" Type="http://schemas.openxmlformats.org/officeDocument/2006/relationships/oleObject" Target="../embeddings/oleObject317.bin"/><Relationship Id="rId37" Type="http://schemas.openxmlformats.org/officeDocument/2006/relationships/image" Target="../media/image355.emf"/><Relationship Id="rId5" Type="http://schemas.openxmlformats.org/officeDocument/2006/relationships/image" Target="../media/image339.emf"/><Relationship Id="rId15" Type="http://schemas.openxmlformats.org/officeDocument/2006/relationships/image" Target="../media/image344.wmf"/><Relationship Id="rId23" Type="http://schemas.openxmlformats.org/officeDocument/2006/relationships/image" Target="../media/image348.wmf"/><Relationship Id="rId28" Type="http://schemas.openxmlformats.org/officeDocument/2006/relationships/oleObject" Target="../embeddings/oleObject315.bin"/><Relationship Id="rId36" Type="http://schemas.openxmlformats.org/officeDocument/2006/relationships/oleObject" Target="../embeddings/oleObject319.bin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346.wmf"/><Relationship Id="rId31" Type="http://schemas.openxmlformats.org/officeDocument/2006/relationships/image" Target="../media/image352.e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341.e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350.wmf"/><Relationship Id="rId30" Type="http://schemas.openxmlformats.org/officeDocument/2006/relationships/oleObject" Target="../embeddings/oleObject316.bin"/><Relationship Id="rId35" Type="http://schemas.openxmlformats.org/officeDocument/2006/relationships/image" Target="../media/image354.emf"/><Relationship Id="rId8" Type="http://schemas.openxmlformats.org/officeDocument/2006/relationships/oleObject" Target="../embeddings/oleObject305.bin"/><Relationship Id="rId3" Type="http://schemas.openxmlformats.org/officeDocument/2006/relationships/image" Target="../media/image338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13" Type="http://schemas.openxmlformats.org/officeDocument/2006/relationships/image" Target="../media/image361.wmf"/><Relationship Id="rId18" Type="http://schemas.openxmlformats.org/officeDocument/2006/relationships/oleObject" Target="../embeddings/oleObject328.bin"/><Relationship Id="rId26" Type="http://schemas.openxmlformats.org/officeDocument/2006/relationships/oleObject" Target="../embeddings/oleObject332.bin"/><Relationship Id="rId3" Type="http://schemas.openxmlformats.org/officeDocument/2006/relationships/image" Target="../media/image356.emf"/><Relationship Id="rId21" Type="http://schemas.openxmlformats.org/officeDocument/2006/relationships/image" Target="../media/image365.wmf"/><Relationship Id="rId7" Type="http://schemas.openxmlformats.org/officeDocument/2006/relationships/image" Target="../media/image358.wmf"/><Relationship Id="rId12" Type="http://schemas.openxmlformats.org/officeDocument/2006/relationships/oleObject" Target="../embeddings/oleObject325.bin"/><Relationship Id="rId17" Type="http://schemas.openxmlformats.org/officeDocument/2006/relationships/image" Target="../media/image363.emf"/><Relationship Id="rId25" Type="http://schemas.openxmlformats.org/officeDocument/2006/relationships/image" Target="../media/image367.wmf"/><Relationship Id="rId2" Type="http://schemas.openxmlformats.org/officeDocument/2006/relationships/oleObject" Target="../embeddings/oleObject320.bin"/><Relationship Id="rId16" Type="http://schemas.openxmlformats.org/officeDocument/2006/relationships/oleObject" Target="../embeddings/oleObject327.bin"/><Relationship Id="rId20" Type="http://schemas.openxmlformats.org/officeDocument/2006/relationships/oleObject" Target="../embeddings/oleObject3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2.bin"/><Relationship Id="rId11" Type="http://schemas.openxmlformats.org/officeDocument/2006/relationships/image" Target="../media/image360.wmf"/><Relationship Id="rId24" Type="http://schemas.openxmlformats.org/officeDocument/2006/relationships/oleObject" Target="../embeddings/oleObject331.bin"/><Relationship Id="rId5" Type="http://schemas.openxmlformats.org/officeDocument/2006/relationships/image" Target="../media/image357.wmf"/><Relationship Id="rId15" Type="http://schemas.openxmlformats.org/officeDocument/2006/relationships/image" Target="../media/image362.wmf"/><Relationship Id="rId23" Type="http://schemas.openxmlformats.org/officeDocument/2006/relationships/image" Target="../media/image366.wmf"/><Relationship Id="rId10" Type="http://schemas.openxmlformats.org/officeDocument/2006/relationships/oleObject" Target="../embeddings/oleObject324.bin"/><Relationship Id="rId19" Type="http://schemas.openxmlformats.org/officeDocument/2006/relationships/image" Target="../media/image364.wmf"/><Relationship Id="rId4" Type="http://schemas.openxmlformats.org/officeDocument/2006/relationships/oleObject" Target="../embeddings/oleObject321.bin"/><Relationship Id="rId9" Type="http://schemas.openxmlformats.org/officeDocument/2006/relationships/image" Target="../media/image359.emf"/><Relationship Id="rId14" Type="http://schemas.openxmlformats.org/officeDocument/2006/relationships/oleObject" Target="../embeddings/oleObject326.bin"/><Relationship Id="rId22" Type="http://schemas.openxmlformats.org/officeDocument/2006/relationships/oleObject" Target="../embeddings/oleObject330.bin"/><Relationship Id="rId27" Type="http://schemas.openxmlformats.org/officeDocument/2006/relationships/image" Target="../media/image36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3638252" y="2949992"/>
            <a:ext cx="27574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200" b="1" dirty="0">
                <a:ea typeface="+mn-ea"/>
                <a:cs typeface="Times New Roman" panose="02020603050405020304" pitchFamily="18" charset="0"/>
              </a:rPr>
              <a:t>3.1</a:t>
            </a:r>
            <a:r>
              <a:rPr lang="zh-CN" altLang="en-US" sz="3200" b="1" dirty="0"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latin typeface="+mn-ea"/>
                <a:ea typeface="+mn-ea"/>
              </a:rPr>
              <a:t>几何应用</a:t>
            </a: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3586956" y="3897459"/>
            <a:ext cx="28600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200" b="1" dirty="0">
                <a:ea typeface="黑体" panose="02010609060101010101" pitchFamily="49" charset="-122"/>
                <a:cs typeface="Times New Roman" panose="02020603050405020304" pitchFamily="18" charset="0"/>
              </a:rPr>
              <a:t>3.2</a:t>
            </a:r>
            <a:r>
              <a:rPr lang="zh-CN" altLang="en-US" sz="3200" b="1" dirty="0">
                <a:cs typeface="Times New Roman" panose="02020603050405020304" pitchFamily="18" charset="0"/>
              </a:rPr>
              <a:t> 、</a:t>
            </a:r>
            <a:r>
              <a:rPr lang="zh-CN" altLang="en-US" sz="3200" b="1" dirty="0">
                <a:latin typeface="+mn-ea"/>
                <a:ea typeface="+mn-ea"/>
              </a:rPr>
              <a:t>物理应用</a:t>
            </a:r>
          </a:p>
        </p:txBody>
      </p:sp>
      <p:sp>
        <p:nvSpPr>
          <p:cNvPr id="13" name="Rectangle 18"/>
          <p:cNvSpPr>
            <a:spLocks noGrp="1" noChangeArrowheads="1"/>
          </p:cNvSpPr>
          <p:nvPr/>
        </p:nvSpPr>
        <p:spPr bwMode="auto">
          <a:xfrm>
            <a:off x="3194097" y="1522415"/>
            <a:ext cx="5671229" cy="968237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4800" b="1" dirty="0">
                <a:solidFill>
                  <a:srgbClr val="FF0000"/>
                </a:solidFill>
                <a:latin typeface="+mn-ea"/>
                <a:ea typeface="+mn-ea"/>
              </a:rPr>
              <a:t>§3</a:t>
            </a:r>
            <a:r>
              <a:rPr kumimoji="0" lang="zh-CN" altLang="en-US" sz="4800" b="1" dirty="0">
                <a:solidFill>
                  <a:srgbClr val="FF0000"/>
                </a:solidFill>
                <a:latin typeface="+mn-ea"/>
                <a:ea typeface="+mn-ea"/>
              </a:rPr>
              <a:t>、重积分的应用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0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 autoUpdateAnimBg="0"/>
      <p:bldP spid="3175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1476693" y="1840051"/>
            <a:ext cx="30684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平面图形的面积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1484313" y="2471109"/>
            <a:ext cx="58706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由二重积分的性质，当 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时，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7137263" y="249485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的面积</a:t>
            </a:r>
          </a:p>
        </p:txBody>
      </p:sp>
      <p:pic>
        <p:nvPicPr>
          <p:cNvPr id="3175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995" y="2471109"/>
            <a:ext cx="14732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1452166" y="3163722"/>
            <a:ext cx="29674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空间立体的体积</a:t>
            </a: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1525027" y="3781451"/>
            <a:ext cx="2971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设曲面的方程为                                         </a:t>
            </a:r>
          </a:p>
        </p:txBody>
      </p:sp>
      <p:pic>
        <p:nvPicPr>
          <p:cNvPr id="31757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570" y="3861537"/>
            <a:ext cx="4233816" cy="442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8"/>
          <p:cNvSpPr>
            <a:spLocks noGrp="1" noChangeArrowheads="1"/>
          </p:cNvSpPr>
          <p:nvPr/>
        </p:nvSpPr>
        <p:spPr bwMode="auto">
          <a:xfrm>
            <a:off x="1432912" y="768484"/>
            <a:ext cx="2986734" cy="74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3200" b="1" dirty="0">
                <a:solidFill>
                  <a:srgbClr val="CC3300"/>
                </a:solidFill>
                <a:ea typeface="隶书" panose="02010509060101010101" pitchFamily="49" charset="-122"/>
              </a:rPr>
              <a:t>3.1</a:t>
            </a:r>
            <a:r>
              <a:rPr kumimoji="0" lang="zh-CN" altLang="en-US" sz="3200" b="1" dirty="0">
                <a:solidFill>
                  <a:srgbClr val="CC3300"/>
                </a:solidFill>
                <a:ea typeface="隶书" panose="02010509060101010101" pitchFamily="49" charset="-122"/>
              </a:rPr>
              <a:t>、</a:t>
            </a:r>
            <a:r>
              <a:rPr kumimoji="0" lang="zh-CN" altLang="en-US" sz="3200" b="1" dirty="0">
                <a:solidFill>
                  <a:srgbClr val="CC3300"/>
                </a:solidFill>
                <a:latin typeface="+mn-ea"/>
                <a:ea typeface="+mn-ea"/>
              </a:rPr>
              <a:t>几何应用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5027" y="4416026"/>
            <a:ext cx="388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则曲顶柱体的体积为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778" y="4416026"/>
            <a:ext cx="2565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448827" y="5151305"/>
            <a:ext cx="7924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由三重积分的物理意义知空间闭区域 </a:t>
            </a:r>
            <a:r>
              <a:rPr lang="el-GR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的体积为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038" y="5079455"/>
            <a:ext cx="15113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08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 autoUpdateAnimBg="0"/>
      <p:bldP spid="31751" grpId="0" autoUpdateAnimBg="0"/>
      <p:bldP spid="31753" grpId="0" autoUpdateAnimBg="0"/>
      <p:bldP spid="31755" grpId="0" autoUpdateAnimBg="0"/>
      <p:bldP spid="31756" grpId="0" autoUpdateAnimBg="0"/>
      <p:bldP spid="10" grpId="0" autoUpdateAnimBg="0"/>
      <p:bldP spid="1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137330" y="4788935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解二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2280330" y="480217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用三重积分</a:t>
            </a: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692332" y="590006"/>
            <a:ext cx="121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665332" y="641066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计算由曲面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  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176" y="601639"/>
            <a:ext cx="2260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5818776" y="617424"/>
            <a:ext cx="5562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与  </a:t>
            </a:r>
            <a:r>
              <a:rPr lang="en-US" altLang="zh-CN" b="1" i="1" dirty="0" err="1">
                <a:solidFill>
                  <a:srgbClr val="0000FF"/>
                </a:solidFill>
                <a:ea typeface="宋体" panose="02010600030101010101" pitchFamily="2" charset="-122"/>
              </a:rPr>
              <a:t>xoy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面所围成的立体的体积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997132" y="1211239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解一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866355" y="1197693"/>
            <a:ext cx="213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用二重积分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278" y="1243334"/>
            <a:ext cx="2200637" cy="45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729" y="1889896"/>
            <a:ext cx="3411765" cy="847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302219"/>
              </p:ext>
            </p:extLst>
          </p:nvPr>
        </p:nvGraphicFramePr>
        <p:xfrm>
          <a:off x="1617934" y="2532652"/>
          <a:ext cx="8564562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44640" imgH="482400" progId="Equation.DSMT4">
                  <p:embed/>
                </p:oleObj>
              </mc:Choice>
              <mc:Fallback>
                <p:oleObj name="Equation" r:id="rId6" imgW="36446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17934" y="2532652"/>
                        <a:ext cx="8564562" cy="1131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80135"/>
              </p:ext>
            </p:extLst>
          </p:nvPr>
        </p:nvGraphicFramePr>
        <p:xfrm>
          <a:off x="1911532" y="3616863"/>
          <a:ext cx="6640154" cy="1063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120" imgH="419040" progId="Equation.DSMT4">
                  <p:embed/>
                </p:oleObj>
              </mc:Choice>
              <mc:Fallback>
                <p:oleObj name="Equation" r:id="rId8" imgW="2616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11532" y="3616863"/>
                        <a:ext cx="6640154" cy="1063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531628" y="1902408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由对称性得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573092"/>
              </p:ext>
            </p:extLst>
          </p:nvPr>
        </p:nvGraphicFramePr>
        <p:xfrm>
          <a:off x="1692729" y="5442876"/>
          <a:ext cx="3461202" cy="1016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84200" imgH="406080" progId="Equation.DSMT4">
                  <p:embed/>
                </p:oleObj>
              </mc:Choice>
              <mc:Fallback>
                <p:oleObj name="Equation" r:id="rId10" imgW="1384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92729" y="5442876"/>
                        <a:ext cx="3461202" cy="1016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249004"/>
              </p:ext>
            </p:extLst>
          </p:nvPr>
        </p:nvGraphicFramePr>
        <p:xfrm>
          <a:off x="4995561" y="5308047"/>
          <a:ext cx="5186935" cy="101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33360" imgH="419040" progId="Equation.DSMT4">
                  <p:embed/>
                </p:oleObj>
              </mc:Choice>
              <mc:Fallback>
                <p:oleObj name="Equation" r:id="rId12" imgW="2133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95561" y="5308047"/>
                        <a:ext cx="5186935" cy="1018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46811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  <p:bldP spid="33797" grpId="0" autoUpdateAnimBg="0"/>
      <p:bldP spid="12" grpId="0" autoUpdateAnimBg="0"/>
      <p:bldP spid="13" grpId="0" autoUpdateAnimBg="0"/>
      <p:bldP spid="1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010400" y="381001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所围成的立体的体积</a:t>
            </a:r>
          </a:p>
        </p:txBody>
      </p:sp>
      <p:pic>
        <p:nvPicPr>
          <p:cNvPr id="5120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381000"/>
            <a:ext cx="4267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2057400" y="990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解一</a:t>
            </a:r>
          </a:p>
        </p:txBody>
      </p:sp>
      <p:pic>
        <p:nvPicPr>
          <p:cNvPr id="5120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990600"/>
            <a:ext cx="71120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350" y="1752600"/>
            <a:ext cx="31115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6477000" y="1828801"/>
            <a:ext cx="195289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用极坐标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2133600" y="3733801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解二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505200" y="3733801"/>
            <a:ext cx="4343400" cy="519113"/>
            <a:chOff x="1392" y="2304"/>
            <a:chExt cx="2736" cy="327"/>
          </a:xfrm>
        </p:grpSpPr>
        <p:sp>
          <p:nvSpPr>
            <p:cNvPr id="9231" name="Rectangle 11"/>
            <p:cNvSpPr>
              <a:spLocks noChangeArrowheads="1"/>
            </p:cNvSpPr>
            <p:nvPr/>
          </p:nvSpPr>
          <p:spPr bwMode="auto">
            <a:xfrm>
              <a:off x="1680" y="2304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是柱形区域，用柱坐标</a:t>
              </a:r>
            </a:p>
          </p:txBody>
        </p:sp>
        <p:pic>
          <p:nvPicPr>
            <p:cNvPr id="9232" name="Picture 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2400"/>
              <a:ext cx="23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1981200" y="2286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082558"/>
              </p:ext>
            </p:extLst>
          </p:nvPr>
        </p:nvGraphicFramePr>
        <p:xfrm>
          <a:off x="3054350" y="2565399"/>
          <a:ext cx="4151668" cy="805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330120" progId="Equation.DSMT4">
                  <p:embed/>
                </p:oleObj>
              </mc:Choice>
              <mc:Fallback>
                <p:oleObj name="Equation" r:id="rId7" imgW="17017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4350" y="2565399"/>
                        <a:ext cx="4151668" cy="805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350419"/>
              </p:ext>
            </p:extLst>
          </p:nvPr>
        </p:nvGraphicFramePr>
        <p:xfrm>
          <a:off x="2465545" y="4441988"/>
          <a:ext cx="1777299" cy="919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6560" imgH="380880" progId="Equation.DSMT4">
                  <p:embed/>
                </p:oleObj>
              </mc:Choice>
              <mc:Fallback>
                <p:oleObj name="Equation" r:id="rId9" imgW="736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65545" y="4441988"/>
                        <a:ext cx="1777299" cy="919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630989"/>
              </p:ext>
            </p:extLst>
          </p:nvPr>
        </p:nvGraphicFramePr>
        <p:xfrm>
          <a:off x="4161504" y="4312283"/>
          <a:ext cx="3487992" cy="904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71600" imgH="355320" progId="Equation.DSMT4">
                  <p:embed/>
                </p:oleObj>
              </mc:Choice>
              <mc:Fallback>
                <p:oleObj name="Equation" r:id="rId11" imgW="1371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61504" y="4312283"/>
                        <a:ext cx="3487992" cy="904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765761"/>
              </p:ext>
            </p:extLst>
          </p:nvPr>
        </p:nvGraphicFramePr>
        <p:xfrm>
          <a:off x="2752725" y="5295483"/>
          <a:ext cx="3714750" cy="818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98320" imgH="330120" progId="Equation.DSMT4">
                  <p:embed/>
                </p:oleObj>
              </mc:Choice>
              <mc:Fallback>
                <p:oleObj name="Equation" r:id="rId13" imgW="14983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52725" y="5295483"/>
                        <a:ext cx="3714750" cy="818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6903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autoUpdateAnimBg="0"/>
      <p:bldP spid="34824" grpId="0" autoUpdateAnimBg="0"/>
      <p:bldP spid="3482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5715000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360452" name="Group 4"/>
          <p:cNvGrpSpPr>
            <a:grpSpLocks/>
          </p:cNvGrpSpPr>
          <p:nvPr/>
        </p:nvGrpSpPr>
        <p:grpSpPr bwMode="auto">
          <a:xfrm>
            <a:off x="1166812" y="354809"/>
            <a:ext cx="9431339" cy="1212850"/>
            <a:chOff x="81" y="501"/>
            <a:chExt cx="5941" cy="764"/>
          </a:xfrm>
        </p:grpSpPr>
        <p:sp>
          <p:nvSpPr>
            <p:cNvPr id="360453" name="Rectangle 5"/>
            <p:cNvSpPr>
              <a:spLocks noChangeArrowheads="1"/>
            </p:cNvSpPr>
            <p:nvPr/>
          </p:nvSpPr>
          <p:spPr bwMode="auto">
            <a:xfrm>
              <a:off x="81" y="571"/>
              <a:ext cx="240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求上半球面</a:t>
              </a:r>
              <a:r>
                <a:rPr lang="zh-CN" altLang="en-US" sz="2800" b="1" dirty="0">
                  <a:latin typeface="Arial" panose="020B0604020202020204" pitchFamily="34" charset="0"/>
                </a:rPr>
                <a:t> 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6045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761031"/>
                </p:ext>
              </p:extLst>
            </p:nvPr>
          </p:nvGraphicFramePr>
          <p:xfrm>
            <a:off x="1752" y="501"/>
            <a:ext cx="1719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17600" imgH="279400" progId="Equation.DSMT4">
                    <p:embed/>
                  </p:oleObj>
                </mc:Choice>
                <mc:Fallback>
                  <p:oleObj name="Equation" r:id="rId2" imgW="1117600" imgH="279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" y="501"/>
                          <a:ext cx="1719" cy="42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0455" name="Rectangle 7"/>
            <p:cNvSpPr>
              <a:spLocks noChangeArrowheads="1"/>
            </p:cNvSpPr>
            <p:nvPr/>
          </p:nvSpPr>
          <p:spPr bwMode="auto">
            <a:xfrm>
              <a:off x="3367" y="585"/>
              <a:ext cx="14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</a:rPr>
                <a:t>与旋转抛物面</a:t>
              </a:r>
              <a:r>
                <a:rPr lang="zh-CN" altLang="en-US" sz="2400" b="1" dirty="0">
                  <a:latin typeface="Arial" panose="020B0604020202020204" pitchFamily="34" charset="0"/>
                </a:rPr>
                <a:t> 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6045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8091877"/>
                </p:ext>
              </p:extLst>
            </p:nvPr>
          </p:nvGraphicFramePr>
          <p:xfrm>
            <a:off x="4855" y="585"/>
            <a:ext cx="1167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61669" imgH="228501" progId="Equation.DSMT4">
                    <p:embed/>
                  </p:oleObj>
                </mc:Choice>
                <mc:Fallback>
                  <p:oleObj r:id="rId4" imgW="761669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5" y="585"/>
                          <a:ext cx="1167" cy="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0457" name="Rectangle 9"/>
            <p:cNvSpPr>
              <a:spLocks noChangeArrowheads="1"/>
            </p:cNvSpPr>
            <p:nvPr/>
          </p:nvSpPr>
          <p:spPr bwMode="auto">
            <a:xfrm>
              <a:off x="306" y="935"/>
              <a:ext cx="22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zh-CN" altLang="en-US" sz="2800" b="1" dirty="0">
                  <a:latin typeface="宋体" panose="02010600030101010101" pitchFamily="2" charset="-122"/>
                </a:rPr>
                <a:t>所围成的立体的体积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.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60458" name="Group 10"/>
          <p:cNvGrpSpPr>
            <a:grpSpLocks/>
          </p:cNvGrpSpPr>
          <p:nvPr/>
        </p:nvGrpSpPr>
        <p:grpSpPr bwMode="auto">
          <a:xfrm>
            <a:off x="1533525" y="1491805"/>
            <a:ext cx="9001125" cy="2032000"/>
            <a:chOff x="272" y="1162"/>
            <a:chExt cx="5284" cy="1280"/>
          </a:xfrm>
        </p:grpSpPr>
        <p:sp>
          <p:nvSpPr>
            <p:cNvPr id="360459" name="Rectangle 11"/>
            <p:cNvSpPr>
              <a:spLocks noChangeArrowheads="1"/>
            </p:cNvSpPr>
            <p:nvPr/>
          </p:nvSpPr>
          <p:spPr bwMode="auto">
            <a:xfrm>
              <a:off x="272" y="1162"/>
              <a:ext cx="5284" cy="1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分析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 首先求出立体在    坐标面上的投影区域，然后利用二重积分的几何意义将所求立体的体积用二重积分来表示，再利用极坐标计算即可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.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6046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4514570"/>
                </p:ext>
              </p:extLst>
            </p:nvPr>
          </p:nvGraphicFramePr>
          <p:xfrm>
            <a:off x="2437" y="1324"/>
            <a:ext cx="43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164880" progId="Equation.DSMT4">
                    <p:embed/>
                  </p:oleObj>
                </mc:Choice>
                <mc:Fallback>
                  <p:oleObj name="Equation" r:id="rId6" imgW="2793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7" y="1324"/>
                          <a:ext cx="432" cy="25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0461" name="Group 13"/>
          <p:cNvGrpSpPr>
            <a:grpSpLocks/>
          </p:cNvGrpSpPr>
          <p:nvPr/>
        </p:nvGrpSpPr>
        <p:grpSpPr bwMode="auto">
          <a:xfrm>
            <a:off x="1166812" y="3440113"/>
            <a:ext cx="8569323" cy="1216026"/>
            <a:chOff x="119" y="2133"/>
            <a:chExt cx="5398" cy="766"/>
          </a:xfrm>
        </p:grpSpPr>
        <p:sp>
          <p:nvSpPr>
            <p:cNvPr id="360462" name="Rectangle 14"/>
            <p:cNvSpPr>
              <a:spLocks noChangeArrowheads="1"/>
            </p:cNvSpPr>
            <p:nvPr/>
          </p:nvSpPr>
          <p:spPr bwMode="auto">
            <a:xfrm>
              <a:off x="119" y="2288"/>
              <a:ext cx="95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解：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令</a:t>
              </a:r>
              <a:r>
                <a:rPr lang="zh-CN" altLang="en-US" sz="2400" b="1" dirty="0">
                  <a:latin typeface="Arial" panose="020B0604020202020204" pitchFamily="34" charset="0"/>
                </a:rPr>
                <a:t> 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6046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4491652"/>
                </p:ext>
              </p:extLst>
            </p:nvPr>
          </p:nvGraphicFramePr>
          <p:xfrm>
            <a:off x="891" y="2272"/>
            <a:ext cx="2024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85720" imgH="279360" progId="Equation.DSMT4">
                    <p:embed/>
                  </p:oleObj>
                </mc:Choice>
                <mc:Fallback>
                  <p:oleObj name="Equation" r:id="rId8" imgW="148572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1" y="2272"/>
                          <a:ext cx="2024" cy="41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0464" name="Rectangle 16"/>
            <p:cNvSpPr>
              <a:spLocks noChangeArrowheads="1"/>
            </p:cNvSpPr>
            <p:nvPr/>
          </p:nvSpPr>
          <p:spPr bwMode="auto">
            <a:xfrm>
              <a:off x="2971" y="2336"/>
              <a:ext cx="11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</a:rPr>
                <a:t>求得曲线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6046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8055405"/>
                </p:ext>
              </p:extLst>
            </p:nvPr>
          </p:nvGraphicFramePr>
          <p:xfrm>
            <a:off x="4026" y="2133"/>
            <a:ext cx="1491" cy="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193800" imgH="558800" progId="Equation.DSMT4">
                    <p:embed/>
                  </p:oleObj>
                </mc:Choice>
                <mc:Fallback>
                  <p:oleObj r:id="rId10" imgW="1193800" imgH="558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" y="2133"/>
                          <a:ext cx="1491" cy="7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0466" name="Group 18"/>
          <p:cNvGrpSpPr>
            <a:grpSpLocks/>
          </p:cNvGrpSpPr>
          <p:nvPr/>
        </p:nvGrpSpPr>
        <p:grpSpPr bwMode="auto">
          <a:xfrm>
            <a:off x="1222375" y="4818510"/>
            <a:ext cx="7508876" cy="584200"/>
            <a:chOff x="62" y="2776"/>
            <a:chExt cx="4730" cy="368"/>
          </a:xfrm>
        </p:grpSpPr>
        <p:grpSp>
          <p:nvGrpSpPr>
            <p:cNvPr id="360467" name="Group 19"/>
            <p:cNvGrpSpPr>
              <a:grpSpLocks/>
            </p:cNvGrpSpPr>
            <p:nvPr/>
          </p:nvGrpSpPr>
          <p:grpSpPr bwMode="auto">
            <a:xfrm>
              <a:off x="62" y="2795"/>
              <a:ext cx="3613" cy="330"/>
              <a:chOff x="206" y="2795"/>
              <a:chExt cx="3613" cy="330"/>
            </a:xfrm>
          </p:grpSpPr>
          <p:sp>
            <p:nvSpPr>
              <p:cNvPr id="360468" name="Rectangle 20"/>
              <p:cNvSpPr>
                <a:spLocks noChangeArrowheads="1"/>
              </p:cNvSpPr>
              <p:nvPr/>
            </p:nvSpPr>
            <p:spPr bwMode="auto">
              <a:xfrm>
                <a:off x="206" y="2795"/>
                <a:ext cx="361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在    坐标面上的投影曲线方程为</a:t>
                </a:r>
                <a:endParaRPr lang="zh-CN" altLang="en-US" sz="2800" dirty="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60469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8974017"/>
                  </p:ext>
                </p:extLst>
              </p:nvPr>
            </p:nvGraphicFramePr>
            <p:xfrm>
              <a:off x="512" y="2859"/>
              <a:ext cx="430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79279" imgH="165028" progId="Equation.DSMT4">
                      <p:embed/>
                    </p:oleObj>
                  </mc:Choice>
                  <mc:Fallback>
                    <p:oleObj name="Equation" r:id="rId12" imgW="279279" imgH="16502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2" y="2859"/>
                            <a:ext cx="430" cy="251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0470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6296333"/>
                </p:ext>
              </p:extLst>
            </p:nvPr>
          </p:nvGraphicFramePr>
          <p:xfrm>
            <a:off x="3563" y="2776"/>
            <a:ext cx="1229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61760" imgH="228600" progId="Equation.DSMT4">
                    <p:embed/>
                  </p:oleObj>
                </mc:Choice>
                <mc:Fallback>
                  <p:oleObj name="Equation" r:id="rId14" imgW="7617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" y="2776"/>
                          <a:ext cx="1229" cy="36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0471" name="Group 23"/>
          <p:cNvGrpSpPr>
            <a:grpSpLocks/>
          </p:cNvGrpSpPr>
          <p:nvPr/>
        </p:nvGrpSpPr>
        <p:grpSpPr bwMode="auto">
          <a:xfrm>
            <a:off x="1207750" y="5607187"/>
            <a:ext cx="8343902" cy="619126"/>
            <a:chOff x="239" y="3240"/>
            <a:chExt cx="5256" cy="390"/>
          </a:xfrm>
        </p:grpSpPr>
        <p:graphicFrame>
          <p:nvGraphicFramePr>
            <p:cNvPr id="360472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5079253"/>
                </p:ext>
              </p:extLst>
            </p:nvPr>
          </p:nvGraphicFramePr>
          <p:xfrm>
            <a:off x="3805" y="3240"/>
            <a:ext cx="1690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93760" imgH="253800" progId="Equation.DSMT4">
                    <p:embed/>
                  </p:oleObj>
                </mc:Choice>
                <mc:Fallback>
                  <p:oleObj name="Equation" r:id="rId16" imgW="11937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5" y="3240"/>
                          <a:ext cx="1690" cy="39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239" y="3258"/>
              <a:ext cx="3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Arial" panose="020B0604020202020204" pitchFamily="34" charset="0"/>
                </a:rPr>
                <a:t>故立体在        坐标面上投影区域为</a:t>
              </a:r>
            </a:p>
          </p:txBody>
        </p:sp>
        <p:graphicFrame>
          <p:nvGraphicFramePr>
            <p:cNvPr id="36047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6666921"/>
                </p:ext>
              </p:extLst>
            </p:nvPr>
          </p:nvGraphicFramePr>
          <p:xfrm>
            <a:off x="1195" y="3315"/>
            <a:ext cx="46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79279" imgH="165028" progId="Equation.DSMT4">
                    <p:embed/>
                  </p:oleObj>
                </mc:Choice>
                <mc:Fallback>
                  <p:oleObj name="Equation" r:id="rId18" imgW="279279" imgH="16502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5" y="3315"/>
                          <a:ext cx="467" cy="27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01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6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6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14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227515"/>
              </p:ext>
            </p:extLst>
          </p:nvPr>
        </p:nvGraphicFramePr>
        <p:xfrm>
          <a:off x="2604726" y="1198617"/>
          <a:ext cx="6540407" cy="984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44800" imgH="431800" progId="Equation.3">
                  <p:embed/>
                </p:oleObj>
              </mc:Choice>
              <mc:Fallback>
                <p:oleObj name="公式" r:id="rId2" imgW="2844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4726" y="1198617"/>
                        <a:ext cx="6540407" cy="9841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1476" name="Rectangle 4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14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357618"/>
              </p:ext>
            </p:extLst>
          </p:nvPr>
        </p:nvGraphicFramePr>
        <p:xfrm>
          <a:off x="2905846" y="2141189"/>
          <a:ext cx="5000481" cy="971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09800" imgH="431800" progId="Equation.3">
                  <p:embed/>
                </p:oleObj>
              </mc:Choice>
              <mc:Fallback>
                <p:oleObj name="公式" r:id="rId4" imgW="2209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846" y="2141189"/>
                        <a:ext cx="5000481" cy="9712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1478" name="Rectangle 6"/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614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273500"/>
              </p:ext>
            </p:extLst>
          </p:nvPr>
        </p:nvGraphicFramePr>
        <p:xfrm>
          <a:off x="2905845" y="2998364"/>
          <a:ext cx="4067609" cy="721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9880" imgH="304560" progId="Equation.3">
                  <p:embed/>
                </p:oleObj>
              </mc:Choice>
              <mc:Fallback>
                <p:oleObj name="公式" r:id="rId6" imgW="17398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845" y="2998364"/>
                        <a:ext cx="4067609" cy="7215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387899"/>
              </p:ext>
            </p:extLst>
          </p:nvPr>
        </p:nvGraphicFramePr>
        <p:xfrm>
          <a:off x="2905844" y="3832228"/>
          <a:ext cx="4215391" cy="823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55800" imgH="381000" progId="Equation.3">
                  <p:embed/>
                </p:oleObj>
              </mc:Choice>
              <mc:Fallback>
                <p:oleObj name="公式" r:id="rId8" imgW="19558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844" y="3832228"/>
                        <a:ext cx="4215391" cy="823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75082"/>
              </p:ext>
            </p:extLst>
          </p:nvPr>
        </p:nvGraphicFramePr>
        <p:xfrm>
          <a:off x="2905843" y="4622800"/>
          <a:ext cx="3989569" cy="1223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92300" imgH="584200" progId="Equation.3">
                  <p:embed/>
                </p:oleObj>
              </mc:Choice>
              <mc:Fallback>
                <p:oleObj name="公式" r:id="rId10" imgW="18923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843" y="4622800"/>
                        <a:ext cx="3989569" cy="12238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97000"/>
              </p:ext>
            </p:extLst>
          </p:nvPr>
        </p:nvGraphicFramePr>
        <p:xfrm>
          <a:off x="6858000" y="4821238"/>
          <a:ext cx="1881188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600" imgH="406080" progId="Equation.DSMT4">
                  <p:embed/>
                </p:oleObj>
              </mc:Choice>
              <mc:Fallback>
                <p:oleObj name="Equation" r:id="rId12" imgW="93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821238"/>
                        <a:ext cx="1881188" cy="817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1483" name="Rectangle 11"/>
          <p:cNvSpPr>
            <a:spLocks noChangeArrowheads="1"/>
          </p:cNvSpPr>
          <p:nvPr/>
        </p:nvSpPr>
        <p:spPr bwMode="auto">
          <a:xfrm>
            <a:off x="1708732" y="516266"/>
            <a:ext cx="79877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由二重积分的几何意义，</a:t>
            </a:r>
            <a:r>
              <a:rPr lang="zh-CN" altLang="en-US" sz="2800" b="1" dirty="0">
                <a:latin typeface="Arial" panose="020B0604020202020204" pitchFamily="34" charset="0"/>
              </a:rPr>
              <a:t>可知所求立体的体积为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80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3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36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36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449B039-5550-490D-9CBC-4C187C932512}" type="slidenum">
              <a:rPr lang="en-US" altLang="zh-CN" sz="1400">
                <a:solidFill>
                  <a:schemeClr val="tx1"/>
                </a:solidFill>
              </a:rPr>
              <a:pPr/>
              <a:t>7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2538" name="Text Box 2"/>
          <p:cNvSpPr txBox="1">
            <a:spLocks noChangeArrowheads="1"/>
          </p:cNvSpPr>
          <p:nvPr/>
        </p:nvSpPr>
        <p:spPr bwMode="auto">
          <a:xfrm>
            <a:off x="1917701" y="342900"/>
            <a:ext cx="59554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求由下列曲面围成的立体的体积</a:t>
            </a:r>
          </a:p>
        </p:txBody>
      </p:sp>
      <p:graphicFrame>
        <p:nvGraphicFramePr>
          <p:cNvPr id="225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264828"/>
              </p:ext>
            </p:extLst>
          </p:nvPr>
        </p:nvGraphicFramePr>
        <p:xfrm>
          <a:off x="2208214" y="783483"/>
          <a:ext cx="7045440" cy="72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920" imgH="571320" progId="Equation.DSMT4">
                  <p:embed/>
                </p:oleObj>
              </mc:Choice>
              <mc:Fallback>
                <p:oleObj name="Equation" r:id="rId2" imgW="558792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783483"/>
                        <a:ext cx="7045440" cy="72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4740" name="Text Box 4"/>
          <p:cNvSpPr txBox="1">
            <a:spLocks noChangeArrowheads="1"/>
          </p:cNvSpPr>
          <p:nvPr/>
        </p:nvSpPr>
        <p:spPr bwMode="auto">
          <a:xfrm>
            <a:off x="1919288" y="2205038"/>
            <a:ext cx="1138132" cy="47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fontAlgn="t" hangingPunct="1">
              <a:lnSpc>
                <a:spcPct val="110000"/>
              </a:lnSpc>
            </a:pP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kumimoji="0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 </a:t>
            </a:r>
            <a:r>
              <a:rPr kumimoji="0"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(1)</a:t>
            </a:r>
          </a:p>
        </p:txBody>
      </p:sp>
      <p:sp>
        <p:nvSpPr>
          <p:cNvPr id="884741" name="Text Box 5"/>
          <p:cNvSpPr txBox="1">
            <a:spLocks noChangeArrowheads="1"/>
          </p:cNvSpPr>
          <p:nvPr/>
        </p:nvSpPr>
        <p:spPr bwMode="auto">
          <a:xfrm>
            <a:off x="3143250" y="2133600"/>
            <a:ext cx="7037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由于区域为球顶锥底，选用球坐标较为简便</a:t>
            </a:r>
          </a:p>
        </p:txBody>
      </p:sp>
      <p:graphicFrame>
        <p:nvGraphicFramePr>
          <p:cNvPr id="8847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492437"/>
              </p:ext>
            </p:extLst>
          </p:nvPr>
        </p:nvGraphicFramePr>
        <p:xfrm>
          <a:off x="1985963" y="2886075"/>
          <a:ext cx="49133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342720" progId="Equation.DSMT4">
                  <p:embed/>
                </p:oleObj>
              </mc:Choice>
              <mc:Fallback>
                <p:oleObj name="Equation" r:id="rId4" imgW="1955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2886075"/>
                        <a:ext cx="491331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474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341" y="2639796"/>
            <a:ext cx="2343150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847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797411"/>
              </p:ext>
            </p:extLst>
          </p:nvPr>
        </p:nvGraphicFramePr>
        <p:xfrm>
          <a:off x="6874523" y="3209066"/>
          <a:ext cx="609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400" imgH="139680" progId="Equation.3">
                  <p:embed/>
                </p:oleObj>
              </mc:Choice>
              <mc:Fallback>
                <p:oleObj name="Equation" r:id="rId7" imgW="26640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4523" y="3209066"/>
                        <a:ext cx="6096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9"/>
          <p:cNvGraphicFramePr>
            <a:graphicFrameLocks noChangeAspect="1"/>
          </p:cNvGraphicFramePr>
          <p:nvPr/>
        </p:nvGraphicFramePr>
        <p:xfrm>
          <a:off x="2208214" y="1429966"/>
          <a:ext cx="5715432" cy="71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65560" imgH="520560" progId="Equation.DSMT4">
                  <p:embed/>
                </p:oleObj>
              </mc:Choice>
              <mc:Fallback>
                <p:oleObj name="Equation" r:id="rId9" imgW="416556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429966"/>
                        <a:ext cx="5715432" cy="71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4746" name="Text Box 10"/>
          <p:cNvSpPr txBox="1">
            <a:spLocks noChangeArrowheads="1"/>
          </p:cNvSpPr>
          <p:nvPr/>
        </p:nvSpPr>
        <p:spPr bwMode="auto">
          <a:xfrm>
            <a:off x="1703389" y="3933825"/>
            <a:ext cx="5048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fontAlgn="t" hangingPunct="1">
              <a:lnSpc>
                <a:spcPct val="110000"/>
              </a:lnSpc>
            </a:pPr>
            <a:r>
              <a:rPr kumimoji="0"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0"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(2)</a:t>
            </a:r>
          </a:p>
        </p:txBody>
      </p:sp>
      <p:sp>
        <p:nvSpPr>
          <p:cNvPr id="884747" name="Text Box 11"/>
          <p:cNvSpPr txBox="1">
            <a:spLocks noChangeArrowheads="1"/>
          </p:cNvSpPr>
          <p:nvPr/>
        </p:nvSpPr>
        <p:spPr bwMode="auto">
          <a:xfrm>
            <a:off x="2832100" y="4564063"/>
            <a:ext cx="3221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故选用柱坐标积分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884748" name="Text Box 12"/>
          <p:cNvSpPr txBox="1">
            <a:spLocks noChangeArrowheads="1"/>
          </p:cNvSpPr>
          <p:nvPr/>
        </p:nvSpPr>
        <p:spPr bwMode="auto">
          <a:xfrm>
            <a:off x="2424113" y="3860801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由于投影区域为</a:t>
            </a:r>
          </a:p>
        </p:txBody>
      </p:sp>
      <p:graphicFrame>
        <p:nvGraphicFramePr>
          <p:cNvPr id="884749" name="Object 13"/>
          <p:cNvGraphicFramePr>
            <a:graphicFrameLocks noChangeAspect="1"/>
          </p:cNvGraphicFramePr>
          <p:nvPr/>
        </p:nvGraphicFramePr>
        <p:xfrm>
          <a:off x="5205413" y="3897313"/>
          <a:ext cx="268763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28800" imgH="406080" progId="Equation.DSMT4">
                  <p:embed/>
                </p:oleObj>
              </mc:Choice>
              <mc:Fallback>
                <p:oleObj name="Equation" r:id="rId11" imgW="1828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3897313"/>
                        <a:ext cx="268763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50" name="Object 14"/>
          <p:cNvGraphicFramePr>
            <a:graphicFrameLocks noChangeAspect="1"/>
          </p:cNvGraphicFramePr>
          <p:nvPr/>
        </p:nvGraphicFramePr>
        <p:xfrm>
          <a:off x="2093237" y="5345847"/>
          <a:ext cx="4334552" cy="77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28720" imgH="609480" progId="Equation.DSMT4">
                  <p:embed/>
                </p:oleObj>
              </mc:Choice>
              <mc:Fallback>
                <p:oleObj name="Equation" r:id="rId13" imgW="26287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237" y="5345847"/>
                        <a:ext cx="4334552" cy="77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4751" name="Object 15"/>
          <p:cNvGraphicFramePr>
            <a:graphicFrameLocks noChangeAspect="1"/>
          </p:cNvGraphicFramePr>
          <p:nvPr/>
        </p:nvGraphicFramePr>
        <p:xfrm>
          <a:off x="6461557" y="5316969"/>
          <a:ext cx="825933" cy="97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2720" imgH="406080" progId="Equation.DSMT4">
                  <p:embed/>
                </p:oleObj>
              </mc:Choice>
              <mc:Fallback>
                <p:oleObj name="Equation" r:id="rId15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557" y="5316969"/>
                        <a:ext cx="825933" cy="975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8059854" y="5055032"/>
            <a:ext cx="2120900" cy="1638300"/>
            <a:chOff x="4192" y="3065"/>
            <a:chExt cx="1336" cy="1032"/>
          </a:xfrm>
        </p:grpSpPr>
        <p:sp>
          <p:nvSpPr>
            <p:cNvPr id="22546" name="Line 17"/>
            <p:cNvSpPr>
              <a:spLocks noChangeShapeType="1"/>
            </p:cNvSpPr>
            <p:nvPr/>
          </p:nvSpPr>
          <p:spPr bwMode="auto">
            <a:xfrm>
              <a:off x="4192" y="3863"/>
              <a:ext cx="1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7" name="Line 18"/>
            <p:cNvSpPr>
              <a:spLocks noChangeShapeType="1"/>
            </p:cNvSpPr>
            <p:nvPr/>
          </p:nvSpPr>
          <p:spPr bwMode="auto">
            <a:xfrm flipV="1">
              <a:off x="4784" y="3080"/>
              <a:ext cx="0" cy="9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8" name="Freeform 19"/>
            <p:cNvSpPr>
              <a:spLocks/>
            </p:cNvSpPr>
            <p:nvPr/>
          </p:nvSpPr>
          <p:spPr bwMode="auto">
            <a:xfrm>
              <a:off x="4344" y="3522"/>
              <a:ext cx="896" cy="342"/>
            </a:xfrm>
            <a:custGeom>
              <a:avLst/>
              <a:gdLst>
                <a:gd name="T0" fmla="*/ 0 w 872"/>
                <a:gd name="T1" fmla="*/ 0 h 372"/>
                <a:gd name="T2" fmla="*/ 128 w 872"/>
                <a:gd name="T3" fmla="*/ 208 h 372"/>
                <a:gd name="T4" fmla="*/ 391 w 872"/>
                <a:gd name="T5" fmla="*/ 360 h 372"/>
                <a:gd name="T6" fmla="*/ 680 w 872"/>
                <a:gd name="T7" fmla="*/ 280 h 372"/>
                <a:gd name="T8" fmla="*/ 872 w 872"/>
                <a:gd name="T9" fmla="*/ 8 h 3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2"/>
                <a:gd name="T16" fmla="*/ 0 h 372"/>
                <a:gd name="T17" fmla="*/ 872 w 872"/>
                <a:gd name="T18" fmla="*/ 372 h 3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2" h="372">
                  <a:moveTo>
                    <a:pt x="0" y="0"/>
                  </a:moveTo>
                  <a:cubicBezTo>
                    <a:pt x="31" y="74"/>
                    <a:pt x="63" y="148"/>
                    <a:pt x="128" y="208"/>
                  </a:cubicBezTo>
                  <a:cubicBezTo>
                    <a:pt x="193" y="268"/>
                    <a:pt x="299" y="348"/>
                    <a:pt x="391" y="360"/>
                  </a:cubicBezTo>
                  <a:cubicBezTo>
                    <a:pt x="483" y="372"/>
                    <a:pt x="600" y="339"/>
                    <a:pt x="680" y="280"/>
                  </a:cubicBezTo>
                  <a:cubicBezTo>
                    <a:pt x="760" y="221"/>
                    <a:pt x="841" y="49"/>
                    <a:pt x="872" y="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49" name="Line 20"/>
            <p:cNvSpPr>
              <a:spLocks noChangeShapeType="1"/>
            </p:cNvSpPr>
            <p:nvPr/>
          </p:nvSpPr>
          <p:spPr bwMode="auto">
            <a:xfrm flipV="1">
              <a:off x="4792" y="3522"/>
              <a:ext cx="448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50" name="Line 21"/>
            <p:cNvSpPr>
              <a:spLocks noChangeShapeType="1"/>
            </p:cNvSpPr>
            <p:nvPr/>
          </p:nvSpPr>
          <p:spPr bwMode="auto">
            <a:xfrm flipH="1" flipV="1">
              <a:off x="4344" y="3504"/>
              <a:ext cx="456" cy="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551" name="Text Box 22"/>
            <p:cNvSpPr txBox="1">
              <a:spLocks noChangeArrowheads="1"/>
            </p:cNvSpPr>
            <p:nvPr/>
          </p:nvSpPr>
          <p:spPr bwMode="auto">
            <a:xfrm>
              <a:off x="4832" y="3801"/>
              <a:ext cx="112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fontAlgn="t" hangingPunct="1">
                <a:lnSpc>
                  <a:spcPct val="110000"/>
                </a:lnSpc>
              </a:pPr>
              <a:r>
                <a:rPr kumimoji="0" lang="en-US" altLang="zh-CN" i="1">
                  <a:solidFill>
                    <a:schemeClr val="tx1"/>
                  </a:solidFill>
                  <a:ea typeface="黑体" panose="02010609060101010101" pitchFamily="49" charset="-122"/>
                </a:rPr>
                <a:t>o</a:t>
              </a:r>
            </a:p>
          </p:txBody>
        </p:sp>
        <p:sp>
          <p:nvSpPr>
            <p:cNvPr id="22552" name="Text Box 23"/>
            <p:cNvSpPr txBox="1">
              <a:spLocks noChangeArrowheads="1"/>
            </p:cNvSpPr>
            <p:nvPr/>
          </p:nvSpPr>
          <p:spPr bwMode="auto">
            <a:xfrm>
              <a:off x="5416" y="3793"/>
              <a:ext cx="99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fontAlgn="t" hangingPunct="1">
                <a:lnSpc>
                  <a:spcPct val="110000"/>
                </a:lnSpc>
              </a:pPr>
              <a:r>
                <a:rPr kumimoji="0" lang="en-US" altLang="zh-CN" i="1" dirty="0">
                  <a:solidFill>
                    <a:schemeClr val="tx1"/>
                  </a:solidFill>
                  <a:ea typeface="黑体" panose="02010609060101010101" pitchFamily="49" charset="-122"/>
                </a:rPr>
                <a:t>y</a:t>
              </a:r>
            </a:p>
          </p:txBody>
        </p:sp>
        <p:sp>
          <p:nvSpPr>
            <p:cNvPr id="22553" name="Text Box 24"/>
            <p:cNvSpPr txBox="1">
              <a:spLocks noChangeArrowheads="1"/>
            </p:cNvSpPr>
            <p:nvPr/>
          </p:nvSpPr>
          <p:spPr bwMode="auto">
            <a:xfrm>
              <a:off x="4608" y="3065"/>
              <a:ext cx="87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fontAlgn="t" hangingPunct="1">
                <a:lnSpc>
                  <a:spcPct val="110000"/>
                </a:lnSpc>
              </a:pPr>
              <a:r>
                <a:rPr kumimoji="0" lang="en-US" altLang="zh-CN" i="1">
                  <a:solidFill>
                    <a:schemeClr val="tx1"/>
                  </a:solidFill>
                  <a:ea typeface="黑体" panose="02010609060101010101" pitchFamily="49" charset="-122"/>
                </a:rPr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704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8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8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8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84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8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4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84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884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88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8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88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88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4740" grpId="0"/>
      <p:bldP spid="884741" grpId="0"/>
      <p:bldP spid="884746" grpId="0"/>
      <p:bldP spid="884747" grpId="0"/>
      <p:bldP spid="8847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616185" y="1124903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(1)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设曲面的方程为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pic>
        <p:nvPicPr>
          <p:cNvPr id="819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987" y="1135063"/>
            <a:ext cx="15128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40721"/>
            <a:ext cx="44069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861" y="3068743"/>
            <a:ext cx="21463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1449006" y="2526582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</a:p>
        </p:txBody>
      </p:sp>
      <p:pic>
        <p:nvPicPr>
          <p:cNvPr id="8201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761" y="2588964"/>
            <a:ext cx="27305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973" y="3593467"/>
            <a:ext cx="4273458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270509" y="308801"/>
            <a:ext cx="3121025" cy="2940051"/>
            <a:chOff x="3506" y="891"/>
            <a:chExt cx="1966" cy="1852"/>
          </a:xfrm>
        </p:grpSpPr>
        <p:grpSp>
          <p:nvGrpSpPr>
            <p:cNvPr id="10253" name="Group 12"/>
            <p:cNvGrpSpPr>
              <a:grpSpLocks/>
            </p:cNvGrpSpPr>
            <p:nvPr/>
          </p:nvGrpSpPr>
          <p:grpSpPr bwMode="auto">
            <a:xfrm>
              <a:off x="3506" y="891"/>
              <a:ext cx="1966" cy="1852"/>
              <a:chOff x="3506" y="891"/>
              <a:chExt cx="1966" cy="1852"/>
            </a:xfrm>
          </p:grpSpPr>
          <p:grpSp>
            <p:nvGrpSpPr>
              <p:cNvPr id="10255" name="Group 13"/>
              <p:cNvGrpSpPr>
                <a:grpSpLocks/>
              </p:cNvGrpSpPr>
              <p:nvPr/>
            </p:nvGrpSpPr>
            <p:grpSpPr bwMode="auto">
              <a:xfrm>
                <a:off x="3506" y="891"/>
                <a:ext cx="1966" cy="1852"/>
                <a:chOff x="3506" y="891"/>
                <a:chExt cx="1966" cy="1852"/>
              </a:xfrm>
            </p:grpSpPr>
            <p:grpSp>
              <p:nvGrpSpPr>
                <p:cNvPr id="10257" name="Group 14"/>
                <p:cNvGrpSpPr>
                  <a:grpSpLocks/>
                </p:cNvGrpSpPr>
                <p:nvPr/>
              </p:nvGrpSpPr>
              <p:grpSpPr bwMode="auto">
                <a:xfrm>
                  <a:off x="3506" y="891"/>
                  <a:ext cx="1966" cy="1852"/>
                  <a:chOff x="3506" y="891"/>
                  <a:chExt cx="1966" cy="1852"/>
                </a:xfrm>
              </p:grpSpPr>
              <p:grpSp>
                <p:nvGrpSpPr>
                  <p:cNvPr id="10259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3506" y="891"/>
                    <a:ext cx="1966" cy="1852"/>
                    <a:chOff x="3583" y="768"/>
                    <a:chExt cx="1966" cy="1852"/>
                  </a:xfrm>
                </p:grpSpPr>
                <p:grpSp>
                  <p:nvGrpSpPr>
                    <p:cNvPr id="10262" name="Group 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84" y="1104"/>
                      <a:ext cx="1565" cy="1173"/>
                      <a:chOff x="3696" y="840"/>
                      <a:chExt cx="1565" cy="1173"/>
                    </a:xfrm>
                  </p:grpSpPr>
                  <p:grpSp>
                    <p:nvGrpSpPr>
                      <p:cNvPr id="10291" name="Group 1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96" y="840"/>
                        <a:ext cx="1271" cy="744"/>
                        <a:chOff x="3696" y="840"/>
                        <a:chExt cx="1271" cy="744"/>
                      </a:xfrm>
                    </p:grpSpPr>
                    <p:sp>
                      <p:nvSpPr>
                        <p:cNvPr id="10293" name="Arc 18"/>
                        <p:cNvSpPr>
                          <a:spLocks/>
                        </p:cNvSpPr>
                        <p:nvPr/>
                      </p:nvSpPr>
                      <p:spPr bwMode="auto">
                        <a:xfrm rot="1080413" flipV="1">
                          <a:off x="3792" y="1344"/>
                          <a:ext cx="611" cy="240"/>
                        </a:xfrm>
                        <a:custGeom>
                          <a:avLst/>
                          <a:gdLst>
                            <a:gd name="T0" fmla="*/ 0 w 16176"/>
                            <a:gd name="T1" fmla="*/ 0 h 21600"/>
                            <a:gd name="T2" fmla="*/ 1 w 16176"/>
                            <a:gd name="T3" fmla="*/ 0 h 21600"/>
                            <a:gd name="T4" fmla="*/ 0 w 16176"/>
                            <a:gd name="T5" fmla="*/ 0 h 21600"/>
                            <a:gd name="T6" fmla="*/ 0 60000 65536"/>
                            <a:gd name="T7" fmla="*/ 0 60000 65536"/>
                            <a:gd name="T8" fmla="*/ 0 60000 65536"/>
                            <a:gd name="T9" fmla="*/ 0 w 16176"/>
                            <a:gd name="T10" fmla="*/ 0 h 21600"/>
                            <a:gd name="T11" fmla="*/ 16176 w 16176"/>
                            <a:gd name="T12" fmla="*/ 21600 h 21600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T9" t="T10" r="T11" b="T12"/>
                          <a:pathLst>
                            <a:path w="16176" h="21600" fill="none" extrusionOk="0">
                              <a:moveTo>
                                <a:pt x="-1" y="0"/>
                              </a:moveTo>
                              <a:cubicBezTo>
                                <a:pt x="6186" y="0"/>
                                <a:pt x="12076" y="2652"/>
                                <a:pt x="16176" y="7285"/>
                              </a:cubicBezTo>
                            </a:path>
                            <a:path w="16176" h="21600" stroke="0" extrusionOk="0">
                              <a:moveTo>
                                <a:pt x="-1" y="0"/>
                              </a:moveTo>
                              <a:cubicBezTo>
                                <a:pt x="6186" y="0"/>
                                <a:pt x="12076" y="2652"/>
                                <a:pt x="16176" y="7285"/>
                              </a:cubicBezTo>
                              <a:lnTo>
                                <a:pt x="0" y="21600"/>
                              </a:lnTo>
                              <a:lnTo>
                                <a:pt x="-1" y="0"/>
                              </a:lnTo>
                              <a:close/>
                            </a:path>
                          </a:pathLst>
                        </a:custGeom>
                        <a:noFill/>
                        <a:ln w="381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294" name="Arc 19"/>
                        <p:cNvSpPr>
                          <a:spLocks/>
                        </p:cNvSpPr>
                        <p:nvPr/>
                      </p:nvSpPr>
                      <p:spPr bwMode="auto">
                        <a:xfrm rot="12906706" flipV="1">
                          <a:off x="4356" y="840"/>
                          <a:ext cx="611" cy="240"/>
                        </a:xfrm>
                        <a:custGeom>
                          <a:avLst/>
                          <a:gdLst>
                            <a:gd name="T0" fmla="*/ 0 w 16176"/>
                            <a:gd name="T1" fmla="*/ 0 h 21600"/>
                            <a:gd name="T2" fmla="*/ 1 w 16176"/>
                            <a:gd name="T3" fmla="*/ 0 h 21600"/>
                            <a:gd name="T4" fmla="*/ 0 w 16176"/>
                            <a:gd name="T5" fmla="*/ 0 h 21600"/>
                            <a:gd name="T6" fmla="*/ 0 60000 65536"/>
                            <a:gd name="T7" fmla="*/ 0 60000 65536"/>
                            <a:gd name="T8" fmla="*/ 0 60000 65536"/>
                            <a:gd name="T9" fmla="*/ 0 w 16176"/>
                            <a:gd name="T10" fmla="*/ 0 h 21600"/>
                            <a:gd name="T11" fmla="*/ 16176 w 16176"/>
                            <a:gd name="T12" fmla="*/ 21600 h 21600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T9" t="T10" r="T11" b="T12"/>
                          <a:pathLst>
                            <a:path w="16176" h="21600" fill="none" extrusionOk="0">
                              <a:moveTo>
                                <a:pt x="-1" y="0"/>
                              </a:moveTo>
                              <a:cubicBezTo>
                                <a:pt x="6186" y="0"/>
                                <a:pt x="12076" y="2652"/>
                                <a:pt x="16176" y="7285"/>
                              </a:cubicBezTo>
                            </a:path>
                            <a:path w="16176" h="21600" stroke="0" extrusionOk="0">
                              <a:moveTo>
                                <a:pt x="-1" y="0"/>
                              </a:moveTo>
                              <a:cubicBezTo>
                                <a:pt x="6186" y="0"/>
                                <a:pt x="12076" y="2652"/>
                                <a:pt x="16176" y="7285"/>
                              </a:cubicBezTo>
                              <a:lnTo>
                                <a:pt x="0" y="21600"/>
                              </a:lnTo>
                              <a:lnTo>
                                <a:pt x="-1" y="0"/>
                              </a:lnTo>
                              <a:close/>
                            </a:path>
                          </a:pathLst>
                        </a:custGeom>
                        <a:noFill/>
                        <a:ln w="381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0295" name="Arc 20"/>
                        <p:cNvSpPr>
                          <a:spLocks/>
                        </p:cNvSpPr>
                        <p:nvPr/>
                      </p:nvSpPr>
                      <p:spPr bwMode="auto">
                        <a:xfrm rot="8280882" flipV="1">
                          <a:off x="3696" y="980"/>
                          <a:ext cx="991" cy="488"/>
                        </a:xfrm>
                        <a:custGeom>
                          <a:avLst/>
                          <a:gdLst>
                            <a:gd name="T0" fmla="*/ 0 w 26266"/>
                            <a:gd name="T1" fmla="*/ 0 h 21600"/>
                            <a:gd name="T2" fmla="*/ 1 w 26266"/>
                            <a:gd name="T3" fmla="*/ 0 h 21600"/>
                            <a:gd name="T4" fmla="*/ 1 w 26266"/>
                            <a:gd name="T5" fmla="*/ 0 h 21600"/>
                            <a:gd name="T6" fmla="*/ 0 60000 65536"/>
                            <a:gd name="T7" fmla="*/ 0 60000 65536"/>
                            <a:gd name="T8" fmla="*/ 0 60000 65536"/>
                            <a:gd name="T9" fmla="*/ 0 w 26266"/>
                            <a:gd name="T10" fmla="*/ 0 h 21600"/>
                            <a:gd name="T11" fmla="*/ 26266 w 26266"/>
                            <a:gd name="T12" fmla="*/ 21600 h 21600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T9" t="T10" r="T11" b="T12"/>
                          <a:pathLst>
                            <a:path w="26266" h="21600" fill="none" extrusionOk="0">
                              <a:moveTo>
                                <a:pt x="-1" y="2501"/>
                              </a:moveTo>
                              <a:cubicBezTo>
                                <a:pt x="3109" y="858"/>
                                <a:pt x="6573" y="-1"/>
                                <a:pt x="10090" y="0"/>
                              </a:cubicBezTo>
                              <a:cubicBezTo>
                                <a:pt x="16276" y="0"/>
                                <a:pt x="22166" y="2652"/>
                                <a:pt x="26266" y="7285"/>
                              </a:cubicBezTo>
                            </a:path>
                            <a:path w="26266" h="21600" stroke="0" extrusionOk="0">
                              <a:moveTo>
                                <a:pt x="-1" y="2501"/>
                              </a:moveTo>
                              <a:cubicBezTo>
                                <a:pt x="3109" y="858"/>
                                <a:pt x="6573" y="-1"/>
                                <a:pt x="10090" y="0"/>
                              </a:cubicBezTo>
                              <a:cubicBezTo>
                                <a:pt x="16276" y="0"/>
                                <a:pt x="22166" y="2652"/>
                                <a:pt x="26266" y="7285"/>
                              </a:cubicBezTo>
                              <a:lnTo>
                                <a:pt x="10090" y="21600"/>
                              </a:lnTo>
                              <a:lnTo>
                                <a:pt x="-1" y="2501"/>
                              </a:lnTo>
                              <a:close/>
                            </a:path>
                          </a:pathLst>
                        </a:custGeom>
                        <a:noFill/>
                        <a:ln w="38100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0292" name="Arc 21"/>
                      <p:cNvSpPr>
                        <a:spLocks/>
                      </p:cNvSpPr>
                      <p:nvPr/>
                    </p:nvSpPr>
                    <p:spPr bwMode="auto">
                      <a:xfrm rot="8663619" flipV="1">
                        <a:off x="4466" y="1125"/>
                        <a:ext cx="795" cy="888"/>
                      </a:xfrm>
                      <a:custGeom>
                        <a:avLst/>
                        <a:gdLst>
                          <a:gd name="T0" fmla="*/ 0 w 21076"/>
                          <a:gd name="T1" fmla="*/ 0 h 21600"/>
                          <a:gd name="T2" fmla="*/ 1 w 21076"/>
                          <a:gd name="T3" fmla="*/ 0 h 21600"/>
                          <a:gd name="T4" fmla="*/ 0 w 21076"/>
                          <a:gd name="T5" fmla="*/ 2 h 21600"/>
                          <a:gd name="T6" fmla="*/ 0 60000 65536"/>
                          <a:gd name="T7" fmla="*/ 0 60000 65536"/>
                          <a:gd name="T8" fmla="*/ 0 60000 65536"/>
                          <a:gd name="T9" fmla="*/ 0 w 21076"/>
                          <a:gd name="T10" fmla="*/ 0 h 21600"/>
                          <a:gd name="T11" fmla="*/ 21076 w 21076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076" h="21600" fill="none" extrusionOk="0">
                            <a:moveTo>
                              <a:pt x="0" y="1793"/>
                            </a:moveTo>
                            <a:cubicBezTo>
                              <a:pt x="2718" y="610"/>
                              <a:pt x="5652" y="-1"/>
                              <a:pt x="8617" y="0"/>
                            </a:cubicBezTo>
                            <a:cubicBezTo>
                              <a:pt x="13078" y="0"/>
                              <a:pt x="17431" y="1381"/>
                              <a:pt x="21075" y="3955"/>
                            </a:cubicBezTo>
                          </a:path>
                          <a:path w="21076" h="21600" stroke="0" extrusionOk="0">
                            <a:moveTo>
                              <a:pt x="0" y="1793"/>
                            </a:moveTo>
                            <a:cubicBezTo>
                              <a:pt x="2718" y="610"/>
                              <a:pt x="5652" y="-1"/>
                              <a:pt x="8617" y="0"/>
                            </a:cubicBezTo>
                            <a:cubicBezTo>
                              <a:pt x="13078" y="0"/>
                              <a:pt x="17431" y="1381"/>
                              <a:pt x="21075" y="3955"/>
                            </a:cubicBezTo>
                            <a:lnTo>
                              <a:pt x="8617" y="21600"/>
                            </a:lnTo>
                            <a:lnTo>
                              <a:pt x="0" y="1793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0263" name="Line 2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888" y="768"/>
                      <a:ext cx="0" cy="124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64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88" y="2016"/>
                      <a:ext cx="1632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65" name="Line 2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83" y="2016"/>
                      <a:ext cx="305" cy="52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66" name="AutoShap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44" y="1296"/>
                      <a:ext cx="1200" cy="1104"/>
                    </a:xfrm>
                    <a:prstGeom prst="parallelogram">
                      <a:avLst>
                        <a:gd name="adj" fmla="val 32609"/>
                      </a:avLst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267" name="Line 2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582" y="2004"/>
                      <a:ext cx="222" cy="38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68" name="AutoShape 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16" y="1440"/>
                      <a:ext cx="192" cy="192"/>
                    </a:xfrm>
                    <a:prstGeom prst="parallelogram">
                      <a:avLst>
                        <a:gd name="adj" fmla="val 30000"/>
                      </a:avLst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269" name="AutoShape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92" y="2088"/>
                      <a:ext cx="240" cy="144"/>
                    </a:xfrm>
                    <a:prstGeom prst="parallelogram">
                      <a:avLst>
                        <a:gd name="adj" fmla="val 56944"/>
                      </a:avLst>
                    </a:prstGeom>
                    <a:solidFill>
                      <a:schemeClr val="accent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10270" name="Group 29"/>
                    <p:cNvGrpSpPr>
                      <a:grpSpLocks/>
                    </p:cNvGrpSpPr>
                    <p:nvPr/>
                  </p:nvGrpSpPr>
                  <p:grpSpPr bwMode="auto">
                    <a:xfrm rot="-1487226">
                      <a:off x="4374" y="1518"/>
                      <a:ext cx="318" cy="139"/>
                      <a:chOff x="4176" y="377"/>
                      <a:chExt cx="389" cy="211"/>
                    </a:xfrm>
                  </p:grpSpPr>
                  <p:sp>
                    <p:nvSpPr>
                      <p:cNvPr id="10287" name="Arc 30"/>
                      <p:cNvSpPr>
                        <a:spLocks/>
                      </p:cNvSpPr>
                      <p:nvPr/>
                    </p:nvSpPr>
                    <p:spPr bwMode="auto">
                      <a:xfrm rot="1080413" flipV="1">
                        <a:off x="4222" y="503"/>
                        <a:ext cx="127" cy="34"/>
                      </a:xfrm>
                      <a:custGeom>
                        <a:avLst/>
                        <a:gdLst>
                          <a:gd name="T0" fmla="*/ 0 w 12204"/>
                          <a:gd name="T1" fmla="*/ 0 h 21600"/>
                          <a:gd name="T2" fmla="*/ 0 w 12204"/>
                          <a:gd name="T3" fmla="*/ 0 h 21600"/>
                          <a:gd name="T4" fmla="*/ 0 w 12204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12204"/>
                          <a:gd name="T10" fmla="*/ 0 h 21600"/>
                          <a:gd name="T11" fmla="*/ 12204 w 12204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12204" h="21600" fill="none" extrusionOk="0">
                            <a:moveTo>
                              <a:pt x="-1" y="0"/>
                            </a:moveTo>
                            <a:cubicBezTo>
                              <a:pt x="4355" y="0"/>
                              <a:pt x="8609" y="1316"/>
                              <a:pt x="12203" y="3778"/>
                            </a:cubicBezTo>
                          </a:path>
                          <a:path w="12204" h="21600" stroke="0" extrusionOk="0">
                            <a:moveTo>
                              <a:pt x="-1" y="0"/>
                            </a:moveTo>
                            <a:cubicBezTo>
                              <a:pt x="4355" y="0"/>
                              <a:pt x="8609" y="1316"/>
                              <a:pt x="12203" y="3778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28575">
                        <a:solidFill>
                          <a:srgbClr val="FF66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8" name="Arc 31"/>
                      <p:cNvSpPr>
                        <a:spLocks/>
                      </p:cNvSpPr>
                      <p:nvPr/>
                    </p:nvSpPr>
                    <p:spPr bwMode="auto">
                      <a:xfrm rot="12906706" flipV="1">
                        <a:off x="4376" y="377"/>
                        <a:ext cx="149" cy="34"/>
                      </a:xfrm>
                      <a:custGeom>
                        <a:avLst/>
                        <a:gdLst>
                          <a:gd name="T0" fmla="*/ 0 w 14255"/>
                          <a:gd name="T1" fmla="*/ 0 h 21600"/>
                          <a:gd name="T2" fmla="*/ 0 w 14255"/>
                          <a:gd name="T3" fmla="*/ 0 h 21600"/>
                          <a:gd name="T4" fmla="*/ 0 w 14255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14255"/>
                          <a:gd name="T10" fmla="*/ 0 h 21600"/>
                          <a:gd name="T11" fmla="*/ 14255 w 14255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14255" h="21600" fill="none" extrusionOk="0">
                            <a:moveTo>
                              <a:pt x="-1" y="0"/>
                            </a:moveTo>
                            <a:cubicBezTo>
                              <a:pt x="5246" y="0"/>
                              <a:pt x="10313" y="1909"/>
                              <a:pt x="14255" y="5371"/>
                            </a:cubicBezTo>
                          </a:path>
                          <a:path w="14255" h="21600" stroke="0" extrusionOk="0">
                            <a:moveTo>
                              <a:pt x="-1" y="0"/>
                            </a:moveTo>
                            <a:cubicBezTo>
                              <a:pt x="5246" y="0"/>
                              <a:pt x="10313" y="1909"/>
                              <a:pt x="14255" y="5371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28575">
                        <a:solidFill>
                          <a:srgbClr val="FF66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89" name="Arc 32"/>
                      <p:cNvSpPr>
                        <a:spLocks/>
                      </p:cNvSpPr>
                      <p:nvPr/>
                    </p:nvSpPr>
                    <p:spPr bwMode="auto">
                      <a:xfrm rot="8280882" flipV="1">
                        <a:off x="4176" y="404"/>
                        <a:ext cx="274" cy="69"/>
                      </a:xfrm>
                      <a:custGeom>
                        <a:avLst/>
                        <a:gdLst>
                          <a:gd name="T0" fmla="*/ 0 w 26266"/>
                          <a:gd name="T1" fmla="*/ 0 h 21600"/>
                          <a:gd name="T2" fmla="*/ 0 w 26266"/>
                          <a:gd name="T3" fmla="*/ 0 h 21600"/>
                          <a:gd name="T4" fmla="*/ 0 w 26266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6266"/>
                          <a:gd name="T10" fmla="*/ 0 h 21600"/>
                          <a:gd name="T11" fmla="*/ 26266 w 26266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6266" h="21600" fill="none" extrusionOk="0">
                            <a:moveTo>
                              <a:pt x="-1" y="2501"/>
                            </a:moveTo>
                            <a:cubicBezTo>
                              <a:pt x="3109" y="858"/>
                              <a:pt x="6573" y="-1"/>
                              <a:pt x="10090" y="0"/>
                            </a:cubicBezTo>
                            <a:cubicBezTo>
                              <a:pt x="16276" y="0"/>
                              <a:pt x="22166" y="2652"/>
                              <a:pt x="26266" y="7285"/>
                            </a:cubicBezTo>
                          </a:path>
                          <a:path w="26266" h="21600" stroke="0" extrusionOk="0">
                            <a:moveTo>
                              <a:pt x="-1" y="2501"/>
                            </a:moveTo>
                            <a:cubicBezTo>
                              <a:pt x="3109" y="858"/>
                              <a:pt x="6573" y="-1"/>
                              <a:pt x="10090" y="0"/>
                            </a:cubicBezTo>
                            <a:cubicBezTo>
                              <a:pt x="16276" y="0"/>
                              <a:pt x="22166" y="2652"/>
                              <a:pt x="26266" y="7285"/>
                            </a:cubicBezTo>
                            <a:lnTo>
                              <a:pt x="10090" y="21600"/>
                            </a:lnTo>
                            <a:lnTo>
                              <a:pt x="-1" y="2501"/>
                            </a:lnTo>
                            <a:close/>
                          </a:path>
                        </a:pathLst>
                      </a:custGeom>
                      <a:noFill/>
                      <a:ln w="28575">
                        <a:solidFill>
                          <a:srgbClr val="FF66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290" name="Arc 33"/>
                      <p:cNvSpPr>
                        <a:spLocks/>
                      </p:cNvSpPr>
                      <p:nvPr/>
                    </p:nvSpPr>
                    <p:spPr bwMode="auto">
                      <a:xfrm rot="8663619" flipV="1">
                        <a:off x="4358" y="463"/>
                        <a:ext cx="207" cy="125"/>
                      </a:xfrm>
                      <a:custGeom>
                        <a:avLst/>
                        <a:gdLst>
                          <a:gd name="T0" fmla="*/ 0 w 19926"/>
                          <a:gd name="T1" fmla="*/ 0 h 21600"/>
                          <a:gd name="T2" fmla="*/ 0 w 19926"/>
                          <a:gd name="T3" fmla="*/ 0 h 21600"/>
                          <a:gd name="T4" fmla="*/ 0 w 19926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19926"/>
                          <a:gd name="T10" fmla="*/ 0 h 21600"/>
                          <a:gd name="T11" fmla="*/ 19926 w 19926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19926" h="21600" fill="none" extrusionOk="0">
                            <a:moveTo>
                              <a:pt x="0" y="1793"/>
                            </a:moveTo>
                            <a:cubicBezTo>
                              <a:pt x="2718" y="610"/>
                              <a:pt x="5652" y="-1"/>
                              <a:pt x="8617" y="0"/>
                            </a:cubicBezTo>
                            <a:cubicBezTo>
                              <a:pt x="12609" y="0"/>
                              <a:pt x="16524" y="1106"/>
                              <a:pt x="19925" y="3197"/>
                            </a:cubicBezTo>
                          </a:path>
                          <a:path w="19926" h="21600" stroke="0" extrusionOk="0">
                            <a:moveTo>
                              <a:pt x="0" y="1793"/>
                            </a:moveTo>
                            <a:cubicBezTo>
                              <a:pt x="2718" y="610"/>
                              <a:pt x="5652" y="-1"/>
                              <a:pt x="8617" y="0"/>
                            </a:cubicBezTo>
                            <a:cubicBezTo>
                              <a:pt x="12609" y="0"/>
                              <a:pt x="16524" y="1106"/>
                              <a:pt x="19925" y="3197"/>
                            </a:cubicBezTo>
                            <a:lnTo>
                              <a:pt x="8617" y="21600"/>
                            </a:lnTo>
                            <a:lnTo>
                              <a:pt x="0" y="1793"/>
                            </a:lnTo>
                            <a:close/>
                          </a:path>
                        </a:pathLst>
                      </a:custGeom>
                      <a:noFill/>
                      <a:ln w="28575">
                        <a:solidFill>
                          <a:srgbClr val="FF66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0271" name="Line 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548" y="1644"/>
                      <a:ext cx="0" cy="57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72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16" y="1644"/>
                      <a:ext cx="0" cy="57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73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26" y="1428"/>
                      <a:ext cx="0" cy="67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74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82" y="1428"/>
                      <a:ext cx="0" cy="67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prstDash val="sysDot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75" name="Line 3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518" y="2178"/>
                      <a:ext cx="288" cy="19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 type="triangl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pic>
                  <p:nvPicPr>
                    <p:cNvPr id="10276" name="Picture 13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800" y="2301"/>
                      <a:ext cx="240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0277" name="Oval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8" y="2124"/>
                      <a:ext cx="48" cy="4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27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278" name="Line 4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4560" y="2160"/>
                      <a:ext cx="336" cy="4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 type="triangl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pic>
                  <p:nvPicPr>
                    <p:cNvPr id="10279" name="Picture 14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9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896" y="2112"/>
                      <a:ext cx="408" cy="1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10280" name="Oval 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88" y="1524"/>
                      <a:ext cx="48" cy="48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12700">
                      <a:solidFill>
                        <a:schemeClr val="accent2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281" name="Line 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512" y="1536"/>
                      <a:ext cx="0" cy="62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pic>
                  <p:nvPicPr>
                    <p:cNvPr id="10282" name="Picture 15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0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266" y="1416"/>
                      <a:ext cx="198" cy="1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10283" name="Picture 16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1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620" y="1296"/>
                      <a:ext cx="21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10284" name="Picture 17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648" y="2468"/>
                      <a:ext cx="160" cy="1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10285" name="Picture 18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376" y="2046"/>
                      <a:ext cx="148" cy="1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pic>
                  <p:nvPicPr>
                    <p:cNvPr id="10286" name="Picture 19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948" y="831"/>
                      <a:ext cx="112" cy="1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pic>
                <p:nvPicPr>
                  <p:cNvPr id="10260" name="Picture 11"/>
                  <p:cNvPicPr>
                    <a:picLocks noChangeAspect="1" noChangeArrowheads="1"/>
                  </p:cNvPicPr>
                  <p:nvPr/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89" y="1288"/>
                    <a:ext cx="120" cy="15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0261" name="Picture 12"/>
                  <p:cNvPicPr>
                    <a:picLocks noChangeAspect="1" noChangeArrowheads="1"/>
                  </p:cNvPicPr>
                  <p:nvPr/>
                </p:nvPicPr>
                <p:blipFill>
                  <a:blip r:embed="rId1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744" y="2304"/>
                    <a:ext cx="159" cy="18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pic>
              <p:nvPicPr>
                <p:cNvPr id="10258" name="Picture 10"/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28" y="2148"/>
                  <a:ext cx="91" cy="1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0256" name="Picture 9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8" y="2016"/>
                <a:ext cx="74" cy="1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254" name="Arc 54"/>
            <p:cNvSpPr>
              <a:spLocks/>
            </p:cNvSpPr>
            <p:nvPr/>
          </p:nvSpPr>
          <p:spPr bwMode="auto">
            <a:xfrm>
              <a:off x="4628" y="2197"/>
              <a:ext cx="40" cy="96"/>
            </a:xfrm>
            <a:custGeom>
              <a:avLst/>
              <a:gdLst>
                <a:gd name="T0" fmla="*/ 0 w 17972"/>
                <a:gd name="T1" fmla="*/ 0 h 21600"/>
                <a:gd name="T2" fmla="*/ 0 w 17972"/>
                <a:gd name="T3" fmla="*/ 0 h 21600"/>
                <a:gd name="T4" fmla="*/ 0 w 179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7972"/>
                <a:gd name="T10" fmla="*/ 0 h 21600"/>
                <a:gd name="T11" fmla="*/ 17972 w 179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72" h="21600" fill="none" extrusionOk="0">
                  <a:moveTo>
                    <a:pt x="-1" y="0"/>
                  </a:moveTo>
                  <a:cubicBezTo>
                    <a:pt x="7221" y="0"/>
                    <a:pt x="13965" y="3609"/>
                    <a:pt x="17971" y="9618"/>
                  </a:cubicBezTo>
                </a:path>
                <a:path w="17972" h="21600" stroke="0" extrusionOk="0">
                  <a:moveTo>
                    <a:pt x="-1" y="0"/>
                  </a:moveTo>
                  <a:cubicBezTo>
                    <a:pt x="7221" y="0"/>
                    <a:pt x="13965" y="3609"/>
                    <a:pt x="17971" y="961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8247" name="Picture 7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968" y="5182426"/>
            <a:ext cx="469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55" name="Rectangle 63"/>
          <p:cNvSpPr>
            <a:spLocks noGrp="1" noChangeArrowheads="1"/>
          </p:cNvSpPr>
          <p:nvPr/>
        </p:nvSpPr>
        <p:spPr bwMode="auto">
          <a:xfrm>
            <a:off x="1624711" y="387760"/>
            <a:ext cx="3124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kumimoji="0" lang="zh-CN" altLang="en-US" sz="3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曲面的面积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32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8" name="Group 51"/>
          <p:cNvGrpSpPr>
            <a:grpSpLocks/>
          </p:cNvGrpSpPr>
          <p:nvPr/>
        </p:nvGrpSpPr>
        <p:grpSpPr bwMode="auto">
          <a:xfrm>
            <a:off x="7847026" y="725487"/>
            <a:ext cx="893764" cy="819151"/>
            <a:chOff x="5232" y="233"/>
            <a:chExt cx="563" cy="516"/>
          </a:xfrm>
        </p:grpSpPr>
        <p:sp>
          <p:nvSpPr>
            <p:cNvPr id="70" name="Line 55"/>
            <p:cNvSpPr>
              <a:spLocks noChangeShapeType="1"/>
            </p:cNvSpPr>
            <p:nvPr/>
          </p:nvSpPr>
          <p:spPr bwMode="auto">
            <a:xfrm flipH="1" flipV="1">
              <a:off x="5439" y="362"/>
              <a:ext cx="356" cy="3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9319835"/>
                </p:ext>
              </p:extLst>
            </p:nvPr>
          </p:nvGraphicFramePr>
          <p:xfrm>
            <a:off x="5232" y="233"/>
            <a:ext cx="203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680" imgH="177480" progId="Equation.DSMT4">
                    <p:embed/>
                  </p:oleObj>
                </mc:Choice>
                <mc:Fallback>
                  <p:oleObj name="Equation" r:id="rId20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33"/>
                          <a:ext cx="203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" name="Line 60"/>
          <p:cNvSpPr>
            <a:spLocks noChangeShapeType="1"/>
          </p:cNvSpPr>
          <p:nvPr/>
        </p:nvSpPr>
        <p:spPr bwMode="auto">
          <a:xfrm>
            <a:off x="8731016" y="337503"/>
            <a:ext cx="0" cy="2159000"/>
          </a:xfrm>
          <a:prstGeom prst="line">
            <a:avLst/>
          </a:prstGeom>
          <a:noFill/>
          <a:ln w="28575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8" name="Group 47"/>
          <p:cNvGrpSpPr>
            <a:grpSpLocks/>
          </p:cNvGrpSpPr>
          <p:nvPr/>
        </p:nvGrpSpPr>
        <p:grpSpPr bwMode="auto">
          <a:xfrm>
            <a:off x="8280019" y="597853"/>
            <a:ext cx="450850" cy="739775"/>
            <a:chOff x="4529" y="554"/>
            <a:chExt cx="284" cy="466"/>
          </a:xfrm>
        </p:grpSpPr>
        <p:graphicFrame>
          <p:nvGraphicFramePr>
            <p:cNvPr id="8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045006"/>
                </p:ext>
              </p:extLst>
            </p:nvPr>
          </p:nvGraphicFramePr>
          <p:xfrm>
            <a:off x="4529" y="554"/>
            <a:ext cx="19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39680" imgH="164880" progId="Equation.DSMT4">
                    <p:embed/>
                  </p:oleObj>
                </mc:Choice>
                <mc:Fallback>
                  <p:oleObj name="Equation" r:id="rId22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9" y="554"/>
                          <a:ext cx="19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Line 49"/>
            <p:cNvSpPr>
              <a:spLocks noChangeShapeType="1"/>
            </p:cNvSpPr>
            <p:nvPr/>
          </p:nvSpPr>
          <p:spPr bwMode="auto">
            <a:xfrm>
              <a:off x="4643" y="725"/>
              <a:ext cx="106" cy="201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Freeform 50"/>
            <p:cNvSpPr>
              <a:spLocks/>
            </p:cNvSpPr>
            <p:nvPr/>
          </p:nvSpPr>
          <p:spPr bwMode="auto">
            <a:xfrm>
              <a:off x="4704" y="957"/>
              <a:ext cx="109" cy="63"/>
            </a:xfrm>
            <a:custGeom>
              <a:avLst/>
              <a:gdLst>
                <a:gd name="T0" fmla="*/ 0 w 192"/>
                <a:gd name="T1" fmla="*/ 112 h 112"/>
                <a:gd name="T2" fmla="*/ 48 w 192"/>
                <a:gd name="T3" fmla="*/ 16 h 112"/>
                <a:gd name="T4" fmla="*/ 192 w 192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12">
                  <a:moveTo>
                    <a:pt x="0" y="112"/>
                  </a:moveTo>
                  <a:cubicBezTo>
                    <a:pt x="8" y="72"/>
                    <a:pt x="16" y="32"/>
                    <a:pt x="48" y="16"/>
                  </a:cubicBezTo>
                  <a:cubicBezTo>
                    <a:pt x="80" y="0"/>
                    <a:pt x="136" y="8"/>
                    <a:pt x="192" y="16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" name="Group 2"/>
          <p:cNvGrpSpPr>
            <a:grpSpLocks/>
          </p:cNvGrpSpPr>
          <p:nvPr/>
        </p:nvGrpSpPr>
        <p:grpSpPr bwMode="auto">
          <a:xfrm>
            <a:off x="10003390" y="3965608"/>
            <a:ext cx="1878013" cy="1776412"/>
            <a:chOff x="4241" y="2485"/>
            <a:chExt cx="1183" cy="1119"/>
          </a:xfrm>
        </p:grpSpPr>
        <p:sp>
          <p:nvSpPr>
            <p:cNvPr id="93" name="Freeform 3"/>
            <p:cNvSpPr>
              <a:spLocks/>
            </p:cNvSpPr>
            <p:nvPr/>
          </p:nvSpPr>
          <p:spPr bwMode="auto">
            <a:xfrm>
              <a:off x="4241" y="2736"/>
              <a:ext cx="1104" cy="672"/>
            </a:xfrm>
            <a:custGeom>
              <a:avLst/>
              <a:gdLst>
                <a:gd name="T0" fmla="*/ 0 w 1104"/>
                <a:gd name="T1" fmla="*/ 240 h 672"/>
                <a:gd name="T2" fmla="*/ 672 w 1104"/>
                <a:gd name="T3" fmla="*/ 0 h 672"/>
                <a:gd name="T4" fmla="*/ 1104 w 1104"/>
                <a:gd name="T5" fmla="*/ 432 h 672"/>
                <a:gd name="T6" fmla="*/ 432 w 1104"/>
                <a:gd name="T7" fmla="*/ 672 h 672"/>
                <a:gd name="T8" fmla="*/ 0 w 1104"/>
                <a:gd name="T9" fmla="*/ 24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4" h="672">
                  <a:moveTo>
                    <a:pt x="0" y="240"/>
                  </a:moveTo>
                  <a:lnTo>
                    <a:pt x="672" y="0"/>
                  </a:lnTo>
                  <a:lnTo>
                    <a:pt x="1104" y="432"/>
                  </a:lnTo>
                  <a:lnTo>
                    <a:pt x="432" y="672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44D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4"/>
            <p:cNvSpPr>
              <a:spLocks noChangeShapeType="1"/>
            </p:cNvSpPr>
            <p:nvPr/>
          </p:nvSpPr>
          <p:spPr bwMode="auto">
            <a:xfrm flipV="1">
              <a:off x="4673" y="2496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5"/>
            <p:cNvSpPr>
              <a:spLocks noChangeShapeType="1"/>
            </p:cNvSpPr>
            <p:nvPr/>
          </p:nvSpPr>
          <p:spPr bwMode="auto">
            <a:xfrm>
              <a:off x="4913" y="297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6" name="Object 6"/>
            <p:cNvGraphicFramePr>
              <a:graphicFrameLocks noChangeAspect="1"/>
            </p:cNvGraphicFramePr>
            <p:nvPr/>
          </p:nvGraphicFramePr>
          <p:xfrm>
            <a:off x="4534" y="3024"/>
            <a:ext cx="145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41200" imgH="317160" progId="Equation.3">
                    <p:embed/>
                  </p:oleObj>
                </mc:Choice>
                <mc:Fallback>
                  <p:oleObj name="Equation" r:id="rId24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3024"/>
                          <a:ext cx="145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7"/>
            <p:cNvGraphicFramePr>
              <a:graphicFrameLocks noChangeAspect="1"/>
            </p:cNvGraphicFramePr>
            <p:nvPr/>
          </p:nvGraphicFramePr>
          <p:xfrm>
            <a:off x="4558" y="3417"/>
            <a:ext cx="24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06080" imgH="304560" progId="Equation.3">
                    <p:embed/>
                  </p:oleObj>
                </mc:Choice>
                <mc:Fallback>
                  <p:oleObj name="Equation" r:id="rId26" imgW="40608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3417"/>
                          <a:ext cx="242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8"/>
            <p:cNvGraphicFramePr>
              <a:graphicFrameLocks noChangeAspect="1"/>
            </p:cNvGraphicFramePr>
            <p:nvPr/>
          </p:nvGraphicFramePr>
          <p:xfrm>
            <a:off x="4709" y="3109"/>
            <a:ext cx="31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520560" imgH="330120" progId="Equation.3">
                    <p:embed/>
                  </p:oleObj>
                </mc:Choice>
                <mc:Fallback>
                  <p:oleObj name="Equation" r:id="rId28" imgW="52056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9" y="3109"/>
                          <a:ext cx="31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" name="Line 9"/>
            <p:cNvSpPr>
              <a:spLocks noChangeShapeType="1"/>
            </p:cNvSpPr>
            <p:nvPr/>
          </p:nvSpPr>
          <p:spPr bwMode="auto">
            <a:xfrm>
              <a:off x="4241" y="2976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0" name="Object 10"/>
            <p:cNvGraphicFramePr>
              <a:graphicFrameLocks noChangeAspect="1"/>
            </p:cNvGraphicFramePr>
            <p:nvPr/>
          </p:nvGraphicFramePr>
          <p:xfrm>
            <a:off x="4719" y="2485"/>
            <a:ext cx="129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15640" imgH="215640" progId="Equation.3">
                    <p:embed/>
                  </p:oleObj>
                </mc:Choice>
                <mc:Fallback>
                  <p:oleObj name="Equation" r:id="rId30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2485"/>
                          <a:ext cx="129" cy="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" name="Freeform 11"/>
            <p:cNvSpPr>
              <a:spLocks/>
            </p:cNvSpPr>
            <p:nvPr/>
          </p:nvSpPr>
          <p:spPr bwMode="auto">
            <a:xfrm>
              <a:off x="4673" y="3231"/>
              <a:ext cx="666" cy="172"/>
            </a:xfrm>
            <a:custGeom>
              <a:avLst/>
              <a:gdLst>
                <a:gd name="T0" fmla="*/ 0 w 720"/>
                <a:gd name="T1" fmla="*/ 192 h 192"/>
                <a:gd name="T2" fmla="*/ 528 w 720"/>
                <a:gd name="T3" fmla="*/ 0 h 192"/>
                <a:gd name="T4" fmla="*/ 720 w 720"/>
                <a:gd name="T5" fmla="*/ 192 h 192"/>
                <a:gd name="T6" fmla="*/ 0 w 720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192">
                  <a:moveTo>
                    <a:pt x="0" y="192"/>
                  </a:moveTo>
                  <a:lnTo>
                    <a:pt x="528" y="0"/>
                  </a:lnTo>
                  <a:lnTo>
                    <a:pt x="72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" name="Object 12"/>
            <p:cNvGraphicFramePr>
              <a:graphicFrameLocks noChangeAspect="1"/>
            </p:cNvGraphicFramePr>
            <p:nvPr/>
          </p:nvGraphicFramePr>
          <p:xfrm>
            <a:off x="5113" y="3408"/>
            <a:ext cx="31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520560" imgH="330120" progId="Equation.3">
                    <p:embed/>
                  </p:oleObj>
                </mc:Choice>
                <mc:Fallback>
                  <p:oleObj name="Equation" r:id="rId32" imgW="52056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3" y="3408"/>
                          <a:ext cx="31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" name="Line 13"/>
            <p:cNvSpPr>
              <a:spLocks noChangeShapeType="1"/>
            </p:cNvSpPr>
            <p:nvPr/>
          </p:nvSpPr>
          <p:spPr bwMode="auto">
            <a:xfrm flipH="1" flipV="1">
              <a:off x="4309" y="2745"/>
              <a:ext cx="353" cy="6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Freeform 14"/>
            <p:cNvSpPr>
              <a:spLocks/>
            </p:cNvSpPr>
            <p:nvPr/>
          </p:nvSpPr>
          <p:spPr bwMode="auto">
            <a:xfrm>
              <a:off x="4606" y="3216"/>
              <a:ext cx="57" cy="63"/>
            </a:xfrm>
            <a:custGeom>
              <a:avLst/>
              <a:gdLst>
                <a:gd name="T0" fmla="*/ 0 w 192"/>
                <a:gd name="T1" fmla="*/ 112 h 112"/>
                <a:gd name="T2" fmla="*/ 48 w 192"/>
                <a:gd name="T3" fmla="*/ 16 h 112"/>
                <a:gd name="T4" fmla="*/ 192 w 192"/>
                <a:gd name="T5" fmla="*/ 1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12">
                  <a:moveTo>
                    <a:pt x="0" y="112"/>
                  </a:moveTo>
                  <a:cubicBezTo>
                    <a:pt x="8" y="72"/>
                    <a:pt x="16" y="32"/>
                    <a:pt x="48" y="16"/>
                  </a:cubicBezTo>
                  <a:cubicBezTo>
                    <a:pt x="80" y="0"/>
                    <a:pt x="136" y="8"/>
                    <a:pt x="192" y="16"/>
                  </a:cubicBezTo>
                </a:path>
              </a:pathLst>
            </a:custGeom>
            <a:noFill/>
            <a:ln w="190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5" name="Group 15"/>
            <p:cNvGrpSpPr>
              <a:grpSpLocks/>
            </p:cNvGrpSpPr>
            <p:nvPr/>
          </p:nvGrpSpPr>
          <p:grpSpPr bwMode="auto">
            <a:xfrm>
              <a:off x="4320" y="2568"/>
              <a:ext cx="159" cy="186"/>
              <a:chOff x="4320" y="2568"/>
              <a:chExt cx="159" cy="186"/>
            </a:xfrm>
          </p:grpSpPr>
          <p:graphicFrame>
            <p:nvGraphicFramePr>
              <p:cNvPr id="106" name="Object 16"/>
              <p:cNvGraphicFramePr>
                <a:graphicFrameLocks noChangeAspect="1"/>
              </p:cNvGraphicFramePr>
              <p:nvPr/>
            </p:nvGraphicFramePr>
            <p:xfrm>
              <a:off x="4324" y="2611"/>
              <a:ext cx="136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4" imgW="228600" imgH="241200" progId="Equation.3">
                      <p:embed/>
                    </p:oleObj>
                  </mc:Choice>
                  <mc:Fallback>
                    <p:oleObj name="Equation" r:id="rId34" imgW="2286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4" y="2611"/>
                            <a:ext cx="136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7" name="Line 17"/>
              <p:cNvSpPr>
                <a:spLocks noChangeShapeType="1"/>
              </p:cNvSpPr>
              <p:nvPr/>
            </p:nvSpPr>
            <p:spPr bwMode="auto">
              <a:xfrm>
                <a:off x="4320" y="2568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483287"/>
              </p:ext>
            </p:extLst>
          </p:nvPr>
        </p:nvGraphicFramePr>
        <p:xfrm>
          <a:off x="2791805" y="5863582"/>
          <a:ext cx="2710580" cy="487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130040" imgH="203040" progId="Equation.DSMT4">
                  <p:embed/>
                </p:oleObj>
              </mc:Choice>
              <mc:Fallback>
                <p:oleObj name="Equation" r:id="rId36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791805" y="5863582"/>
                        <a:ext cx="2710580" cy="487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481669"/>
              </p:ext>
            </p:extLst>
          </p:nvPr>
        </p:nvGraphicFramePr>
        <p:xfrm>
          <a:off x="1438034" y="4632358"/>
          <a:ext cx="77644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238200" imgH="431640" progId="Equation.DSMT4">
                  <p:embed/>
                </p:oleObj>
              </mc:Choice>
              <mc:Fallback>
                <p:oleObj name="Equation" r:id="rId38" imgW="3238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438034" y="4632358"/>
                        <a:ext cx="7764463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44587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200" grpId="0" autoUpdateAnimBg="0"/>
      <p:bldP spid="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7201891" y="1265510"/>
            <a:ext cx="3568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曲面</a:t>
            </a:r>
            <a:r>
              <a:rPr kumimoji="0"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S</a:t>
            </a:r>
            <a:r>
              <a:rPr kumimoji="0"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的面积元素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935163" y="3026998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设曲面的方程为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pic>
        <p:nvPicPr>
          <p:cNvPr id="3584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481" y="3099524"/>
            <a:ext cx="175260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1983581" y="3896924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曲面面积公式为：</a:t>
            </a:r>
            <a:endParaRPr kumimoji="0" lang="zh-CN" altLang="en-US" b="1" dirty="0">
              <a:solidFill>
                <a:srgbClr val="3333FF"/>
              </a:solidFill>
              <a:ea typeface="宋体" panose="02010600030101010101" pitchFamily="2" charset="-122"/>
            </a:endParaRPr>
          </a:p>
        </p:txBody>
      </p:sp>
      <p:pic>
        <p:nvPicPr>
          <p:cNvPr id="3585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477" y="3628721"/>
            <a:ext cx="4183764" cy="1162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1992313" y="4807743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设曲面的方程为</a:t>
            </a:r>
            <a:r>
              <a:rPr kumimoji="0"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</p:txBody>
      </p:sp>
      <p:pic>
        <p:nvPicPr>
          <p:cNvPr id="35852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481" y="4873488"/>
            <a:ext cx="1824038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1910052" y="5706744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曲面面积公式为：</a:t>
            </a:r>
            <a:endParaRPr kumimoji="0" lang="zh-CN" altLang="en-US" b="1" dirty="0">
              <a:solidFill>
                <a:srgbClr val="3333FF"/>
              </a:solidFill>
              <a:ea typeface="宋体" panose="02010600030101010101" pitchFamily="2" charset="-122"/>
            </a:endParaRPr>
          </a:p>
        </p:txBody>
      </p:sp>
      <p:pic>
        <p:nvPicPr>
          <p:cNvPr id="35854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382" y="5446215"/>
            <a:ext cx="4216327" cy="110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1992313" y="2115332"/>
            <a:ext cx="2133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同理可得：</a:t>
            </a:r>
            <a:endParaRPr lang="zh-CN" altLang="en-US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57763"/>
              </p:ext>
            </p:extLst>
          </p:nvPr>
        </p:nvGraphicFramePr>
        <p:xfrm>
          <a:off x="6979040" y="2999489"/>
          <a:ext cx="1692173" cy="574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1000" imgH="241200" progId="Equation.DSMT4">
                  <p:embed/>
                </p:oleObj>
              </mc:Choice>
              <mc:Fallback>
                <p:oleObj name="Equation" r:id="rId7" imgW="711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79040" y="2999489"/>
                        <a:ext cx="1692173" cy="574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217546"/>
              </p:ext>
            </p:extLst>
          </p:nvPr>
        </p:nvGraphicFramePr>
        <p:xfrm>
          <a:off x="7293966" y="4821101"/>
          <a:ext cx="169227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228600" progId="Equation.DSMT4">
                  <p:embed/>
                </p:oleObj>
              </mc:Choice>
              <mc:Fallback>
                <p:oleObj name="Equation" r:id="rId9" imgW="71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93966" y="4821101"/>
                        <a:ext cx="1692275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912821"/>
              </p:ext>
            </p:extLst>
          </p:nvPr>
        </p:nvGraphicFramePr>
        <p:xfrm>
          <a:off x="2182813" y="1471614"/>
          <a:ext cx="350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04960" imgH="838080" progId="Equation.DSMT4">
                  <p:embed/>
                </p:oleObj>
              </mc:Choice>
              <mc:Fallback>
                <p:oleObj name="Equation" r:id="rId11" imgW="35049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1471614"/>
                        <a:ext cx="3505200" cy="8382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11896"/>
              </p:ext>
            </p:extLst>
          </p:nvPr>
        </p:nvGraphicFramePr>
        <p:xfrm>
          <a:off x="6362700" y="549275"/>
          <a:ext cx="3556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5720" imgH="634680" progId="Equation.DSMT4">
                  <p:embed/>
                </p:oleObj>
              </mc:Choice>
              <mc:Fallback>
                <p:oleObj name="Equation" r:id="rId13" imgW="355572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549275"/>
                        <a:ext cx="3556000" cy="635000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034638"/>
              </p:ext>
            </p:extLst>
          </p:nvPr>
        </p:nvGraphicFramePr>
        <p:xfrm>
          <a:off x="2043113" y="231775"/>
          <a:ext cx="378618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70200" imgH="1079280" progId="Equation.DSMT4">
                  <p:embed/>
                </p:oleObj>
              </mc:Choice>
              <mc:Fallback>
                <p:oleObj name="Equation" r:id="rId15" imgW="3670200" imgH="1079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231775"/>
                        <a:ext cx="3786187" cy="1114425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7742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  <p:bldP spid="35847" grpId="0" autoUpdateAnimBg="0"/>
      <p:bldP spid="35849" grpId="0" autoUpdateAnimBg="0"/>
      <p:bldP spid="35851" grpId="0" autoUpdateAnimBg="0"/>
      <p:bldP spid="35853" grpId="0" autoUpdateAnimBg="0"/>
      <p:bldP spid="3585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1009651" y="947449"/>
            <a:ext cx="422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</a:rPr>
              <a:t>若光滑曲面方程为隐式</a:t>
            </a:r>
          </a:p>
        </p:txBody>
      </p:sp>
      <p:graphicFrame>
        <p:nvGraphicFramePr>
          <p:cNvPr id="1003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657190"/>
              </p:ext>
            </p:extLst>
          </p:nvPr>
        </p:nvGraphicFramePr>
        <p:xfrm>
          <a:off x="4987005" y="990205"/>
          <a:ext cx="2576768" cy="557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203040" progId="Equation.DSMT4">
                  <p:embed/>
                </p:oleObj>
              </mc:Choice>
              <mc:Fallback>
                <p:oleObj name="Equation" r:id="rId2" imgW="939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005" y="990205"/>
                        <a:ext cx="2576768" cy="557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9226552" y="1028232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</a:rPr>
              <a:t>则</a:t>
            </a:r>
          </a:p>
        </p:txBody>
      </p:sp>
      <p:graphicFrame>
        <p:nvGraphicFramePr>
          <p:cNvPr id="1003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70774"/>
              </p:ext>
            </p:extLst>
          </p:nvPr>
        </p:nvGraphicFramePr>
        <p:xfrm>
          <a:off x="1812781" y="1628127"/>
          <a:ext cx="6446693" cy="1116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320" imgH="457200" progId="Equation.DSMT4">
                  <p:embed/>
                </p:oleObj>
              </mc:Choice>
              <mc:Fallback>
                <p:oleObj name="Equation" r:id="rId4" imgW="2641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781" y="1628127"/>
                        <a:ext cx="6446693" cy="1116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36894"/>
              </p:ext>
            </p:extLst>
          </p:nvPr>
        </p:nvGraphicFramePr>
        <p:xfrm>
          <a:off x="1372899" y="2986232"/>
          <a:ext cx="2480829" cy="826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291960" progId="Equation.DSMT4">
                  <p:embed/>
                </p:oleObj>
              </mc:Choice>
              <mc:Fallback>
                <p:oleObj name="Equation" r:id="rId6" imgW="8762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899" y="2986232"/>
                        <a:ext cx="2480829" cy="826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176855"/>
              </p:ext>
            </p:extLst>
          </p:nvPr>
        </p:nvGraphicFramePr>
        <p:xfrm>
          <a:off x="2844801" y="3813175"/>
          <a:ext cx="443344" cy="380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60" imgH="241200" progId="Equation.DSMT4">
                  <p:embed/>
                </p:oleObj>
              </mc:Choice>
              <mc:Fallback>
                <p:oleObj name="Equation" r:id="rId8" imgW="279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1" y="3813175"/>
                        <a:ext cx="443344" cy="3803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50083"/>
              </p:ext>
            </p:extLst>
          </p:nvPr>
        </p:nvGraphicFramePr>
        <p:xfrm>
          <a:off x="3361205" y="2825069"/>
          <a:ext cx="2495406" cy="1233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04840" imgH="545760" progId="Equation.DSMT4">
                  <p:embed/>
                </p:oleObj>
              </mc:Choice>
              <mc:Fallback>
                <p:oleObj name="Equation" r:id="rId10" imgW="110484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205" y="2825069"/>
                        <a:ext cx="2495406" cy="1233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366" name="Group 14"/>
          <p:cNvGrpSpPr>
            <a:grpSpLocks/>
          </p:cNvGrpSpPr>
          <p:nvPr/>
        </p:nvGrpSpPr>
        <p:grpSpPr bwMode="auto">
          <a:xfrm>
            <a:off x="7511130" y="982436"/>
            <a:ext cx="1704975" cy="619124"/>
            <a:chOff x="4560" y="2332"/>
            <a:chExt cx="1074" cy="390"/>
          </a:xfrm>
        </p:grpSpPr>
        <p:graphicFrame>
          <p:nvGraphicFramePr>
            <p:cNvPr id="10036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0248032"/>
                </p:ext>
              </p:extLst>
            </p:nvPr>
          </p:nvGraphicFramePr>
          <p:xfrm>
            <a:off x="4829" y="2348"/>
            <a:ext cx="805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82400" imgH="228600" progId="Equation.DSMT4">
                    <p:embed/>
                  </p:oleObj>
                </mc:Choice>
                <mc:Fallback>
                  <p:oleObj name="Equation" r:id="rId12" imgW="482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" y="2348"/>
                          <a:ext cx="805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68" name="Text Box 16"/>
            <p:cNvSpPr txBox="1">
              <a:spLocks noChangeArrowheads="1"/>
            </p:cNvSpPr>
            <p:nvPr/>
          </p:nvSpPr>
          <p:spPr bwMode="auto">
            <a:xfrm>
              <a:off x="4560" y="2332"/>
              <a:ext cx="3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800" b="1" dirty="0">
                  <a:latin typeface="+mn-ea"/>
                </a:rPr>
                <a:t>且</a:t>
              </a:r>
            </a:p>
          </p:txBody>
        </p:sp>
      </p:grpSp>
      <p:graphicFrame>
        <p:nvGraphicFramePr>
          <p:cNvPr id="1003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845913"/>
              </p:ext>
            </p:extLst>
          </p:nvPr>
        </p:nvGraphicFramePr>
        <p:xfrm>
          <a:off x="5939738" y="3170742"/>
          <a:ext cx="1001702" cy="457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240" imgH="203040" progId="Equation.DSMT4">
                  <p:embed/>
                </p:oleObj>
              </mc:Choice>
              <mc:Fallback>
                <p:oleObj name="Equation" r:id="rId14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9738" y="3170742"/>
                        <a:ext cx="1001702" cy="457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77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 build="p" autoUpdateAnimBg="0"/>
      <p:bldP spid="10035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 hidden="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130823" y="549275"/>
            <a:ext cx="615553" cy="151288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+mn-ea"/>
                <a:ea typeface="+mn-ea"/>
              </a:rPr>
              <a:t>曲面面积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3719514" y="1916113"/>
            <a:ext cx="6408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b="1" dirty="0">
                <a:latin typeface="+mn-ea"/>
                <a:ea typeface="+mn-ea"/>
              </a:rPr>
              <a:t>是曲面在坐标面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z=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+mn-ea"/>
                <a:ea typeface="+mn-ea"/>
              </a:rPr>
              <a:t>上的投影区域</a:t>
            </a:r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3575051" y="2492375"/>
            <a:ext cx="6842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781300"/>
            <a:ext cx="2303463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4943476" y="2636838"/>
            <a:ext cx="3167063" cy="5191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求曲面面积的步骤</a:t>
            </a:r>
            <a:r>
              <a:rPr lang="zh-CN" altLang="en-US" sz="2800" b="1" dirty="0">
                <a:ea typeface="楷体_GB2312" pitchFamily="49" charset="-122"/>
              </a:rPr>
              <a:t>：</a:t>
            </a: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4002883" y="3378155"/>
            <a:ext cx="6203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latin typeface="+mn-ea"/>
                <a:ea typeface="+mn-ea"/>
              </a:rPr>
              <a:t>求曲面在坐标面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z=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+mn-ea"/>
                <a:ea typeface="+mn-ea"/>
              </a:rPr>
              <a:t>上的投影区域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002883" y="4180296"/>
            <a:ext cx="6408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+mn-ea"/>
                <a:ea typeface="+mn-ea"/>
              </a:rPr>
              <a:t>在区域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+mn-ea"/>
                <a:ea typeface="+mn-ea"/>
              </a:rPr>
              <a:t>上计算二重积分</a:t>
            </a:r>
            <a:r>
              <a:rPr lang="zh-CN" altLang="en-US" sz="2800" b="1" dirty="0"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112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30203"/>
              </p:ext>
            </p:extLst>
          </p:nvPr>
        </p:nvGraphicFramePr>
        <p:xfrm>
          <a:off x="5137150" y="4948238"/>
          <a:ext cx="350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04960" imgH="838080" progId="Equation.DSMT4">
                  <p:embed/>
                </p:oleObj>
              </mc:Choice>
              <mc:Fallback>
                <p:oleObj name="Equation" r:id="rId3" imgW="35049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150" y="4948238"/>
                        <a:ext cx="3505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998806"/>
              </p:ext>
            </p:extLst>
          </p:nvPr>
        </p:nvGraphicFramePr>
        <p:xfrm>
          <a:off x="3935414" y="685688"/>
          <a:ext cx="350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4960" imgH="838080" progId="Equation.DSMT4">
                  <p:embed/>
                </p:oleObj>
              </mc:Choice>
              <mc:Fallback>
                <p:oleObj name="Equation" r:id="rId5" imgW="35049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685688"/>
                        <a:ext cx="3505200" cy="8382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117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/>
      <p:bldP spid="11272" grpId="0"/>
      <p:bldP spid="11273" grpId="0" animBg="1"/>
      <p:bldP spid="11276" grpId="0" animBg="1"/>
      <p:bldP spid="11277" grpId="0"/>
      <p:bldP spid="112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8291" y="618836"/>
            <a:ext cx="4570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若曲面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800" b="1" dirty="0"/>
              <a:t>有参数方程给出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432914"/>
              </p:ext>
            </p:extLst>
          </p:nvPr>
        </p:nvGraphicFramePr>
        <p:xfrm>
          <a:off x="1027666" y="1079110"/>
          <a:ext cx="4052122" cy="1663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698400" progId="Equation.DSMT4">
                  <p:embed/>
                </p:oleObj>
              </mc:Choice>
              <mc:Fallback>
                <p:oleObj name="Equation" r:id="rId2" imgW="170172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7666" y="1079110"/>
                        <a:ext cx="4052122" cy="1663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5749786" y="677775"/>
            <a:ext cx="2501228" cy="1630682"/>
            <a:chOff x="5749786" y="677775"/>
            <a:chExt cx="2501228" cy="163068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5920508" y="1953605"/>
              <a:ext cx="2330506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H="1" flipV="1">
              <a:off x="6175192" y="770139"/>
              <a:ext cx="9236" cy="149629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1669923"/>
                </p:ext>
              </p:extLst>
            </p:nvPr>
          </p:nvGraphicFramePr>
          <p:xfrm>
            <a:off x="5749786" y="1979412"/>
            <a:ext cx="305542" cy="329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177480" progId="Equation.DSMT4">
                    <p:embed/>
                  </p:oleObj>
                </mc:Choice>
                <mc:Fallback>
                  <p:oleObj name="Equation" r:id="rId4" imgW="1648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749786" y="1979412"/>
                          <a:ext cx="305542" cy="3290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7700445"/>
                </p:ext>
              </p:extLst>
            </p:nvPr>
          </p:nvGraphicFramePr>
          <p:xfrm>
            <a:off x="7981374" y="1953605"/>
            <a:ext cx="269640" cy="296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39680" progId="Equation.DSMT4">
                    <p:embed/>
                  </p:oleObj>
                </mc:Choice>
                <mc:Fallback>
                  <p:oleObj name="Equation" r:id="rId6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981374" y="1953605"/>
                          <a:ext cx="269640" cy="2966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3516204"/>
                </p:ext>
              </p:extLst>
            </p:nvPr>
          </p:nvGraphicFramePr>
          <p:xfrm>
            <a:off x="5773769" y="677775"/>
            <a:ext cx="310312" cy="341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39680" progId="Equation.DSMT4">
                    <p:embed/>
                  </p:oleObj>
                </mc:Choice>
                <mc:Fallback>
                  <p:oleObj name="Equation" r:id="rId8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773769" y="677775"/>
                          <a:ext cx="310312" cy="3413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6" name="直接连接符 15"/>
          <p:cNvCxnSpPr/>
          <p:nvPr/>
        </p:nvCxnSpPr>
        <p:spPr>
          <a:xfrm>
            <a:off x="6390778" y="1334143"/>
            <a:ext cx="1588656" cy="1848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7150860" y="858112"/>
            <a:ext cx="0" cy="90516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136670"/>
              </p:ext>
            </p:extLst>
          </p:nvPr>
        </p:nvGraphicFramePr>
        <p:xfrm>
          <a:off x="6671423" y="1289231"/>
          <a:ext cx="1027365" cy="440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228600" progId="Equation.DSMT4">
                  <p:embed/>
                </p:oleObj>
              </mc:Choice>
              <mc:Fallback>
                <p:oleObj name="Equation" r:id="rId10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71423" y="1289231"/>
                        <a:ext cx="1027365" cy="440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151945"/>
              </p:ext>
            </p:extLst>
          </p:nvPr>
        </p:nvGraphicFramePr>
        <p:xfrm>
          <a:off x="7093710" y="1294816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26720" progId="Equation.DSMT4">
                  <p:embed/>
                </p:oleObj>
              </mc:Choice>
              <mc:Fallback>
                <p:oleObj name="Equation" r:id="rId12" imgW="11412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93710" y="1294816"/>
                        <a:ext cx="114300" cy="127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8" name="直接箭头连接符 47"/>
          <p:cNvCxnSpPr/>
          <p:nvPr/>
        </p:nvCxnSpPr>
        <p:spPr>
          <a:xfrm>
            <a:off x="8251014" y="1019118"/>
            <a:ext cx="508639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558138"/>
              </p:ext>
            </p:extLst>
          </p:nvPr>
        </p:nvGraphicFramePr>
        <p:xfrm>
          <a:off x="10248181" y="992842"/>
          <a:ext cx="1110442" cy="45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400" imgH="228600" progId="Equation.DSMT4">
                  <p:embed/>
                </p:oleObj>
              </mc:Choice>
              <mc:Fallback>
                <p:oleObj name="Equation" r:id="rId14" imgW="698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248181" y="992842"/>
                        <a:ext cx="1110442" cy="456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427262"/>
              </p:ext>
            </p:extLst>
          </p:nvPr>
        </p:nvGraphicFramePr>
        <p:xfrm>
          <a:off x="9988274" y="1206466"/>
          <a:ext cx="185293" cy="20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1520" imgH="114120" progId="Equation.DSMT4">
                  <p:embed/>
                </p:oleObj>
              </mc:Choice>
              <mc:Fallback>
                <p:oleObj name="Equation" r:id="rId16" imgW="1015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88274" y="1206466"/>
                        <a:ext cx="185293" cy="208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组合 54"/>
          <p:cNvGrpSpPr/>
          <p:nvPr/>
        </p:nvGrpSpPr>
        <p:grpSpPr>
          <a:xfrm>
            <a:off x="9760116" y="226072"/>
            <a:ext cx="1082847" cy="3501093"/>
            <a:chOff x="10384859" y="427570"/>
            <a:chExt cx="1082847" cy="3501093"/>
          </a:xfrm>
        </p:grpSpPr>
        <p:sp>
          <p:nvSpPr>
            <p:cNvPr id="42" name="弧形 41"/>
            <p:cNvSpPr/>
            <p:nvPr/>
          </p:nvSpPr>
          <p:spPr>
            <a:xfrm rot="17844994">
              <a:off x="9183433" y="1644390"/>
              <a:ext cx="3485699" cy="1082847"/>
            </a:xfrm>
            <a:prstGeom prst="arc">
              <a:avLst>
                <a:gd name="adj1" fmla="val 15906309"/>
                <a:gd name="adj2" fmla="val 2062134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3" name="对象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927974"/>
                </p:ext>
              </p:extLst>
            </p:nvPr>
          </p:nvGraphicFramePr>
          <p:xfrm>
            <a:off x="10816737" y="427570"/>
            <a:ext cx="431642" cy="485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3040" imgH="228600" progId="Equation.DSMT4">
                    <p:embed/>
                  </p:oleObj>
                </mc:Choice>
                <mc:Fallback>
                  <p:oleObj name="Equation" r:id="rId18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0816737" y="427570"/>
                          <a:ext cx="431642" cy="4855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/>
          <p:cNvGrpSpPr/>
          <p:nvPr/>
        </p:nvGrpSpPr>
        <p:grpSpPr>
          <a:xfrm>
            <a:off x="8007951" y="677775"/>
            <a:ext cx="3535820" cy="2981614"/>
            <a:chOff x="7323789" y="3137072"/>
            <a:chExt cx="3535820" cy="2981614"/>
          </a:xfrm>
        </p:grpSpPr>
        <p:grpSp>
          <p:nvGrpSpPr>
            <p:cNvPr id="51" name="组合 50"/>
            <p:cNvGrpSpPr/>
            <p:nvPr/>
          </p:nvGrpSpPr>
          <p:grpSpPr>
            <a:xfrm>
              <a:off x="7323789" y="3137072"/>
              <a:ext cx="3535820" cy="2981614"/>
              <a:chOff x="7931561" y="695829"/>
              <a:chExt cx="3535820" cy="2981614"/>
            </a:xfrm>
          </p:grpSpPr>
          <p:sp>
            <p:nvSpPr>
              <p:cNvPr id="41" name="弧形 40"/>
              <p:cNvSpPr/>
              <p:nvPr/>
            </p:nvSpPr>
            <p:spPr>
              <a:xfrm>
                <a:off x="8919133" y="725226"/>
                <a:ext cx="2469372" cy="1392097"/>
              </a:xfrm>
              <a:prstGeom prst="arc">
                <a:avLst>
                  <a:gd name="adj1" fmla="val 12961406"/>
                  <a:gd name="adj2" fmla="val 21151708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弧形 42"/>
              <p:cNvSpPr/>
              <p:nvPr/>
            </p:nvSpPr>
            <p:spPr>
              <a:xfrm rot="18232571">
                <a:off x="9634058" y="1844121"/>
                <a:ext cx="2789191" cy="877454"/>
              </a:xfrm>
              <a:prstGeom prst="arc">
                <a:avLst>
                  <a:gd name="adj1" fmla="val 16200000"/>
                  <a:gd name="adj2" fmla="val 20621349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弧形 43"/>
              <p:cNvSpPr/>
              <p:nvPr/>
            </p:nvSpPr>
            <p:spPr>
              <a:xfrm rot="17261964">
                <a:off x="8103801" y="1410010"/>
                <a:ext cx="2567166" cy="1138804"/>
              </a:xfrm>
              <a:prstGeom prst="arc">
                <a:avLst>
                  <a:gd name="adj1" fmla="val 16200000"/>
                  <a:gd name="adj2" fmla="val 20621349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弧形 45"/>
              <p:cNvSpPr/>
              <p:nvPr/>
            </p:nvSpPr>
            <p:spPr>
              <a:xfrm>
                <a:off x="7931561" y="1771901"/>
                <a:ext cx="2854821" cy="856733"/>
              </a:xfrm>
              <a:prstGeom prst="arc">
                <a:avLst>
                  <a:gd name="adj1" fmla="val 12961406"/>
                  <a:gd name="adj2" fmla="val 21151708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6711227"/>
                </p:ext>
              </p:extLst>
            </p:nvPr>
          </p:nvGraphicFramePr>
          <p:xfrm>
            <a:off x="8388901" y="3846625"/>
            <a:ext cx="307110" cy="358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2280" imgH="177480" progId="Equation.DSMT4">
                    <p:embed/>
                  </p:oleObj>
                </mc:Choice>
                <mc:Fallback>
                  <p:oleObj name="Equation" r:id="rId20" imgW="1522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388901" y="3846625"/>
                          <a:ext cx="307110" cy="3582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/>
          <p:cNvGrpSpPr/>
          <p:nvPr/>
        </p:nvGrpSpPr>
        <p:grpSpPr>
          <a:xfrm>
            <a:off x="8196956" y="1296123"/>
            <a:ext cx="3170778" cy="906815"/>
            <a:chOff x="8116194" y="2743331"/>
            <a:chExt cx="3170778" cy="906815"/>
          </a:xfrm>
        </p:grpSpPr>
        <p:sp>
          <p:nvSpPr>
            <p:cNvPr id="45" name="弧形 44"/>
            <p:cNvSpPr/>
            <p:nvPr/>
          </p:nvSpPr>
          <p:spPr>
            <a:xfrm>
              <a:off x="8116194" y="2743331"/>
              <a:ext cx="3006374" cy="906815"/>
            </a:xfrm>
            <a:prstGeom prst="arc">
              <a:avLst>
                <a:gd name="adj1" fmla="val 12961406"/>
                <a:gd name="adj2" fmla="val 2115170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6" name="对象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6184275"/>
                </p:ext>
              </p:extLst>
            </p:nvPr>
          </p:nvGraphicFramePr>
          <p:xfrm>
            <a:off x="10861680" y="3066222"/>
            <a:ext cx="425292" cy="51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90440" imgH="228600" progId="Equation.DSMT4">
                    <p:embed/>
                  </p:oleObj>
                </mc:Choice>
                <mc:Fallback>
                  <p:oleObj name="Equation" r:id="rId22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0861680" y="3066222"/>
                          <a:ext cx="425292" cy="510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组合 58"/>
          <p:cNvGrpSpPr/>
          <p:nvPr/>
        </p:nvGrpSpPr>
        <p:grpSpPr>
          <a:xfrm>
            <a:off x="6402034" y="866737"/>
            <a:ext cx="1588656" cy="905164"/>
            <a:chOff x="6421390" y="2630100"/>
            <a:chExt cx="1588656" cy="905164"/>
          </a:xfrm>
        </p:grpSpPr>
        <p:sp>
          <p:nvSpPr>
            <p:cNvPr id="11" name="矩形 10"/>
            <p:cNvSpPr/>
            <p:nvPr/>
          </p:nvSpPr>
          <p:spPr>
            <a:xfrm>
              <a:off x="6421390" y="2630100"/>
              <a:ext cx="1588656" cy="905164"/>
            </a:xfrm>
            <a:prstGeom prst="rect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8" name="对象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6862659"/>
                </p:ext>
              </p:extLst>
            </p:nvPr>
          </p:nvGraphicFramePr>
          <p:xfrm>
            <a:off x="6425039" y="2636249"/>
            <a:ext cx="276747" cy="276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64880" imgH="164880" progId="Equation.DSMT4">
                    <p:embed/>
                  </p:oleObj>
                </mc:Choice>
                <mc:Fallback>
                  <p:oleObj name="Equation" r:id="rId24" imgW="1648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6425039" y="2636249"/>
                          <a:ext cx="276747" cy="27674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069244"/>
              </p:ext>
            </p:extLst>
          </p:nvPr>
        </p:nvGraphicFramePr>
        <p:xfrm>
          <a:off x="944563" y="2792494"/>
          <a:ext cx="453548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42920" imgH="203040" progId="Equation.DSMT4">
                  <p:embed/>
                </p:oleObj>
              </mc:Choice>
              <mc:Fallback>
                <p:oleObj name="Equation" r:id="rId26" imgW="1942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44563" y="2792494"/>
                        <a:ext cx="4535487" cy="474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494669"/>
              </p:ext>
            </p:extLst>
          </p:nvPr>
        </p:nvGraphicFramePr>
        <p:xfrm>
          <a:off x="5597901" y="2731695"/>
          <a:ext cx="5632433" cy="557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311200" imgH="228600" progId="Equation.DSMT4">
                  <p:embed/>
                </p:oleObj>
              </mc:Choice>
              <mc:Fallback>
                <p:oleObj name="Equation" r:id="rId28" imgW="2311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597901" y="2731695"/>
                        <a:ext cx="5632433" cy="557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237008"/>
              </p:ext>
            </p:extLst>
          </p:nvPr>
        </p:nvGraphicFramePr>
        <p:xfrm>
          <a:off x="949780" y="3325091"/>
          <a:ext cx="4440749" cy="575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65080" imgH="228600" progId="Equation.DSMT4">
                  <p:embed/>
                </p:oleObj>
              </mc:Choice>
              <mc:Fallback>
                <p:oleObj name="Equation" r:id="rId30" imgW="1765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49780" y="3325091"/>
                        <a:ext cx="4440749" cy="575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079253"/>
              </p:ext>
            </p:extLst>
          </p:nvPr>
        </p:nvGraphicFramePr>
        <p:xfrm>
          <a:off x="5390529" y="3393637"/>
          <a:ext cx="62880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552400" imgH="228600" progId="Equation.DSMT4">
                  <p:embed/>
                </p:oleObj>
              </mc:Choice>
              <mc:Fallback>
                <p:oleObj name="Equation" r:id="rId32" imgW="2552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90529" y="3393637"/>
                        <a:ext cx="6288088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524296"/>
              </p:ext>
            </p:extLst>
          </p:nvPr>
        </p:nvGraphicFramePr>
        <p:xfrm>
          <a:off x="5387041" y="3979081"/>
          <a:ext cx="628808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552400" imgH="228600" progId="Equation.DSMT4">
                  <p:embed/>
                </p:oleObj>
              </mc:Choice>
              <mc:Fallback>
                <p:oleObj name="Equation" r:id="rId34" imgW="2552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387041" y="3979081"/>
                        <a:ext cx="6288088" cy="563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825729"/>
              </p:ext>
            </p:extLst>
          </p:nvPr>
        </p:nvGraphicFramePr>
        <p:xfrm>
          <a:off x="963399" y="4583117"/>
          <a:ext cx="6289948" cy="55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603160" imgH="228600" progId="Equation.DSMT4">
                  <p:embed/>
                </p:oleObj>
              </mc:Choice>
              <mc:Fallback>
                <p:oleObj name="Equation" r:id="rId36" imgW="260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963399" y="4583117"/>
                        <a:ext cx="6289948" cy="55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520809"/>
              </p:ext>
            </p:extLst>
          </p:nvPr>
        </p:nvGraphicFramePr>
        <p:xfrm>
          <a:off x="1398985" y="5102456"/>
          <a:ext cx="7976112" cy="1071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3403440" imgH="457200" progId="Equation.DSMT4">
                  <p:embed/>
                </p:oleObj>
              </mc:Choice>
              <mc:Fallback>
                <p:oleObj name="Equation" r:id="rId38" imgW="34034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398985" y="5102456"/>
                        <a:ext cx="7976112" cy="1071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82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直接箭头连接符 47"/>
          <p:cNvCxnSpPr/>
          <p:nvPr/>
        </p:nvCxnSpPr>
        <p:spPr>
          <a:xfrm>
            <a:off x="8740485" y="1048602"/>
            <a:ext cx="508639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8282705" y="281832"/>
            <a:ext cx="3535820" cy="3501093"/>
            <a:chOff x="8007951" y="226072"/>
            <a:chExt cx="3535820" cy="3501093"/>
          </a:xfrm>
        </p:grpSpPr>
        <p:graphicFrame>
          <p:nvGraphicFramePr>
            <p:cNvPr id="50" name="对象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196490"/>
                </p:ext>
              </p:extLst>
            </p:nvPr>
          </p:nvGraphicFramePr>
          <p:xfrm>
            <a:off x="10248181" y="992842"/>
            <a:ext cx="1110442" cy="456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98400" imgH="228600" progId="Equation.DSMT4">
                    <p:embed/>
                  </p:oleObj>
                </mc:Choice>
                <mc:Fallback>
                  <p:oleObj name="Equation" r:id="rId3" imgW="6984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248181" y="992842"/>
                          <a:ext cx="1110442" cy="4568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3555589"/>
                </p:ext>
              </p:extLst>
            </p:nvPr>
          </p:nvGraphicFramePr>
          <p:xfrm>
            <a:off x="9988274" y="1206466"/>
            <a:ext cx="185293" cy="208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1520" imgH="114120" progId="Equation.DSMT4">
                    <p:embed/>
                  </p:oleObj>
                </mc:Choice>
                <mc:Fallback>
                  <p:oleObj name="Equation" r:id="rId5" imgW="101520" imgH="114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988274" y="1206466"/>
                          <a:ext cx="185293" cy="2084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5" name="组合 54"/>
            <p:cNvGrpSpPr/>
            <p:nvPr/>
          </p:nvGrpSpPr>
          <p:grpSpPr>
            <a:xfrm>
              <a:off x="9760116" y="226072"/>
              <a:ext cx="1082847" cy="3501093"/>
              <a:chOff x="10384859" y="427570"/>
              <a:chExt cx="1082847" cy="3501093"/>
            </a:xfrm>
          </p:grpSpPr>
          <p:sp>
            <p:nvSpPr>
              <p:cNvPr id="42" name="弧形 41"/>
              <p:cNvSpPr/>
              <p:nvPr/>
            </p:nvSpPr>
            <p:spPr>
              <a:xfrm rot="17844994">
                <a:off x="9183433" y="1644390"/>
                <a:ext cx="3485699" cy="1082847"/>
              </a:xfrm>
              <a:prstGeom prst="arc">
                <a:avLst>
                  <a:gd name="adj1" fmla="val 15906309"/>
                  <a:gd name="adj2" fmla="val 20621349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53" name="对象 52"/>
              <p:cNvGraphicFramePr>
                <a:graphicFrameLocks noChangeAspect="1"/>
              </p:cNvGraphicFramePr>
              <p:nvPr/>
            </p:nvGraphicFramePr>
            <p:xfrm>
              <a:off x="10816737" y="427570"/>
              <a:ext cx="431642" cy="4855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03040" imgH="228600" progId="Equation.DSMT4">
                      <p:embed/>
                    </p:oleObj>
                  </mc:Choice>
                  <mc:Fallback>
                    <p:oleObj name="Equation" r:id="rId7" imgW="20304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0816737" y="427570"/>
                            <a:ext cx="431642" cy="48559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0" name="组合 59"/>
            <p:cNvGrpSpPr/>
            <p:nvPr/>
          </p:nvGrpSpPr>
          <p:grpSpPr>
            <a:xfrm>
              <a:off x="8007951" y="677775"/>
              <a:ext cx="3535820" cy="2981614"/>
              <a:chOff x="7323789" y="3137072"/>
              <a:chExt cx="3535820" cy="2981614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7323789" y="3137072"/>
                <a:ext cx="3535820" cy="2981614"/>
                <a:chOff x="7931561" y="695829"/>
                <a:chExt cx="3535820" cy="2981614"/>
              </a:xfrm>
            </p:grpSpPr>
            <p:sp>
              <p:nvSpPr>
                <p:cNvPr id="41" name="弧形 40"/>
                <p:cNvSpPr/>
                <p:nvPr/>
              </p:nvSpPr>
              <p:spPr>
                <a:xfrm>
                  <a:off x="8919133" y="725226"/>
                  <a:ext cx="2469372" cy="1392097"/>
                </a:xfrm>
                <a:prstGeom prst="arc">
                  <a:avLst>
                    <a:gd name="adj1" fmla="val 12961406"/>
                    <a:gd name="adj2" fmla="val 21151708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弧形 42"/>
                <p:cNvSpPr/>
                <p:nvPr/>
              </p:nvSpPr>
              <p:spPr>
                <a:xfrm rot="18232571">
                  <a:off x="9634058" y="1844121"/>
                  <a:ext cx="2789191" cy="877454"/>
                </a:xfrm>
                <a:prstGeom prst="arc">
                  <a:avLst>
                    <a:gd name="adj1" fmla="val 16200000"/>
                    <a:gd name="adj2" fmla="val 20621349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弧形 43"/>
                <p:cNvSpPr/>
                <p:nvPr/>
              </p:nvSpPr>
              <p:spPr>
                <a:xfrm rot="17261964">
                  <a:off x="8103801" y="1410010"/>
                  <a:ext cx="2567166" cy="1138804"/>
                </a:xfrm>
                <a:prstGeom prst="arc">
                  <a:avLst>
                    <a:gd name="adj1" fmla="val 16200000"/>
                    <a:gd name="adj2" fmla="val 20621349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弧形 45"/>
                <p:cNvSpPr/>
                <p:nvPr/>
              </p:nvSpPr>
              <p:spPr>
                <a:xfrm>
                  <a:off x="7931561" y="1771901"/>
                  <a:ext cx="2854821" cy="856733"/>
                </a:xfrm>
                <a:prstGeom prst="arc">
                  <a:avLst>
                    <a:gd name="adj1" fmla="val 12961406"/>
                    <a:gd name="adj2" fmla="val 21151708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aphicFrame>
            <p:nvGraphicFramePr>
              <p:cNvPr id="54" name="对象 53"/>
              <p:cNvGraphicFramePr>
                <a:graphicFrameLocks noChangeAspect="1"/>
              </p:cNvGraphicFramePr>
              <p:nvPr/>
            </p:nvGraphicFramePr>
            <p:xfrm>
              <a:off x="8388901" y="3846625"/>
              <a:ext cx="307110" cy="358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52280" imgH="177480" progId="Equation.DSMT4">
                      <p:embed/>
                    </p:oleObj>
                  </mc:Choice>
                  <mc:Fallback>
                    <p:oleObj name="Equation" r:id="rId9" imgW="1522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8388901" y="3846625"/>
                            <a:ext cx="307110" cy="35829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7" name="组合 56"/>
            <p:cNvGrpSpPr/>
            <p:nvPr/>
          </p:nvGrpSpPr>
          <p:grpSpPr>
            <a:xfrm>
              <a:off x="8196956" y="1296123"/>
              <a:ext cx="3170778" cy="906815"/>
              <a:chOff x="8116194" y="2743331"/>
              <a:chExt cx="3170778" cy="906815"/>
            </a:xfrm>
          </p:grpSpPr>
          <p:sp>
            <p:nvSpPr>
              <p:cNvPr id="45" name="弧形 44"/>
              <p:cNvSpPr/>
              <p:nvPr/>
            </p:nvSpPr>
            <p:spPr>
              <a:xfrm>
                <a:off x="8116194" y="2743331"/>
                <a:ext cx="3006374" cy="906815"/>
              </a:xfrm>
              <a:prstGeom prst="arc">
                <a:avLst>
                  <a:gd name="adj1" fmla="val 12961406"/>
                  <a:gd name="adj2" fmla="val 21151708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56" name="对象 55"/>
              <p:cNvGraphicFramePr>
                <a:graphicFrameLocks noChangeAspect="1"/>
              </p:cNvGraphicFramePr>
              <p:nvPr/>
            </p:nvGraphicFramePr>
            <p:xfrm>
              <a:off x="10861680" y="3066222"/>
              <a:ext cx="425292" cy="510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190440" imgH="228600" progId="Equation.DSMT4">
                      <p:embed/>
                    </p:oleObj>
                  </mc:Choice>
                  <mc:Fallback>
                    <p:oleObj name="Equation" r:id="rId11" imgW="19044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0861680" y="3066222"/>
                            <a:ext cx="425292" cy="5103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组合 3"/>
          <p:cNvGrpSpPr/>
          <p:nvPr/>
        </p:nvGrpSpPr>
        <p:grpSpPr>
          <a:xfrm>
            <a:off x="6374077" y="516722"/>
            <a:ext cx="2501228" cy="1630682"/>
            <a:chOff x="5749786" y="677775"/>
            <a:chExt cx="2501228" cy="1630682"/>
          </a:xfrm>
        </p:grpSpPr>
        <p:grpSp>
          <p:nvGrpSpPr>
            <p:cNvPr id="36" name="组合 35"/>
            <p:cNvGrpSpPr/>
            <p:nvPr/>
          </p:nvGrpSpPr>
          <p:grpSpPr>
            <a:xfrm>
              <a:off x="5749786" y="677775"/>
              <a:ext cx="2501228" cy="1630682"/>
              <a:chOff x="5749786" y="677775"/>
              <a:chExt cx="2501228" cy="1630682"/>
            </a:xfrm>
          </p:grpSpPr>
          <p:cxnSp>
            <p:nvCxnSpPr>
              <p:cNvPr id="5" name="直接箭头连接符 4"/>
              <p:cNvCxnSpPr/>
              <p:nvPr/>
            </p:nvCxnSpPr>
            <p:spPr>
              <a:xfrm>
                <a:off x="5920508" y="1953605"/>
                <a:ext cx="2330506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/>
              <p:cNvCxnSpPr/>
              <p:nvPr/>
            </p:nvCxnSpPr>
            <p:spPr>
              <a:xfrm flipH="1" flipV="1">
                <a:off x="6175192" y="770139"/>
                <a:ext cx="9236" cy="149629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2" name="对象 11"/>
              <p:cNvGraphicFramePr>
                <a:graphicFrameLocks noChangeAspect="1"/>
              </p:cNvGraphicFramePr>
              <p:nvPr/>
            </p:nvGraphicFramePr>
            <p:xfrm>
              <a:off x="5749786" y="1979412"/>
              <a:ext cx="305542" cy="3290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64880" imgH="177480" progId="Equation.DSMT4">
                      <p:embed/>
                    </p:oleObj>
                  </mc:Choice>
                  <mc:Fallback>
                    <p:oleObj name="Equation" r:id="rId13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749786" y="1979412"/>
                            <a:ext cx="305542" cy="32904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对象 12"/>
              <p:cNvGraphicFramePr>
                <a:graphicFrameLocks noChangeAspect="1"/>
              </p:cNvGraphicFramePr>
              <p:nvPr/>
            </p:nvGraphicFramePr>
            <p:xfrm>
              <a:off x="7981374" y="1953605"/>
              <a:ext cx="269640" cy="2966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6720" imgH="139680" progId="Equation.DSMT4">
                      <p:embed/>
                    </p:oleObj>
                  </mc:Choice>
                  <mc:Fallback>
                    <p:oleObj name="Equation" r:id="rId15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7981374" y="1953605"/>
                            <a:ext cx="269640" cy="29660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/>
              <p:cNvGraphicFramePr>
                <a:graphicFrameLocks noChangeAspect="1"/>
              </p:cNvGraphicFramePr>
              <p:nvPr/>
            </p:nvGraphicFramePr>
            <p:xfrm>
              <a:off x="5773769" y="677775"/>
              <a:ext cx="310312" cy="3413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26720" imgH="139680" progId="Equation.DSMT4">
                      <p:embed/>
                    </p:oleObj>
                  </mc:Choice>
                  <mc:Fallback>
                    <p:oleObj name="Equation" r:id="rId17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773769" y="677775"/>
                            <a:ext cx="310312" cy="34134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6" name="直接连接符 15"/>
            <p:cNvCxnSpPr/>
            <p:nvPr/>
          </p:nvCxnSpPr>
          <p:spPr>
            <a:xfrm>
              <a:off x="6390778" y="1334143"/>
              <a:ext cx="1588656" cy="1848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V="1">
              <a:off x="7150860" y="858112"/>
              <a:ext cx="0" cy="90516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4747822"/>
                </p:ext>
              </p:extLst>
            </p:nvPr>
          </p:nvGraphicFramePr>
          <p:xfrm>
            <a:off x="6671423" y="1289231"/>
            <a:ext cx="1027365" cy="440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33160" imgH="228600" progId="Equation.DSMT4">
                    <p:embed/>
                  </p:oleObj>
                </mc:Choice>
                <mc:Fallback>
                  <p:oleObj name="Equation" r:id="rId19" imgW="5331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671423" y="1289231"/>
                          <a:ext cx="1027365" cy="4402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0237372"/>
                </p:ext>
              </p:extLst>
            </p:nvPr>
          </p:nvGraphicFramePr>
          <p:xfrm>
            <a:off x="7093710" y="1294816"/>
            <a:ext cx="1143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14120" imgH="126720" progId="Equation.DSMT4">
                    <p:embed/>
                  </p:oleObj>
                </mc:Choice>
                <mc:Fallback>
                  <p:oleObj name="Equation" r:id="rId21" imgW="1141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093710" y="1294816"/>
                          <a:ext cx="114300" cy="1270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9" name="组合 58"/>
            <p:cNvGrpSpPr/>
            <p:nvPr/>
          </p:nvGrpSpPr>
          <p:grpSpPr>
            <a:xfrm>
              <a:off x="6402034" y="866737"/>
              <a:ext cx="1588656" cy="905164"/>
              <a:chOff x="6421390" y="2630100"/>
              <a:chExt cx="1588656" cy="90516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6421390" y="2630100"/>
                <a:ext cx="1588656" cy="90516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58" name="对象 57"/>
              <p:cNvGraphicFramePr>
                <a:graphicFrameLocks noChangeAspect="1"/>
              </p:cNvGraphicFramePr>
              <p:nvPr/>
            </p:nvGraphicFramePr>
            <p:xfrm>
              <a:off x="6425039" y="2636249"/>
              <a:ext cx="276747" cy="2767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64880" imgH="164880" progId="Equation.DSMT4">
                      <p:embed/>
                    </p:oleObj>
                  </mc:Choice>
                  <mc:Fallback>
                    <p:oleObj name="Equation" r:id="rId23" imgW="16488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6425039" y="2636249"/>
                            <a:ext cx="276747" cy="27674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67" name="对象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805714"/>
              </p:ext>
            </p:extLst>
          </p:nvPr>
        </p:nvGraphicFramePr>
        <p:xfrm>
          <a:off x="1247775" y="835025"/>
          <a:ext cx="48514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42920" imgH="482400" progId="Equation.DSMT4">
                  <p:embed/>
                </p:oleObj>
              </mc:Choice>
              <mc:Fallback>
                <p:oleObj name="Equation" r:id="rId25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47775" y="835025"/>
                        <a:ext cx="4851400" cy="1206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23229"/>
              </p:ext>
            </p:extLst>
          </p:nvPr>
        </p:nvGraphicFramePr>
        <p:xfrm>
          <a:off x="1344696" y="2169571"/>
          <a:ext cx="85121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632040" imgH="495000" progId="Equation.DSMT4">
                  <p:embed/>
                </p:oleObj>
              </mc:Choice>
              <mc:Fallback>
                <p:oleObj name="Equation" r:id="rId27" imgW="36320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344696" y="2169571"/>
                        <a:ext cx="8512175" cy="1160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47030" y="147068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从而可取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10017502" y="259923"/>
            <a:ext cx="354744" cy="1088404"/>
            <a:chOff x="10248601" y="3827594"/>
            <a:chExt cx="354744" cy="1088404"/>
          </a:xfrm>
        </p:grpSpPr>
        <p:cxnSp>
          <p:nvCxnSpPr>
            <p:cNvPr id="10" name="直接箭头连接符 9"/>
            <p:cNvCxnSpPr/>
            <p:nvPr/>
          </p:nvCxnSpPr>
          <p:spPr>
            <a:xfrm flipH="1" flipV="1">
              <a:off x="10248601" y="4195885"/>
              <a:ext cx="319234" cy="7201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1465107"/>
                </p:ext>
              </p:extLst>
            </p:nvPr>
          </p:nvGraphicFramePr>
          <p:xfrm>
            <a:off x="10248601" y="3827594"/>
            <a:ext cx="354744" cy="451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39680" imgH="177480" progId="Equation.DSMT4">
                    <p:embed/>
                  </p:oleObj>
                </mc:Choice>
                <mc:Fallback>
                  <p:oleObj name="Equation" r:id="rId29" imgW="1396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0248601" y="3827594"/>
                          <a:ext cx="354744" cy="4514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文本框 22"/>
          <p:cNvSpPr txBox="1"/>
          <p:nvPr/>
        </p:nvSpPr>
        <p:spPr>
          <a:xfrm>
            <a:off x="1139368" y="343010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注意到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129465"/>
              </p:ext>
            </p:extLst>
          </p:nvPr>
        </p:nvGraphicFramePr>
        <p:xfrm>
          <a:off x="2406061" y="3173808"/>
          <a:ext cx="4092575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815840" imgH="444240" progId="Equation.DSMT4">
                  <p:embed/>
                </p:oleObj>
              </mc:Choice>
              <mc:Fallback>
                <p:oleObj name="Equation" r:id="rId31" imgW="1815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406061" y="3173808"/>
                        <a:ext cx="4092575" cy="1001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6638795" y="3430108"/>
            <a:ext cx="4512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利用二重积分换元公式有，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234991"/>
              </p:ext>
            </p:extLst>
          </p:nvPr>
        </p:nvGraphicFramePr>
        <p:xfrm>
          <a:off x="1222847" y="4296929"/>
          <a:ext cx="2622645" cy="1102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117440" imgH="469800" progId="Equation.DSMT4">
                  <p:embed/>
                </p:oleObj>
              </mc:Choice>
              <mc:Fallback>
                <p:oleObj name="Equation" r:id="rId33" imgW="11174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222847" y="4296929"/>
                        <a:ext cx="2622645" cy="1102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782198"/>
              </p:ext>
            </p:extLst>
          </p:nvPr>
        </p:nvGraphicFramePr>
        <p:xfrm>
          <a:off x="3845492" y="4192574"/>
          <a:ext cx="5063595" cy="115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71520" imgH="495000" progId="Equation.DSMT4">
                  <p:embed/>
                </p:oleObj>
              </mc:Choice>
              <mc:Fallback>
                <p:oleObj name="Equation" r:id="rId35" imgW="217152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45492" y="4192574"/>
                        <a:ext cx="5063595" cy="1154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591900"/>
              </p:ext>
            </p:extLst>
          </p:nvPr>
        </p:nvGraphicFramePr>
        <p:xfrm>
          <a:off x="1599597" y="5521041"/>
          <a:ext cx="3334738" cy="861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523880" imgH="393480" progId="Equation.DSMT4">
                  <p:embed/>
                </p:oleObj>
              </mc:Choice>
              <mc:Fallback>
                <p:oleObj name="Equation" r:id="rId37" imgW="1523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99597" y="5521041"/>
                        <a:ext cx="3334738" cy="861474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784641"/>
              </p:ext>
            </p:extLst>
          </p:nvPr>
        </p:nvGraphicFramePr>
        <p:xfrm>
          <a:off x="6014602" y="5689936"/>
          <a:ext cx="33909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549080" imgH="253800" progId="Equation.DSMT4">
                  <p:embed/>
                </p:oleObj>
              </mc:Choice>
              <mc:Fallback>
                <p:oleObj name="Equation" r:id="rId39" imgW="1549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014602" y="5689936"/>
                        <a:ext cx="3390900" cy="555625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714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055687" y="1340385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pic>
        <p:nvPicPr>
          <p:cNvPr id="522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246" y="1355626"/>
            <a:ext cx="33623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146" y="962872"/>
            <a:ext cx="2514600" cy="26289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2010622"/>
            <a:ext cx="4330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1060449" y="2709177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曲面的方程为                                               </a:t>
            </a:r>
          </a:p>
        </p:txBody>
      </p:sp>
      <p:pic>
        <p:nvPicPr>
          <p:cNvPr id="5222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268" y="2643977"/>
            <a:ext cx="3728606" cy="58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537" y="3413687"/>
            <a:ext cx="3812670" cy="1167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851" y="3373931"/>
            <a:ext cx="2472905" cy="1179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576" y="4528719"/>
            <a:ext cx="3407229" cy="101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073" y="5473233"/>
            <a:ext cx="4169379" cy="901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388" y="5700764"/>
            <a:ext cx="1981200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026877"/>
              </p:ext>
            </p:extLst>
          </p:nvPr>
        </p:nvGraphicFramePr>
        <p:xfrm>
          <a:off x="1150060" y="4602978"/>
          <a:ext cx="5020516" cy="936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47840" imgH="419040" progId="Equation.DSMT4">
                  <p:embed/>
                </p:oleObj>
              </mc:Choice>
              <mc:Fallback>
                <p:oleObj name="Equation" r:id="rId12" imgW="22478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50060" y="4602978"/>
                        <a:ext cx="5020516" cy="936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04192"/>
              </p:ext>
            </p:extLst>
          </p:nvPr>
        </p:nvGraphicFramePr>
        <p:xfrm>
          <a:off x="1426209" y="231523"/>
          <a:ext cx="6938242" cy="1193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06560" imgH="482400" progId="Equation.DSMT4">
                  <p:embed/>
                </p:oleObj>
              </mc:Choice>
              <mc:Fallback>
                <p:oleObj name="Equation" r:id="rId14" imgW="28065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26209" y="231523"/>
                        <a:ext cx="6938242" cy="1193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42003" y="313507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38928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7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1816331" y="749172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求半径为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R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的球面的表面积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1016280" y="1408762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802463" y="1403658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曲面方程为</a:t>
            </a:r>
          </a:p>
        </p:txBody>
      </p:sp>
      <p:pic>
        <p:nvPicPr>
          <p:cNvPr id="37898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215" y="1348315"/>
            <a:ext cx="2268582" cy="5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6375400" y="2173248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（由对称性）</a:t>
            </a:r>
          </a:p>
        </p:txBody>
      </p:sp>
      <p:pic>
        <p:nvPicPr>
          <p:cNvPr id="3790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389" y="3070740"/>
            <a:ext cx="3800021" cy="1063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18" y="5167643"/>
            <a:ext cx="10414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979508" y="752218"/>
            <a:ext cx="85289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193885"/>
              </p:ext>
            </p:extLst>
          </p:nvPr>
        </p:nvGraphicFramePr>
        <p:xfrm>
          <a:off x="954579" y="2104388"/>
          <a:ext cx="5503206" cy="1003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98600" imgH="419040" progId="Equation.DSMT4">
                  <p:embed/>
                </p:oleObj>
              </mc:Choice>
              <mc:Fallback>
                <p:oleObj name="Equation" r:id="rId6" imgW="22986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579" y="2104388"/>
                        <a:ext cx="5503206" cy="1003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315905"/>
              </p:ext>
            </p:extLst>
          </p:nvPr>
        </p:nvGraphicFramePr>
        <p:xfrm>
          <a:off x="2105018" y="4106191"/>
          <a:ext cx="3584394" cy="1049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62040" imgH="457200" progId="Equation.DSMT4">
                  <p:embed/>
                </p:oleObj>
              </mc:Choice>
              <mc:Fallback>
                <p:oleObj name="Equation" r:id="rId8" imgW="15620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05018" y="4106191"/>
                        <a:ext cx="3584394" cy="1049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91445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6" grpId="0" autoUpdateAnimBg="0"/>
      <p:bldP spid="37897" grpId="0" autoUpdateAnimBg="0"/>
      <p:bldP spid="3789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0251" y="73400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42135" y="716114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球面的参数方程为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41771" y="1304316"/>
          <a:ext cx="6669884" cy="46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080" imgH="203040" progId="Equation.DSMT4">
                  <p:embed/>
                </p:oleObj>
              </mc:Choice>
              <mc:Fallback>
                <p:oleObj name="Equation" r:id="rId2" imgW="2908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41771" y="1304316"/>
                        <a:ext cx="6669884" cy="46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23826" y="1788000"/>
          <a:ext cx="3166143" cy="456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400" imgH="203040" progId="Equation.DSMT4">
                  <p:embed/>
                </p:oleObj>
              </mc:Choice>
              <mc:Fallback>
                <p:oleObj name="Equation" r:id="rId4" imgW="1409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3826" y="1788000"/>
                        <a:ext cx="3166143" cy="456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475280" y="2608571"/>
          <a:ext cx="8542515" cy="111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4960" imgH="482400" progId="Equation.DSMT4">
                  <p:embed/>
                </p:oleObj>
              </mc:Choice>
              <mc:Fallback>
                <p:oleObj name="Equation" r:id="rId6" imgW="3504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75280" y="2608571"/>
                        <a:ext cx="8542515" cy="1119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75442" y="2134524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计算得，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75442" y="3693789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于是有，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475280" y="4259187"/>
          <a:ext cx="8758839" cy="541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95400" imgH="228600" progId="Equation.DSMT4">
                  <p:embed/>
                </p:oleObj>
              </mc:Choice>
              <mc:Fallback>
                <p:oleObj name="Equation" r:id="rId8" imgW="3695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75280" y="4259187"/>
                        <a:ext cx="8758839" cy="541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75442" y="487019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45599" y="5425104"/>
          <a:ext cx="4600938" cy="766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81080" imgH="330120" progId="Equation.DSMT4">
                  <p:embed/>
                </p:oleObj>
              </mc:Choice>
              <mc:Fallback>
                <p:oleObj name="Equation" r:id="rId10" imgW="1981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45599" y="5425104"/>
                        <a:ext cx="4600938" cy="766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663111" y="5409258"/>
          <a:ext cx="344328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330120" progId="Equation.DSMT4">
                  <p:embed/>
                </p:oleObj>
              </mc:Choice>
              <mc:Fallback>
                <p:oleObj name="Equation" r:id="rId12" imgW="1422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63111" y="5409258"/>
                        <a:ext cx="3443288" cy="79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9019313" y="5585907"/>
          <a:ext cx="1140858" cy="44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20560" imgH="203040" progId="Equation.DSMT4">
                  <p:embed/>
                </p:oleObj>
              </mc:Choice>
              <mc:Fallback>
                <p:oleObj name="Equation" r:id="rId14" imgW="520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019313" y="5585907"/>
                        <a:ext cx="1140858" cy="44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7666038" y="254000"/>
          <a:ext cx="3586162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38000" imgH="393480" progId="Equation.DSMT4">
                  <p:embed/>
                </p:oleObj>
              </mc:Choice>
              <mc:Fallback>
                <p:oleObj name="Equation" r:id="rId16" imgW="1638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666038" y="254000"/>
                        <a:ext cx="3586162" cy="862013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49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/>
          <p:cNvSpPr>
            <a:spLocks noChangeArrowheads="1"/>
          </p:cNvSpPr>
          <p:nvPr/>
        </p:nvSpPr>
        <p:spPr bwMode="auto">
          <a:xfrm>
            <a:off x="1140824" y="1227909"/>
            <a:ext cx="9353005" cy="400594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60025" y="1850749"/>
            <a:ext cx="3477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球面的参数方程为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314967"/>
              </p:ext>
            </p:extLst>
          </p:nvPr>
        </p:nvGraphicFramePr>
        <p:xfrm>
          <a:off x="1940716" y="2401326"/>
          <a:ext cx="6669884" cy="46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08080" imgH="203040" progId="Equation.DSMT4">
                  <p:embed/>
                </p:oleObj>
              </mc:Choice>
              <mc:Fallback>
                <p:oleObj name="Equation" r:id="rId3" imgW="2908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0716" y="2401326"/>
                        <a:ext cx="6669884" cy="46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815827"/>
              </p:ext>
            </p:extLst>
          </p:nvPr>
        </p:nvGraphicFramePr>
        <p:xfrm>
          <a:off x="3387394" y="2922058"/>
          <a:ext cx="30130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520" imgH="228600" progId="Equation.DSMT4">
                  <p:embed/>
                </p:oleObj>
              </mc:Choice>
              <mc:Fallback>
                <p:oleObj name="Equation" r:id="rId5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87394" y="2922058"/>
                        <a:ext cx="3013075" cy="554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60025" y="2937467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面积微元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60025" y="3570115"/>
            <a:ext cx="85395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lang="zh-CN" altLang="en-US" sz="2800" b="1" dirty="0"/>
              <a:t>球面一部分的面积，或者在球面上计算第一型</a:t>
            </a:r>
            <a:endParaRPr lang="en-US" altLang="zh-CN" sz="2800" b="1" dirty="0"/>
          </a:p>
          <a:p>
            <a:r>
              <a:rPr lang="zh-CN" altLang="en-US" sz="2800" b="1" dirty="0"/>
              <a:t>曲面积分时，常常采用球面参数方程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4977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1774183" y="988061"/>
            <a:ext cx="92802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求锥面                           被平面            所截的那部分的面积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1088383" y="1784208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803399" y="1740146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曲面方程为</a:t>
            </a:r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1088383" y="1017586"/>
            <a:ext cx="86730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7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552435"/>
              </p:ext>
            </p:extLst>
          </p:nvPr>
        </p:nvGraphicFramePr>
        <p:xfrm>
          <a:off x="2973768" y="816822"/>
          <a:ext cx="2240949" cy="735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279360" progId="Equation.DSMT4">
                  <p:embed/>
                </p:oleObj>
              </mc:Choice>
              <mc:Fallback>
                <p:oleObj name="Equation" r:id="rId3" imgW="850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3768" y="816822"/>
                        <a:ext cx="2240949" cy="735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456963"/>
              </p:ext>
            </p:extLst>
          </p:nvPr>
        </p:nvGraphicFramePr>
        <p:xfrm>
          <a:off x="6414301" y="1004077"/>
          <a:ext cx="925513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320" imgH="177480" progId="Equation.DSMT4">
                  <p:embed/>
                </p:oleObj>
              </mc:Choice>
              <mc:Fallback>
                <p:oleObj name="Equation" r:id="rId5" imgW="3553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14301" y="1004077"/>
                        <a:ext cx="925513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椭圆 24"/>
          <p:cNvSpPr/>
          <p:nvPr/>
        </p:nvSpPr>
        <p:spPr>
          <a:xfrm>
            <a:off x="9348500" y="3440306"/>
            <a:ext cx="1173018" cy="38838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9383834" y="2695194"/>
            <a:ext cx="1173018" cy="935962"/>
            <a:chOff x="8846130" y="3554739"/>
            <a:chExt cx="1173018" cy="935962"/>
          </a:xfrm>
        </p:grpSpPr>
        <p:sp>
          <p:nvSpPr>
            <p:cNvPr id="12" name="椭圆 11"/>
            <p:cNvSpPr/>
            <p:nvPr/>
          </p:nvSpPr>
          <p:spPr>
            <a:xfrm>
              <a:off x="8846130" y="3554739"/>
              <a:ext cx="1173018" cy="388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858254" y="3793129"/>
              <a:ext cx="584203" cy="69129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9457029" y="3786854"/>
              <a:ext cx="560245" cy="7038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9096978" y="2204455"/>
            <a:ext cx="2236305" cy="2214381"/>
            <a:chOff x="9037254" y="654046"/>
            <a:chExt cx="2236305" cy="2214381"/>
          </a:xfrm>
        </p:grpSpPr>
        <p:cxnSp>
          <p:nvCxnSpPr>
            <p:cNvPr id="5" name="直接箭头连接符 4"/>
            <p:cNvCxnSpPr/>
            <p:nvPr/>
          </p:nvCxnSpPr>
          <p:spPr>
            <a:xfrm flipV="1">
              <a:off x="9264073" y="2050473"/>
              <a:ext cx="1967345" cy="554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H="1">
              <a:off x="9100706" y="1857134"/>
              <a:ext cx="1147039" cy="765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H="1" flipV="1">
              <a:off x="9910619" y="883613"/>
              <a:ext cx="5773" cy="17395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1405079"/>
                </p:ext>
              </p:extLst>
            </p:nvPr>
          </p:nvGraphicFramePr>
          <p:xfrm>
            <a:off x="9634105" y="2156008"/>
            <a:ext cx="276514" cy="29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177480" progId="Equation.DSMT4">
                    <p:embed/>
                  </p:oleObj>
                </mc:Choice>
                <mc:Fallback>
                  <p:oleObj name="Equation" r:id="rId7" imgW="1648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634105" y="2156008"/>
                          <a:ext cx="276514" cy="29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7178842"/>
                </p:ext>
              </p:extLst>
            </p:nvPr>
          </p:nvGraphicFramePr>
          <p:xfrm>
            <a:off x="9919422" y="654046"/>
            <a:ext cx="287337" cy="350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4120" imgH="139680" progId="Equation.DSMT4">
                    <p:embed/>
                  </p:oleObj>
                </mc:Choice>
                <mc:Fallback>
                  <p:oleObj name="Equation" r:id="rId9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919422" y="654046"/>
                          <a:ext cx="287337" cy="350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8712052"/>
                </p:ext>
              </p:extLst>
            </p:nvPr>
          </p:nvGraphicFramePr>
          <p:xfrm>
            <a:off x="10943646" y="2076030"/>
            <a:ext cx="329913" cy="392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64880" progId="Equation.DSMT4">
                    <p:embed/>
                  </p:oleObj>
                </mc:Choice>
                <mc:Fallback>
                  <p:oleObj name="Equation" r:id="rId11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943646" y="2076030"/>
                          <a:ext cx="329913" cy="3927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8399487"/>
                </p:ext>
              </p:extLst>
            </p:nvPr>
          </p:nvGraphicFramePr>
          <p:xfrm>
            <a:off x="9037254" y="2552092"/>
            <a:ext cx="314198" cy="316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139680" progId="Equation.DSMT4">
                    <p:embed/>
                  </p:oleObj>
                </mc:Choice>
                <mc:Fallback>
                  <p:oleObj name="Equation" r:id="rId13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037254" y="2552092"/>
                          <a:ext cx="314198" cy="3163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378760"/>
              </p:ext>
            </p:extLst>
          </p:nvPr>
        </p:nvGraphicFramePr>
        <p:xfrm>
          <a:off x="3730863" y="1610892"/>
          <a:ext cx="2376755" cy="706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600" imgH="279360" progId="Equation.DSMT4">
                  <p:embed/>
                </p:oleObj>
              </mc:Choice>
              <mc:Fallback>
                <p:oleObj name="Equation" r:id="rId15" imgW="9396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30863" y="1610892"/>
                        <a:ext cx="2376755" cy="7066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093123"/>
              </p:ext>
            </p:extLst>
          </p:nvPr>
        </p:nvGraphicFramePr>
        <p:xfrm>
          <a:off x="6152662" y="1781825"/>
          <a:ext cx="1664436" cy="475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11000" imgH="203040" progId="Equation.DSMT4">
                  <p:embed/>
                </p:oleObj>
              </mc:Choice>
              <mc:Fallback>
                <p:oleObj name="Equation" r:id="rId17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52662" y="1781825"/>
                        <a:ext cx="1664436" cy="475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1055505" y="253738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其中，</a:t>
            </a:r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649905"/>
              </p:ext>
            </p:extLst>
          </p:nvPr>
        </p:nvGraphicFramePr>
        <p:xfrm>
          <a:off x="2191795" y="2516718"/>
          <a:ext cx="41529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76160" imgH="228600" progId="Equation.DSMT4">
                  <p:embed/>
                </p:oleObj>
              </mc:Choice>
              <mc:Fallback>
                <p:oleObj name="Equation" r:id="rId19" imgW="1676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91795" y="2516718"/>
                        <a:ext cx="4152900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761943"/>
              </p:ext>
            </p:extLst>
          </p:nvPr>
        </p:nvGraphicFramePr>
        <p:xfrm>
          <a:off x="1492999" y="3749790"/>
          <a:ext cx="418941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17360" imgH="545760" progId="Equation.DSMT4">
                  <p:embed/>
                </p:oleObj>
              </mc:Choice>
              <mc:Fallback>
                <p:oleObj name="Equation" r:id="rId21" imgW="191736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492999" y="3749790"/>
                        <a:ext cx="4189412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/>
          <p:cNvSpPr txBox="1"/>
          <p:nvPr/>
        </p:nvSpPr>
        <p:spPr>
          <a:xfrm>
            <a:off x="1055505" y="316739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709912"/>
              </p:ext>
            </p:extLst>
          </p:nvPr>
        </p:nvGraphicFramePr>
        <p:xfrm>
          <a:off x="5616466" y="4148236"/>
          <a:ext cx="1456459" cy="564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22080" imgH="241200" progId="Equation.DSMT4">
                  <p:embed/>
                </p:oleObj>
              </mc:Choice>
              <mc:Fallback>
                <p:oleObj name="Equation" r:id="rId23" imgW="6220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616466" y="4148236"/>
                        <a:ext cx="1456459" cy="564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831612"/>
              </p:ext>
            </p:extLst>
          </p:nvPr>
        </p:nvGraphicFramePr>
        <p:xfrm>
          <a:off x="1609238" y="5044891"/>
          <a:ext cx="3340148" cy="886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34960" imgH="380880" progId="Equation.DSMT4">
                  <p:embed/>
                </p:oleObj>
              </mc:Choice>
              <mc:Fallback>
                <p:oleObj name="Equation" r:id="rId25" imgW="1434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609238" y="5044891"/>
                        <a:ext cx="3340148" cy="886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598911"/>
              </p:ext>
            </p:extLst>
          </p:nvPr>
        </p:nvGraphicFramePr>
        <p:xfrm>
          <a:off x="4890942" y="5084463"/>
          <a:ext cx="15525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58720" imgH="215640" progId="Equation.DSMT4">
                  <p:embed/>
                </p:oleObj>
              </mc:Choice>
              <mc:Fallback>
                <p:oleObj name="Equation" r:id="rId27" imgW="558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890942" y="5084463"/>
                        <a:ext cx="1552575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62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6" grpId="0" autoUpdateAnimBg="0"/>
      <p:bldP spid="37897" grpId="0" autoUpdateAnimBg="0"/>
      <p:bldP spid="25" grpId="0" animBg="1"/>
      <p:bldP spid="46" grpId="0"/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48" y="61440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2389296" y="614400"/>
            <a:ext cx="30745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曲面的参数方程为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81976"/>
              </p:ext>
            </p:extLst>
          </p:nvPr>
        </p:nvGraphicFramePr>
        <p:xfrm>
          <a:off x="1595348" y="1273857"/>
          <a:ext cx="46624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9560" imgH="203040" progId="Equation.DSMT4">
                  <p:embed/>
                </p:oleObj>
              </mc:Choice>
              <mc:Fallback>
                <p:oleObj name="Equation" r:id="rId3" imgW="1879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5348" y="1273857"/>
                        <a:ext cx="4662487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771855"/>
              </p:ext>
            </p:extLst>
          </p:nvPr>
        </p:nvGraphicFramePr>
        <p:xfrm>
          <a:off x="1595348" y="2936355"/>
          <a:ext cx="526891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8920" imgH="457200" progId="Equation.DSMT4">
                  <p:embed/>
                </p:oleObj>
              </mc:Choice>
              <mc:Fallback>
                <p:oleObj name="Equation" r:id="rId5" imgW="21589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5348" y="2936355"/>
                        <a:ext cx="5268912" cy="1116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9079589" y="908053"/>
            <a:ext cx="2236305" cy="2214381"/>
            <a:chOff x="9037254" y="654046"/>
            <a:chExt cx="2236305" cy="2214381"/>
          </a:xfrm>
        </p:grpSpPr>
        <p:cxnSp>
          <p:nvCxnSpPr>
            <p:cNvPr id="7" name="直接箭头连接符 6"/>
            <p:cNvCxnSpPr/>
            <p:nvPr/>
          </p:nvCxnSpPr>
          <p:spPr>
            <a:xfrm flipV="1">
              <a:off x="9264073" y="2050473"/>
              <a:ext cx="1967345" cy="554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H="1">
              <a:off x="9100706" y="1857134"/>
              <a:ext cx="1147039" cy="765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H="1" flipV="1">
              <a:off x="9910619" y="883613"/>
              <a:ext cx="5773" cy="17395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365967"/>
                </p:ext>
              </p:extLst>
            </p:nvPr>
          </p:nvGraphicFramePr>
          <p:xfrm>
            <a:off x="9634105" y="2156008"/>
            <a:ext cx="276514" cy="297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4880" imgH="177480" progId="Equation.DSMT4">
                    <p:embed/>
                  </p:oleObj>
                </mc:Choice>
                <mc:Fallback>
                  <p:oleObj name="Equation" r:id="rId7" imgW="1648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634105" y="2156008"/>
                          <a:ext cx="276514" cy="2977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956804"/>
                </p:ext>
              </p:extLst>
            </p:nvPr>
          </p:nvGraphicFramePr>
          <p:xfrm>
            <a:off x="9919422" y="654046"/>
            <a:ext cx="287337" cy="350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4120" imgH="139680" progId="Equation.DSMT4">
                    <p:embed/>
                  </p:oleObj>
                </mc:Choice>
                <mc:Fallback>
                  <p:oleObj name="Equation" r:id="rId9" imgW="114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919422" y="654046"/>
                          <a:ext cx="287337" cy="350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4190551"/>
                </p:ext>
              </p:extLst>
            </p:nvPr>
          </p:nvGraphicFramePr>
          <p:xfrm>
            <a:off x="10943646" y="2076030"/>
            <a:ext cx="329913" cy="392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64880" progId="Equation.DSMT4">
                    <p:embed/>
                  </p:oleObj>
                </mc:Choice>
                <mc:Fallback>
                  <p:oleObj name="Equation" r:id="rId11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943646" y="2076030"/>
                          <a:ext cx="329913" cy="3927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3654054"/>
                </p:ext>
              </p:extLst>
            </p:nvPr>
          </p:nvGraphicFramePr>
          <p:xfrm>
            <a:off x="9037254" y="2552092"/>
            <a:ext cx="314198" cy="316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139680" progId="Equation.DSMT4">
                    <p:embed/>
                  </p:oleObj>
                </mc:Choice>
                <mc:Fallback>
                  <p:oleObj name="Equation" r:id="rId13" imgW="13968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037254" y="2552092"/>
                          <a:ext cx="314198" cy="3163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9366445" y="1390298"/>
            <a:ext cx="1173018" cy="935962"/>
            <a:chOff x="8846130" y="3554739"/>
            <a:chExt cx="1173018" cy="935962"/>
          </a:xfrm>
        </p:grpSpPr>
        <p:sp>
          <p:nvSpPr>
            <p:cNvPr id="15" name="椭圆 14"/>
            <p:cNvSpPr/>
            <p:nvPr/>
          </p:nvSpPr>
          <p:spPr>
            <a:xfrm>
              <a:off x="8846130" y="3554739"/>
              <a:ext cx="1173018" cy="3883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8858254" y="3793129"/>
              <a:ext cx="584203" cy="69129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9457029" y="3786854"/>
              <a:ext cx="560245" cy="7038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椭圆 17"/>
          <p:cNvSpPr/>
          <p:nvPr/>
        </p:nvSpPr>
        <p:spPr>
          <a:xfrm>
            <a:off x="9351452" y="2139993"/>
            <a:ext cx="1173018" cy="38838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018581"/>
              </p:ext>
            </p:extLst>
          </p:nvPr>
        </p:nvGraphicFramePr>
        <p:xfrm>
          <a:off x="1657350" y="1844676"/>
          <a:ext cx="3449831" cy="479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60160" imgH="203040" progId="Equation.DSMT4">
                  <p:embed/>
                </p:oleObj>
              </mc:Choice>
              <mc:Fallback>
                <p:oleObj name="Equation" r:id="rId15" imgW="1460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57350" y="1844676"/>
                        <a:ext cx="3449831" cy="479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038569" y="2335711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计算可得，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177514" y="421494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536236"/>
              </p:ext>
            </p:extLst>
          </p:nvPr>
        </p:nvGraphicFramePr>
        <p:xfrm>
          <a:off x="2444207" y="4276849"/>
          <a:ext cx="4987472" cy="48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08160" imgH="203040" progId="Equation.DSMT4">
                  <p:embed/>
                </p:oleObj>
              </mc:Choice>
              <mc:Fallback>
                <p:oleObj name="Equation" r:id="rId17" imgW="2108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44207" y="4276849"/>
                        <a:ext cx="4987472" cy="480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1288439" y="488516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52851"/>
              </p:ext>
            </p:extLst>
          </p:nvPr>
        </p:nvGraphicFramePr>
        <p:xfrm>
          <a:off x="2191250" y="4885165"/>
          <a:ext cx="3416390" cy="560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49080" imgH="253800" progId="Equation.DSMT4">
                  <p:embed/>
                </p:oleObj>
              </mc:Choice>
              <mc:Fallback>
                <p:oleObj name="Equation" r:id="rId19" imgW="1549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91250" y="4885165"/>
                        <a:ext cx="3416390" cy="560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016463"/>
              </p:ext>
            </p:extLst>
          </p:nvPr>
        </p:nvGraphicFramePr>
        <p:xfrm>
          <a:off x="5516563" y="4884738"/>
          <a:ext cx="17700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61760" imgH="215640" progId="Equation.DSMT4">
                  <p:embed/>
                </p:oleObj>
              </mc:Choice>
              <mc:Fallback>
                <p:oleObj name="Equation" r:id="rId21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16563" y="4884738"/>
                        <a:ext cx="1770062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227545" y="576759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375262"/>
              </p:ext>
            </p:extLst>
          </p:nvPr>
        </p:nvGraphicFramePr>
        <p:xfrm>
          <a:off x="2625748" y="5671317"/>
          <a:ext cx="2773566" cy="728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57120" imgH="330120" progId="Equation.DSMT4">
                  <p:embed/>
                </p:oleObj>
              </mc:Choice>
              <mc:Fallback>
                <p:oleObj name="Equation" r:id="rId23" imgW="12571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625748" y="5671317"/>
                        <a:ext cx="2773566" cy="728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80736"/>
              </p:ext>
            </p:extLst>
          </p:nvPr>
        </p:nvGraphicFramePr>
        <p:xfrm>
          <a:off x="5294811" y="5788234"/>
          <a:ext cx="1360761" cy="48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09480" imgH="215640" progId="Equation.DSMT4">
                  <p:embed/>
                </p:oleObj>
              </mc:Choice>
              <mc:Fallback>
                <p:oleObj name="Equation" r:id="rId25" imgW="609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94811" y="5788234"/>
                        <a:ext cx="1360761" cy="481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35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8" grpId="0" animBg="1"/>
      <p:bldP spid="20" grpId="0"/>
      <p:bldP spid="21" grpId="0"/>
      <p:bldP spid="23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228309" y="617904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计算圆柱面                          </a:t>
            </a:r>
          </a:p>
        </p:txBody>
      </p:sp>
      <p:pic>
        <p:nvPicPr>
          <p:cNvPr id="5324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308" y="634783"/>
            <a:ext cx="173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1655173" y="1397990"/>
            <a:ext cx="33952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所截的部分的面积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5324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0" y="640722"/>
            <a:ext cx="17907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1397000" y="2037669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2133600" y="2037669"/>
            <a:ext cx="388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由对称性可知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=8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      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2006600" y="2734276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的方程</a:t>
            </a:r>
          </a:p>
        </p:txBody>
      </p:sp>
      <p:pic>
        <p:nvPicPr>
          <p:cNvPr id="5325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525" y="2687144"/>
            <a:ext cx="18669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982" y="4926803"/>
            <a:ext cx="614218" cy="51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979" y="5924002"/>
            <a:ext cx="1593142" cy="517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9" name="Line 17"/>
          <p:cNvSpPr>
            <a:spLocks noChangeShapeType="1"/>
          </p:cNvSpPr>
          <p:nvPr/>
        </p:nvSpPr>
        <p:spPr bwMode="auto">
          <a:xfrm flipH="1">
            <a:off x="6477000" y="3200400"/>
            <a:ext cx="1524000" cy="1371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0" name="Line 18"/>
          <p:cNvSpPr>
            <a:spLocks noChangeShapeType="1"/>
          </p:cNvSpPr>
          <p:nvPr/>
        </p:nvSpPr>
        <p:spPr bwMode="auto">
          <a:xfrm>
            <a:off x="8001000" y="3200400"/>
            <a:ext cx="2667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 flipV="1">
            <a:off x="8001000" y="1143000"/>
            <a:ext cx="0" cy="2057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2" name="Line 20"/>
          <p:cNvSpPr>
            <a:spLocks noChangeShapeType="1"/>
          </p:cNvSpPr>
          <p:nvPr/>
        </p:nvSpPr>
        <p:spPr bwMode="auto">
          <a:xfrm>
            <a:off x="7315200" y="1981200"/>
            <a:ext cx="0" cy="18288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 flipV="1">
            <a:off x="7315199" y="1464252"/>
            <a:ext cx="685800" cy="6096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5" name="Freeform 23"/>
          <p:cNvSpPr>
            <a:spLocks/>
          </p:cNvSpPr>
          <p:nvPr/>
        </p:nvSpPr>
        <p:spPr bwMode="auto">
          <a:xfrm>
            <a:off x="7315200" y="1524000"/>
            <a:ext cx="1600200" cy="457200"/>
          </a:xfrm>
          <a:custGeom>
            <a:avLst/>
            <a:gdLst>
              <a:gd name="T0" fmla="*/ 0 w 1008"/>
              <a:gd name="T1" fmla="*/ 725805000 h 288"/>
              <a:gd name="T2" fmla="*/ 1088707500 w 1008"/>
              <a:gd name="T3" fmla="*/ 604837500 h 288"/>
              <a:gd name="T4" fmla="*/ 2147483646 w 1008"/>
              <a:gd name="T5" fmla="*/ 0 h 288"/>
              <a:gd name="T6" fmla="*/ 0 60000 65536"/>
              <a:gd name="T7" fmla="*/ 0 60000 65536"/>
              <a:gd name="T8" fmla="*/ 0 60000 65536"/>
              <a:gd name="T9" fmla="*/ 0 w 1008"/>
              <a:gd name="T10" fmla="*/ 0 h 288"/>
              <a:gd name="T11" fmla="*/ 1008 w 100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8" h="288">
                <a:moveTo>
                  <a:pt x="0" y="288"/>
                </a:moveTo>
                <a:cubicBezTo>
                  <a:pt x="132" y="288"/>
                  <a:pt x="264" y="288"/>
                  <a:pt x="432" y="240"/>
                </a:cubicBezTo>
                <a:cubicBezTo>
                  <a:pt x="600" y="192"/>
                  <a:pt x="804" y="96"/>
                  <a:pt x="1008" y="0"/>
                </a:cubicBezTo>
              </a:path>
            </a:pathLst>
          </a:custGeom>
          <a:noFill/>
          <a:ln w="76200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6" name="Freeform 24"/>
          <p:cNvSpPr>
            <a:spLocks/>
          </p:cNvSpPr>
          <p:nvPr/>
        </p:nvSpPr>
        <p:spPr bwMode="auto">
          <a:xfrm>
            <a:off x="7315200" y="3200400"/>
            <a:ext cx="1600200" cy="711200"/>
          </a:xfrm>
          <a:custGeom>
            <a:avLst/>
            <a:gdLst>
              <a:gd name="T0" fmla="*/ 0 w 1008"/>
              <a:gd name="T1" fmla="*/ 967740000 h 448"/>
              <a:gd name="T2" fmla="*/ 725805000 w 1008"/>
              <a:gd name="T3" fmla="*/ 1088707500 h 448"/>
              <a:gd name="T4" fmla="*/ 1693545000 w 1008"/>
              <a:gd name="T5" fmla="*/ 725805000 h 448"/>
              <a:gd name="T6" fmla="*/ 2147483646 w 1008"/>
              <a:gd name="T7" fmla="*/ 0 h 448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448"/>
              <a:gd name="T14" fmla="*/ 1008 w 1008"/>
              <a:gd name="T15" fmla="*/ 448 h 4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448">
                <a:moveTo>
                  <a:pt x="0" y="384"/>
                </a:moveTo>
                <a:cubicBezTo>
                  <a:pt x="88" y="416"/>
                  <a:pt x="176" y="448"/>
                  <a:pt x="288" y="432"/>
                </a:cubicBezTo>
                <a:cubicBezTo>
                  <a:pt x="400" y="416"/>
                  <a:pt x="552" y="360"/>
                  <a:pt x="672" y="288"/>
                </a:cubicBezTo>
                <a:cubicBezTo>
                  <a:pt x="792" y="216"/>
                  <a:pt x="952" y="48"/>
                  <a:pt x="1008" y="0"/>
                </a:cubicBezTo>
              </a:path>
            </a:pathLst>
          </a:custGeom>
          <a:noFill/>
          <a:ln w="76200" cmpd="sng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7" name="Line 25"/>
          <p:cNvSpPr>
            <a:spLocks noChangeShapeType="1"/>
          </p:cNvSpPr>
          <p:nvPr/>
        </p:nvSpPr>
        <p:spPr bwMode="auto">
          <a:xfrm>
            <a:off x="8839200" y="1600200"/>
            <a:ext cx="0" cy="16002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8" name="Line 26"/>
          <p:cNvSpPr>
            <a:spLocks noChangeShapeType="1"/>
          </p:cNvSpPr>
          <p:nvPr/>
        </p:nvSpPr>
        <p:spPr bwMode="auto">
          <a:xfrm>
            <a:off x="7924800" y="2438400"/>
            <a:ext cx="1752600" cy="0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9" name="Line 27"/>
          <p:cNvSpPr>
            <a:spLocks noChangeShapeType="1"/>
          </p:cNvSpPr>
          <p:nvPr/>
        </p:nvSpPr>
        <p:spPr bwMode="auto">
          <a:xfrm>
            <a:off x="7315200" y="3886200"/>
            <a:ext cx="1828800" cy="0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0" name="Line 28"/>
          <p:cNvSpPr>
            <a:spLocks noChangeShapeType="1"/>
          </p:cNvSpPr>
          <p:nvPr/>
        </p:nvSpPr>
        <p:spPr bwMode="auto">
          <a:xfrm>
            <a:off x="9677400" y="2438400"/>
            <a:ext cx="0" cy="838200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1" name="Line 29"/>
          <p:cNvSpPr>
            <a:spLocks noChangeShapeType="1"/>
          </p:cNvSpPr>
          <p:nvPr/>
        </p:nvSpPr>
        <p:spPr bwMode="auto">
          <a:xfrm flipH="1">
            <a:off x="9067800" y="3200400"/>
            <a:ext cx="609600" cy="685800"/>
          </a:xfrm>
          <a:prstGeom prst="line">
            <a:avLst/>
          </a:prstGeom>
          <a:noFill/>
          <a:ln w="762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2" name="Freeform 30"/>
          <p:cNvSpPr>
            <a:spLocks/>
          </p:cNvSpPr>
          <p:nvPr/>
        </p:nvSpPr>
        <p:spPr bwMode="auto">
          <a:xfrm>
            <a:off x="9067800" y="2438400"/>
            <a:ext cx="533400" cy="1371600"/>
          </a:xfrm>
          <a:custGeom>
            <a:avLst/>
            <a:gdLst>
              <a:gd name="T0" fmla="*/ 846772500 w 336"/>
              <a:gd name="T1" fmla="*/ 0 h 864"/>
              <a:gd name="T2" fmla="*/ 362902500 w 336"/>
              <a:gd name="T3" fmla="*/ 725805000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268" y="72"/>
                  <a:pt x="200" y="144"/>
                  <a:pt x="144" y="288"/>
                </a:cubicBezTo>
                <a:cubicBezTo>
                  <a:pt x="88" y="432"/>
                  <a:pt x="24" y="760"/>
                  <a:pt x="0" y="864"/>
                </a:cubicBezTo>
              </a:path>
            </a:pathLst>
          </a:custGeom>
          <a:noFill/>
          <a:ln w="76200" cmpd="sng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3" name="Freeform 31"/>
          <p:cNvSpPr>
            <a:spLocks/>
          </p:cNvSpPr>
          <p:nvPr/>
        </p:nvSpPr>
        <p:spPr bwMode="auto">
          <a:xfrm>
            <a:off x="7315200" y="2438400"/>
            <a:ext cx="685800" cy="1524000"/>
          </a:xfrm>
          <a:custGeom>
            <a:avLst/>
            <a:gdLst>
              <a:gd name="T0" fmla="*/ 1088707500 w 432"/>
              <a:gd name="T1" fmla="*/ 0 h 960"/>
              <a:gd name="T2" fmla="*/ 362902500 w 432"/>
              <a:gd name="T3" fmla="*/ 604837500 h 960"/>
              <a:gd name="T4" fmla="*/ 0 w 432"/>
              <a:gd name="T5" fmla="*/ 2147483646 h 960"/>
              <a:gd name="T6" fmla="*/ 0 60000 65536"/>
              <a:gd name="T7" fmla="*/ 0 60000 65536"/>
              <a:gd name="T8" fmla="*/ 0 60000 65536"/>
              <a:gd name="T9" fmla="*/ 0 w 432"/>
              <a:gd name="T10" fmla="*/ 0 h 960"/>
              <a:gd name="T11" fmla="*/ 432 w 432"/>
              <a:gd name="T12" fmla="*/ 960 h 9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960">
                <a:moveTo>
                  <a:pt x="432" y="0"/>
                </a:moveTo>
                <a:cubicBezTo>
                  <a:pt x="324" y="40"/>
                  <a:pt x="216" y="80"/>
                  <a:pt x="144" y="240"/>
                </a:cubicBezTo>
                <a:cubicBezTo>
                  <a:pt x="72" y="400"/>
                  <a:pt x="36" y="680"/>
                  <a:pt x="0" y="960"/>
                </a:cubicBezTo>
              </a:path>
            </a:pathLst>
          </a:custGeom>
          <a:noFill/>
          <a:ln w="76200" cmpd="sng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4" name="Freeform 32"/>
          <p:cNvSpPr>
            <a:spLocks/>
          </p:cNvSpPr>
          <p:nvPr/>
        </p:nvSpPr>
        <p:spPr bwMode="auto">
          <a:xfrm>
            <a:off x="7239000" y="2438400"/>
            <a:ext cx="1600200" cy="1447800"/>
          </a:xfrm>
          <a:custGeom>
            <a:avLst/>
            <a:gdLst>
              <a:gd name="T0" fmla="*/ 2147483646 w 1008"/>
              <a:gd name="T1" fmla="*/ 0 h 912"/>
              <a:gd name="T2" fmla="*/ 2056447500 w 1008"/>
              <a:gd name="T3" fmla="*/ 846772500 h 912"/>
              <a:gd name="T4" fmla="*/ 1088707500 w 1008"/>
              <a:gd name="T5" fmla="*/ 1572577500 h 912"/>
              <a:gd name="T6" fmla="*/ 0 w 1008"/>
              <a:gd name="T7" fmla="*/ 2147483646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912"/>
              <a:gd name="T14" fmla="*/ 1008 w 1008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912">
                <a:moveTo>
                  <a:pt x="1008" y="0"/>
                </a:moveTo>
                <a:cubicBezTo>
                  <a:pt x="960" y="116"/>
                  <a:pt x="912" y="232"/>
                  <a:pt x="816" y="336"/>
                </a:cubicBezTo>
                <a:cubicBezTo>
                  <a:pt x="720" y="440"/>
                  <a:pt x="568" y="528"/>
                  <a:pt x="432" y="624"/>
                </a:cubicBezTo>
                <a:cubicBezTo>
                  <a:pt x="296" y="720"/>
                  <a:pt x="148" y="816"/>
                  <a:pt x="0" y="912"/>
                </a:cubicBezTo>
              </a:path>
            </a:pathLst>
          </a:custGeom>
          <a:noFill/>
          <a:ln w="76200" cmpd="sng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5" name="Line 33"/>
          <p:cNvSpPr>
            <a:spLocks noChangeShapeType="1"/>
          </p:cNvSpPr>
          <p:nvPr/>
        </p:nvSpPr>
        <p:spPr bwMode="auto">
          <a:xfrm>
            <a:off x="8001000" y="1533267"/>
            <a:ext cx="914400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6" name="Rectangle 34"/>
          <p:cNvSpPr>
            <a:spLocks noChangeArrowheads="1"/>
          </p:cNvSpPr>
          <p:nvPr/>
        </p:nvSpPr>
        <p:spPr bwMode="auto">
          <a:xfrm>
            <a:off x="1469763" y="632570"/>
            <a:ext cx="90749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8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224537"/>
              </p:ext>
            </p:extLst>
          </p:nvPr>
        </p:nvGraphicFramePr>
        <p:xfrm>
          <a:off x="1532445" y="3253388"/>
          <a:ext cx="5191271" cy="1288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640" imgH="444240" progId="Equation.DSMT4">
                  <p:embed/>
                </p:oleObj>
              </mc:Choice>
              <mc:Fallback>
                <p:oleObj name="Equation" r:id="rId8" imgW="1790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32445" y="3253388"/>
                        <a:ext cx="5191271" cy="1288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039936"/>
              </p:ext>
            </p:extLst>
          </p:nvPr>
        </p:nvGraphicFramePr>
        <p:xfrm>
          <a:off x="1397000" y="4648200"/>
          <a:ext cx="6428445" cy="1199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55800" imgH="469800" progId="Equation.DSMT4">
                  <p:embed/>
                </p:oleObj>
              </mc:Choice>
              <mc:Fallback>
                <p:oleObj name="Equation" r:id="rId10" imgW="27558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97000" y="4648200"/>
                        <a:ext cx="6428445" cy="1199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6000208" y="620594"/>
            <a:ext cx="16959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被圆柱面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978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1" grpId="0" autoUpdateAnimBg="0"/>
      <p:bldP spid="38922" grpId="0" autoUpdateAnimBg="0"/>
      <p:bldP spid="38923" grpId="0" autoUpdateAnimBg="0"/>
      <p:bldP spid="38929" grpId="0" animBg="1"/>
      <p:bldP spid="38930" grpId="0" animBg="1"/>
      <p:bldP spid="38931" grpId="0" animBg="1"/>
      <p:bldP spid="38932" grpId="0" animBg="1"/>
      <p:bldP spid="38933" grpId="0" animBg="1"/>
      <p:bldP spid="38935" grpId="0" animBg="1"/>
      <p:bldP spid="38936" grpId="0" animBg="1"/>
      <p:bldP spid="38937" grpId="0" animBg="1"/>
      <p:bldP spid="38938" grpId="0" animBg="1"/>
      <p:bldP spid="38939" grpId="0" animBg="1"/>
      <p:bldP spid="38940" grpId="0" animBg="1"/>
      <p:bldP spid="38941" grpId="0" animBg="1"/>
      <p:bldP spid="38942" grpId="0" animBg="1"/>
      <p:bldP spid="38943" grpId="0" animBg="1"/>
      <p:bldP spid="38944" grpId="0" animBg="1"/>
      <p:bldP spid="3894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216451F-F979-48B6-B8F6-EEC75AE79556}" type="slidenum">
              <a:rPr lang="en-US" altLang="zh-CN" sz="1400">
                <a:solidFill>
                  <a:schemeClr val="tx1"/>
                </a:solidFill>
              </a:rPr>
              <a:pPr/>
              <a:t>21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2778" name="Rectangle 2"/>
          <p:cNvSpPr>
            <a:spLocks noChangeArrowheads="1"/>
          </p:cNvSpPr>
          <p:nvPr/>
        </p:nvSpPr>
        <p:spPr bwMode="auto">
          <a:xfrm>
            <a:off x="1946398" y="698973"/>
            <a:ext cx="3503584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9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计算双曲抛物面</a:t>
            </a:r>
          </a:p>
        </p:txBody>
      </p:sp>
      <p:graphicFrame>
        <p:nvGraphicFramePr>
          <p:cNvPr id="327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499056"/>
              </p:ext>
            </p:extLst>
          </p:nvPr>
        </p:nvGraphicFramePr>
        <p:xfrm>
          <a:off x="5250082" y="864226"/>
          <a:ext cx="1219936" cy="428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164880" progId="Equation.DSMT4">
                  <p:embed/>
                </p:oleObj>
              </mc:Choice>
              <mc:Fallback>
                <p:oleObj name="Equation" r:id="rId2" imgW="4698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0082" y="864226"/>
                        <a:ext cx="1219936" cy="428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Text Box 4"/>
          <p:cNvSpPr txBox="1">
            <a:spLocks noChangeArrowheads="1"/>
          </p:cNvSpPr>
          <p:nvPr/>
        </p:nvSpPr>
        <p:spPr bwMode="auto">
          <a:xfrm>
            <a:off x="6355192" y="711573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被柱面</a:t>
            </a:r>
          </a:p>
        </p:txBody>
      </p:sp>
      <p:graphicFrame>
        <p:nvGraphicFramePr>
          <p:cNvPr id="327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898371"/>
              </p:ext>
            </p:extLst>
          </p:nvPr>
        </p:nvGraphicFramePr>
        <p:xfrm>
          <a:off x="7579812" y="698336"/>
          <a:ext cx="2061576" cy="570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228600" progId="Equation.DSMT4">
                  <p:embed/>
                </p:oleObj>
              </mc:Choice>
              <mc:Fallback>
                <p:oleObj name="Equation" r:id="rId4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9812" y="698336"/>
                        <a:ext cx="2061576" cy="570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Text Box 6"/>
          <p:cNvSpPr txBox="1">
            <a:spLocks noChangeArrowheads="1"/>
          </p:cNvSpPr>
          <p:nvPr/>
        </p:nvSpPr>
        <p:spPr bwMode="auto">
          <a:xfrm>
            <a:off x="9589922" y="694442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所截</a:t>
            </a:r>
            <a:endParaRPr lang="zh-CN" altLang="en-US" b="1" i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29447" name="Text Box 7"/>
          <p:cNvSpPr txBox="1">
            <a:spLocks noChangeArrowheads="1"/>
          </p:cNvSpPr>
          <p:nvPr/>
        </p:nvSpPr>
        <p:spPr bwMode="auto">
          <a:xfrm>
            <a:off x="2012950" y="1809559"/>
            <a:ext cx="518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曲面在</a:t>
            </a:r>
            <a:r>
              <a:rPr lang="zh-CN" altLang="en-US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xoy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面上投影为</a:t>
            </a:r>
          </a:p>
        </p:txBody>
      </p:sp>
      <p:graphicFrame>
        <p:nvGraphicFramePr>
          <p:cNvPr id="8294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216403"/>
              </p:ext>
            </p:extLst>
          </p:nvPr>
        </p:nvGraphicFramePr>
        <p:xfrm>
          <a:off x="6867819" y="1801019"/>
          <a:ext cx="2642025" cy="552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228600" progId="Equation.DSMT4">
                  <p:embed/>
                </p:oleObj>
              </mc:Choice>
              <mc:Fallback>
                <p:oleObj name="Equation" r:id="rId6" imgW="1091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7819" y="1801019"/>
                        <a:ext cx="2642025" cy="552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49" name="Text Box 9"/>
          <p:cNvSpPr txBox="1">
            <a:spLocks noChangeArrowheads="1"/>
          </p:cNvSpPr>
          <p:nvPr/>
        </p:nvSpPr>
        <p:spPr bwMode="auto">
          <a:xfrm>
            <a:off x="9563100" y="1834889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8294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395694"/>
              </p:ext>
            </p:extLst>
          </p:nvPr>
        </p:nvGraphicFramePr>
        <p:xfrm>
          <a:off x="2216460" y="2468996"/>
          <a:ext cx="4368490" cy="95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22480" imgH="838080" progId="Equation.DSMT4">
                  <p:embed/>
                </p:oleObj>
              </mc:Choice>
              <mc:Fallback>
                <p:oleObj name="Equation" r:id="rId8" imgW="382248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460" y="2468996"/>
                        <a:ext cx="4368490" cy="95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262751"/>
              </p:ext>
            </p:extLst>
          </p:nvPr>
        </p:nvGraphicFramePr>
        <p:xfrm>
          <a:off x="2613025" y="3499632"/>
          <a:ext cx="3632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32040" imgH="838080" progId="Equation.DSMT4">
                  <p:embed/>
                </p:oleObj>
              </mc:Choice>
              <mc:Fallback>
                <p:oleObj name="Equation" r:id="rId10" imgW="363204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3499632"/>
                        <a:ext cx="3632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514188"/>
              </p:ext>
            </p:extLst>
          </p:nvPr>
        </p:nvGraphicFramePr>
        <p:xfrm>
          <a:off x="2622550" y="4334043"/>
          <a:ext cx="3887590" cy="814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17560" imgH="736560" progId="Equation.DSMT4">
                  <p:embed/>
                </p:oleObj>
              </mc:Choice>
              <mc:Fallback>
                <p:oleObj name="Equation" r:id="rId12" imgW="35175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4334043"/>
                        <a:ext cx="3887590" cy="814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528540"/>
              </p:ext>
            </p:extLst>
          </p:nvPr>
        </p:nvGraphicFramePr>
        <p:xfrm>
          <a:off x="2622550" y="5245004"/>
          <a:ext cx="396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62160" imgH="838080" progId="Equation.DSMT4">
                  <p:embed/>
                </p:oleObj>
              </mc:Choice>
              <mc:Fallback>
                <p:oleObj name="Equation" r:id="rId14" imgW="39621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5245004"/>
                        <a:ext cx="396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3" name="Text Box 14"/>
          <p:cNvSpPr txBox="1">
            <a:spLocks noChangeArrowheads="1"/>
          </p:cNvSpPr>
          <p:nvPr/>
        </p:nvSpPr>
        <p:spPr bwMode="auto">
          <a:xfrm>
            <a:off x="1946398" y="1251739"/>
            <a:ext cx="2784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出的面积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A </a:t>
            </a:r>
            <a:r>
              <a:rPr lang="en-US" altLang="zh-CN" b="1" i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32784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600" y="2843001"/>
            <a:ext cx="26574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267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47" grpId="0" build="p" autoUpdateAnimBg="0"/>
      <p:bldP spid="82944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Oval 3" descr="小棋盘"/>
          <p:cNvSpPr>
            <a:spLocks noChangeArrowheads="1"/>
          </p:cNvSpPr>
          <p:nvPr/>
        </p:nvSpPr>
        <p:spPr bwMode="auto">
          <a:xfrm>
            <a:off x="9306966" y="2498829"/>
            <a:ext cx="1936390" cy="758833"/>
          </a:xfrm>
          <a:prstGeom prst="ellipse">
            <a:avLst/>
          </a:prstGeom>
          <a:pattFill prst="smCheck">
            <a:fgClr>
              <a:srgbClr val="FF0000"/>
            </a:fgClr>
            <a:bgClr>
              <a:srgbClr val="FFFFFF"/>
            </a:bgClr>
          </a:pattFill>
          <a:ln w="19050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3124" name="Group 4"/>
          <p:cNvGrpSpPr>
            <a:grpSpLocks/>
          </p:cNvGrpSpPr>
          <p:nvPr/>
        </p:nvGrpSpPr>
        <p:grpSpPr bwMode="auto">
          <a:xfrm>
            <a:off x="8893856" y="124278"/>
            <a:ext cx="2933700" cy="3886200"/>
            <a:chOff x="1895" y="1226"/>
            <a:chExt cx="1848" cy="2448"/>
          </a:xfrm>
        </p:grpSpPr>
        <p:sp>
          <p:nvSpPr>
            <p:cNvPr id="133125" name="Line 5"/>
            <p:cNvSpPr>
              <a:spLocks noChangeShapeType="1"/>
            </p:cNvSpPr>
            <p:nvPr/>
          </p:nvSpPr>
          <p:spPr bwMode="auto">
            <a:xfrm>
              <a:off x="1952" y="2610"/>
              <a:ext cx="1791" cy="8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126" name="Line 6"/>
            <p:cNvSpPr>
              <a:spLocks noChangeShapeType="1"/>
            </p:cNvSpPr>
            <p:nvPr/>
          </p:nvSpPr>
          <p:spPr bwMode="auto">
            <a:xfrm flipH="1">
              <a:off x="1895" y="2565"/>
              <a:ext cx="1663" cy="8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127" name="Text Box 7"/>
            <p:cNvSpPr txBox="1">
              <a:spLocks noChangeArrowheads="1"/>
            </p:cNvSpPr>
            <p:nvPr/>
          </p:nvSpPr>
          <p:spPr bwMode="auto">
            <a:xfrm>
              <a:off x="3375" y="3344"/>
              <a:ext cx="23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3128" name="Text Box 8"/>
            <p:cNvSpPr txBox="1">
              <a:spLocks noChangeArrowheads="1"/>
            </p:cNvSpPr>
            <p:nvPr/>
          </p:nvSpPr>
          <p:spPr bwMode="auto">
            <a:xfrm>
              <a:off x="2060" y="3244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129" name="Text Box 9"/>
            <p:cNvSpPr txBox="1">
              <a:spLocks noChangeArrowheads="1"/>
            </p:cNvSpPr>
            <p:nvPr/>
          </p:nvSpPr>
          <p:spPr bwMode="auto">
            <a:xfrm>
              <a:off x="2887" y="1226"/>
              <a:ext cx="49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130" name="Text Box 10"/>
            <p:cNvSpPr txBox="1">
              <a:spLocks noChangeArrowheads="1"/>
            </p:cNvSpPr>
            <p:nvPr/>
          </p:nvSpPr>
          <p:spPr bwMode="auto">
            <a:xfrm>
              <a:off x="2342" y="2800"/>
              <a:ext cx="30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131" name="Line 11"/>
            <p:cNvSpPr>
              <a:spLocks noChangeShapeType="1"/>
            </p:cNvSpPr>
            <p:nvPr/>
          </p:nvSpPr>
          <p:spPr bwMode="auto">
            <a:xfrm flipH="1" flipV="1">
              <a:off x="2761" y="1263"/>
              <a:ext cx="2" cy="17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3141" name="Text Box 21"/>
          <p:cNvSpPr txBox="1">
            <a:spLocks noChangeArrowheads="1"/>
          </p:cNvSpPr>
          <p:nvPr/>
        </p:nvSpPr>
        <p:spPr bwMode="auto">
          <a:xfrm>
            <a:off x="10142428" y="2922869"/>
            <a:ext cx="3199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42" name="Text Box 22"/>
          <p:cNvSpPr txBox="1">
            <a:spLocks noChangeArrowheads="1"/>
          </p:cNvSpPr>
          <p:nvPr/>
        </p:nvSpPr>
        <p:spPr bwMode="auto">
          <a:xfrm>
            <a:off x="4287942" y="5734151"/>
            <a:ext cx="7911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</p:txBody>
      </p:sp>
      <p:graphicFrame>
        <p:nvGraphicFramePr>
          <p:cNvPr id="1331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101102"/>
              </p:ext>
            </p:extLst>
          </p:nvPr>
        </p:nvGraphicFramePr>
        <p:xfrm>
          <a:off x="4906075" y="5779067"/>
          <a:ext cx="3460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2720" imgH="431640" progId="Equation.3">
                  <p:embed/>
                </p:oleObj>
              </mc:Choice>
              <mc:Fallback>
                <p:oleObj name="公式" r:id="rId3" imgW="3427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075" y="5779067"/>
                        <a:ext cx="3460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217806"/>
              </p:ext>
            </p:extLst>
          </p:nvPr>
        </p:nvGraphicFramePr>
        <p:xfrm>
          <a:off x="5218220" y="5778407"/>
          <a:ext cx="6191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22080" imgH="431640" progId="Equation.3">
                  <p:embed/>
                </p:oleObj>
              </mc:Choice>
              <mc:Fallback>
                <p:oleObj name="公式" r:id="rId5" imgW="622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8220" y="5778407"/>
                        <a:ext cx="6191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5" name="Text Box 25"/>
          <p:cNvSpPr txBox="1">
            <a:spLocks noChangeArrowheads="1"/>
          </p:cNvSpPr>
          <p:nvPr/>
        </p:nvSpPr>
        <p:spPr bwMode="auto">
          <a:xfrm>
            <a:off x="8329569" y="4436589"/>
            <a:ext cx="6543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3314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825651"/>
              </p:ext>
            </p:extLst>
          </p:nvPr>
        </p:nvGraphicFramePr>
        <p:xfrm>
          <a:off x="9074944" y="4234013"/>
          <a:ext cx="262413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920680" imgH="1117440" progId="Equation.3">
                  <p:embed/>
                </p:oleObj>
              </mc:Choice>
              <mc:Fallback>
                <p:oleObj name="公式" r:id="rId7" imgW="292068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4944" y="4234013"/>
                        <a:ext cx="2624137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766989"/>
              </p:ext>
            </p:extLst>
          </p:nvPr>
        </p:nvGraphicFramePr>
        <p:xfrm>
          <a:off x="10672244" y="3213505"/>
          <a:ext cx="663870" cy="469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04560" imgH="215640" progId="Equation.3">
                  <p:embed/>
                </p:oleObj>
              </mc:Choice>
              <mc:Fallback>
                <p:oleObj name="公式" r:id="rId9" imgW="304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2244" y="3213505"/>
                        <a:ext cx="663870" cy="469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257879"/>
              </p:ext>
            </p:extLst>
          </p:nvPr>
        </p:nvGraphicFramePr>
        <p:xfrm>
          <a:off x="8919390" y="5365448"/>
          <a:ext cx="23542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628720" imgH="1015920" progId="Equation.3">
                  <p:embed/>
                </p:oleObj>
              </mc:Choice>
              <mc:Fallback>
                <p:oleObj name="公式" r:id="rId11" imgW="2628720" imgH="1015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9390" y="5365448"/>
                        <a:ext cx="235426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628793"/>
              </p:ext>
            </p:extLst>
          </p:nvPr>
        </p:nvGraphicFramePr>
        <p:xfrm>
          <a:off x="9677981" y="2074492"/>
          <a:ext cx="422011" cy="448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03040" imgH="215640" progId="Equation.3">
                  <p:embed/>
                </p:oleObj>
              </mc:Choice>
              <mc:Fallback>
                <p:oleObj name="公式" r:id="rId13" imgW="203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7981" y="2074492"/>
                        <a:ext cx="422011" cy="448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3" name="Text Box 33"/>
          <p:cNvSpPr txBox="1">
            <a:spLocks noChangeArrowheads="1"/>
          </p:cNvSpPr>
          <p:nvPr/>
        </p:nvSpPr>
        <p:spPr bwMode="auto">
          <a:xfrm>
            <a:off x="10279063" y="2781301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3173" name="Text Box 53"/>
          <p:cNvSpPr txBox="1">
            <a:spLocks noChangeArrowheads="1"/>
          </p:cNvSpPr>
          <p:nvPr/>
        </p:nvSpPr>
        <p:spPr bwMode="auto">
          <a:xfrm>
            <a:off x="10431463" y="2933701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graphicFrame>
        <p:nvGraphicFramePr>
          <p:cNvPr id="133175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340852"/>
              </p:ext>
            </p:extLst>
          </p:nvPr>
        </p:nvGraphicFramePr>
        <p:xfrm>
          <a:off x="10522124" y="988591"/>
          <a:ext cx="379985" cy="461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77480" imgH="215640" progId="Equation.3">
                  <p:embed/>
                </p:oleObj>
              </mc:Choice>
              <mc:Fallback>
                <p:oleObj name="公式" r:id="rId15" imgW="177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2124" y="988591"/>
                        <a:ext cx="379985" cy="461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6" name="Rectangle 56"/>
          <p:cNvSpPr>
            <a:spLocks noGrp="1" noChangeArrowheads="1"/>
          </p:cNvSpPr>
          <p:nvPr>
            <p:ph type="title" idx="4294967295"/>
          </p:nvPr>
        </p:nvSpPr>
        <p:spPr>
          <a:xfrm>
            <a:off x="1984375" y="5207000"/>
            <a:ext cx="304800" cy="190500"/>
          </a:xfrm>
        </p:spPr>
        <p:txBody>
          <a:bodyPr>
            <a:normAutofit fontScale="90000"/>
          </a:bodyPr>
          <a:lstStyle/>
          <a:p>
            <a:r>
              <a:rPr lang="en-US" altLang="zh-CN" sz="800"/>
              <a:t>.</a:t>
            </a:r>
            <a:endParaRPr lang="en-US" altLang="zh-CN"/>
          </a:p>
        </p:txBody>
      </p:sp>
      <p:sp>
        <p:nvSpPr>
          <p:cNvPr id="133178" name="Text Box 58"/>
          <p:cNvSpPr txBox="1">
            <a:spLocks noChangeArrowheads="1"/>
          </p:cNvSpPr>
          <p:nvPr/>
        </p:nvSpPr>
        <p:spPr bwMode="auto">
          <a:xfrm>
            <a:off x="573763" y="373239"/>
            <a:ext cx="1152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3179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029218"/>
              </p:ext>
            </p:extLst>
          </p:nvPr>
        </p:nvGraphicFramePr>
        <p:xfrm>
          <a:off x="1357807" y="244037"/>
          <a:ext cx="7843309" cy="1286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162240" imgH="520560" progId="Equation.DSMT4">
                  <p:embed/>
                </p:oleObj>
              </mc:Choice>
              <mc:Fallback>
                <p:oleObj name="Equation" r:id="rId17" imgW="31622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807" y="244037"/>
                        <a:ext cx="7843309" cy="1286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58"/>
          <p:cNvSpPr txBox="1">
            <a:spLocks noChangeArrowheads="1"/>
          </p:cNvSpPr>
          <p:nvPr/>
        </p:nvSpPr>
        <p:spPr bwMode="auto">
          <a:xfrm>
            <a:off x="427395" y="1720339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6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455869"/>
              </p:ext>
            </p:extLst>
          </p:nvPr>
        </p:nvGraphicFramePr>
        <p:xfrm>
          <a:off x="1398588" y="1651000"/>
          <a:ext cx="38258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26920" imgH="393480" progId="Equation.DSMT4">
                  <p:embed/>
                </p:oleObj>
              </mc:Choice>
              <mc:Fallback>
                <p:oleObj name="Equation" r:id="rId19" imgW="1726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1651000"/>
                        <a:ext cx="38258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341411"/>
              </p:ext>
            </p:extLst>
          </p:nvPr>
        </p:nvGraphicFramePr>
        <p:xfrm>
          <a:off x="5179006" y="1497723"/>
          <a:ext cx="3527425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38000" imgH="507960" progId="Equation.DSMT4">
                  <p:embed/>
                </p:oleObj>
              </mc:Choice>
              <mc:Fallback>
                <p:oleObj name="Equation" r:id="rId21" imgW="16380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9006" y="1497723"/>
                        <a:ext cx="3527425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620327"/>
              </p:ext>
            </p:extLst>
          </p:nvPr>
        </p:nvGraphicFramePr>
        <p:xfrm>
          <a:off x="1386599" y="2635561"/>
          <a:ext cx="44656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81080" imgH="431640" progId="Equation.DSMT4">
                  <p:embed/>
                </p:oleObj>
              </mc:Choice>
              <mc:Fallback>
                <p:oleObj name="Equation" r:id="rId23" imgW="1981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599" y="2635561"/>
                        <a:ext cx="4465638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209783"/>
              </p:ext>
            </p:extLst>
          </p:nvPr>
        </p:nvGraphicFramePr>
        <p:xfrm>
          <a:off x="5810918" y="2801329"/>
          <a:ext cx="259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590560" imgH="457200" progId="Equation.DSMT4">
                  <p:embed/>
                </p:oleObj>
              </mc:Choice>
              <mc:Fallback>
                <p:oleObj name="Equation" r:id="rId25" imgW="2590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918" y="2801329"/>
                        <a:ext cx="2590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139204"/>
              </p:ext>
            </p:extLst>
          </p:nvPr>
        </p:nvGraphicFramePr>
        <p:xfrm>
          <a:off x="1136650" y="3644285"/>
          <a:ext cx="417671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42920" imgH="469800" progId="Equation.DSMT4">
                  <p:embed/>
                </p:oleObj>
              </mc:Choice>
              <mc:Fallback>
                <p:oleObj name="Equation" r:id="rId27" imgW="19429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3644285"/>
                        <a:ext cx="4176713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735963"/>
              </p:ext>
            </p:extLst>
          </p:nvPr>
        </p:nvGraphicFramePr>
        <p:xfrm>
          <a:off x="1478663" y="4699729"/>
          <a:ext cx="360045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01720" imgH="393480" progId="Equation.DSMT4">
                  <p:embed/>
                </p:oleObj>
              </mc:Choice>
              <mc:Fallback>
                <p:oleObj name="Equation" r:id="rId29" imgW="17017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663" y="4699729"/>
                        <a:ext cx="360045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262444"/>
              </p:ext>
            </p:extLst>
          </p:nvPr>
        </p:nvGraphicFramePr>
        <p:xfrm>
          <a:off x="1478663" y="5625906"/>
          <a:ext cx="2105046" cy="798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2209680" imgH="838080" progId="Equation.3">
                  <p:embed/>
                </p:oleObj>
              </mc:Choice>
              <mc:Fallback>
                <p:oleObj name="公式" r:id="rId31" imgW="2209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663" y="5625906"/>
                        <a:ext cx="2105046" cy="798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975128"/>
              </p:ext>
            </p:extLst>
          </p:nvPr>
        </p:nvGraphicFramePr>
        <p:xfrm>
          <a:off x="5936087" y="5533166"/>
          <a:ext cx="120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206360" imgH="838080" progId="Equation.3">
                  <p:embed/>
                </p:oleObj>
              </mc:Choice>
              <mc:Fallback>
                <p:oleObj name="公式" r:id="rId33" imgW="1206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087" y="5533166"/>
                        <a:ext cx="1206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9297666" y="296779"/>
            <a:ext cx="2009493" cy="2607126"/>
            <a:chOff x="9284459" y="278132"/>
            <a:chExt cx="2009493" cy="2607126"/>
          </a:xfrm>
        </p:grpSpPr>
        <p:grpSp>
          <p:nvGrpSpPr>
            <p:cNvPr id="7" name="组合 6"/>
            <p:cNvGrpSpPr/>
            <p:nvPr/>
          </p:nvGrpSpPr>
          <p:grpSpPr>
            <a:xfrm>
              <a:off x="9284459" y="874660"/>
              <a:ext cx="2009493" cy="2010598"/>
              <a:chOff x="10003449" y="1035677"/>
              <a:chExt cx="2009493" cy="2010598"/>
            </a:xfrm>
          </p:grpSpPr>
          <p:sp>
            <p:nvSpPr>
              <p:cNvPr id="60" name="弧形 59"/>
              <p:cNvSpPr/>
              <p:nvPr/>
            </p:nvSpPr>
            <p:spPr>
              <a:xfrm rot="16200000">
                <a:off x="10692458" y="869061"/>
                <a:ext cx="631477" cy="1967344"/>
              </a:xfrm>
              <a:prstGeom prst="arc">
                <a:avLst>
                  <a:gd name="adj1" fmla="val 16206641"/>
                  <a:gd name="adj2" fmla="val 5381320"/>
                </a:avLst>
              </a:prstGeom>
              <a:solidFill>
                <a:srgbClr val="FF66FF"/>
              </a:solidFill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0003449" y="1035677"/>
                <a:ext cx="2009493" cy="2010598"/>
                <a:chOff x="9284746" y="836939"/>
                <a:chExt cx="2009493" cy="2010598"/>
              </a:xfrm>
            </p:grpSpPr>
            <p:sp>
              <p:nvSpPr>
                <p:cNvPr id="133135" name="Freeform 15"/>
                <p:cNvSpPr>
                  <a:spLocks/>
                </p:cNvSpPr>
                <p:nvPr/>
              </p:nvSpPr>
              <p:spPr bwMode="auto">
                <a:xfrm>
                  <a:off x="9284746" y="1658551"/>
                  <a:ext cx="2009493" cy="1188986"/>
                </a:xfrm>
                <a:custGeom>
                  <a:avLst/>
                  <a:gdLst>
                    <a:gd name="T0" fmla="*/ 0 w 1722"/>
                    <a:gd name="T1" fmla="*/ 0 h 1409"/>
                    <a:gd name="T2" fmla="*/ 288 w 1722"/>
                    <a:gd name="T3" fmla="*/ 780 h 1409"/>
                    <a:gd name="T4" fmla="*/ 350 w 1722"/>
                    <a:gd name="T5" fmla="*/ 935 h 1409"/>
                    <a:gd name="T6" fmla="*/ 408 w 1722"/>
                    <a:gd name="T7" fmla="*/ 1058 h 1409"/>
                    <a:gd name="T8" fmla="*/ 461 w 1722"/>
                    <a:gd name="T9" fmla="*/ 1158 h 1409"/>
                    <a:gd name="T10" fmla="*/ 503 w 1722"/>
                    <a:gd name="T11" fmla="*/ 1217 h 1409"/>
                    <a:gd name="T12" fmla="*/ 545 w 1722"/>
                    <a:gd name="T13" fmla="*/ 1265 h 1409"/>
                    <a:gd name="T14" fmla="*/ 597 w 1722"/>
                    <a:gd name="T15" fmla="*/ 1308 h 1409"/>
                    <a:gd name="T16" fmla="*/ 641 w 1722"/>
                    <a:gd name="T17" fmla="*/ 1343 h 1409"/>
                    <a:gd name="T18" fmla="*/ 686 w 1722"/>
                    <a:gd name="T19" fmla="*/ 1370 h 1409"/>
                    <a:gd name="T20" fmla="*/ 726 w 1722"/>
                    <a:gd name="T21" fmla="*/ 1385 h 1409"/>
                    <a:gd name="T22" fmla="*/ 767 w 1722"/>
                    <a:gd name="T23" fmla="*/ 1397 h 1409"/>
                    <a:gd name="T24" fmla="*/ 806 w 1722"/>
                    <a:gd name="T25" fmla="*/ 1404 h 1409"/>
                    <a:gd name="T26" fmla="*/ 849 w 1722"/>
                    <a:gd name="T27" fmla="*/ 1409 h 1409"/>
                    <a:gd name="T28" fmla="*/ 885 w 1722"/>
                    <a:gd name="T29" fmla="*/ 1406 h 1409"/>
                    <a:gd name="T30" fmla="*/ 921 w 1722"/>
                    <a:gd name="T31" fmla="*/ 1401 h 1409"/>
                    <a:gd name="T32" fmla="*/ 963 w 1722"/>
                    <a:gd name="T33" fmla="*/ 1392 h 1409"/>
                    <a:gd name="T34" fmla="*/ 1002 w 1722"/>
                    <a:gd name="T35" fmla="*/ 1379 h 1409"/>
                    <a:gd name="T36" fmla="*/ 1032 w 1722"/>
                    <a:gd name="T37" fmla="*/ 1367 h 1409"/>
                    <a:gd name="T38" fmla="*/ 1074 w 1722"/>
                    <a:gd name="T39" fmla="*/ 1340 h 1409"/>
                    <a:gd name="T40" fmla="*/ 1110 w 1722"/>
                    <a:gd name="T41" fmla="*/ 1314 h 1409"/>
                    <a:gd name="T42" fmla="*/ 1154 w 1722"/>
                    <a:gd name="T43" fmla="*/ 1277 h 1409"/>
                    <a:gd name="T44" fmla="*/ 1188 w 1722"/>
                    <a:gd name="T45" fmla="*/ 1242 h 1409"/>
                    <a:gd name="T46" fmla="*/ 1226 w 1722"/>
                    <a:gd name="T47" fmla="*/ 1197 h 1409"/>
                    <a:gd name="T48" fmla="*/ 1254 w 1722"/>
                    <a:gd name="T49" fmla="*/ 1152 h 1409"/>
                    <a:gd name="T50" fmla="*/ 1293 w 1722"/>
                    <a:gd name="T51" fmla="*/ 1082 h 1409"/>
                    <a:gd name="T52" fmla="*/ 1349 w 1722"/>
                    <a:gd name="T53" fmla="*/ 969 h 1409"/>
                    <a:gd name="T54" fmla="*/ 1413 w 1722"/>
                    <a:gd name="T55" fmla="*/ 825 h 1409"/>
                    <a:gd name="T56" fmla="*/ 1497 w 1722"/>
                    <a:gd name="T57" fmla="*/ 629 h 1409"/>
                    <a:gd name="T58" fmla="*/ 1722 w 1722"/>
                    <a:gd name="T59" fmla="*/ 27 h 1409"/>
                    <a:gd name="T60" fmla="*/ 1626 w 1722"/>
                    <a:gd name="T61" fmla="*/ 147 h 1409"/>
                    <a:gd name="T62" fmla="*/ 1536 w 1722"/>
                    <a:gd name="T63" fmla="*/ 225 h 1409"/>
                    <a:gd name="T64" fmla="*/ 1458 w 1722"/>
                    <a:gd name="T65" fmla="*/ 273 h 1409"/>
                    <a:gd name="T66" fmla="*/ 1392 w 1722"/>
                    <a:gd name="T67" fmla="*/ 306 h 1409"/>
                    <a:gd name="T68" fmla="*/ 1314 w 1722"/>
                    <a:gd name="T69" fmla="*/ 333 h 1409"/>
                    <a:gd name="T70" fmla="*/ 1224 w 1722"/>
                    <a:gd name="T71" fmla="*/ 366 h 1409"/>
                    <a:gd name="T72" fmla="*/ 1131 w 1722"/>
                    <a:gd name="T73" fmla="*/ 384 h 1409"/>
                    <a:gd name="T74" fmla="*/ 1056 w 1722"/>
                    <a:gd name="T75" fmla="*/ 399 h 1409"/>
                    <a:gd name="T76" fmla="*/ 951 w 1722"/>
                    <a:gd name="T77" fmla="*/ 408 h 1409"/>
                    <a:gd name="T78" fmla="*/ 807 w 1722"/>
                    <a:gd name="T79" fmla="*/ 408 h 1409"/>
                    <a:gd name="T80" fmla="*/ 717 w 1722"/>
                    <a:gd name="T81" fmla="*/ 402 h 1409"/>
                    <a:gd name="T82" fmla="*/ 627 w 1722"/>
                    <a:gd name="T83" fmla="*/ 384 h 1409"/>
                    <a:gd name="T84" fmla="*/ 537 w 1722"/>
                    <a:gd name="T85" fmla="*/ 372 h 1409"/>
                    <a:gd name="T86" fmla="*/ 459 w 1722"/>
                    <a:gd name="T87" fmla="*/ 357 h 1409"/>
                    <a:gd name="T88" fmla="*/ 375 w 1722"/>
                    <a:gd name="T89" fmla="*/ 330 h 1409"/>
                    <a:gd name="T90" fmla="*/ 294 w 1722"/>
                    <a:gd name="T91" fmla="*/ 291 h 1409"/>
                    <a:gd name="T92" fmla="*/ 231 w 1722"/>
                    <a:gd name="T93" fmla="*/ 258 h 1409"/>
                    <a:gd name="T94" fmla="*/ 180 w 1722"/>
                    <a:gd name="T95" fmla="*/ 225 h 1409"/>
                    <a:gd name="T96" fmla="*/ 132 w 1722"/>
                    <a:gd name="T97" fmla="*/ 186 h 1409"/>
                    <a:gd name="T98" fmla="*/ 72 w 1722"/>
                    <a:gd name="T99" fmla="*/ 126 h 1409"/>
                    <a:gd name="T100" fmla="*/ 0 w 1722"/>
                    <a:gd name="T101" fmla="*/ 0 h 14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722" h="1409">
                      <a:moveTo>
                        <a:pt x="0" y="0"/>
                      </a:moveTo>
                      <a:lnTo>
                        <a:pt x="288" y="780"/>
                      </a:lnTo>
                      <a:lnTo>
                        <a:pt x="350" y="935"/>
                      </a:lnTo>
                      <a:lnTo>
                        <a:pt x="408" y="1058"/>
                      </a:lnTo>
                      <a:lnTo>
                        <a:pt x="461" y="1158"/>
                      </a:lnTo>
                      <a:lnTo>
                        <a:pt x="503" y="1217"/>
                      </a:lnTo>
                      <a:lnTo>
                        <a:pt x="545" y="1265"/>
                      </a:lnTo>
                      <a:lnTo>
                        <a:pt x="597" y="1308"/>
                      </a:lnTo>
                      <a:lnTo>
                        <a:pt x="641" y="1343"/>
                      </a:lnTo>
                      <a:lnTo>
                        <a:pt x="686" y="1370"/>
                      </a:lnTo>
                      <a:lnTo>
                        <a:pt x="726" y="1385"/>
                      </a:lnTo>
                      <a:lnTo>
                        <a:pt x="767" y="1397"/>
                      </a:lnTo>
                      <a:lnTo>
                        <a:pt x="806" y="1404"/>
                      </a:lnTo>
                      <a:lnTo>
                        <a:pt x="849" y="1409"/>
                      </a:lnTo>
                      <a:lnTo>
                        <a:pt x="885" y="1406"/>
                      </a:lnTo>
                      <a:lnTo>
                        <a:pt x="921" y="1401"/>
                      </a:lnTo>
                      <a:lnTo>
                        <a:pt x="963" y="1392"/>
                      </a:lnTo>
                      <a:lnTo>
                        <a:pt x="1002" y="1379"/>
                      </a:lnTo>
                      <a:lnTo>
                        <a:pt x="1032" y="1367"/>
                      </a:lnTo>
                      <a:lnTo>
                        <a:pt x="1074" y="1340"/>
                      </a:lnTo>
                      <a:lnTo>
                        <a:pt x="1110" y="1314"/>
                      </a:lnTo>
                      <a:lnTo>
                        <a:pt x="1154" y="1277"/>
                      </a:lnTo>
                      <a:lnTo>
                        <a:pt x="1188" y="1242"/>
                      </a:lnTo>
                      <a:lnTo>
                        <a:pt x="1226" y="1197"/>
                      </a:lnTo>
                      <a:lnTo>
                        <a:pt x="1254" y="1152"/>
                      </a:lnTo>
                      <a:lnTo>
                        <a:pt x="1293" y="1082"/>
                      </a:lnTo>
                      <a:lnTo>
                        <a:pt x="1349" y="969"/>
                      </a:lnTo>
                      <a:lnTo>
                        <a:pt x="1413" y="825"/>
                      </a:lnTo>
                      <a:lnTo>
                        <a:pt x="1497" y="629"/>
                      </a:lnTo>
                      <a:lnTo>
                        <a:pt x="1722" y="27"/>
                      </a:lnTo>
                      <a:lnTo>
                        <a:pt x="1626" y="147"/>
                      </a:lnTo>
                      <a:lnTo>
                        <a:pt x="1536" y="225"/>
                      </a:lnTo>
                      <a:lnTo>
                        <a:pt x="1458" y="273"/>
                      </a:lnTo>
                      <a:lnTo>
                        <a:pt x="1392" y="306"/>
                      </a:lnTo>
                      <a:lnTo>
                        <a:pt x="1314" y="333"/>
                      </a:lnTo>
                      <a:lnTo>
                        <a:pt x="1224" y="366"/>
                      </a:lnTo>
                      <a:lnTo>
                        <a:pt x="1131" y="384"/>
                      </a:lnTo>
                      <a:lnTo>
                        <a:pt x="1056" y="399"/>
                      </a:lnTo>
                      <a:lnTo>
                        <a:pt x="951" y="408"/>
                      </a:lnTo>
                      <a:lnTo>
                        <a:pt x="807" y="408"/>
                      </a:lnTo>
                      <a:lnTo>
                        <a:pt x="717" y="402"/>
                      </a:lnTo>
                      <a:lnTo>
                        <a:pt x="627" y="384"/>
                      </a:lnTo>
                      <a:lnTo>
                        <a:pt x="537" y="372"/>
                      </a:lnTo>
                      <a:lnTo>
                        <a:pt x="459" y="357"/>
                      </a:lnTo>
                      <a:lnTo>
                        <a:pt x="375" y="330"/>
                      </a:lnTo>
                      <a:lnTo>
                        <a:pt x="294" y="291"/>
                      </a:lnTo>
                      <a:lnTo>
                        <a:pt x="231" y="258"/>
                      </a:lnTo>
                      <a:lnTo>
                        <a:pt x="180" y="225"/>
                      </a:lnTo>
                      <a:lnTo>
                        <a:pt x="132" y="186"/>
                      </a:lnTo>
                      <a:lnTo>
                        <a:pt x="72" y="1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rgbClr val="007500"/>
                    </a:gs>
                    <a:gs pos="0">
                      <a:srgbClr val="00CC00">
                        <a:gamma/>
                        <a:shade val="43137"/>
                        <a:invGamma/>
                        <a:alpha val="32000"/>
                      </a:srgbClr>
                    </a:gs>
                    <a:gs pos="84000">
                      <a:srgbClr val="00CC00"/>
                    </a:gs>
                    <a:gs pos="98000">
                      <a:srgbClr val="00CC00">
                        <a:gamma/>
                        <a:shade val="43137"/>
                        <a:invGamma/>
                      </a:srgb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 cmpd="sng">
                      <a:solidFill>
                        <a:srgbClr val="0099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" name="弧形 2"/>
                <p:cNvSpPr/>
                <p:nvPr/>
              </p:nvSpPr>
              <p:spPr>
                <a:xfrm rot="5400000">
                  <a:off x="9904499" y="659163"/>
                  <a:ext cx="759834" cy="1967345"/>
                </a:xfrm>
                <a:prstGeom prst="arc">
                  <a:avLst>
                    <a:gd name="adj1" fmla="val 16193749"/>
                    <a:gd name="adj2" fmla="val 5388635"/>
                  </a:avLst>
                </a:prstGeom>
                <a:solidFill>
                  <a:srgbClr val="FF66FF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弧形 60"/>
                <p:cNvSpPr/>
                <p:nvPr/>
              </p:nvSpPr>
              <p:spPr>
                <a:xfrm rot="16200000">
                  <a:off x="9465635" y="667002"/>
                  <a:ext cx="1654064" cy="1993938"/>
                </a:xfrm>
                <a:prstGeom prst="arc">
                  <a:avLst>
                    <a:gd name="adj1" fmla="val 16175155"/>
                    <a:gd name="adj2" fmla="val 5453615"/>
                  </a:avLst>
                </a:prstGeom>
                <a:solidFill>
                  <a:srgbClr val="FF66FF">
                    <a:alpha val="40000"/>
                  </a:srgbClr>
                </a:solidFill>
                <a:ln w="25400">
                  <a:solidFill>
                    <a:schemeClr val="tx1">
                      <a:alpha val="1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80" name="Line 54"/>
            <p:cNvSpPr>
              <a:spLocks noChangeShapeType="1"/>
            </p:cNvSpPr>
            <p:nvPr/>
          </p:nvSpPr>
          <p:spPr bwMode="auto">
            <a:xfrm flipV="1">
              <a:off x="10266786" y="278132"/>
              <a:ext cx="1845" cy="588771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519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13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animBg="1"/>
      <p:bldP spid="133141" grpId="0" autoUpdateAnimBg="0"/>
      <p:bldP spid="133142" grpId="0"/>
      <p:bldP spid="133145" grpId="0" autoUpdateAnimBg="0"/>
      <p:bldP spid="6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1346" y="591127"/>
            <a:ext cx="2757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</a:t>
            </a:r>
            <a:r>
              <a:rPr lang="zh-CN" altLang="en-US" sz="3200" b="1" dirty="0">
                <a:solidFill>
                  <a:srgbClr val="FF0000"/>
                </a:solidFill>
              </a:rPr>
              <a:t>、物理应用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1346" y="1283854"/>
            <a:ext cx="2167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CC"/>
                </a:solidFill>
              </a:rPr>
              <a:t>、物体质量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69410" y="1838238"/>
            <a:ext cx="7898844" cy="523928"/>
            <a:chOff x="1069410" y="1838238"/>
            <a:chExt cx="7898844" cy="523928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8238369"/>
                </p:ext>
              </p:extLst>
            </p:nvPr>
          </p:nvGraphicFramePr>
          <p:xfrm>
            <a:off x="1069410" y="1838238"/>
            <a:ext cx="5094288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34880" imgH="215640" progId="Equation.DSMT4">
                    <p:embed/>
                  </p:oleObj>
                </mc:Choice>
                <mc:Fallback>
                  <p:oleObj name="Equation" r:id="rId2" imgW="22348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69410" y="1838238"/>
                          <a:ext cx="5094288" cy="492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6692387"/>
                </p:ext>
              </p:extLst>
            </p:nvPr>
          </p:nvGraphicFramePr>
          <p:xfrm>
            <a:off x="6131255" y="1893923"/>
            <a:ext cx="2836999" cy="468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07880" imgH="215640" progId="Equation.DSMT4">
                    <p:embed/>
                  </p:oleObj>
                </mc:Choice>
                <mc:Fallback>
                  <p:oleObj name="Equation" r:id="rId4" imgW="13078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131255" y="1893923"/>
                          <a:ext cx="2836999" cy="4682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/>
          <p:cNvSpPr txBox="1"/>
          <p:nvPr/>
        </p:nvSpPr>
        <p:spPr>
          <a:xfrm>
            <a:off x="1096963" y="235921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则薄片的质量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957749"/>
              </p:ext>
            </p:extLst>
          </p:nvPr>
        </p:nvGraphicFramePr>
        <p:xfrm>
          <a:off x="3277929" y="2793636"/>
          <a:ext cx="2705280" cy="872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380880" progId="Equation.DSMT4">
                  <p:embed/>
                </p:oleObj>
              </mc:Choice>
              <mc:Fallback>
                <p:oleObj name="Equation" r:id="rId6" imgW="1180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77929" y="2793636"/>
                        <a:ext cx="2705280" cy="872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279446" y="3854666"/>
            <a:ext cx="9032874" cy="520976"/>
            <a:chOff x="1279446" y="3854666"/>
            <a:chExt cx="9032874" cy="520976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2401345"/>
                </p:ext>
              </p:extLst>
            </p:nvPr>
          </p:nvGraphicFramePr>
          <p:xfrm>
            <a:off x="1279446" y="3854666"/>
            <a:ext cx="4313237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92160" imgH="215640" progId="Equation.DSMT4">
                    <p:embed/>
                  </p:oleObj>
                </mc:Choice>
                <mc:Fallback>
                  <p:oleObj name="Equation" r:id="rId8" imgW="189216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79446" y="3854666"/>
                          <a:ext cx="4313237" cy="492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5389752"/>
                </p:ext>
              </p:extLst>
            </p:nvPr>
          </p:nvGraphicFramePr>
          <p:xfrm>
            <a:off x="5592683" y="3883517"/>
            <a:ext cx="4719637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70000" imgH="215640" progId="Equation.DSMT4">
                    <p:embed/>
                  </p:oleObj>
                </mc:Choice>
                <mc:Fallback>
                  <p:oleObj name="Equation" r:id="rId10" imgW="207000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592683" y="3883517"/>
                          <a:ext cx="4719637" cy="4921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/>
          <p:cNvSpPr txBox="1"/>
          <p:nvPr/>
        </p:nvSpPr>
        <p:spPr>
          <a:xfrm>
            <a:off x="1160538" y="4471042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则空间物体的质量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988810"/>
              </p:ext>
            </p:extLst>
          </p:nvPr>
        </p:nvGraphicFramePr>
        <p:xfrm>
          <a:off x="3218749" y="5118513"/>
          <a:ext cx="31416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1600" imgH="380880" progId="Equation.DSMT4">
                  <p:embed/>
                </p:oleObj>
              </mc:Choice>
              <mc:Fallback>
                <p:oleObj name="Equation" r:id="rId12" imgW="1371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18749" y="5118513"/>
                        <a:ext cx="3141663" cy="87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960581" y="318839"/>
            <a:ext cx="320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0000CC"/>
                </a:solidFill>
                <a:latin typeface="+mn-ea"/>
                <a:ea typeface="+mn-ea"/>
              </a:rPr>
              <a:t>、物体的质心</a:t>
            </a:r>
          </a:p>
        </p:txBody>
      </p:sp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1160356" y="1071221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设空间有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 dirty="0">
                <a:latin typeface="+mn-ea"/>
                <a:ea typeface="+mn-ea"/>
              </a:rPr>
              <a:t>个质点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0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887259"/>
              </p:ext>
            </p:extLst>
          </p:nvPr>
        </p:nvGraphicFramePr>
        <p:xfrm>
          <a:off x="5789487" y="1031836"/>
          <a:ext cx="2170545" cy="605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480" imgH="228600" progId="Equation.DSMT4">
                  <p:embed/>
                </p:oleObj>
              </mc:Choice>
              <mc:Fallback>
                <p:oleObj name="Equation" r:id="rId2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487" y="1031836"/>
                        <a:ext cx="2170545" cy="605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7850187" y="1066800"/>
            <a:ext cx="27439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其质量分别为</a:t>
            </a:r>
          </a:p>
        </p:txBody>
      </p:sp>
      <p:graphicFrame>
        <p:nvGraphicFramePr>
          <p:cNvPr id="101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980354"/>
              </p:ext>
            </p:extLst>
          </p:nvPr>
        </p:nvGraphicFramePr>
        <p:xfrm>
          <a:off x="1248897" y="1637762"/>
          <a:ext cx="3099517" cy="521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228600" progId="Equation.DSMT4">
                  <p:embed/>
                </p:oleObj>
              </mc:Choice>
              <mc:Fallback>
                <p:oleObj name="Equation" r:id="rId4" imgW="1371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897" y="1637762"/>
                        <a:ext cx="3099517" cy="521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4348413" y="1630418"/>
            <a:ext cx="59078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由力学知</a:t>
            </a:r>
            <a:r>
              <a:rPr kumimoji="1" lang="en-US" altLang="zh-CN" sz="2800" b="1" dirty="0">
                <a:latin typeface="+mn-ea"/>
                <a:ea typeface="+mn-ea"/>
              </a:rPr>
              <a:t>, </a:t>
            </a:r>
            <a:r>
              <a:rPr kumimoji="1" lang="zh-CN" altLang="en-US" sz="2800" b="1" dirty="0">
                <a:latin typeface="+mn-ea"/>
                <a:ea typeface="+mn-ea"/>
              </a:rPr>
              <a:t>该质点系的质心坐标为</a:t>
            </a:r>
          </a:p>
        </p:txBody>
      </p:sp>
      <p:graphicFrame>
        <p:nvGraphicFramePr>
          <p:cNvPr id="1013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51108"/>
              </p:ext>
            </p:extLst>
          </p:nvPr>
        </p:nvGraphicFramePr>
        <p:xfrm>
          <a:off x="1803544" y="2167054"/>
          <a:ext cx="2357437" cy="2029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360" imgH="850680" progId="Equation.DSMT4">
                  <p:embed/>
                </p:oleObj>
              </mc:Choice>
              <mc:Fallback>
                <p:oleObj name="Equation" r:id="rId6" imgW="9903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544" y="2167054"/>
                        <a:ext cx="2357437" cy="20292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002680"/>
              </p:ext>
            </p:extLst>
          </p:nvPr>
        </p:nvGraphicFramePr>
        <p:xfrm>
          <a:off x="4723373" y="2255490"/>
          <a:ext cx="2244725" cy="19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850680" progId="Equation.DSMT4">
                  <p:embed/>
                </p:oleObj>
              </mc:Choice>
              <mc:Fallback>
                <p:oleObj name="Equation" r:id="rId8" imgW="97776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3373" y="2255490"/>
                        <a:ext cx="2244725" cy="195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780341"/>
              </p:ext>
            </p:extLst>
          </p:nvPr>
        </p:nvGraphicFramePr>
        <p:xfrm>
          <a:off x="7302337" y="2279705"/>
          <a:ext cx="2124075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850680" progId="Equation.DSMT4">
                  <p:embed/>
                </p:oleObj>
              </mc:Choice>
              <mc:Fallback>
                <p:oleObj name="Equation" r:id="rId10" imgW="92700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337" y="2279705"/>
                        <a:ext cx="2124075" cy="194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1406236" y="4518170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设物体占有空间域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1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749608"/>
              </p:ext>
            </p:extLst>
          </p:nvPr>
        </p:nvGraphicFramePr>
        <p:xfrm>
          <a:off x="7646012" y="4485721"/>
          <a:ext cx="1780400" cy="53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85800" imgH="203040" progId="Equation.DSMT4">
                  <p:embed/>
                </p:oleObj>
              </mc:Choice>
              <mc:Fallback>
                <p:oleObj name="Equation" r:id="rId12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012" y="4485721"/>
                        <a:ext cx="1780400" cy="53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9" name="Text Box 13"/>
          <p:cNvSpPr txBox="1">
            <a:spLocks noChangeArrowheads="1"/>
          </p:cNvSpPr>
          <p:nvPr/>
        </p:nvSpPr>
        <p:spPr bwMode="auto">
          <a:xfrm>
            <a:off x="4948594" y="4526296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有连续密度函数</a:t>
            </a:r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9452656" y="4479948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则采用</a:t>
            </a:r>
            <a:r>
              <a:rPr kumimoji="1" lang="zh-CN" altLang="en-US" sz="2800" dirty="0">
                <a:latin typeface="+mn-ea"/>
                <a:ea typeface="+mn-ea"/>
              </a:rPr>
              <a:t> </a:t>
            </a:r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4290831" y="1079347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分别位于</a:t>
            </a:r>
          </a:p>
        </p:txBody>
      </p:sp>
      <p:sp>
        <p:nvSpPr>
          <p:cNvPr id="101395" name="Text Box 19"/>
          <p:cNvSpPr txBox="1">
            <a:spLocks noChangeArrowheads="1"/>
          </p:cNvSpPr>
          <p:nvPr/>
        </p:nvSpPr>
        <p:spPr bwMode="auto">
          <a:xfrm>
            <a:off x="9618087" y="5163484"/>
            <a:ext cx="6655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即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1396" name="Text Box 20"/>
          <p:cNvSpPr txBox="1">
            <a:spLocks noChangeArrowheads="1"/>
          </p:cNvSpPr>
          <p:nvPr/>
        </p:nvSpPr>
        <p:spPr bwMode="auto">
          <a:xfrm>
            <a:off x="1248897" y="5169556"/>
            <a:ext cx="84811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“分割，近似，求和，取极限” </a:t>
            </a:r>
            <a:r>
              <a:rPr kumimoji="1" lang="zh-CN" altLang="en-US" sz="2800" b="1" dirty="0">
                <a:latin typeface="+mn-ea"/>
                <a:ea typeface="+mn-ea"/>
              </a:rPr>
              <a:t>可导出其</a:t>
            </a:r>
            <a:r>
              <a:rPr kumimoji="1" lang="zh-CN" altLang="en-US" sz="2800" b="1">
                <a:latin typeface="+mn-ea"/>
                <a:ea typeface="+mn-ea"/>
              </a:rPr>
              <a:t>质心公式</a:t>
            </a:r>
            <a:r>
              <a:rPr kumimoji="1" lang="en-US" altLang="zh-CN" sz="2800" b="1">
                <a:latin typeface="+mn-ea"/>
                <a:ea typeface="+mn-ea"/>
              </a:rPr>
              <a:t>,</a:t>
            </a:r>
            <a:r>
              <a:rPr kumimoji="1" lang="zh-CN" altLang="en-US" sz="2800" b="1">
                <a:latin typeface="+mn-ea"/>
                <a:ea typeface="+mn-ea"/>
              </a:rPr>
              <a:t>  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939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1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1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1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  <p:bldP spid="101381" grpId="0" build="p" autoUpdateAnimBg="0"/>
      <p:bldP spid="101383" grpId="0" build="p" autoUpdateAnimBg="0"/>
      <p:bldP spid="101387" grpId="0" build="p" autoUpdateAnimBg="0"/>
      <p:bldP spid="101389" grpId="0" build="p" autoUpdateAnimBg="0"/>
      <p:bldP spid="101390" grpId="0" build="p" autoUpdateAnimBg="0"/>
      <p:bldP spid="101392" grpId="0" build="p" autoUpdateAnimBg="0"/>
      <p:bldP spid="101395" grpId="0" build="p" autoUpdateAnimBg="0"/>
      <p:bldP spid="101396" grpId="0" build="p" autoUpdateAnimBg="0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2186781" y="422852"/>
            <a:ext cx="3524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将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分成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小块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024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029953"/>
              </p:ext>
            </p:extLst>
          </p:nvPr>
        </p:nvGraphicFramePr>
        <p:xfrm>
          <a:off x="8421832" y="461833"/>
          <a:ext cx="1783079" cy="537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28600" progId="Equation.DSMT4">
                  <p:embed/>
                </p:oleObj>
              </mc:Choice>
              <mc:Fallback>
                <p:oleObj name="Equation" r:id="rId2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1832" y="461833"/>
                        <a:ext cx="1783079" cy="537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1828800" y="990601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将第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kumimoji="1" lang="zh-CN" altLang="en-US" sz="2800" b="1" dirty="0">
                <a:latin typeface="+mn-ea"/>
                <a:ea typeface="+mn-ea"/>
              </a:rPr>
              <a:t>块看作质量集中于点</a:t>
            </a:r>
          </a:p>
        </p:txBody>
      </p:sp>
      <p:graphicFrame>
        <p:nvGraphicFramePr>
          <p:cNvPr id="1024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265840"/>
              </p:ext>
            </p:extLst>
          </p:nvPr>
        </p:nvGraphicFramePr>
        <p:xfrm>
          <a:off x="6248399" y="991766"/>
          <a:ext cx="1773382" cy="57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28600" progId="Equation.DSMT4">
                  <p:embed/>
                </p:oleObj>
              </mc:Choice>
              <mc:Fallback>
                <p:oleObj name="Equation" r:id="rId4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399" y="991766"/>
                        <a:ext cx="1773382" cy="57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8077200" y="16002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例如</a:t>
            </a:r>
            <a:r>
              <a:rPr kumimoji="1" lang="en-US" altLang="zh-CN" sz="2800" b="1" dirty="0">
                <a:latin typeface="+mn-ea"/>
                <a:ea typeface="+mn-ea"/>
              </a:rPr>
              <a:t>,</a:t>
            </a:r>
          </a:p>
        </p:txBody>
      </p:sp>
      <p:graphicFrame>
        <p:nvGraphicFramePr>
          <p:cNvPr id="1024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940120"/>
              </p:ext>
            </p:extLst>
          </p:nvPr>
        </p:nvGraphicFramePr>
        <p:xfrm>
          <a:off x="3948906" y="1977379"/>
          <a:ext cx="4598987" cy="225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880" imgH="850680" progId="Equation.DSMT4">
                  <p:embed/>
                </p:oleObj>
              </mc:Choice>
              <mc:Fallback>
                <p:oleObj name="Equation" r:id="rId6" imgW="17398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906" y="1977379"/>
                        <a:ext cx="4598987" cy="225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1828800" y="4251326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令各小区域的最大直径</a:t>
            </a:r>
          </a:p>
        </p:txBody>
      </p:sp>
      <p:graphicFrame>
        <p:nvGraphicFramePr>
          <p:cNvPr id="1024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926100"/>
              </p:ext>
            </p:extLst>
          </p:nvPr>
        </p:nvGraphicFramePr>
        <p:xfrm>
          <a:off x="5534479" y="4289927"/>
          <a:ext cx="1292853" cy="540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203040" progId="Equation.DSMT4">
                  <p:embed/>
                </p:oleObj>
              </mc:Choice>
              <mc:Fallback>
                <p:oleObj name="Equation" r:id="rId8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479" y="4289927"/>
                        <a:ext cx="1292853" cy="540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897361"/>
              </p:ext>
            </p:extLst>
          </p:nvPr>
        </p:nvGraphicFramePr>
        <p:xfrm>
          <a:off x="3605357" y="4786092"/>
          <a:ext cx="4724400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736560" progId="Equation.DSMT4">
                  <p:embed/>
                </p:oleObj>
              </mc:Choice>
              <mc:Fallback>
                <p:oleObj name="Equation" r:id="rId10" imgW="194292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357" y="4786092"/>
                        <a:ext cx="4724400" cy="179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1" name="Text Box 11"/>
          <p:cNvSpPr txBox="1">
            <a:spLocks noChangeArrowheads="1"/>
          </p:cNvSpPr>
          <p:nvPr/>
        </p:nvSpPr>
        <p:spPr bwMode="auto">
          <a:xfrm>
            <a:off x="1828800" y="1600201"/>
            <a:ext cx="638232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系的质心坐标就近似该物体的质心坐标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02412" name="Text Box 12"/>
          <p:cNvSpPr txBox="1">
            <a:spLocks noChangeArrowheads="1"/>
          </p:cNvSpPr>
          <p:nvPr/>
        </p:nvSpPr>
        <p:spPr bwMode="auto">
          <a:xfrm>
            <a:off x="7894638" y="990601"/>
            <a:ext cx="1477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的质点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102413" name="Text Box 13"/>
          <p:cNvSpPr txBox="1">
            <a:spLocks noChangeArrowheads="1"/>
          </p:cNvSpPr>
          <p:nvPr/>
        </p:nvSpPr>
        <p:spPr bwMode="auto">
          <a:xfrm>
            <a:off x="6707260" y="4274274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即得</a:t>
            </a:r>
          </a:p>
        </p:txBody>
      </p:sp>
      <p:sp>
        <p:nvSpPr>
          <p:cNvPr id="102414" name="Text Box 14"/>
          <p:cNvSpPr txBox="1">
            <a:spLocks noChangeArrowheads="1"/>
          </p:cNvSpPr>
          <p:nvPr/>
        </p:nvSpPr>
        <p:spPr bwMode="auto">
          <a:xfrm>
            <a:off x="9249051" y="990601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宋体" panose="02010600030101010101" pitchFamily="2" charset="-122"/>
              </a:rPr>
              <a:t>此质点</a:t>
            </a:r>
          </a:p>
        </p:txBody>
      </p:sp>
      <p:sp>
        <p:nvSpPr>
          <p:cNvPr id="102415" name="Text Box 15"/>
          <p:cNvSpPr txBox="1">
            <a:spLocks noChangeArrowheads="1"/>
          </p:cNvSpPr>
          <p:nvPr/>
        </p:nvSpPr>
        <p:spPr bwMode="auto">
          <a:xfrm>
            <a:off x="4992688" y="428626"/>
            <a:ext cx="3429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在第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kumimoji="1" lang="zh-CN" altLang="en-US" sz="2800" b="1" dirty="0">
                <a:latin typeface="+mn-ea"/>
                <a:ea typeface="+mn-ea"/>
              </a:rPr>
              <a:t>块上任取一点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682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 autoUpdateAnimBg="0"/>
      <p:bldP spid="102404" grpId="0" autoUpdateAnimBg="0"/>
      <p:bldP spid="102406" grpId="0" autoUpdateAnimBg="0"/>
      <p:bldP spid="102408" grpId="0" autoUpdateAnimBg="0"/>
      <p:bldP spid="102411" grpId="0" autoUpdateAnimBg="0"/>
      <p:bldP spid="102412" grpId="0" autoUpdateAnimBg="0"/>
      <p:bldP spid="102413" grpId="0" autoUpdateAnimBg="0"/>
      <p:bldP spid="102414" grpId="0" build="p" autoUpdateAnimBg="0"/>
      <p:bldP spid="102415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133600" y="685800"/>
            <a:ext cx="1828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同理可得</a:t>
            </a:r>
            <a:endParaRPr lang="zh-CN" altLang="en-US" sz="2800" b="1" dirty="0">
              <a:solidFill>
                <a:schemeClr val="tx2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463107"/>
              </p:ext>
            </p:extLst>
          </p:nvPr>
        </p:nvGraphicFramePr>
        <p:xfrm>
          <a:off x="3962399" y="227334"/>
          <a:ext cx="4308831" cy="1703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736560" progId="Equation.DSMT4">
                  <p:embed/>
                </p:oleObj>
              </mc:Choice>
              <mc:Fallback>
                <p:oleObj name="Equation" r:id="rId2" imgW="186660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399" y="227334"/>
                        <a:ext cx="4308831" cy="1703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602631"/>
              </p:ext>
            </p:extLst>
          </p:nvPr>
        </p:nvGraphicFramePr>
        <p:xfrm>
          <a:off x="4066341" y="1748177"/>
          <a:ext cx="4204889" cy="170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736560" progId="Equation.DSMT4">
                  <p:embed/>
                </p:oleObj>
              </mc:Choice>
              <mc:Fallback>
                <p:oleObj name="Equation" r:id="rId4" imgW="181584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341" y="1748177"/>
                        <a:ext cx="4204889" cy="170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458389"/>
              </p:ext>
            </p:extLst>
          </p:nvPr>
        </p:nvGraphicFramePr>
        <p:xfrm>
          <a:off x="1837279" y="3328990"/>
          <a:ext cx="3401755" cy="512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215640" progId="Equation.DSMT4">
                  <p:embed/>
                </p:oleObj>
              </mc:Choice>
              <mc:Fallback>
                <p:oleObj name="Equation" r:id="rId6" imgW="1460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279" y="3328990"/>
                        <a:ext cx="3401755" cy="512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5486400" y="32766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则得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质心坐标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1034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520586"/>
              </p:ext>
            </p:extLst>
          </p:nvPr>
        </p:nvGraphicFramePr>
        <p:xfrm>
          <a:off x="2217662" y="3927217"/>
          <a:ext cx="3116338" cy="1286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640" imgH="558720" progId="Equation.DSMT4">
                  <p:embed/>
                </p:oleObj>
              </mc:Choice>
              <mc:Fallback>
                <p:oleObj name="Equation" r:id="rId8" imgW="135864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662" y="3927217"/>
                        <a:ext cx="3116338" cy="1286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045343"/>
              </p:ext>
            </p:extLst>
          </p:nvPr>
        </p:nvGraphicFramePr>
        <p:xfrm>
          <a:off x="5742259" y="3898794"/>
          <a:ext cx="3092184" cy="129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6040" imgH="558720" progId="Equation.DSMT4">
                  <p:embed/>
                </p:oleObj>
              </mc:Choice>
              <mc:Fallback>
                <p:oleObj name="Equation" r:id="rId10" imgW="134604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2259" y="3898794"/>
                        <a:ext cx="3092184" cy="1291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779772"/>
              </p:ext>
            </p:extLst>
          </p:nvPr>
        </p:nvGraphicFramePr>
        <p:xfrm>
          <a:off x="2325189" y="5151724"/>
          <a:ext cx="3008811" cy="131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558720" progId="Equation.DSMT4">
                  <p:embed/>
                </p:oleObj>
              </mc:Choice>
              <mc:Fallback>
                <p:oleObj name="Equation" r:id="rId12" imgW="128268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189" y="5151724"/>
                        <a:ext cx="3008811" cy="1317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784355"/>
              </p:ext>
            </p:extLst>
          </p:nvPr>
        </p:nvGraphicFramePr>
        <p:xfrm>
          <a:off x="5550670" y="5569644"/>
          <a:ext cx="4901002" cy="899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08160" imgH="380880" progId="Equation.DSMT4">
                  <p:embed/>
                </p:oleObj>
              </mc:Choice>
              <mc:Fallback>
                <p:oleObj name="Equation" r:id="rId14" imgW="21081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0670" y="5569644"/>
                        <a:ext cx="4901002" cy="899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7762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133600" y="395288"/>
            <a:ext cx="670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若物体为占有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itchFamily="49" charset="-122"/>
              </a:rPr>
              <a:t>xoy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面上区域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D </a:t>
            </a:r>
            <a:r>
              <a:rPr kumimoji="1" lang="zh-CN" altLang="en-US" sz="2800" b="1" dirty="0">
                <a:latin typeface="+mn-ea"/>
                <a:ea typeface="+mn-ea"/>
              </a:rPr>
              <a:t>的平面薄片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044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859841"/>
              </p:ext>
            </p:extLst>
          </p:nvPr>
        </p:nvGraphicFramePr>
        <p:xfrm>
          <a:off x="2208214" y="932672"/>
          <a:ext cx="1614838" cy="486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215640" progId="Equation.DSMT4">
                  <p:embed/>
                </p:oleObj>
              </mc:Choice>
              <mc:Fallback>
                <p:oleObj name="Equation" r:id="rId2" imgW="723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932672"/>
                        <a:ext cx="1614838" cy="486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943027"/>
              </p:ext>
            </p:extLst>
          </p:nvPr>
        </p:nvGraphicFramePr>
        <p:xfrm>
          <a:off x="3041650" y="1625373"/>
          <a:ext cx="3361667" cy="1304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609480" progId="Equation.DSMT4">
                  <p:embed/>
                </p:oleObj>
              </mc:Choice>
              <mc:Fallback>
                <p:oleObj name="Equation" r:id="rId4" imgW="15746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1625373"/>
                        <a:ext cx="3361667" cy="1304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65964"/>
              </p:ext>
            </p:extLst>
          </p:nvPr>
        </p:nvGraphicFramePr>
        <p:xfrm>
          <a:off x="3054640" y="3111733"/>
          <a:ext cx="3348677" cy="1343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3880" imgH="609480" progId="Equation.DSMT4">
                  <p:embed/>
                </p:oleObj>
              </mc:Choice>
              <mc:Fallback>
                <p:oleObj name="Equation" r:id="rId6" imgW="152388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640" y="3111733"/>
                        <a:ext cx="3348677" cy="1343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137979"/>
              </p:ext>
            </p:extLst>
          </p:nvPr>
        </p:nvGraphicFramePr>
        <p:xfrm>
          <a:off x="2208214" y="4572001"/>
          <a:ext cx="1967366" cy="519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480" imgH="215640" progId="Equation.DSMT4">
                  <p:embed/>
                </p:oleObj>
              </mc:Choice>
              <mc:Fallback>
                <p:oleObj name="Equation" r:id="rId8" imgW="825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572001"/>
                        <a:ext cx="1967366" cy="519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550082"/>
              </p:ext>
            </p:extLst>
          </p:nvPr>
        </p:nvGraphicFramePr>
        <p:xfrm>
          <a:off x="2725746" y="5206179"/>
          <a:ext cx="2544754" cy="1105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495000" progId="Equation.DSMT4">
                  <p:embed/>
                </p:oleObj>
              </mc:Choice>
              <mc:Fallback>
                <p:oleObj name="Equation" r:id="rId10" imgW="11430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46" y="5206179"/>
                        <a:ext cx="2544754" cy="11051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685894"/>
              </p:ext>
            </p:extLst>
          </p:nvPr>
        </p:nvGraphicFramePr>
        <p:xfrm>
          <a:off x="5463073" y="5271493"/>
          <a:ext cx="2314886" cy="1039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04840" imgH="495000" progId="Equation.DSMT4">
                  <p:embed/>
                </p:oleObj>
              </mc:Choice>
              <mc:Fallback>
                <p:oleObj name="Equation" r:id="rId12" imgW="11048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3073" y="5271493"/>
                        <a:ext cx="2314886" cy="1039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7970532" y="5499217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为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的面积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104458" name="Text Box 10"/>
          <p:cNvSpPr txBox="1">
            <a:spLocks noChangeArrowheads="1"/>
          </p:cNvSpPr>
          <p:nvPr/>
        </p:nvSpPr>
        <p:spPr bwMode="auto">
          <a:xfrm>
            <a:off x="4038600" y="457200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得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的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质心坐标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4459" name="Text Box 11"/>
          <p:cNvSpPr txBox="1">
            <a:spLocks noChangeArrowheads="1"/>
          </p:cNvSpPr>
          <p:nvPr/>
        </p:nvSpPr>
        <p:spPr bwMode="auto">
          <a:xfrm>
            <a:off x="3759978" y="94059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则它的质心坐标为</a:t>
            </a:r>
          </a:p>
        </p:txBody>
      </p:sp>
      <p:graphicFrame>
        <p:nvGraphicFramePr>
          <p:cNvPr id="1044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257647"/>
              </p:ext>
            </p:extLst>
          </p:nvPr>
        </p:nvGraphicFramePr>
        <p:xfrm>
          <a:off x="6287157" y="1799260"/>
          <a:ext cx="1104243" cy="909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7960" imgH="419040" progId="Equation.DSMT4">
                  <p:embed/>
                </p:oleObj>
              </mc:Choice>
              <mc:Fallback>
                <p:oleObj name="Equation" r:id="rId14" imgW="507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7157" y="1799260"/>
                        <a:ext cx="1104243" cy="909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648898"/>
              </p:ext>
            </p:extLst>
          </p:nvPr>
        </p:nvGraphicFramePr>
        <p:xfrm>
          <a:off x="6350657" y="3322467"/>
          <a:ext cx="1113495" cy="892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7960" imgH="406080" progId="Equation.DSMT4">
                  <p:embed/>
                </p:oleObj>
              </mc:Choice>
              <mc:Fallback>
                <p:oleObj name="Equation" r:id="rId16" imgW="507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657" y="3322467"/>
                        <a:ext cx="1113495" cy="892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2" name="Text Box 14"/>
          <p:cNvSpPr txBox="1">
            <a:spLocks noChangeArrowheads="1"/>
          </p:cNvSpPr>
          <p:nvPr/>
        </p:nvSpPr>
        <p:spPr bwMode="auto">
          <a:xfrm>
            <a:off x="8839200" y="396232"/>
            <a:ext cx="18085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其面密度 </a:t>
            </a:r>
          </a:p>
        </p:txBody>
      </p:sp>
      <p:graphicFrame>
        <p:nvGraphicFramePr>
          <p:cNvPr id="1044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6062"/>
              </p:ext>
            </p:extLst>
          </p:nvPr>
        </p:nvGraphicFramePr>
        <p:xfrm>
          <a:off x="7684409" y="2014377"/>
          <a:ext cx="611825" cy="544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00" imgH="228600" progId="Equation.DSMT4">
                  <p:embed/>
                </p:oleObj>
              </mc:Choice>
              <mc:Fallback>
                <p:oleObj name="Equation" r:id="rId18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4409" y="2014377"/>
                        <a:ext cx="611825" cy="544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4" name="Rectangle 16"/>
          <p:cNvSpPr>
            <a:spLocks noChangeArrowheads="1"/>
          </p:cNvSpPr>
          <p:nvPr/>
        </p:nvSpPr>
        <p:spPr bwMode="auto">
          <a:xfrm>
            <a:off x="7543800" y="1873250"/>
            <a:ext cx="2819400" cy="1981200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44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371342"/>
              </p:ext>
            </p:extLst>
          </p:nvPr>
        </p:nvGraphicFramePr>
        <p:xfrm>
          <a:off x="7729627" y="3023564"/>
          <a:ext cx="566607" cy="549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00" imgH="241200" progId="Equation.DSMT4">
                  <p:embed/>
                </p:oleObj>
              </mc:Choice>
              <mc:Fallback>
                <p:oleObj name="Equation" r:id="rId20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9627" y="3023564"/>
                        <a:ext cx="566607" cy="549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6" name="Text Box 18"/>
          <p:cNvSpPr txBox="1">
            <a:spLocks noChangeArrowheads="1"/>
          </p:cNvSpPr>
          <p:nvPr/>
        </p:nvSpPr>
        <p:spPr bwMode="auto">
          <a:xfrm>
            <a:off x="8256588" y="1883429"/>
            <a:ext cx="207460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— </a:t>
            </a:r>
            <a:r>
              <a:rPr kumimoji="1" lang="zh-CN" altLang="en-US" sz="2800" b="1" dirty="0">
                <a:latin typeface="+mn-ea"/>
                <a:ea typeface="+mn-ea"/>
              </a:rPr>
              <a:t>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轴的</a:t>
            </a:r>
          </a:p>
          <a:p>
            <a:r>
              <a:rPr kumimoji="1" lang="zh-CN" altLang="en-US" sz="2800" b="1" dirty="0">
                <a:latin typeface="+mn-ea"/>
                <a:ea typeface="+mn-ea"/>
              </a:rPr>
              <a:t>    </a:t>
            </a:r>
            <a:r>
              <a:rPr kumimoji="1"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静矩</a:t>
            </a:r>
          </a:p>
        </p:txBody>
      </p:sp>
      <p:sp>
        <p:nvSpPr>
          <p:cNvPr id="104467" name="Text Box 19"/>
          <p:cNvSpPr txBox="1">
            <a:spLocks noChangeArrowheads="1"/>
          </p:cNvSpPr>
          <p:nvPr/>
        </p:nvSpPr>
        <p:spPr bwMode="auto">
          <a:xfrm>
            <a:off x="8256588" y="2940050"/>
            <a:ext cx="205376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— </a:t>
            </a:r>
            <a:r>
              <a:rPr kumimoji="1" lang="zh-CN" altLang="en-US" sz="2800" b="1" dirty="0">
                <a:latin typeface="+mn-ea"/>
                <a:ea typeface="+mn-ea"/>
              </a:rPr>
              <a:t>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轴的</a:t>
            </a:r>
          </a:p>
          <a:p>
            <a:r>
              <a:rPr kumimoji="1" lang="zh-CN" altLang="en-US" sz="2800" b="1" dirty="0">
                <a:latin typeface="+mn-ea"/>
                <a:ea typeface="+mn-ea"/>
              </a:rPr>
              <a:t>    </a:t>
            </a:r>
            <a:r>
              <a:rPr kumimoji="1"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静矩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8057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4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4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4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7" grpId="0" autoUpdateAnimBg="0"/>
      <p:bldP spid="104458" grpId="0" autoUpdateAnimBg="0"/>
      <p:bldP spid="104459" grpId="0" autoUpdateAnimBg="0"/>
      <p:bldP spid="104462" grpId="0" build="p" autoUpdateAnimBg="0"/>
      <p:bldP spid="104464" grpId="0" animBg="1"/>
      <p:bldP spid="104466" grpId="0" build="p" autoUpdateAnimBg="0" advAuto="0"/>
      <p:bldP spid="104467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3A4359E-C2B9-4892-8329-06F2741437A3}" type="slidenum">
              <a:rPr lang="en-US" altLang="zh-CN" sz="1400">
                <a:solidFill>
                  <a:schemeClr val="tx1"/>
                </a:solidFill>
              </a:rPr>
              <a:pPr/>
              <a:t>28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31746" name="Object 5"/>
          <p:cNvGraphicFramePr>
            <a:graphicFrameLocks noChangeAspect="1"/>
          </p:cNvGraphicFramePr>
          <p:nvPr/>
        </p:nvGraphicFramePr>
        <p:xfrm>
          <a:off x="2235200" y="654050"/>
          <a:ext cx="77771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14520" imgH="228600" progId="Equation.DSMT4">
                  <p:embed/>
                </p:oleObj>
              </mc:Choice>
              <mc:Fallback>
                <p:oleObj name="Equation" r:id="rId2" imgW="3314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654050"/>
                        <a:ext cx="777716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0"/>
          <p:cNvGrpSpPr>
            <a:grpSpLocks/>
          </p:cNvGrpSpPr>
          <p:nvPr/>
        </p:nvGrpSpPr>
        <p:grpSpPr bwMode="auto">
          <a:xfrm>
            <a:off x="9098398" y="3126958"/>
            <a:ext cx="3150624" cy="2573756"/>
            <a:chOff x="1632" y="1557"/>
            <a:chExt cx="2771" cy="2263"/>
          </a:xfrm>
        </p:grpSpPr>
        <p:sp>
          <p:nvSpPr>
            <p:cNvPr id="31771" name="Line 21"/>
            <p:cNvSpPr>
              <a:spLocks noChangeShapeType="1"/>
            </p:cNvSpPr>
            <p:nvPr/>
          </p:nvSpPr>
          <p:spPr bwMode="auto">
            <a:xfrm flipV="1">
              <a:off x="1659" y="2931"/>
              <a:ext cx="2691" cy="1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2" name="Line 22"/>
            <p:cNvSpPr>
              <a:spLocks noChangeShapeType="1"/>
            </p:cNvSpPr>
            <p:nvPr/>
          </p:nvSpPr>
          <p:spPr bwMode="auto">
            <a:xfrm flipH="1">
              <a:off x="1632" y="2433"/>
              <a:ext cx="2155" cy="1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3" name="Text Box 23"/>
            <p:cNvSpPr txBox="1">
              <a:spLocks noChangeArrowheads="1"/>
            </p:cNvSpPr>
            <p:nvPr/>
          </p:nvSpPr>
          <p:spPr bwMode="auto">
            <a:xfrm>
              <a:off x="4052" y="2881"/>
              <a:ext cx="351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>
                  <a:solidFill>
                    <a:schemeClr val="tx1"/>
                  </a:solidFill>
                </a:rPr>
                <a:t>y</a:t>
              </a:r>
              <a:endParaRPr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31774" name="Text Box 24"/>
            <p:cNvSpPr txBox="1">
              <a:spLocks noChangeArrowheads="1"/>
            </p:cNvSpPr>
            <p:nvPr/>
          </p:nvSpPr>
          <p:spPr bwMode="auto">
            <a:xfrm>
              <a:off x="1659" y="3360"/>
              <a:ext cx="263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31775" name="Text Box 25"/>
            <p:cNvSpPr txBox="1">
              <a:spLocks noChangeArrowheads="1"/>
            </p:cNvSpPr>
            <p:nvPr/>
          </p:nvSpPr>
          <p:spPr bwMode="auto">
            <a:xfrm>
              <a:off x="2891" y="1557"/>
              <a:ext cx="497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>
                  <a:solidFill>
                    <a:schemeClr val="tx1"/>
                  </a:solidFill>
                </a:rPr>
                <a:t>z</a:t>
              </a:r>
              <a:endParaRPr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31776" name="Text Box 26"/>
            <p:cNvSpPr txBox="1">
              <a:spLocks noChangeArrowheads="1"/>
            </p:cNvSpPr>
            <p:nvPr/>
          </p:nvSpPr>
          <p:spPr bwMode="auto">
            <a:xfrm>
              <a:off x="2587" y="2936"/>
              <a:ext cx="304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o</a:t>
              </a:r>
              <a:endPara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1777" name="Line 27"/>
            <p:cNvSpPr>
              <a:spLocks noChangeShapeType="1"/>
            </p:cNvSpPr>
            <p:nvPr/>
          </p:nvSpPr>
          <p:spPr bwMode="auto">
            <a:xfrm flipV="1">
              <a:off x="2734" y="1689"/>
              <a:ext cx="14" cy="13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88988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717679"/>
              </p:ext>
            </p:extLst>
          </p:nvPr>
        </p:nvGraphicFramePr>
        <p:xfrm>
          <a:off x="5756891" y="1680855"/>
          <a:ext cx="2003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215640" progId="Equation.DSMT4">
                  <p:embed/>
                </p:oleObj>
              </mc:Choice>
              <mc:Fallback>
                <p:oleObj name="Equation" r:id="rId4" imgW="850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891" y="1680855"/>
                        <a:ext cx="2003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988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224940"/>
              </p:ext>
            </p:extLst>
          </p:nvPr>
        </p:nvGraphicFramePr>
        <p:xfrm>
          <a:off x="2235200" y="1661223"/>
          <a:ext cx="3486689" cy="516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560" imgH="215640" progId="Equation.3">
                  <p:embed/>
                </p:oleObj>
              </mc:Choice>
              <mc:Fallback>
                <p:oleObj name="公式" r:id="rId6" imgW="1447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661223"/>
                        <a:ext cx="3486689" cy="516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9886" name="Object 30"/>
          <p:cNvGraphicFramePr>
            <a:graphicFrameLocks noChangeAspect="1"/>
          </p:cNvGraphicFramePr>
          <p:nvPr/>
        </p:nvGraphicFramePr>
        <p:xfrm>
          <a:off x="2059799" y="2547909"/>
          <a:ext cx="2576855" cy="906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43200" imgH="965160" progId="Equation.DSMT4">
                  <p:embed/>
                </p:oleObj>
              </mc:Choice>
              <mc:Fallback>
                <p:oleObj name="Equation" r:id="rId8" imgW="274320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799" y="2547909"/>
                        <a:ext cx="2576855" cy="906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89" name="Text Box 33"/>
          <p:cNvSpPr txBox="1">
            <a:spLocks noChangeArrowheads="1"/>
          </p:cNvSpPr>
          <p:nvPr/>
        </p:nvSpPr>
        <p:spPr bwMode="auto">
          <a:xfrm>
            <a:off x="10926692" y="4899651"/>
            <a:ext cx="3592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 dirty="0">
                <a:solidFill>
                  <a:schemeClr val="tx1"/>
                </a:solidFill>
              </a:rPr>
              <a:t>a</a:t>
            </a:r>
            <a:endParaRPr lang="en-US" altLang="zh-CN" sz="2000" b="1" dirty="0">
              <a:solidFill>
                <a:srgbClr val="FF00FF"/>
              </a:solidFill>
            </a:endParaRPr>
          </a:p>
        </p:txBody>
      </p:sp>
      <p:graphicFrame>
        <p:nvGraphicFramePr>
          <p:cNvPr id="8898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508727"/>
              </p:ext>
            </p:extLst>
          </p:nvPr>
        </p:nvGraphicFramePr>
        <p:xfrm>
          <a:off x="8132763" y="1565237"/>
          <a:ext cx="18494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23880" imgH="838080" progId="Equation.3">
                  <p:embed/>
                </p:oleObj>
              </mc:Choice>
              <mc:Fallback>
                <p:oleObj name="公式" r:id="rId10" imgW="15238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2763" y="1565237"/>
                        <a:ext cx="18494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91" name="Text Box 35"/>
          <p:cNvSpPr txBox="1">
            <a:spLocks noChangeArrowheads="1"/>
          </p:cNvSpPr>
          <p:nvPr/>
        </p:nvSpPr>
        <p:spPr bwMode="auto">
          <a:xfrm>
            <a:off x="10439400" y="3124201"/>
            <a:ext cx="2095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800" b="1">
                <a:solidFill>
                  <a:schemeClr val="bg1"/>
                </a:solidFill>
              </a:rPr>
              <a:t>.</a:t>
            </a:r>
            <a:endParaRPr lang="en-US" altLang="zh-CN" sz="2000" b="1">
              <a:solidFill>
                <a:srgbClr val="FF00FF"/>
              </a:solidFill>
            </a:endParaRPr>
          </a:p>
        </p:txBody>
      </p:sp>
      <p:graphicFrame>
        <p:nvGraphicFramePr>
          <p:cNvPr id="889892" name="Object 36"/>
          <p:cNvGraphicFramePr>
            <a:graphicFrameLocks noChangeAspect="1"/>
          </p:cNvGraphicFramePr>
          <p:nvPr/>
        </p:nvGraphicFramePr>
        <p:xfrm>
          <a:off x="2667151" y="4355273"/>
          <a:ext cx="7524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49160" imgH="838080" progId="Equation.3">
                  <p:embed/>
                </p:oleObj>
              </mc:Choice>
              <mc:Fallback>
                <p:oleObj name="公式" r:id="rId12" imgW="749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151" y="4355273"/>
                        <a:ext cx="75247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9894" name="Object 38"/>
          <p:cNvGraphicFramePr>
            <a:graphicFrameLocks noChangeAspect="1"/>
          </p:cNvGraphicFramePr>
          <p:nvPr/>
        </p:nvGraphicFramePr>
        <p:xfrm>
          <a:off x="2524413" y="5307890"/>
          <a:ext cx="3414569" cy="932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85720" imgH="406080" progId="Equation.DSMT4">
                  <p:embed/>
                </p:oleObj>
              </mc:Choice>
              <mc:Fallback>
                <p:oleObj name="Equation" r:id="rId14" imgW="1485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413" y="5307890"/>
                        <a:ext cx="3414569" cy="932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9896" name="Oval 40"/>
          <p:cNvSpPr>
            <a:spLocks noChangeArrowheads="1"/>
          </p:cNvSpPr>
          <p:nvPr/>
        </p:nvSpPr>
        <p:spPr bwMode="auto">
          <a:xfrm>
            <a:off x="10311387" y="4378676"/>
            <a:ext cx="61049" cy="10096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889900" name="Object 44"/>
          <p:cNvGraphicFramePr>
            <a:graphicFrameLocks noChangeAspect="1"/>
          </p:cNvGraphicFramePr>
          <p:nvPr/>
        </p:nvGraphicFramePr>
        <p:xfrm>
          <a:off x="2441286" y="3454366"/>
          <a:ext cx="47974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308560" imgH="914400" progId="Equation.3">
                  <p:embed/>
                </p:oleObj>
              </mc:Choice>
              <mc:Fallback>
                <p:oleObj name="公式" r:id="rId16" imgW="53085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286" y="3454366"/>
                        <a:ext cx="4797425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0" name="Text Box 46"/>
          <p:cNvSpPr txBox="1">
            <a:spLocks noChangeArrowheads="1"/>
          </p:cNvSpPr>
          <p:nvPr/>
        </p:nvSpPr>
        <p:spPr bwMode="auto">
          <a:xfrm>
            <a:off x="1126836" y="612521"/>
            <a:ext cx="13144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endParaRPr lang="en-US" altLang="zh-CN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9" name="Line 54"/>
          <p:cNvSpPr>
            <a:spLocks noChangeShapeType="1"/>
          </p:cNvSpPr>
          <p:nvPr/>
        </p:nvSpPr>
        <p:spPr bwMode="auto">
          <a:xfrm flipV="1">
            <a:off x="10365309" y="3381392"/>
            <a:ext cx="1845" cy="588771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9359863" y="3747052"/>
            <a:ext cx="1993938" cy="2009135"/>
            <a:chOff x="6094689" y="4892444"/>
            <a:chExt cx="1993938" cy="2009135"/>
          </a:xfrm>
        </p:grpSpPr>
        <p:sp>
          <p:nvSpPr>
            <p:cNvPr id="51" name="弧形 50"/>
            <p:cNvSpPr/>
            <p:nvPr/>
          </p:nvSpPr>
          <p:spPr>
            <a:xfrm rot="16200000">
              <a:off x="6781264" y="4943977"/>
              <a:ext cx="631477" cy="1967344"/>
            </a:xfrm>
            <a:prstGeom prst="arc">
              <a:avLst>
                <a:gd name="adj1" fmla="val 16206641"/>
                <a:gd name="adj2" fmla="val 5381320"/>
              </a:avLst>
            </a:prstGeom>
            <a:solidFill>
              <a:srgbClr val="FF66FF">
                <a:alpha val="75000"/>
              </a:srgbClr>
            </a:solidFill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094689" y="4892444"/>
              <a:ext cx="1993938" cy="2009135"/>
              <a:chOff x="4229066" y="4991556"/>
              <a:chExt cx="1993938" cy="2009135"/>
            </a:xfrm>
          </p:grpSpPr>
          <p:sp>
            <p:nvSpPr>
              <p:cNvPr id="54" name="弧形 53"/>
              <p:cNvSpPr/>
              <p:nvPr/>
            </p:nvSpPr>
            <p:spPr>
              <a:xfrm rot="5400000">
                <a:off x="4849888" y="5024209"/>
                <a:ext cx="759834" cy="1967345"/>
              </a:xfrm>
              <a:prstGeom prst="arc">
                <a:avLst>
                  <a:gd name="adj1" fmla="val 16193749"/>
                  <a:gd name="adj2" fmla="val 5388635"/>
                </a:avLst>
              </a:prstGeom>
              <a:solidFill>
                <a:srgbClr val="FF66FF">
                  <a:alpha val="75000"/>
                </a:srgbClr>
              </a:solidFill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弧形 54"/>
              <p:cNvSpPr/>
              <p:nvPr/>
            </p:nvSpPr>
            <p:spPr>
              <a:xfrm rot="16200000">
                <a:off x="4221467" y="4999155"/>
                <a:ext cx="2009135" cy="1993938"/>
              </a:xfrm>
              <a:prstGeom prst="arc">
                <a:avLst>
                  <a:gd name="adj1" fmla="val 16175155"/>
                  <a:gd name="adj2" fmla="val 5453615"/>
                </a:avLst>
              </a:prstGeom>
              <a:solidFill>
                <a:srgbClr val="FF66FF">
                  <a:alpha val="40000"/>
                </a:srgbClr>
              </a:solidFill>
              <a:ln w="25400">
                <a:solidFill>
                  <a:schemeClr val="tx1">
                    <a:alpha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1233368" y="16544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407557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9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9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89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89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89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89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89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9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89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89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89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89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89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89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988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8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8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89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89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89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89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89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89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990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89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89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89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89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98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89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89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89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89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98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89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89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9889" grpId="0" autoUpdateAnimBg="0"/>
      <p:bldP spid="889891" grpId="0" autoUpdateAnimBg="0"/>
      <p:bldP spid="88989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1791947" y="809168"/>
            <a:ext cx="7841329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3200" b="1" dirty="0">
                <a:solidFill>
                  <a:srgbClr val="0000CC"/>
                </a:solidFill>
                <a:latin typeface="+mn-ea"/>
                <a:ea typeface="+mn-ea"/>
              </a:rPr>
              <a:t>、空间有界闭区域上物体的转动惯量</a:t>
            </a: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2265828" y="1544360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设物体占有空间区域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kumimoji="1"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有连续分布的密度函数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graphicFrame>
        <p:nvGraphicFramePr>
          <p:cNvPr id="106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105505"/>
              </p:ext>
            </p:extLst>
          </p:nvPr>
        </p:nvGraphicFramePr>
        <p:xfrm>
          <a:off x="1765703" y="2207384"/>
          <a:ext cx="1593968" cy="465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03040" progId="Equation.DSMT4">
                  <p:embed/>
                </p:oleObj>
              </mc:Choice>
              <mc:Fallback>
                <p:oleObj name="Equation" r:id="rId2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703" y="2207384"/>
                        <a:ext cx="1593968" cy="465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3359671" y="2171204"/>
            <a:ext cx="50359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该物体位于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 dirty="0">
                <a:latin typeface="+mn-ea"/>
                <a:ea typeface="+mn-ea"/>
              </a:rPr>
              <a:t>处的</a:t>
            </a:r>
            <a:r>
              <a:rPr kumimoji="1"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微元 </a:t>
            </a:r>
          </a:p>
        </p:txBody>
      </p:sp>
      <p:graphicFrame>
        <p:nvGraphicFramePr>
          <p:cNvPr id="1065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647391"/>
              </p:ext>
            </p:extLst>
          </p:nvPr>
        </p:nvGraphicFramePr>
        <p:xfrm>
          <a:off x="4195164" y="3429000"/>
          <a:ext cx="363537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28600" progId="Equation.DSMT4">
                  <p:embed/>
                </p:oleObj>
              </mc:Choice>
              <mc:Fallback>
                <p:oleObj name="Equation" r:id="rId4" imgW="1447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164" y="3429000"/>
                        <a:ext cx="3635372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1765703" y="4205494"/>
            <a:ext cx="5015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因此物体 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对 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轴 的转动惯量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065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370285"/>
              </p:ext>
            </p:extLst>
          </p:nvPr>
        </p:nvGraphicFramePr>
        <p:xfrm>
          <a:off x="2202093" y="4951245"/>
          <a:ext cx="5756483" cy="79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36760" imgH="317160" progId="Equation.DSMT4">
                  <p:embed/>
                </p:oleObj>
              </mc:Choice>
              <mc:Fallback>
                <p:oleObj name="Equation" r:id="rId6" imgW="23367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093" y="4951245"/>
                        <a:ext cx="5756483" cy="79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856204"/>
              </p:ext>
            </p:extLst>
          </p:nvPr>
        </p:nvGraphicFramePr>
        <p:xfrm>
          <a:off x="3148339" y="3440174"/>
          <a:ext cx="1046824" cy="587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080" imgH="228600" progId="Equation.DSMT4">
                  <p:embed/>
                </p:oleObj>
              </mc:Choice>
              <mc:Fallback>
                <p:oleObj name="Equation" r:id="rId8" imgW="406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339" y="3440174"/>
                        <a:ext cx="1046824" cy="587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506" name="Group 10"/>
          <p:cNvGrpSpPr>
            <a:grpSpLocks/>
          </p:cNvGrpSpPr>
          <p:nvPr/>
        </p:nvGrpSpPr>
        <p:grpSpPr bwMode="auto">
          <a:xfrm>
            <a:off x="8540750" y="2224089"/>
            <a:ext cx="1752600" cy="2173287"/>
            <a:chOff x="4464" y="1271"/>
            <a:chExt cx="1104" cy="1369"/>
          </a:xfrm>
        </p:grpSpPr>
        <p:sp>
          <p:nvSpPr>
            <p:cNvPr id="47116" name="Line 11"/>
            <p:cNvSpPr>
              <a:spLocks noChangeShapeType="1"/>
            </p:cNvSpPr>
            <p:nvPr/>
          </p:nvSpPr>
          <p:spPr bwMode="auto">
            <a:xfrm>
              <a:off x="4704" y="2184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17" name="Object 12"/>
            <p:cNvGraphicFramePr>
              <a:graphicFrameLocks noChangeAspect="1"/>
            </p:cNvGraphicFramePr>
            <p:nvPr/>
          </p:nvGraphicFramePr>
          <p:xfrm>
            <a:off x="4544" y="248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9097" imgH="228680" progId="Equation.3">
                    <p:embed/>
                  </p:oleObj>
                </mc:Choice>
                <mc:Fallback>
                  <p:oleObj name="Equation" r:id="rId10" imgW="219097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4" y="248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8" name="Freeform 13"/>
            <p:cNvSpPr>
              <a:spLocks/>
            </p:cNvSpPr>
            <p:nvPr/>
          </p:nvSpPr>
          <p:spPr bwMode="auto">
            <a:xfrm>
              <a:off x="4736" y="1328"/>
              <a:ext cx="832" cy="832"/>
            </a:xfrm>
            <a:custGeom>
              <a:avLst/>
              <a:gdLst>
                <a:gd name="T0" fmla="*/ 16 w 832"/>
                <a:gd name="T1" fmla="*/ 400 h 832"/>
                <a:gd name="T2" fmla="*/ 304 w 832"/>
                <a:gd name="T3" fmla="*/ 16 h 832"/>
                <a:gd name="T4" fmla="*/ 784 w 832"/>
                <a:gd name="T5" fmla="*/ 304 h 832"/>
                <a:gd name="T6" fmla="*/ 592 w 832"/>
                <a:gd name="T7" fmla="*/ 688 h 832"/>
                <a:gd name="T8" fmla="*/ 208 w 832"/>
                <a:gd name="T9" fmla="*/ 784 h 832"/>
                <a:gd name="T10" fmla="*/ 16 w 832"/>
                <a:gd name="T11" fmla="*/ 400 h 8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2" h="832">
                  <a:moveTo>
                    <a:pt x="16" y="400"/>
                  </a:moveTo>
                  <a:cubicBezTo>
                    <a:pt x="32" y="272"/>
                    <a:pt x="176" y="32"/>
                    <a:pt x="304" y="16"/>
                  </a:cubicBezTo>
                  <a:cubicBezTo>
                    <a:pt x="432" y="0"/>
                    <a:pt x="736" y="192"/>
                    <a:pt x="784" y="304"/>
                  </a:cubicBezTo>
                  <a:cubicBezTo>
                    <a:pt x="832" y="416"/>
                    <a:pt x="688" y="608"/>
                    <a:pt x="592" y="688"/>
                  </a:cubicBezTo>
                  <a:cubicBezTo>
                    <a:pt x="496" y="768"/>
                    <a:pt x="312" y="832"/>
                    <a:pt x="208" y="784"/>
                  </a:cubicBezTo>
                  <a:cubicBezTo>
                    <a:pt x="104" y="736"/>
                    <a:pt x="0" y="528"/>
                    <a:pt x="16" y="400"/>
                  </a:cubicBezTo>
                  <a:close/>
                </a:path>
              </a:pathLst>
            </a:custGeom>
            <a:gradFill rotWithShape="0">
              <a:gsLst>
                <a:gs pos="0">
                  <a:srgbClr val="33CC33"/>
                </a:gs>
                <a:gs pos="100000">
                  <a:srgbClr val="008000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19" name="Object 14"/>
            <p:cNvGraphicFramePr>
              <a:graphicFrameLocks noChangeAspect="1"/>
            </p:cNvGraphicFramePr>
            <p:nvPr/>
          </p:nvGraphicFramePr>
          <p:xfrm>
            <a:off x="5136" y="1584"/>
            <a:ext cx="20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4800" imgH="295348" progId="Equation.3">
                    <p:embed/>
                  </p:oleObj>
                </mc:Choice>
                <mc:Fallback>
                  <p:oleObj name="Equation" r:id="rId12" imgW="304800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1584"/>
                          <a:ext cx="20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0" name="Object 15"/>
            <p:cNvGraphicFramePr>
              <a:graphicFrameLocks noChangeAspect="1"/>
            </p:cNvGraphicFramePr>
            <p:nvPr/>
          </p:nvGraphicFramePr>
          <p:xfrm>
            <a:off x="5382" y="224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28779" imgH="304667" progId="Equation.3">
                    <p:embed/>
                  </p:oleObj>
                </mc:Choice>
                <mc:Fallback>
                  <p:oleObj name="Equation" r:id="rId14" imgW="228779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224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1" name="Object 16"/>
            <p:cNvGraphicFramePr>
              <a:graphicFrameLocks noChangeAspect="1"/>
            </p:cNvGraphicFramePr>
            <p:nvPr/>
          </p:nvGraphicFramePr>
          <p:xfrm>
            <a:off x="4520" y="210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9416" imgH="228680" progId="Equation.3">
                    <p:embed/>
                  </p:oleObj>
                </mc:Choice>
                <mc:Fallback>
                  <p:oleObj name="Equation" r:id="rId16" imgW="209416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" y="210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2" name="Line 17"/>
            <p:cNvSpPr>
              <a:spLocks noChangeShapeType="1"/>
            </p:cNvSpPr>
            <p:nvPr/>
          </p:nvSpPr>
          <p:spPr bwMode="auto">
            <a:xfrm flipV="1">
              <a:off x="4704" y="1272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3" name="Line 18"/>
            <p:cNvSpPr>
              <a:spLocks noChangeShapeType="1"/>
            </p:cNvSpPr>
            <p:nvPr/>
          </p:nvSpPr>
          <p:spPr bwMode="auto">
            <a:xfrm flipH="1">
              <a:off x="4464" y="2184"/>
              <a:ext cx="24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24" name="Object 19"/>
            <p:cNvGraphicFramePr>
              <a:graphicFrameLocks noChangeAspect="1"/>
            </p:cNvGraphicFramePr>
            <p:nvPr/>
          </p:nvGraphicFramePr>
          <p:xfrm>
            <a:off x="4520" y="1271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9416" imgH="209683" progId="Equation.3">
                    <p:embed/>
                  </p:oleObj>
                </mc:Choice>
                <mc:Fallback>
                  <p:oleObj name="Equation" r:id="rId18" imgW="209416" imgH="2096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" y="1271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16" name="Text Box 20"/>
          <p:cNvSpPr txBox="1">
            <a:spLocks noChangeArrowheads="1"/>
          </p:cNvSpPr>
          <p:nvPr/>
        </p:nvSpPr>
        <p:spPr bwMode="auto">
          <a:xfrm>
            <a:off x="1791947" y="2805689"/>
            <a:ext cx="35686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轴的转动惯量为 </a:t>
            </a:r>
            <a:endParaRPr kumimoji="1" lang="zh-CN" altLang="en-US" sz="28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1334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6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 advAuto="0"/>
      <p:bldP spid="106501" grpId="0" build="p" autoUpdateAnimBg="0"/>
      <p:bldP spid="106503" grpId="0" build="p" autoUpdateAnimBg="0"/>
      <p:bldP spid="106516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2133600" y="645011"/>
            <a:ext cx="198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类似可得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075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38070"/>
              </p:ext>
            </p:extLst>
          </p:nvPr>
        </p:nvGraphicFramePr>
        <p:xfrm>
          <a:off x="3092721" y="1770046"/>
          <a:ext cx="5854158" cy="784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120" imgH="317160" progId="Equation.DSMT4">
                  <p:embed/>
                </p:oleObj>
              </mc:Choice>
              <mc:Fallback>
                <p:oleObj name="Equation" r:id="rId2" imgW="2400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721" y="1770046"/>
                        <a:ext cx="5854158" cy="784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269147"/>
              </p:ext>
            </p:extLst>
          </p:nvPr>
        </p:nvGraphicFramePr>
        <p:xfrm>
          <a:off x="3045913" y="3053446"/>
          <a:ext cx="5947774" cy="798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120" imgH="317160" progId="Equation.DSMT4">
                  <p:embed/>
                </p:oleObj>
              </mc:Choice>
              <mc:Fallback>
                <p:oleObj name="Equation" r:id="rId4" imgW="240012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5913" y="3053446"/>
                        <a:ext cx="5947774" cy="798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051121"/>
              </p:ext>
            </p:extLst>
          </p:nvPr>
        </p:nvGraphicFramePr>
        <p:xfrm>
          <a:off x="3092721" y="4521200"/>
          <a:ext cx="6534133" cy="78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92080" imgH="317160" progId="Equation.DSMT4">
                  <p:embed/>
                </p:oleObj>
              </mc:Choice>
              <mc:Fallback>
                <p:oleObj name="Equation" r:id="rId6" imgW="26920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721" y="4521200"/>
                        <a:ext cx="6534133" cy="781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770339"/>
              </p:ext>
            </p:extLst>
          </p:nvPr>
        </p:nvGraphicFramePr>
        <p:xfrm>
          <a:off x="4660760" y="1845941"/>
          <a:ext cx="1397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0605" imgH="514350" progId="Equation.3">
                  <p:embed/>
                </p:oleObj>
              </mc:Choice>
              <mc:Fallback>
                <p:oleObj name="Equation" r:id="rId8" imgW="1390605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760" y="1845941"/>
                        <a:ext cx="1397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613160"/>
              </p:ext>
            </p:extLst>
          </p:nvPr>
        </p:nvGraphicFramePr>
        <p:xfrm>
          <a:off x="4673460" y="3185713"/>
          <a:ext cx="138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514350" progId="Equation.3">
                  <p:embed/>
                </p:oleObj>
              </mc:Choice>
              <mc:Fallback>
                <p:oleObj name="Equation" r:id="rId10" imgW="1371600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460" y="3185713"/>
                        <a:ext cx="1384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823938"/>
              </p:ext>
            </p:extLst>
          </p:nvPr>
        </p:nvGraphicFramePr>
        <p:xfrm>
          <a:off x="4622800" y="4581526"/>
          <a:ext cx="2120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14595" imgH="514350" progId="Equation.3">
                  <p:embed/>
                </p:oleObj>
              </mc:Choice>
              <mc:Fallback>
                <p:oleObj name="Equation" r:id="rId12" imgW="2114595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4581526"/>
                        <a:ext cx="2120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2135202" y="1284774"/>
            <a:ext cx="30684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轴的转动惯量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2133600" y="2500063"/>
            <a:ext cx="30476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轴的转动惯量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2133600" y="3858159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宋体" panose="02010600030101010101" pitchFamily="2" charset="-122"/>
              </a:rPr>
              <a:t>对原点的转动惯量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2044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9" grpId="0" build="p" autoUpdateAnimBg="0"/>
      <p:bldP spid="107530" grpId="0" build="p" autoUpdateAnimBg="0"/>
      <p:bldP spid="10753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2171700" y="925427"/>
            <a:ext cx="3810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+mn-ea"/>
                <a:ea typeface="+mn-ea"/>
              </a:rPr>
              <a:t>如果物体是平面薄片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5618171" y="930023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面</a:t>
            </a:r>
            <a:r>
              <a:rPr kumimoji="1"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密度为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607398"/>
              </p:ext>
            </p:extLst>
          </p:nvPr>
        </p:nvGraphicFramePr>
        <p:xfrm>
          <a:off x="7251700" y="1035888"/>
          <a:ext cx="271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190" imgH="400010" progId="Equation.3">
                  <p:embed/>
                </p:oleObj>
              </mc:Choice>
              <mc:Fallback>
                <p:oleObj name="Equation" r:id="rId2" imgW="2705190" imgH="4000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1035888"/>
                        <a:ext cx="2717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955862"/>
              </p:ext>
            </p:extLst>
          </p:nvPr>
        </p:nvGraphicFramePr>
        <p:xfrm>
          <a:off x="3311525" y="2492698"/>
          <a:ext cx="3710496" cy="737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317160" progId="Equation.DSMT4">
                  <p:embed/>
                </p:oleObj>
              </mc:Choice>
              <mc:Fallback>
                <p:oleObj name="Equation" r:id="rId4" imgW="16254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2492698"/>
                        <a:ext cx="3710496" cy="737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375735"/>
              </p:ext>
            </p:extLst>
          </p:nvPr>
        </p:nvGraphicFramePr>
        <p:xfrm>
          <a:off x="3276822" y="4373561"/>
          <a:ext cx="4821016" cy="752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000" imgH="317160" progId="Equation.DSMT4">
                  <p:embed/>
                </p:oleObj>
              </mc:Choice>
              <mc:Fallback>
                <p:oleObj name="Equation" r:id="rId6" imgW="20700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822" y="4373561"/>
                        <a:ext cx="4821016" cy="752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5" name="Text Box 7"/>
          <p:cNvSpPr txBox="1">
            <a:spLocks noChangeArrowheads="1"/>
          </p:cNvSpPr>
          <p:nvPr/>
        </p:nvSpPr>
        <p:spPr bwMode="auto">
          <a:xfrm>
            <a:off x="1766401" y="1580270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则转动惯量的表达式是二重积分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45064" name="Group 8"/>
          <p:cNvGrpSpPr>
            <a:grpSpLocks/>
          </p:cNvGrpSpPr>
          <p:nvPr/>
        </p:nvGrpSpPr>
        <p:grpSpPr bwMode="auto">
          <a:xfrm>
            <a:off x="8097838" y="2259014"/>
            <a:ext cx="2189162" cy="2084387"/>
            <a:chOff x="3984" y="1087"/>
            <a:chExt cx="1379" cy="1313"/>
          </a:xfrm>
        </p:grpSpPr>
        <p:sp>
          <p:nvSpPr>
            <p:cNvPr id="45069" name="Line 9"/>
            <p:cNvSpPr>
              <a:spLocks noChangeShapeType="1"/>
            </p:cNvSpPr>
            <p:nvPr/>
          </p:nvSpPr>
          <p:spPr bwMode="auto">
            <a:xfrm>
              <a:off x="3984" y="201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0" name="Line 10"/>
            <p:cNvSpPr>
              <a:spLocks noChangeShapeType="1"/>
            </p:cNvSpPr>
            <p:nvPr/>
          </p:nvSpPr>
          <p:spPr bwMode="auto">
            <a:xfrm flipV="1">
              <a:off x="4416" y="1104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71" name="Object 11"/>
            <p:cNvGraphicFramePr>
              <a:graphicFrameLocks noChangeAspect="1"/>
            </p:cNvGraphicFramePr>
            <p:nvPr/>
          </p:nvGraphicFramePr>
          <p:xfrm>
            <a:off x="5184" y="2064"/>
            <a:ext cx="17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4390" imgH="133337" progId="Equation.3">
                    <p:embed/>
                  </p:oleObj>
                </mc:Choice>
                <mc:Fallback>
                  <p:oleObj name="公式" r:id="rId8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064"/>
                          <a:ext cx="17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5072" name="Group 12"/>
            <p:cNvGrpSpPr>
              <a:grpSpLocks/>
            </p:cNvGrpSpPr>
            <p:nvPr/>
          </p:nvGrpSpPr>
          <p:grpSpPr bwMode="auto">
            <a:xfrm>
              <a:off x="4512" y="1104"/>
              <a:ext cx="832" cy="832"/>
              <a:chOff x="4592" y="992"/>
              <a:chExt cx="832" cy="832"/>
            </a:xfrm>
          </p:grpSpPr>
          <p:sp>
            <p:nvSpPr>
              <p:cNvPr id="45075" name="Freeform 13"/>
              <p:cNvSpPr>
                <a:spLocks/>
              </p:cNvSpPr>
              <p:nvPr/>
            </p:nvSpPr>
            <p:spPr bwMode="auto">
              <a:xfrm>
                <a:off x="4592" y="992"/>
                <a:ext cx="832" cy="832"/>
              </a:xfrm>
              <a:custGeom>
                <a:avLst/>
                <a:gdLst>
                  <a:gd name="T0" fmla="*/ 16 w 832"/>
                  <a:gd name="T1" fmla="*/ 400 h 832"/>
                  <a:gd name="T2" fmla="*/ 304 w 832"/>
                  <a:gd name="T3" fmla="*/ 16 h 832"/>
                  <a:gd name="T4" fmla="*/ 784 w 832"/>
                  <a:gd name="T5" fmla="*/ 304 h 832"/>
                  <a:gd name="T6" fmla="*/ 592 w 832"/>
                  <a:gd name="T7" fmla="*/ 688 h 832"/>
                  <a:gd name="T8" fmla="*/ 208 w 832"/>
                  <a:gd name="T9" fmla="*/ 784 h 832"/>
                  <a:gd name="T10" fmla="*/ 16 w 832"/>
                  <a:gd name="T11" fmla="*/ 400 h 8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2" h="832">
                    <a:moveTo>
                      <a:pt x="16" y="400"/>
                    </a:moveTo>
                    <a:cubicBezTo>
                      <a:pt x="32" y="272"/>
                      <a:pt x="176" y="32"/>
                      <a:pt x="304" y="16"/>
                    </a:cubicBezTo>
                    <a:cubicBezTo>
                      <a:pt x="432" y="0"/>
                      <a:pt x="736" y="192"/>
                      <a:pt x="784" y="304"/>
                    </a:cubicBezTo>
                    <a:cubicBezTo>
                      <a:pt x="832" y="416"/>
                      <a:pt x="688" y="608"/>
                      <a:pt x="592" y="688"/>
                    </a:cubicBezTo>
                    <a:cubicBezTo>
                      <a:pt x="496" y="768"/>
                      <a:pt x="312" y="832"/>
                      <a:pt x="208" y="784"/>
                    </a:cubicBezTo>
                    <a:cubicBezTo>
                      <a:pt x="104" y="736"/>
                      <a:pt x="0" y="528"/>
                      <a:pt x="16" y="400"/>
                    </a:cubicBezTo>
                    <a:close/>
                  </a:path>
                </a:pathLst>
              </a:custGeom>
              <a:solidFill>
                <a:srgbClr val="3366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5076" name="Object 14"/>
              <p:cNvGraphicFramePr>
                <a:graphicFrameLocks noChangeAspect="1"/>
              </p:cNvGraphicFramePr>
              <p:nvPr/>
            </p:nvGraphicFramePr>
            <p:xfrm>
              <a:off x="4821" y="1327"/>
              <a:ext cx="233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152400" imgH="152334" progId="Equation.3">
                      <p:embed/>
                    </p:oleObj>
                  </mc:Choice>
                  <mc:Fallback>
                    <p:oleObj name="公式" r:id="rId10" imgW="152400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1" y="1327"/>
                            <a:ext cx="233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5073" name="Object 15"/>
            <p:cNvGraphicFramePr>
              <a:graphicFrameLocks noChangeAspect="1"/>
            </p:cNvGraphicFramePr>
            <p:nvPr/>
          </p:nvGraphicFramePr>
          <p:xfrm>
            <a:off x="4166" y="1087"/>
            <a:ext cx="199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3395" imgH="152334" progId="Equation.3">
                    <p:embed/>
                  </p:oleObj>
                </mc:Choice>
                <mc:Fallback>
                  <p:oleObj name="公式" r:id="rId12" imgW="133395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1087"/>
                          <a:ext cx="199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16"/>
            <p:cNvGraphicFramePr>
              <a:graphicFrameLocks noChangeAspect="1"/>
            </p:cNvGraphicFramePr>
            <p:nvPr/>
          </p:nvGraphicFramePr>
          <p:xfrm>
            <a:off x="4224" y="2016"/>
            <a:ext cx="17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14390" imgH="133337" progId="Equation.3">
                    <p:embed/>
                  </p:oleObj>
                </mc:Choice>
                <mc:Fallback>
                  <p:oleObj name="公式" r:id="rId14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016"/>
                          <a:ext cx="17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49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597302"/>
              </p:ext>
            </p:extLst>
          </p:nvPr>
        </p:nvGraphicFramePr>
        <p:xfrm>
          <a:off x="4617467" y="2562356"/>
          <a:ext cx="406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0184" imgH="514350" progId="Equation.3">
                  <p:embed/>
                </p:oleObj>
              </mc:Choice>
              <mc:Fallback>
                <p:oleObj name="Equation" r:id="rId16" imgW="40018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467" y="2562356"/>
                        <a:ext cx="406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781402"/>
              </p:ext>
            </p:extLst>
          </p:nvPr>
        </p:nvGraphicFramePr>
        <p:xfrm>
          <a:off x="4617467" y="3447257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71497" imgH="438004" progId="Equation.3">
                  <p:embed/>
                </p:oleObj>
              </mc:Choice>
              <mc:Fallback>
                <p:oleObj name="Equation" r:id="rId18" imgW="371497" imgH="4380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467" y="3447257"/>
                        <a:ext cx="38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722529"/>
              </p:ext>
            </p:extLst>
          </p:nvPr>
        </p:nvGraphicFramePr>
        <p:xfrm>
          <a:off x="4572000" y="4464047"/>
          <a:ext cx="140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00287" imgH="514350" progId="Equation.3">
                  <p:embed/>
                </p:oleObj>
              </mc:Choice>
              <mc:Fallback>
                <p:oleObj name="Equation" r:id="rId20" imgW="140028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64047"/>
                        <a:ext cx="1409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285765"/>
              </p:ext>
            </p:extLst>
          </p:nvPr>
        </p:nvGraphicFramePr>
        <p:xfrm>
          <a:off x="3311525" y="3380259"/>
          <a:ext cx="3719514" cy="738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25400" imgH="317160" progId="Equation.DSMT4">
                  <p:embed/>
                </p:oleObj>
              </mc:Choice>
              <mc:Fallback>
                <p:oleObj name="Equation" r:id="rId22" imgW="16254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3380259"/>
                        <a:ext cx="3719514" cy="738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2213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/>
      <p:bldP spid="12493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738226"/>
              </p:ext>
            </p:extLst>
          </p:nvPr>
        </p:nvGraphicFramePr>
        <p:xfrm>
          <a:off x="2844798" y="3515233"/>
          <a:ext cx="3490687" cy="774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342720" progId="Equation.DSMT4">
                  <p:embed/>
                </p:oleObj>
              </mc:Choice>
              <mc:Fallback>
                <p:oleObj name="Equation" r:id="rId2" imgW="15490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798" y="3515233"/>
                        <a:ext cx="3490687" cy="774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Rectangle 3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769603" y="606027"/>
            <a:ext cx="7275513" cy="655638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12.</a:t>
            </a:r>
            <a:r>
              <a:rPr lang="zh-CN" altLang="en-US" sz="2800" b="1" dirty="0">
                <a:latin typeface="+mn-ea"/>
                <a:ea typeface="+mn-ea"/>
              </a:rPr>
              <a:t>求半径为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+mn-ea"/>
                <a:ea typeface="+mn-ea"/>
              </a:rPr>
              <a:t>的均匀半圆薄片对其直径</a:t>
            </a: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1762807" y="1691695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kumimoji="1"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建立坐标系如图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25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693976"/>
              </p:ext>
            </p:extLst>
          </p:nvPr>
        </p:nvGraphicFramePr>
        <p:xfrm>
          <a:off x="5327687" y="1439511"/>
          <a:ext cx="2666976" cy="1154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482400" progId="Equation.DSMT4">
                  <p:embed/>
                </p:oleObj>
              </mc:Choice>
              <mc:Fallback>
                <p:oleObj name="Equation" r:id="rId4" imgW="1117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87" y="1439511"/>
                        <a:ext cx="2666976" cy="11543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405714"/>
              </p:ext>
            </p:extLst>
          </p:nvPr>
        </p:nvGraphicFramePr>
        <p:xfrm>
          <a:off x="2133600" y="2602125"/>
          <a:ext cx="3273760" cy="735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360" imgH="317160" progId="Equation.DSMT4">
                  <p:embed/>
                </p:oleObj>
              </mc:Choice>
              <mc:Fallback>
                <p:oleObj name="Equation" r:id="rId6" imgW="14223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602125"/>
                        <a:ext cx="3273760" cy="735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536961"/>
              </p:ext>
            </p:extLst>
          </p:nvPr>
        </p:nvGraphicFramePr>
        <p:xfrm>
          <a:off x="5466454" y="2580375"/>
          <a:ext cx="3457575" cy="770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317160" progId="Equation.DSMT4">
                  <p:embed/>
                </p:oleObj>
              </mc:Choice>
              <mc:Fallback>
                <p:oleObj name="Equation" r:id="rId8" imgW="143496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6454" y="2580375"/>
                        <a:ext cx="3457575" cy="770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08050"/>
              </p:ext>
            </p:extLst>
          </p:nvPr>
        </p:nvGraphicFramePr>
        <p:xfrm>
          <a:off x="6327450" y="3395080"/>
          <a:ext cx="1427584" cy="956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09480" imgH="406080" progId="Equation.DSMT4">
                  <p:embed/>
                </p:oleObj>
              </mc:Choice>
              <mc:Fallback>
                <p:oleObj name="Equation" r:id="rId10" imgW="609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7450" y="3395080"/>
                        <a:ext cx="1427584" cy="956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816604"/>
              </p:ext>
            </p:extLst>
          </p:nvPr>
        </p:nvGraphicFramePr>
        <p:xfrm>
          <a:off x="2861193" y="5257800"/>
          <a:ext cx="1558407" cy="979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640" imgH="406080" progId="Equation.DSMT4">
                  <p:embed/>
                </p:oleObj>
              </mc:Choice>
              <mc:Fallback>
                <p:oleObj name="Equation" r:id="rId12" imgW="647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193" y="5257800"/>
                        <a:ext cx="1558407" cy="979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2" name="Text Box 10"/>
          <p:cNvSpPr txBox="1">
            <a:spLocks noChangeArrowheads="1"/>
          </p:cNvSpPr>
          <p:nvPr/>
        </p:nvSpPr>
        <p:spPr bwMode="auto">
          <a:xfrm>
            <a:off x="2895600" y="4475163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半圆薄片的质量</a:t>
            </a:r>
          </a:p>
        </p:txBody>
      </p:sp>
      <p:graphicFrame>
        <p:nvGraphicFramePr>
          <p:cNvPr id="125963" name="Object 11"/>
          <p:cNvGraphicFramePr>
            <a:graphicFrameLocks noChangeAspect="1"/>
          </p:cNvGraphicFramePr>
          <p:nvPr/>
        </p:nvGraphicFramePr>
        <p:xfrm>
          <a:off x="5575300" y="4343400"/>
          <a:ext cx="1905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95497" imgH="838373" progId="Equation.3">
                  <p:embed/>
                </p:oleObj>
              </mc:Choice>
              <mc:Fallback>
                <p:oleObj name="Equation" r:id="rId14" imgW="1895497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4343400"/>
                        <a:ext cx="1905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4" name="Line 12"/>
          <p:cNvSpPr>
            <a:spLocks noChangeShapeType="1"/>
          </p:cNvSpPr>
          <p:nvPr/>
        </p:nvSpPr>
        <p:spPr bwMode="auto">
          <a:xfrm>
            <a:off x="2895600" y="4267200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59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959963"/>
              </p:ext>
            </p:extLst>
          </p:nvPr>
        </p:nvGraphicFramePr>
        <p:xfrm>
          <a:off x="7698992" y="3462771"/>
          <a:ext cx="1066915" cy="880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95000" imgH="406080" progId="Equation.DSMT4">
                  <p:embed/>
                </p:oleObj>
              </mc:Choice>
              <mc:Fallback>
                <p:oleObj name="Equation" r:id="rId16" imgW="495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8992" y="3462771"/>
                        <a:ext cx="1066915" cy="880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4" name="Text Box 14"/>
          <p:cNvSpPr txBox="1">
            <a:spLocks noChangeArrowheads="1"/>
          </p:cNvSpPr>
          <p:nvPr/>
        </p:nvSpPr>
        <p:spPr bwMode="auto">
          <a:xfrm>
            <a:off x="1874688" y="1156241"/>
            <a:ext cx="21691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宋体" panose="02010600030101010101" pitchFamily="2" charset="-122"/>
              </a:rPr>
              <a:t>的转动惯量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125967" name="Group 15"/>
          <p:cNvGrpSpPr>
            <a:grpSpLocks/>
          </p:cNvGrpSpPr>
          <p:nvPr/>
        </p:nvGrpSpPr>
        <p:grpSpPr bwMode="auto">
          <a:xfrm>
            <a:off x="8665961" y="1085776"/>
            <a:ext cx="2247900" cy="1562100"/>
            <a:chOff x="4152" y="432"/>
            <a:chExt cx="1416" cy="984"/>
          </a:xfrm>
        </p:grpSpPr>
        <p:graphicFrame>
          <p:nvGraphicFramePr>
            <p:cNvPr id="46096" name="Object 16"/>
            <p:cNvGraphicFramePr>
              <a:graphicFrameLocks noChangeAspect="1"/>
            </p:cNvGraphicFramePr>
            <p:nvPr/>
          </p:nvGraphicFramePr>
          <p:xfrm>
            <a:off x="4684" y="1216"/>
            <a:ext cx="19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95118" imgH="304667" progId="Equation.3">
                    <p:embed/>
                  </p:oleObj>
                </mc:Choice>
                <mc:Fallback>
                  <p:oleObj name="Equation" r:id="rId18" imgW="295118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4" y="1216"/>
                          <a:ext cx="19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097" name="Group 17"/>
            <p:cNvGrpSpPr>
              <a:grpSpLocks/>
            </p:cNvGrpSpPr>
            <p:nvPr/>
          </p:nvGrpSpPr>
          <p:grpSpPr bwMode="auto">
            <a:xfrm>
              <a:off x="4152" y="432"/>
              <a:ext cx="1416" cy="968"/>
              <a:chOff x="4152" y="432"/>
              <a:chExt cx="1416" cy="968"/>
            </a:xfrm>
          </p:grpSpPr>
          <p:sp>
            <p:nvSpPr>
              <p:cNvPr id="46098" name="Arc 18"/>
              <p:cNvSpPr>
                <a:spLocks/>
              </p:cNvSpPr>
              <p:nvPr/>
            </p:nvSpPr>
            <p:spPr bwMode="auto">
              <a:xfrm>
                <a:off x="4320" y="720"/>
                <a:ext cx="952" cy="476"/>
              </a:xfrm>
              <a:custGeom>
                <a:avLst/>
                <a:gdLst>
                  <a:gd name="T0" fmla="*/ 0 w 43192"/>
                  <a:gd name="T1" fmla="*/ 463 h 21600"/>
                  <a:gd name="T2" fmla="*/ 952 w 43192"/>
                  <a:gd name="T3" fmla="*/ 476 h 21600"/>
                  <a:gd name="T4" fmla="*/ 476 w 43192"/>
                  <a:gd name="T5" fmla="*/ 47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2" h="21600" fill="none" extrusionOk="0">
                    <a:moveTo>
                      <a:pt x="-1" y="21015"/>
                    </a:moveTo>
                    <a:cubicBezTo>
                      <a:pt x="316" y="9318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5"/>
                    </a:moveTo>
                    <a:cubicBezTo>
                      <a:pt x="316" y="9318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lnTo>
                      <a:pt x="-1" y="21015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6099" name="Object 19"/>
              <p:cNvGraphicFramePr>
                <a:graphicFrameLocks noChangeAspect="1"/>
              </p:cNvGraphicFramePr>
              <p:nvPr/>
            </p:nvGraphicFramePr>
            <p:xfrm>
              <a:off x="5424" y="124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19097" imgH="228680" progId="Equation.3">
                      <p:embed/>
                    </p:oleObj>
                  </mc:Choice>
                  <mc:Fallback>
                    <p:oleObj name="Equation" r:id="rId20" imgW="219097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124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100" name="Object 20"/>
              <p:cNvGraphicFramePr>
                <a:graphicFrameLocks noChangeAspect="1"/>
              </p:cNvGraphicFramePr>
              <p:nvPr/>
            </p:nvGraphicFramePr>
            <p:xfrm>
              <a:off x="4840" y="432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228779" imgH="304667" progId="Equation.3">
                      <p:embed/>
                    </p:oleObj>
                  </mc:Choice>
                  <mc:Fallback>
                    <p:oleObj name="Equation" r:id="rId22" imgW="228779" imgH="30466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0" y="432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01" name="Line 21"/>
              <p:cNvSpPr>
                <a:spLocks noChangeShapeType="1"/>
              </p:cNvSpPr>
              <p:nvPr/>
            </p:nvSpPr>
            <p:spPr bwMode="auto">
              <a:xfrm>
                <a:off x="4176" y="1200"/>
                <a:ext cx="13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2" name="Line 22"/>
              <p:cNvSpPr>
                <a:spLocks noChangeShapeType="1"/>
              </p:cNvSpPr>
              <p:nvPr/>
            </p:nvSpPr>
            <p:spPr bwMode="auto">
              <a:xfrm flipV="1">
                <a:off x="4800" y="432"/>
                <a:ext cx="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6103" name="Object 23"/>
              <p:cNvGraphicFramePr>
                <a:graphicFrameLocks noChangeAspect="1"/>
              </p:cNvGraphicFramePr>
              <p:nvPr/>
            </p:nvGraphicFramePr>
            <p:xfrm>
              <a:off x="4840" y="912"/>
              <a:ext cx="20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304800" imgH="295348" progId="Equation.3">
                      <p:embed/>
                    </p:oleObj>
                  </mc:Choice>
                  <mc:Fallback>
                    <p:oleObj name="Equation" r:id="rId24" imgW="304800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0" y="912"/>
                            <a:ext cx="20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104" name="Object 24"/>
              <p:cNvGraphicFramePr>
                <a:graphicFrameLocks noChangeAspect="1"/>
              </p:cNvGraphicFramePr>
              <p:nvPr/>
            </p:nvGraphicFramePr>
            <p:xfrm>
              <a:off x="4152" y="1248"/>
              <a:ext cx="312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485887" imgH="228680" progId="Equation.3">
                      <p:embed/>
                    </p:oleObj>
                  </mc:Choice>
                  <mc:Fallback>
                    <p:oleObj name="Equation" r:id="rId26" imgW="485887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2" y="1248"/>
                            <a:ext cx="312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105" name="Object 25"/>
              <p:cNvGraphicFramePr>
                <a:graphicFrameLocks noChangeAspect="1"/>
              </p:cNvGraphicFramePr>
              <p:nvPr/>
            </p:nvGraphicFramePr>
            <p:xfrm>
              <a:off x="5184" y="124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219097" imgH="228680" progId="Equation.3">
                      <p:embed/>
                    </p:oleObj>
                  </mc:Choice>
                  <mc:Fallback>
                    <p:oleObj name="Equation" r:id="rId28" imgW="219097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4" y="124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0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6" grpId="0" build="p" autoUpdateAnimBg="0"/>
      <p:bldP spid="125962" grpId="0" autoUpdateAnimBg="0"/>
      <p:bldP spid="12596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BC69753-C9F9-4DBF-9B6D-DDE55D371F7E}" type="slidenum">
              <a:rPr lang="en-US" altLang="zh-CN" sz="1400">
                <a:solidFill>
                  <a:schemeClr val="tx1"/>
                </a:solidFill>
              </a:rPr>
              <a:pPr/>
              <a:t>33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832514" name="Object 2"/>
          <p:cNvGraphicFramePr>
            <a:graphicFrameLocks noChangeAspect="1"/>
          </p:cNvGraphicFramePr>
          <p:nvPr/>
        </p:nvGraphicFramePr>
        <p:xfrm>
          <a:off x="2463800" y="3216275"/>
          <a:ext cx="616743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21080" imgH="799920" progId="Equation.DSMT4">
                  <p:embed/>
                </p:oleObj>
              </mc:Choice>
              <mc:Fallback>
                <p:oleObj name="Equation" r:id="rId2" imgW="612108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3216275"/>
                        <a:ext cx="616743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2515" name="Text Box 3"/>
          <p:cNvSpPr txBox="1">
            <a:spLocks noChangeArrowheads="1"/>
          </p:cNvSpPr>
          <p:nvPr/>
        </p:nvSpPr>
        <p:spPr bwMode="auto">
          <a:xfrm>
            <a:off x="1860255" y="988587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取球心为原点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z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轴为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轴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</a:p>
        </p:txBody>
      </p:sp>
      <p:graphicFrame>
        <p:nvGraphicFramePr>
          <p:cNvPr id="832516" name="Object 4"/>
          <p:cNvGraphicFramePr>
            <a:graphicFrameLocks noChangeAspect="1"/>
          </p:cNvGraphicFramePr>
          <p:nvPr/>
        </p:nvGraphicFramePr>
        <p:xfrm>
          <a:off x="3463199" y="1588294"/>
          <a:ext cx="3388879" cy="57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228600" progId="Equation.DSMT4">
                  <p:embed/>
                </p:oleObj>
              </mc:Choice>
              <mc:Fallback>
                <p:oleObj name="Equation" r:id="rId4" imgW="1346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199" y="1588294"/>
                        <a:ext cx="3388879" cy="5754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2517" name="Text Box 5"/>
          <p:cNvSpPr txBox="1">
            <a:spLocks noChangeArrowheads="1"/>
          </p:cNvSpPr>
          <p:nvPr/>
        </p:nvSpPr>
        <p:spPr bwMode="auto">
          <a:xfrm>
            <a:off x="6724650" y="1598477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832518" name="Object 6"/>
          <p:cNvGraphicFramePr>
            <a:graphicFrameLocks noChangeAspect="1"/>
          </p:cNvGraphicFramePr>
          <p:nvPr/>
        </p:nvGraphicFramePr>
        <p:xfrm>
          <a:off x="2242501" y="2364938"/>
          <a:ext cx="754698" cy="566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560" imgH="228600" progId="Equation.DSMT4">
                  <p:embed/>
                </p:oleObj>
              </mc:Choice>
              <mc:Fallback>
                <p:oleObj name="Equation" r:id="rId6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501" y="2364938"/>
                        <a:ext cx="754698" cy="5660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19" name="Object 7"/>
          <p:cNvGraphicFramePr>
            <a:graphicFrameLocks noChangeAspect="1"/>
          </p:cNvGraphicFramePr>
          <p:nvPr/>
        </p:nvGraphicFramePr>
        <p:xfrm>
          <a:off x="3073803" y="2284413"/>
          <a:ext cx="3492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92360" imgH="799920" progId="Equation.DSMT4">
                  <p:embed/>
                </p:oleObj>
              </mc:Choice>
              <mc:Fallback>
                <p:oleObj name="Equation" r:id="rId8" imgW="349236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803" y="2284413"/>
                        <a:ext cx="3492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20" name="Object 8"/>
          <p:cNvGraphicFramePr>
            <a:graphicFrameLocks noChangeAspect="1"/>
          </p:cNvGraphicFramePr>
          <p:nvPr/>
        </p:nvGraphicFramePr>
        <p:xfrm>
          <a:off x="2495550" y="5322888"/>
          <a:ext cx="1417637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4680" imgH="406080" progId="Equation.DSMT4">
                  <p:embed/>
                </p:oleObj>
              </mc:Choice>
              <mc:Fallback>
                <p:oleObj name="Equation" r:id="rId10" imgW="634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5322888"/>
                        <a:ext cx="1417637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21" name="Object 9"/>
          <p:cNvGraphicFramePr>
            <a:graphicFrameLocks noChangeAspect="1"/>
          </p:cNvGraphicFramePr>
          <p:nvPr/>
        </p:nvGraphicFramePr>
        <p:xfrm>
          <a:off x="5317425" y="5372486"/>
          <a:ext cx="1161751" cy="75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838080" progId="Equation.DSMT4">
                  <p:embed/>
                </p:oleObj>
              </mc:Choice>
              <mc:Fallback>
                <p:oleObj name="Equation" r:id="rId12" imgW="128268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7425" y="5372486"/>
                        <a:ext cx="1161751" cy="759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22" name="Object 10"/>
          <p:cNvGraphicFramePr>
            <a:graphicFrameLocks noChangeAspect="1"/>
          </p:cNvGraphicFramePr>
          <p:nvPr/>
        </p:nvGraphicFramePr>
        <p:xfrm>
          <a:off x="7150100" y="3879850"/>
          <a:ext cx="2552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52400" imgH="457200" progId="Equation.DSMT4">
                  <p:embed/>
                </p:oleObj>
              </mc:Choice>
              <mc:Fallback>
                <p:oleObj name="Equation" r:id="rId14" imgW="2552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100" y="3879850"/>
                        <a:ext cx="2552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791576" y="1549401"/>
            <a:ext cx="1235075" cy="1820863"/>
            <a:chOff x="4416" y="1366"/>
            <a:chExt cx="864" cy="1274"/>
          </a:xfrm>
        </p:grpSpPr>
        <p:grpSp>
          <p:nvGrpSpPr>
            <p:cNvPr id="33826" name="Group 12"/>
            <p:cNvGrpSpPr>
              <a:grpSpLocks/>
            </p:cNvGrpSpPr>
            <p:nvPr/>
          </p:nvGrpSpPr>
          <p:grpSpPr bwMode="auto">
            <a:xfrm>
              <a:off x="4416" y="1440"/>
              <a:ext cx="864" cy="1200"/>
              <a:chOff x="4416" y="1440"/>
              <a:chExt cx="864" cy="1200"/>
            </a:xfrm>
          </p:grpSpPr>
          <p:grpSp>
            <p:nvGrpSpPr>
              <p:cNvPr id="33828" name="Group 13"/>
              <p:cNvGrpSpPr>
                <a:grpSpLocks/>
              </p:cNvGrpSpPr>
              <p:nvPr/>
            </p:nvGrpSpPr>
            <p:grpSpPr bwMode="auto">
              <a:xfrm>
                <a:off x="4416" y="1440"/>
                <a:ext cx="864" cy="1200"/>
                <a:chOff x="4416" y="1440"/>
                <a:chExt cx="864" cy="1200"/>
              </a:xfrm>
            </p:grpSpPr>
            <p:sp>
              <p:nvSpPr>
                <p:cNvPr id="33829" name="Oval 14"/>
                <p:cNvSpPr>
                  <a:spLocks noChangeArrowheads="1"/>
                </p:cNvSpPr>
                <p:nvPr/>
              </p:nvSpPr>
              <p:spPr bwMode="auto">
                <a:xfrm>
                  <a:off x="4416" y="1584"/>
                  <a:ext cx="864" cy="86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FF33"/>
                    </a:gs>
                    <a:gs pos="100000">
                      <a:srgbClr val="477618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3830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4848" y="1440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3809" name="Object 16"/>
              <p:cNvGraphicFramePr>
                <a:graphicFrameLocks noChangeAspect="1"/>
              </p:cNvGraphicFramePr>
              <p:nvPr/>
            </p:nvGraphicFramePr>
            <p:xfrm>
              <a:off x="4704" y="1911"/>
              <a:ext cx="181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126720" imgH="139680" progId="Equation.3">
                      <p:embed/>
                    </p:oleObj>
                  </mc:Choice>
                  <mc:Fallback>
                    <p:oleObj name="公式" r:id="rId16" imgW="1267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4" y="1911"/>
                            <a:ext cx="181" cy="2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827" name="Line 17"/>
            <p:cNvSpPr>
              <a:spLocks noChangeShapeType="1"/>
            </p:cNvSpPr>
            <p:nvPr/>
          </p:nvSpPr>
          <p:spPr bwMode="auto">
            <a:xfrm>
              <a:off x="4848" y="1584"/>
              <a:ext cx="0" cy="86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08" name="Object 18"/>
            <p:cNvGraphicFramePr>
              <a:graphicFrameLocks noChangeAspect="1"/>
            </p:cNvGraphicFramePr>
            <p:nvPr/>
          </p:nvGraphicFramePr>
          <p:xfrm>
            <a:off x="4674" y="1366"/>
            <a:ext cx="126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88560" imgH="177480" progId="Equation.3">
                    <p:embed/>
                  </p:oleObj>
                </mc:Choice>
                <mc:Fallback>
                  <p:oleObj name="公式" r:id="rId18" imgW="8856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4" y="1366"/>
                          <a:ext cx="126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8585200" y="1371600"/>
            <a:ext cx="1854200" cy="1804988"/>
            <a:chOff x="4448" y="864"/>
            <a:chExt cx="1168" cy="1137"/>
          </a:xfrm>
        </p:grpSpPr>
        <p:sp>
          <p:nvSpPr>
            <p:cNvPr id="33820" name="Line 20"/>
            <p:cNvSpPr>
              <a:spLocks noChangeShapeType="1"/>
            </p:cNvSpPr>
            <p:nvPr/>
          </p:nvSpPr>
          <p:spPr bwMode="auto">
            <a:xfrm flipV="1">
              <a:off x="4967" y="883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05" name="Object 21"/>
            <p:cNvGraphicFramePr>
              <a:graphicFrameLocks noChangeAspect="1"/>
            </p:cNvGraphicFramePr>
            <p:nvPr/>
          </p:nvGraphicFramePr>
          <p:xfrm>
            <a:off x="5021" y="864"/>
            <a:ext cx="163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26720" imgH="126720" progId="Equation.3">
                    <p:embed/>
                  </p:oleObj>
                </mc:Choice>
                <mc:Fallback>
                  <p:oleObj name="公式" r:id="rId20" imgW="126720" imgH="126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1" y="864"/>
                          <a:ext cx="163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821" name="Group 22"/>
            <p:cNvGrpSpPr>
              <a:grpSpLocks/>
            </p:cNvGrpSpPr>
            <p:nvPr/>
          </p:nvGrpSpPr>
          <p:grpSpPr bwMode="auto">
            <a:xfrm>
              <a:off x="4448" y="1561"/>
              <a:ext cx="1168" cy="440"/>
              <a:chOff x="4448" y="1561"/>
              <a:chExt cx="1168" cy="440"/>
            </a:xfrm>
          </p:grpSpPr>
          <p:sp>
            <p:nvSpPr>
              <p:cNvPr id="33822" name="Line 23"/>
              <p:cNvSpPr>
                <a:spLocks noChangeShapeType="1"/>
              </p:cNvSpPr>
              <p:nvPr/>
            </p:nvSpPr>
            <p:spPr bwMode="auto">
              <a:xfrm>
                <a:off x="4967" y="1561"/>
                <a:ext cx="3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3" name="Line 24"/>
              <p:cNvSpPr>
                <a:spLocks noChangeShapeType="1"/>
              </p:cNvSpPr>
              <p:nvPr/>
            </p:nvSpPr>
            <p:spPr bwMode="auto">
              <a:xfrm>
                <a:off x="5356" y="1561"/>
                <a:ext cx="2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4" name="Line 25"/>
              <p:cNvSpPr>
                <a:spLocks noChangeShapeType="1"/>
              </p:cNvSpPr>
              <p:nvPr/>
            </p:nvSpPr>
            <p:spPr bwMode="auto">
              <a:xfrm rot="180000" flipH="1">
                <a:off x="4664" y="1561"/>
                <a:ext cx="303" cy="1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5" name="Line 26"/>
              <p:cNvSpPr>
                <a:spLocks noChangeShapeType="1"/>
              </p:cNvSpPr>
              <p:nvPr/>
            </p:nvSpPr>
            <p:spPr bwMode="auto">
              <a:xfrm rot="300000" flipH="1">
                <a:off x="4448" y="1708"/>
                <a:ext cx="216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3806" name="Object 27"/>
              <p:cNvGraphicFramePr>
                <a:graphicFrameLocks noChangeAspect="1"/>
              </p:cNvGraphicFramePr>
              <p:nvPr/>
            </p:nvGraphicFramePr>
            <p:xfrm>
              <a:off x="4491" y="1820"/>
              <a:ext cx="163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126720" imgH="139680" progId="Equation.3">
                      <p:embed/>
                    </p:oleObj>
                  </mc:Choice>
                  <mc:Fallback>
                    <p:oleObj name="公式" r:id="rId22" imgW="1267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1" y="1820"/>
                            <a:ext cx="163" cy="1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07" name="Object 28"/>
              <p:cNvGraphicFramePr>
                <a:graphicFrameLocks noChangeAspect="1"/>
              </p:cNvGraphicFramePr>
              <p:nvPr/>
            </p:nvGraphicFramePr>
            <p:xfrm>
              <a:off x="5434" y="1581"/>
              <a:ext cx="182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139680" imgH="164880" progId="Equation.3">
                      <p:embed/>
                    </p:oleObj>
                  </mc:Choice>
                  <mc:Fallback>
                    <p:oleObj name="公式" r:id="rId24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34" y="1581"/>
                            <a:ext cx="182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832541" name="Object 29"/>
          <p:cNvGraphicFramePr>
            <a:graphicFrameLocks noChangeAspect="1"/>
          </p:cNvGraphicFramePr>
          <p:nvPr/>
        </p:nvGraphicFramePr>
        <p:xfrm>
          <a:off x="4079875" y="5372486"/>
          <a:ext cx="958204" cy="83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65160" imgH="838080" progId="Equation.DSMT4">
                  <p:embed/>
                </p:oleObj>
              </mc:Choice>
              <mc:Fallback>
                <p:oleObj name="Equation" r:id="rId26" imgW="9651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372486"/>
                        <a:ext cx="958204" cy="830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42" name="Object 30"/>
          <p:cNvGraphicFramePr>
            <a:graphicFrameLocks noChangeAspect="1"/>
          </p:cNvGraphicFramePr>
          <p:nvPr/>
        </p:nvGraphicFramePr>
        <p:xfrm>
          <a:off x="2460329" y="4251926"/>
          <a:ext cx="1619546" cy="788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11280" imgH="736560" progId="Equation.DSMT4">
                  <p:embed/>
                </p:oleObj>
              </mc:Choice>
              <mc:Fallback>
                <p:oleObj name="Equation" r:id="rId28" imgW="15112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329" y="4251926"/>
                        <a:ext cx="1619546" cy="788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2545" name="Line 33"/>
          <p:cNvSpPr>
            <a:spLocks noChangeShapeType="1"/>
          </p:cNvSpPr>
          <p:nvPr/>
        </p:nvSpPr>
        <p:spPr bwMode="auto">
          <a:xfrm flipV="1">
            <a:off x="3886200" y="3750997"/>
            <a:ext cx="4369526" cy="820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2546" name="Object 34"/>
          <p:cNvGraphicFramePr>
            <a:graphicFrameLocks noChangeAspect="1"/>
          </p:cNvGraphicFramePr>
          <p:nvPr/>
        </p:nvGraphicFramePr>
        <p:xfrm>
          <a:off x="4367213" y="4292600"/>
          <a:ext cx="17764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77680" imgH="736560" progId="Equation.DSMT4">
                  <p:embed/>
                </p:oleObj>
              </mc:Choice>
              <mc:Fallback>
                <p:oleObj name="Equation" r:id="rId30" imgW="17776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4292600"/>
                        <a:ext cx="17764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47" name="Object 35"/>
          <p:cNvGraphicFramePr>
            <a:graphicFrameLocks noChangeAspect="1"/>
          </p:cNvGraphicFramePr>
          <p:nvPr/>
        </p:nvGraphicFramePr>
        <p:xfrm>
          <a:off x="6240463" y="4365625"/>
          <a:ext cx="1320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20480" imgH="736560" progId="Equation.DSMT4">
                  <p:embed/>
                </p:oleObj>
              </mc:Choice>
              <mc:Fallback>
                <p:oleObj name="Equation" r:id="rId32" imgW="13204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4365625"/>
                        <a:ext cx="1320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6" name="Text Box 36"/>
          <p:cNvSpPr txBox="1">
            <a:spLocks noChangeArrowheads="1"/>
          </p:cNvSpPr>
          <p:nvPr/>
        </p:nvSpPr>
        <p:spPr bwMode="auto">
          <a:xfrm>
            <a:off x="1915319" y="359012"/>
            <a:ext cx="872497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13.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求均匀球体对于过球心的一条轴</a:t>
            </a:r>
            <a:r>
              <a:rPr lang="zh-CN" altLang="en-US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的转动惯量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832549" name="Text Box 37"/>
          <p:cNvSpPr txBox="1">
            <a:spLocks noChangeArrowheads="1"/>
          </p:cNvSpPr>
          <p:nvPr/>
        </p:nvSpPr>
        <p:spPr bwMode="auto">
          <a:xfrm>
            <a:off x="6900863" y="989541"/>
            <a:ext cx="98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设球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32550" name="Text Box 38"/>
          <p:cNvSpPr txBox="1">
            <a:spLocks noChangeArrowheads="1"/>
          </p:cNvSpPr>
          <p:nvPr/>
        </p:nvSpPr>
        <p:spPr bwMode="auto">
          <a:xfrm>
            <a:off x="1828800" y="1562101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所占域为</a:t>
            </a:r>
          </a:p>
        </p:txBody>
      </p:sp>
      <p:sp>
        <p:nvSpPr>
          <p:cNvPr id="832552" name="Text Box 40"/>
          <p:cNvSpPr txBox="1">
            <a:spLocks noChangeArrowheads="1"/>
          </p:cNvSpPr>
          <p:nvPr/>
        </p:nvSpPr>
        <p:spPr bwMode="auto">
          <a:xfrm>
            <a:off x="6705601" y="2284413"/>
            <a:ext cx="1939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用球坐标</a:t>
            </a: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9" name="Rectangle 39"/>
          <p:cNvSpPr>
            <a:spLocks noChangeArrowheads="1"/>
          </p:cNvSpPr>
          <p:nvPr/>
        </p:nvSpPr>
        <p:spPr bwMode="auto">
          <a:xfrm>
            <a:off x="8001000" y="4610100"/>
            <a:ext cx="2133600" cy="1447800"/>
          </a:xfrm>
          <a:prstGeom prst="rect">
            <a:avLst/>
          </a:prstGeom>
          <a:noFill/>
          <a:ln w="9525">
            <a:solidFill>
              <a:srgbClr val="8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" name="Text Box 31"/>
          <p:cNvSpPr txBox="1">
            <a:spLocks noChangeArrowheads="1"/>
          </p:cNvSpPr>
          <p:nvPr/>
        </p:nvSpPr>
        <p:spPr bwMode="auto">
          <a:xfrm>
            <a:off x="8077200" y="46101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球体的质量</a:t>
            </a:r>
          </a:p>
        </p:txBody>
      </p:sp>
      <p:graphicFrame>
        <p:nvGraphicFramePr>
          <p:cNvPr id="41" name="Object 32"/>
          <p:cNvGraphicFramePr>
            <a:graphicFrameLocks noChangeAspect="1"/>
          </p:cNvGraphicFramePr>
          <p:nvPr/>
        </p:nvGraphicFramePr>
        <p:xfrm>
          <a:off x="8153400" y="5143500"/>
          <a:ext cx="185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847805" imgH="838373" progId="Equation.3">
                  <p:embed/>
                </p:oleObj>
              </mc:Choice>
              <mc:Fallback>
                <p:oleObj name="Equation" r:id="rId34" imgW="1847805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5143500"/>
                        <a:ext cx="1854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17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2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2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3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2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3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3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3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3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3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3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3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3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3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515" grpId="0" autoUpdateAnimBg="0"/>
      <p:bldP spid="832517" grpId="0" autoUpdateAnimBg="0"/>
      <p:bldP spid="832545" grpId="0" animBg="1"/>
      <p:bldP spid="832549" grpId="0" build="p" autoUpdateAnimBg="0"/>
      <p:bldP spid="832550" grpId="0" build="p" autoUpdateAnimBg="0" advAuto="0"/>
      <p:bldP spid="832552" grpId="0" build="p" autoUpdateAnimBg="0"/>
      <p:bldP spid="39" grpId="0" animBg="1"/>
      <p:bldP spid="40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2"/>
          <p:cNvGraphicFramePr>
            <a:graphicFrameLocks noChangeAspect="1"/>
          </p:cNvGraphicFramePr>
          <p:nvPr/>
        </p:nvGraphicFramePr>
        <p:xfrm>
          <a:off x="2471738" y="5588000"/>
          <a:ext cx="56054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43416" imgH="571341" progId="Equation.3">
                  <p:embed/>
                </p:oleObj>
              </mc:Choice>
              <mc:Fallback>
                <p:oleObj name="Equation" r:id="rId2" imgW="5543416" imgH="5713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5588000"/>
                        <a:ext cx="560546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7924800" y="56530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zh-CN" sz="2800" i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仿宋_GB2312" pitchFamily="49" charset="-122"/>
              </a:rPr>
              <a:t>,G</a:t>
            </a:r>
            <a:r>
              <a:rPr kumimoji="1" lang="en-US" altLang="zh-CN" sz="2800" b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zh-CN" sz="2800" b="1" dirty="0">
                <a:latin typeface="+mn-ea"/>
                <a:ea typeface="+mn-ea"/>
              </a:rPr>
              <a:t>为引力常数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sp>
        <p:nvSpPr>
          <p:cNvPr id="51204" name="Rectangle 4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193074" y="242888"/>
            <a:ext cx="4397829" cy="5334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2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3200" b="1" dirty="0">
                <a:solidFill>
                  <a:srgbClr val="0000CC"/>
                </a:solidFill>
                <a:latin typeface="+mn-ea"/>
                <a:ea typeface="+mn-ea"/>
              </a:rPr>
              <a:t>、物体对质点的引力</a:t>
            </a:r>
          </a:p>
        </p:txBody>
      </p:sp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2209800" y="77628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设物体占有空间区域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29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662574"/>
              </p:ext>
            </p:extLst>
          </p:nvPr>
        </p:nvGraphicFramePr>
        <p:xfrm>
          <a:off x="7948149" y="763103"/>
          <a:ext cx="2248829" cy="46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215640" progId="Equation.DSMT4">
                  <p:embed/>
                </p:oleObj>
              </mc:Choice>
              <mc:Fallback>
                <p:oleObj name="Equation" r:id="rId4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8149" y="763103"/>
                        <a:ext cx="2248829" cy="465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828800" y="1385888"/>
            <a:ext cx="853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物体对位于点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latin typeface="+mn-ea"/>
                <a:ea typeface="+mn-ea"/>
              </a:rPr>
              <a:t>处的单位质量质点的引力为</a:t>
            </a:r>
          </a:p>
        </p:txBody>
      </p:sp>
      <p:graphicFrame>
        <p:nvGraphicFramePr>
          <p:cNvPr id="829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590144"/>
              </p:ext>
            </p:extLst>
          </p:nvPr>
        </p:nvGraphicFramePr>
        <p:xfrm>
          <a:off x="2863135" y="2503487"/>
          <a:ext cx="4647330" cy="983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406080" progId="Equation.DSMT4">
                  <p:embed/>
                </p:oleObj>
              </mc:Choice>
              <mc:Fallback>
                <p:oleObj name="Equation" r:id="rId6" imgW="1930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135" y="2503487"/>
                        <a:ext cx="4647330" cy="9836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168137"/>
              </p:ext>
            </p:extLst>
          </p:nvPr>
        </p:nvGraphicFramePr>
        <p:xfrm>
          <a:off x="2900363" y="3416149"/>
          <a:ext cx="4610101" cy="976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30320" imgH="406080" progId="Equation.DSMT4">
                  <p:embed/>
                </p:oleObj>
              </mc:Choice>
              <mc:Fallback>
                <p:oleObj name="Equation" r:id="rId8" imgW="1930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3416149"/>
                        <a:ext cx="4610101" cy="976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608543"/>
              </p:ext>
            </p:extLst>
          </p:nvPr>
        </p:nvGraphicFramePr>
        <p:xfrm>
          <a:off x="2943703" y="4318952"/>
          <a:ext cx="4507540" cy="986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406080" progId="Equation.DSMT4">
                  <p:embed/>
                </p:oleObj>
              </mc:Choice>
              <mc:Fallback>
                <p:oleObj name="Equation" r:id="rId10" imgW="1866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703" y="4318952"/>
                        <a:ext cx="4507540" cy="986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Text Box 11"/>
          <p:cNvSpPr txBox="1">
            <a:spLocks noChangeArrowheads="1"/>
          </p:cNvSpPr>
          <p:nvPr/>
        </p:nvSpPr>
        <p:spPr bwMode="auto">
          <a:xfrm>
            <a:off x="6019800" y="7620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其密度函数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4343400" y="19192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引力元素在三坐标轴上分量为</a:t>
            </a:r>
          </a:p>
        </p:txBody>
      </p:sp>
      <p:grpSp>
        <p:nvGrpSpPr>
          <p:cNvPr id="82957" name="Group 13"/>
          <p:cNvGrpSpPr>
            <a:grpSpLocks/>
          </p:cNvGrpSpPr>
          <p:nvPr/>
        </p:nvGrpSpPr>
        <p:grpSpPr bwMode="auto">
          <a:xfrm>
            <a:off x="1854201" y="1984375"/>
            <a:ext cx="2487613" cy="508000"/>
            <a:chOff x="208" y="1250"/>
            <a:chExt cx="1567" cy="320"/>
          </a:xfrm>
        </p:grpSpPr>
        <p:graphicFrame>
          <p:nvGraphicFramePr>
            <p:cNvPr id="51232" name="Object 14"/>
            <p:cNvGraphicFramePr>
              <a:graphicFrameLocks noChangeAspect="1"/>
            </p:cNvGraphicFramePr>
            <p:nvPr/>
          </p:nvGraphicFramePr>
          <p:xfrm>
            <a:off x="208" y="1250"/>
            <a:ext cx="1567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476410" imgH="495353" progId="Equation.3">
                    <p:embed/>
                  </p:oleObj>
                </mc:Choice>
                <mc:Fallback>
                  <p:oleObj name="Equation" r:id="rId12" imgW="2476410" imgH="495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" y="1250"/>
                          <a:ext cx="1567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33" name="Line 15"/>
            <p:cNvSpPr>
              <a:spLocks noChangeShapeType="1"/>
            </p:cNvSpPr>
            <p:nvPr/>
          </p:nvSpPr>
          <p:spPr bwMode="auto">
            <a:xfrm>
              <a:off x="256" y="1250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1600200" y="5638801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其中</a:t>
            </a:r>
          </a:p>
        </p:txBody>
      </p:sp>
      <p:grpSp>
        <p:nvGrpSpPr>
          <p:cNvPr id="82961" name="Group 17"/>
          <p:cNvGrpSpPr>
            <a:grpSpLocks/>
          </p:cNvGrpSpPr>
          <p:nvPr/>
        </p:nvGrpSpPr>
        <p:grpSpPr bwMode="auto">
          <a:xfrm>
            <a:off x="8310564" y="2971800"/>
            <a:ext cx="2128837" cy="1981200"/>
            <a:chOff x="4275" y="1872"/>
            <a:chExt cx="1341" cy="1248"/>
          </a:xfrm>
        </p:grpSpPr>
        <p:graphicFrame>
          <p:nvGraphicFramePr>
            <p:cNvPr id="51216" name="Object 18"/>
            <p:cNvGraphicFramePr>
              <a:graphicFrameLocks noChangeAspect="1"/>
            </p:cNvGraphicFramePr>
            <p:nvPr/>
          </p:nvGraphicFramePr>
          <p:xfrm>
            <a:off x="5139" y="2219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10" imgH="219002" progId="Equation.3">
                    <p:embed/>
                  </p:oleObj>
                </mc:Choice>
                <mc:Fallback>
                  <p:oleObj name="Equation" r:id="rId14" imgW="190410" imgH="21900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9" y="2219"/>
                          <a:ext cx="12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7" name="Line 19"/>
            <p:cNvSpPr>
              <a:spLocks noChangeShapeType="1"/>
            </p:cNvSpPr>
            <p:nvPr/>
          </p:nvSpPr>
          <p:spPr bwMode="auto">
            <a:xfrm>
              <a:off x="4636" y="273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8" name="Line 20"/>
            <p:cNvSpPr>
              <a:spLocks noChangeShapeType="1"/>
            </p:cNvSpPr>
            <p:nvPr/>
          </p:nvSpPr>
          <p:spPr bwMode="auto">
            <a:xfrm flipV="1">
              <a:off x="4636" y="1920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9" name="Line 21"/>
            <p:cNvSpPr>
              <a:spLocks noChangeShapeType="1"/>
            </p:cNvSpPr>
            <p:nvPr/>
          </p:nvSpPr>
          <p:spPr bwMode="auto">
            <a:xfrm flipH="1">
              <a:off x="4275" y="2736"/>
              <a:ext cx="361" cy="3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0" name="Line 22"/>
            <p:cNvSpPr>
              <a:spLocks noChangeShapeType="1"/>
            </p:cNvSpPr>
            <p:nvPr/>
          </p:nvSpPr>
          <p:spPr bwMode="auto">
            <a:xfrm flipV="1">
              <a:off x="4924" y="2054"/>
              <a:ext cx="362" cy="3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1" name="Line 23"/>
            <p:cNvSpPr>
              <a:spLocks noChangeShapeType="1"/>
            </p:cNvSpPr>
            <p:nvPr/>
          </p:nvSpPr>
          <p:spPr bwMode="auto">
            <a:xfrm flipV="1">
              <a:off x="4896" y="2239"/>
              <a:ext cx="199" cy="199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22" name="Object 24"/>
            <p:cNvGraphicFramePr>
              <a:graphicFrameLocks noChangeAspect="1"/>
            </p:cNvGraphicFramePr>
            <p:nvPr/>
          </p:nvGraphicFramePr>
          <p:xfrm>
            <a:off x="4471" y="1920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9416" imgH="209683" progId="Equation.3">
                    <p:embed/>
                  </p:oleObj>
                </mc:Choice>
                <mc:Fallback>
                  <p:oleObj name="Equation" r:id="rId16" imgW="209416" imgH="2096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1" y="1920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23" name="Object 25"/>
            <p:cNvGraphicFramePr>
              <a:graphicFrameLocks noChangeAspect="1"/>
            </p:cNvGraphicFramePr>
            <p:nvPr/>
          </p:nvGraphicFramePr>
          <p:xfrm>
            <a:off x="4419" y="296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19097" imgH="228680" progId="Equation.3">
                    <p:embed/>
                  </p:oleObj>
                </mc:Choice>
                <mc:Fallback>
                  <p:oleObj name="Equation" r:id="rId18" imgW="219097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" y="296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24" name="Object 26"/>
            <p:cNvGraphicFramePr>
              <a:graphicFrameLocks noChangeAspect="1"/>
            </p:cNvGraphicFramePr>
            <p:nvPr/>
          </p:nvGraphicFramePr>
          <p:xfrm>
            <a:off x="5336" y="1872"/>
            <a:ext cx="28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38195" imgH="400010" progId="Equation.3">
                    <p:embed/>
                  </p:oleObj>
                </mc:Choice>
                <mc:Fallback>
                  <p:oleObj name="Equation" r:id="rId20" imgW="438195" imgH="40001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6" y="1872"/>
                          <a:ext cx="28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25" name="Object 27"/>
            <p:cNvGraphicFramePr>
              <a:graphicFrameLocks noChangeAspect="1"/>
            </p:cNvGraphicFramePr>
            <p:nvPr/>
          </p:nvGraphicFramePr>
          <p:xfrm>
            <a:off x="5235" y="282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28779" imgH="304667" progId="Equation.3">
                    <p:embed/>
                  </p:oleObj>
                </mc:Choice>
                <mc:Fallback>
                  <p:oleObj name="Equation" r:id="rId22" imgW="228779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5" y="282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26" name="Object 28"/>
            <p:cNvGraphicFramePr>
              <a:graphicFrameLocks noChangeAspect="1"/>
            </p:cNvGraphicFramePr>
            <p:nvPr/>
          </p:nvGraphicFramePr>
          <p:xfrm>
            <a:off x="4755" y="2066"/>
            <a:ext cx="3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533579" imgH="324023" progId="Equation.3">
                    <p:embed/>
                  </p:oleObj>
                </mc:Choice>
                <mc:Fallback>
                  <p:oleObj name="Equation" r:id="rId24" imgW="533579" imgH="3240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5" y="2066"/>
                          <a:ext cx="3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27" name="Line 29"/>
            <p:cNvSpPr>
              <a:spLocks noChangeShapeType="1"/>
            </p:cNvSpPr>
            <p:nvPr/>
          </p:nvSpPr>
          <p:spPr bwMode="auto">
            <a:xfrm>
              <a:off x="4764" y="2034"/>
              <a:ext cx="340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4" name="Oval 30"/>
            <p:cNvSpPr>
              <a:spLocks noChangeArrowheads="1"/>
            </p:cNvSpPr>
            <p:nvPr/>
          </p:nvSpPr>
          <p:spPr bwMode="auto">
            <a:xfrm>
              <a:off x="5233" y="2024"/>
              <a:ext cx="98" cy="7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56471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1229" name="Oval 31"/>
            <p:cNvSpPr>
              <a:spLocks noChangeArrowheads="1"/>
            </p:cNvSpPr>
            <p:nvPr/>
          </p:nvSpPr>
          <p:spPr bwMode="auto">
            <a:xfrm>
              <a:off x="4866" y="2423"/>
              <a:ext cx="45" cy="4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1230" name="Object 32"/>
            <p:cNvGraphicFramePr>
              <a:graphicFrameLocks noChangeAspect="1"/>
            </p:cNvGraphicFramePr>
            <p:nvPr/>
          </p:nvGraphicFramePr>
          <p:xfrm>
            <a:off x="4771" y="2456"/>
            <a:ext cx="22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42810" imgH="438004" progId="Equation.3">
                    <p:embed/>
                  </p:oleObj>
                </mc:Choice>
                <mc:Fallback>
                  <p:oleObj name="Equation" r:id="rId26" imgW="342810" imgH="4380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2456"/>
                          <a:ext cx="22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31" name="Object 33"/>
            <p:cNvGraphicFramePr>
              <a:graphicFrameLocks noChangeAspect="1"/>
            </p:cNvGraphicFramePr>
            <p:nvPr/>
          </p:nvGraphicFramePr>
          <p:xfrm>
            <a:off x="4416" y="259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85795" imgH="304667" progId="Equation.3">
                    <p:embed/>
                  </p:oleObj>
                </mc:Choice>
                <mc:Fallback>
                  <p:oleObj name="Equation" r:id="rId28" imgW="285795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59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1610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 advAuto="0"/>
      <p:bldP spid="82949" grpId="0" autoUpdateAnimBg="0"/>
      <p:bldP spid="82951" grpId="0" autoUpdateAnimBg="0"/>
      <p:bldP spid="82955" grpId="0" autoUpdateAnimBg="0"/>
      <p:bldP spid="82956" grpId="0" autoUpdateAnimBg="0"/>
      <p:bldP spid="82960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1568"/>
              </p:ext>
            </p:extLst>
          </p:nvPr>
        </p:nvGraphicFramePr>
        <p:xfrm>
          <a:off x="3162299" y="824306"/>
          <a:ext cx="4815373" cy="93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406080" progId="Equation.DSMT4">
                  <p:embed/>
                </p:oleObj>
              </mc:Choice>
              <mc:Fallback>
                <p:oleObj name="Equation" r:id="rId2" imgW="2108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299" y="824306"/>
                        <a:ext cx="4815373" cy="934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858998"/>
              </p:ext>
            </p:extLst>
          </p:nvPr>
        </p:nvGraphicFramePr>
        <p:xfrm>
          <a:off x="3162299" y="1694570"/>
          <a:ext cx="4777271" cy="931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406080" progId="Equation.DSMT4">
                  <p:embed/>
                </p:oleObj>
              </mc:Choice>
              <mc:Fallback>
                <p:oleObj name="Equation" r:id="rId4" imgW="2095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299" y="1694570"/>
                        <a:ext cx="4777271" cy="931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023371"/>
              </p:ext>
            </p:extLst>
          </p:nvPr>
        </p:nvGraphicFramePr>
        <p:xfrm>
          <a:off x="3200401" y="2633321"/>
          <a:ext cx="4787802" cy="958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406080" progId="Equation.DSMT4">
                  <p:embed/>
                </p:oleObj>
              </mc:Choice>
              <mc:Fallback>
                <p:oleObj name="Equation" r:id="rId6" imgW="2044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633321"/>
                        <a:ext cx="4787802" cy="958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1676400" y="4441664"/>
            <a:ext cx="45576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若求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itchFamily="49" charset="-122"/>
              </a:rPr>
              <a:t>xOy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面上的平面薄片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6168744" y="4436903"/>
            <a:ext cx="4131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对点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zh-CN" altLang="en-US" sz="2800" b="1" dirty="0">
                <a:latin typeface="+mn-ea"/>
                <a:ea typeface="+mn-ea"/>
              </a:rPr>
              <a:t>处的单位质量质点</a:t>
            </a:r>
          </a:p>
        </p:txBody>
      </p:sp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1676400" y="5033963"/>
            <a:ext cx="21675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的引力分量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graphicFrame>
        <p:nvGraphicFramePr>
          <p:cNvPr id="8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223626"/>
              </p:ext>
            </p:extLst>
          </p:nvPr>
        </p:nvGraphicFramePr>
        <p:xfrm>
          <a:off x="1840788" y="5802339"/>
          <a:ext cx="1150052" cy="462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203040" progId="Equation.DSMT4">
                  <p:embed/>
                </p:oleObj>
              </mc:Choice>
              <mc:Fallback>
                <p:oleObj name="Equation" r:id="rId8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0788" y="5802339"/>
                        <a:ext cx="1150052" cy="4628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154938"/>
              </p:ext>
            </p:extLst>
          </p:nvPr>
        </p:nvGraphicFramePr>
        <p:xfrm>
          <a:off x="4837513" y="5590949"/>
          <a:ext cx="4425083" cy="949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760" imgH="406080" progId="Equation.DSMT4">
                  <p:embed/>
                </p:oleObj>
              </mc:Choice>
              <mc:Fallback>
                <p:oleObj name="Equation" r:id="rId10" imgW="1904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513" y="5590949"/>
                        <a:ext cx="4425083" cy="949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76400" y="440118"/>
            <a:ext cx="28905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因此引力分量为 </a:t>
            </a:r>
          </a:p>
        </p:txBody>
      </p:sp>
      <p:sp>
        <p:nvSpPr>
          <p:cNvPr id="83979" name="Text Box 11"/>
          <p:cNvSpPr txBox="1">
            <a:spLocks noChangeArrowheads="1"/>
          </p:cNvSpPr>
          <p:nvPr/>
        </p:nvSpPr>
        <p:spPr bwMode="auto">
          <a:xfrm>
            <a:off x="3657601" y="5029201"/>
            <a:ext cx="71112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则上式改为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zh-CN" altLang="en-US" sz="2800" b="1" dirty="0">
                <a:latin typeface="+mn-ea"/>
                <a:ea typeface="+mn-ea"/>
              </a:rPr>
              <a:t>上的二重积分</a:t>
            </a:r>
            <a:r>
              <a:rPr kumimoji="1" lang="en-US" altLang="zh-CN" sz="2800" b="1" dirty="0">
                <a:latin typeface="+mn-ea"/>
                <a:ea typeface="+mn-ea"/>
              </a:rPr>
              <a:t>, </a:t>
            </a:r>
            <a:r>
              <a:rPr kumimoji="1" lang="zh-CN" altLang="en-US" sz="2800" b="1" dirty="0">
                <a:latin typeface="+mn-ea"/>
                <a:ea typeface="+mn-ea"/>
              </a:rPr>
              <a:t>密度函数改为 </a:t>
            </a:r>
          </a:p>
        </p:txBody>
      </p:sp>
      <p:sp>
        <p:nvSpPr>
          <p:cNvPr id="83980" name="Text Box 12"/>
          <p:cNvSpPr txBox="1">
            <a:spLocks noChangeArrowheads="1"/>
          </p:cNvSpPr>
          <p:nvPr/>
        </p:nvSpPr>
        <p:spPr bwMode="auto">
          <a:xfrm>
            <a:off x="2889250" y="5741988"/>
            <a:ext cx="21691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即可</a:t>
            </a:r>
            <a:r>
              <a:rPr kumimoji="1" lang="en-US" altLang="zh-CN" sz="2800" b="1" dirty="0">
                <a:latin typeface="+mn-ea"/>
                <a:ea typeface="+mn-ea"/>
              </a:rPr>
              <a:t>. </a:t>
            </a:r>
            <a:r>
              <a:rPr kumimoji="1" lang="zh-CN" altLang="en-US" sz="2800" b="1" dirty="0">
                <a:latin typeface="+mn-ea"/>
                <a:ea typeface="+mn-ea"/>
              </a:rPr>
              <a:t>例如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83981" name="Text Box 13"/>
          <p:cNvSpPr txBox="1">
            <a:spLocks noChangeArrowheads="1"/>
          </p:cNvSpPr>
          <p:nvPr/>
        </p:nvSpPr>
        <p:spPr bwMode="auto">
          <a:xfrm>
            <a:off x="2057401" y="3800476"/>
            <a:ext cx="1176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其中</a:t>
            </a:r>
            <a:r>
              <a:rPr kumimoji="1" lang="en-US" altLang="zh-CN" sz="2800" b="1" dirty="0">
                <a:latin typeface="+mn-ea"/>
                <a:ea typeface="+mn-ea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83982" name="Object 14"/>
          <p:cNvGraphicFramePr>
            <a:graphicFrameLocks noChangeAspect="1"/>
          </p:cNvGraphicFramePr>
          <p:nvPr/>
        </p:nvGraphicFramePr>
        <p:xfrm>
          <a:off x="3200401" y="3759200"/>
          <a:ext cx="56054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43416" imgH="571341" progId="Equation.3">
                  <p:embed/>
                </p:oleObj>
              </mc:Choice>
              <mc:Fallback>
                <p:oleObj name="Equation" r:id="rId12" imgW="5543416" imgH="5713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3759200"/>
                        <a:ext cx="56054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726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3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3" grpId="0" build="p" autoUpdateAnimBg="0"/>
      <p:bldP spid="83974" grpId="0" build="p" autoUpdateAnimBg="0"/>
      <p:bldP spid="83975" grpId="0" build="p" autoUpdateAnimBg="0" advAuto="0"/>
      <p:bldP spid="83979" grpId="0" build="p" autoUpdateAnimBg="0"/>
      <p:bldP spid="83980" grpId="0" build="p" autoUpdateAnimBg="0" advAuto="0"/>
      <p:bldP spid="83981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554655"/>
              </p:ext>
            </p:extLst>
          </p:nvPr>
        </p:nvGraphicFramePr>
        <p:xfrm>
          <a:off x="7923174" y="5058631"/>
          <a:ext cx="2160110" cy="998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279360" progId="Equation.DSMT4">
                  <p:embed/>
                </p:oleObj>
              </mc:Choice>
              <mc:Fallback>
                <p:oleObj name="Equation" r:id="rId2" imgW="6094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3174" y="5058631"/>
                        <a:ext cx="2160110" cy="998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995" name="Group 3"/>
          <p:cNvGrpSpPr>
            <a:grpSpLocks/>
          </p:cNvGrpSpPr>
          <p:nvPr/>
        </p:nvGrpSpPr>
        <p:grpSpPr bwMode="auto">
          <a:xfrm>
            <a:off x="8121650" y="995364"/>
            <a:ext cx="2470150" cy="2205037"/>
            <a:chOff x="4156" y="627"/>
            <a:chExt cx="1556" cy="1389"/>
          </a:xfrm>
        </p:grpSpPr>
        <p:grpSp>
          <p:nvGrpSpPr>
            <p:cNvPr id="53290" name="Group 4"/>
            <p:cNvGrpSpPr>
              <a:grpSpLocks/>
            </p:cNvGrpSpPr>
            <p:nvPr/>
          </p:nvGrpSpPr>
          <p:grpSpPr bwMode="auto">
            <a:xfrm>
              <a:off x="4156" y="627"/>
              <a:ext cx="1556" cy="1389"/>
              <a:chOff x="4156" y="627"/>
              <a:chExt cx="1556" cy="1389"/>
            </a:xfrm>
          </p:grpSpPr>
          <p:sp>
            <p:nvSpPr>
              <p:cNvPr id="84997" name="Oval 5"/>
              <p:cNvSpPr>
                <a:spLocks noChangeArrowheads="1"/>
              </p:cNvSpPr>
              <p:nvPr/>
            </p:nvSpPr>
            <p:spPr bwMode="auto">
              <a:xfrm>
                <a:off x="4156" y="1141"/>
                <a:ext cx="1190" cy="603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46275"/>
                      <a:invGamma/>
                    </a:schemeClr>
                  </a:gs>
                  <a:gs pos="100000">
                    <a:schemeClr val="folHlink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53293" name="Line 6"/>
              <p:cNvSpPr>
                <a:spLocks noChangeShapeType="1"/>
              </p:cNvSpPr>
              <p:nvPr/>
            </p:nvSpPr>
            <p:spPr bwMode="auto">
              <a:xfrm>
                <a:off x="4755" y="1443"/>
                <a:ext cx="90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4" name="Line 7"/>
              <p:cNvSpPr>
                <a:spLocks noChangeShapeType="1"/>
              </p:cNvSpPr>
              <p:nvPr/>
            </p:nvSpPr>
            <p:spPr bwMode="auto">
              <a:xfrm flipV="1">
                <a:off x="4755" y="627"/>
                <a:ext cx="0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95" name="Line 8"/>
              <p:cNvSpPr>
                <a:spLocks noChangeShapeType="1"/>
              </p:cNvSpPr>
              <p:nvPr/>
            </p:nvSpPr>
            <p:spPr bwMode="auto">
              <a:xfrm flipH="1">
                <a:off x="4323" y="1443"/>
                <a:ext cx="432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3296" name="Object 9"/>
              <p:cNvGraphicFramePr>
                <a:graphicFrameLocks noChangeAspect="1"/>
              </p:cNvGraphicFramePr>
              <p:nvPr/>
            </p:nvGraphicFramePr>
            <p:xfrm>
              <a:off x="4371" y="1827"/>
              <a:ext cx="170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14390" imgH="133337" progId="Equation.3">
                      <p:embed/>
                    </p:oleObj>
                  </mc:Choice>
                  <mc:Fallback>
                    <p:oleObj name="公式" r:id="rId4" imgW="114390" imgH="13333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1" y="1827"/>
                            <a:ext cx="170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297" name="Object 10"/>
              <p:cNvGraphicFramePr>
                <a:graphicFrameLocks noChangeAspect="1"/>
              </p:cNvGraphicFramePr>
              <p:nvPr/>
            </p:nvGraphicFramePr>
            <p:xfrm>
              <a:off x="5523" y="1462"/>
              <a:ext cx="189" cy="2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133395" imgH="152334" progId="Equation.3">
                      <p:embed/>
                    </p:oleObj>
                  </mc:Choice>
                  <mc:Fallback>
                    <p:oleObj name="公式" r:id="rId6" imgW="133395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23" y="1462"/>
                            <a:ext cx="189" cy="2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298" name="Object 11"/>
              <p:cNvGraphicFramePr>
                <a:graphicFrameLocks noChangeAspect="1"/>
              </p:cNvGraphicFramePr>
              <p:nvPr/>
            </p:nvGraphicFramePr>
            <p:xfrm>
              <a:off x="4563" y="627"/>
              <a:ext cx="170" cy="1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114390" imgH="114340" progId="Equation.3">
                      <p:embed/>
                    </p:oleObj>
                  </mc:Choice>
                  <mc:Fallback>
                    <p:oleObj name="公式" r:id="rId8" imgW="114390" imgH="1143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3" y="627"/>
                            <a:ext cx="170" cy="1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299" name="Object 12"/>
              <p:cNvGraphicFramePr>
                <a:graphicFrameLocks noChangeAspect="1"/>
              </p:cNvGraphicFramePr>
              <p:nvPr/>
            </p:nvGraphicFramePr>
            <p:xfrm>
              <a:off x="5283" y="1443"/>
              <a:ext cx="204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142718" imgH="152334" progId="Equation.3">
                      <p:embed/>
                    </p:oleObj>
                  </mc:Choice>
                  <mc:Fallback>
                    <p:oleObj name="公式" r:id="rId10" imgW="142718" imgH="15233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3" y="1443"/>
                            <a:ext cx="204" cy="2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3291" name="Object 13"/>
            <p:cNvGraphicFramePr>
              <a:graphicFrameLocks noChangeAspect="1"/>
            </p:cNvGraphicFramePr>
            <p:nvPr/>
          </p:nvGraphicFramePr>
          <p:xfrm>
            <a:off x="4560" y="1355"/>
            <a:ext cx="17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5118" imgH="304667" progId="Equation.3">
                    <p:embed/>
                  </p:oleObj>
                </mc:Choice>
                <mc:Fallback>
                  <p:oleObj name="Equation" r:id="rId12" imgW="295118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355"/>
                          <a:ext cx="172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2" name="Rectangle 14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955801" y="290514"/>
            <a:ext cx="11430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14</a:t>
            </a:r>
          </a:p>
        </p:txBody>
      </p:sp>
      <p:sp>
        <p:nvSpPr>
          <p:cNvPr id="53253" name="Text Box 15"/>
          <p:cNvSpPr txBox="1">
            <a:spLocks noChangeArrowheads="1"/>
          </p:cNvSpPr>
          <p:nvPr/>
        </p:nvSpPr>
        <p:spPr bwMode="auto">
          <a:xfrm>
            <a:off x="2895600" y="304801"/>
            <a:ext cx="594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设面密度为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μ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 b="1" dirty="0">
                <a:latin typeface="+mn-ea"/>
                <a:ea typeface="+mn-ea"/>
              </a:rPr>
              <a:t>半径为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zh-CN" altLang="en-US" sz="2800" b="1" dirty="0">
                <a:latin typeface="+mn-ea"/>
                <a:ea typeface="+mn-ea"/>
              </a:rPr>
              <a:t>的圆形薄片</a:t>
            </a:r>
          </a:p>
        </p:txBody>
      </p:sp>
      <p:sp>
        <p:nvSpPr>
          <p:cNvPr id="85008" name="Text Box 16"/>
          <p:cNvSpPr txBox="1">
            <a:spLocks noChangeArrowheads="1"/>
          </p:cNvSpPr>
          <p:nvPr/>
        </p:nvSpPr>
        <p:spPr bwMode="auto">
          <a:xfrm>
            <a:off x="2743200" y="8524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求它对位于点</a:t>
            </a:r>
          </a:p>
        </p:txBody>
      </p:sp>
      <p:sp>
        <p:nvSpPr>
          <p:cNvPr id="85009" name="Text Box 17"/>
          <p:cNvSpPr txBox="1">
            <a:spLocks noChangeArrowheads="1"/>
          </p:cNvSpPr>
          <p:nvPr/>
        </p:nvSpPr>
        <p:spPr bwMode="auto">
          <a:xfrm>
            <a:off x="1922462" y="2114550"/>
            <a:ext cx="3276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kumimoji="1"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kumimoji="1" lang="en-US" altLang="zh-CN" sz="2800" dirty="0">
                <a:latin typeface="+mn-ea"/>
                <a:ea typeface="+mn-ea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由对称性知引力</a:t>
            </a:r>
          </a:p>
        </p:txBody>
      </p:sp>
      <p:graphicFrame>
        <p:nvGraphicFramePr>
          <p:cNvPr id="8501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263160"/>
              </p:ext>
            </p:extLst>
          </p:nvPr>
        </p:nvGraphicFramePr>
        <p:xfrm>
          <a:off x="2049698" y="2865758"/>
          <a:ext cx="1031404" cy="5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1640" imgH="228600" progId="Equation.DSMT4">
                  <p:embed/>
                </p:oleObj>
              </mc:Choice>
              <mc:Fallback>
                <p:oleObj name="Equation" r:id="rId14" imgW="431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698" y="2865758"/>
                        <a:ext cx="1031404" cy="549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11" name="Group 19"/>
          <p:cNvGrpSpPr>
            <a:grpSpLocks/>
          </p:cNvGrpSpPr>
          <p:nvPr/>
        </p:nvGrpSpPr>
        <p:grpSpPr bwMode="auto">
          <a:xfrm>
            <a:off x="9072563" y="1376363"/>
            <a:ext cx="609600" cy="1295400"/>
            <a:chOff x="4755" y="867"/>
            <a:chExt cx="384" cy="816"/>
          </a:xfrm>
        </p:grpSpPr>
        <p:sp>
          <p:nvSpPr>
            <p:cNvPr id="53287" name="Oval 20"/>
            <p:cNvSpPr>
              <a:spLocks noChangeArrowheads="1"/>
            </p:cNvSpPr>
            <p:nvPr/>
          </p:nvSpPr>
          <p:spPr bwMode="auto">
            <a:xfrm>
              <a:off x="4947" y="1587"/>
              <a:ext cx="192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88" name="Line 21"/>
            <p:cNvSpPr>
              <a:spLocks noChangeShapeType="1"/>
            </p:cNvSpPr>
            <p:nvPr/>
          </p:nvSpPr>
          <p:spPr bwMode="auto">
            <a:xfrm>
              <a:off x="4755" y="867"/>
              <a:ext cx="288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3289" name="Object 22"/>
            <p:cNvGraphicFramePr>
              <a:graphicFrameLocks noChangeAspect="1"/>
            </p:cNvGraphicFramePr>
            <p:nvPr/>
          </p:nvGraphicFramePr>
          <p:xfrm>
            <a:off x="4947" y="1157"/>
            <a:ext cx="189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33395" imgH="171331" progId="Equation.3">
                    <p:embed/>
                  </p:oleObj>
                </mc:Choice>
                <mc:Fallback>
                  <p:oleObj name="公式" r:id="rId16" imgW="133395" imgH="17133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7" y="1157"/>
                          <a:ext cx="189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0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558981"/>
              </p:ext>
            </p:extLst>
          </p:nvPr>
        </p:nvGraphicFramePr>
        <p:xfrm>
          <a:off x="5011317" y="2974085"/>
          <a:ext cx="136166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96880" imgH="203040" progId="Equation.DSMT4">
                  <p:embed/>
                </p:oleObj>
              </mc:Choice>
              <mc:Fallback>
                <p:oleObj name="Equation" r:id="rId18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317" y="2974085"/>
                        <a:ext cx="136166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875416"/>
              </p:ext>
            </p:extLst>
          </p:nvPr>
        </p:nvGraphicFramePr>
        <p:xfrm>
          <a:off x="8320698" y="305855"/>
          <a:ext cx="1906954" cy="501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76240" imgH="228600" progId="Equation.DSMT4">
                  <p:embed/>
                </p:oleObj>
              </mc:Choice>
              <mc:Fallback>
                <p:oleObj name="Equation" r:id="rId20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698" y="305855"/>
                        <a:ext cx="1906954" cy="501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7" name="Object 25"/>
          <p:cNvGraphicFramePr>
            <a:graphicFrameLocks noChangeAspect="1"/>
          </p:cNvGraphicFramePr>
          <p:nvPr/>
        </p:nvGraphicFramePr>
        <p:xfrm>
          <a:off x="5067300" y="990600"/>
          <a:ext cx="2781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71887" imgH="438004" progId="Equation.3">
                  <p:embed/>
                </p:oleObj>
              </mc:Choice>
              <mc:Fallback>
                <p:oleObj name="Equation" r:id="rId22" imgW="2771887" imgH="4380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990600"/>
                        <a:ext cx="2781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94246"/>
              </p:ext>
            </p:extLst>
          </p:nvPr>
        </p:nvGraphicFramePr>
        <p:xfrm>
          <a:off x="1516739" y="3801884"/>
          <a:ext cx="2757722" cy="909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55600" imgH="380880" progId="Equation.DSMT4">
                  <p:embed/>
                </p:oleObj>
              </mc:Choice>
              <mc:Fallback>
                <p:oleObj name="Equation" r:id="rId24" imgW="1155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739" y="3801884"/>
                        <a:ext cx="2757722" cy="909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277446"/>
              </p:ext>
            </p:extLst>
          </p:nvPr>
        </p:nvGraphicFramePr>
        <p:xfrm>
          <a:off x="2287296" y="5234804"/>
          <a:ext cx="1426150" cy="480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22080" imgH="203040" progId="Equation.DSMT4">
                  <p:embed/>
                </p:oleObj>
              </mc:Choice>
              <mc:Fallback>
                <p:oleObj name="Equation" r:id="rId26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296" y="5234804"/>
                        <a:ext cx="1426150" cy="480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863358"/>
              </p:ext>
            </p:extLst>
          </p:nvPr>
        </p:nvGraphicFramePr>
        <p:xfrm>
          <a:off x="6343650" y="5207976"/>
          <a:ext cx="179514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12520" imgH="253800" progId="Equation.DSMT4">
                  <p:embed/>
                </p:oleObj>
              </mc:Choice>
              <mc:Fallback>
                <p:oleObj name="Equation" r:id="rId28" imgW="8125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50" y="5207976"/>
                        <a:ext cx="179514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1" name="Text Box 29"/>
          <p:cNvSpPr txBox="1">
            <a:spLocks noChangeArrowheads="1"/>
          </p:cNvSpPr>
          <p:nvPr/>
        </p:nvSpPr>
        <p:spPr bwMode="auto">
          <a:xfrm>
            <a:off x="1828800" y="1524001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处的单位质量质点的引力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aphicFrame>
        <p:nvGraphicFramePr>
          <p:cNvPr id="850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739376"/>
              </p:ext>
            </p:extLst>
          </p:nvPr>
        </p:nvGraphicFramePr>
        <p:xfrm>
          <a:off x="3040939" y="2698749"/>
          <a:ext cx="1522443" cy="906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85800" imgH="406080" progId="Equation.DSMT4">
                  <p:embed/>
                </p:oleObj>
              </mc:Choice>
              <mc:Fallback>
                <p:oleObj name="Equation" r:id="rId30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939" y="2698749"/>
                        <a:ext cx="1522443" cy="906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694878"/>
              </p:ext>
            </p:extLst>
          </p:nvPr>
        </p:nvGraphicFramePr>
        <p:xfrm>
          <a:off x="4584700" y="2628900"/>
          <a:ext cx="4445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64880" imgH="406080" progId="Equation.DSMT4">
                  <p:embed/>
                </p:oleObj>
              </mc:Choice>
              <mc:Fallback>
                <p:oleObj name="Equation" r:id="rId32" imgW="164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2628900"/>
                        <a:ext cx="4445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587271"/>
              </p:ext>
            </p:extLst>
          </p:nvPr>
        </p:nvGraphicFramePr>
        <p:xfrm>
          <a:off x="4375944" y="4969793"/>
          <a:ext cx="417512" cy="115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64880" imgH="469800" progId="Equation.DSMT4">
                  <p:embed/>
                </p:oleObj>
              </mc:Choice>
              <mc:Fallback>
                <p:oleObj name="Equation" r:id="rId34" imgW="164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944" y="4969793"/>
                        <a:ext cx="417512" cy="1152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33849"/>
              </p:ext>
            </p:extLst>
          </p:nvPr>
        </p:nvGraphicFramePr>
        <p:xfrm>
          <a:off x="3580008" y="4969793"/>
          <a:ext cx="941370" cy="1121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93480" imgH="469800" progId="Equation.DSMT4">
                  <p:embed/>
                </p:oleObj>
              </mc:Choice>
              <mc:Fallback>
                <p:oleObj name="Equation" r:id="rId36" imgW="393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008" y="4969793"/>
                        <a:ext cx="941370" cy="1121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6" name="Line 34"/>
          <p:cNvSpPr>
            <a:spLocks noChangeShapeType="1"/>
          </p:cNvSpPr>
          <p:nvPr/>
        </p:nvSpPr>
        <p:spPr bwMode="auto">
          <a:xfrm>
            <a:off x="9074150" y="1376364"/>
            <a:ext cx="230188" cy="61118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27" name="Line 35"/>
          <p:cNvSpPr>
            <a:spLocks noChangeShapeType="1"/>
          </p:cNvSpPr>
          <p:nvPr/>
        </p:nvSpPr>
        <p:spPr bwMode="auto">
          <a:xfrm>
            <a:off x="9072563" y="1376363"/>
            <a:ext cx="0" cy="46831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5028" name="Group 36"/>
          <p:cNvGrpSpPr>
            <a:grpSpLocks/>
          </p:cNvGrpSpPr>
          <p:nvPr/>
        </p:nvGrpSpPr>
        <p:grpSpPr bwMode="auto">
          <a:xfrm>
            <a:off x="9072563" y="1833563"/>
            <a:ext cx="457200" cy="762000"/>
            <a:chOff x="4656" y="624"/>
            <a:chExt cx="288" cy="480"/>
          </a:xfrm>
        </p:grpSpPr>
        <p:sp>
          <p:nvSpPr>
            <p:cNvPr id="53285" name="Line 37"/>
            <p:cNvSpPr>
              <a:spLocks noChangeShapeType="1"/>
            </p:cNvSpPr>
            <p:nvPr/>
          </p:nvSpPr>
          <p:spPr bwMode="auto">
            <a:xfrm flipH="1" flipV="1">
              <a:off x="4656" y="912"/>
              <a:ext cx="2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6" name="Line 38"/>
            <p:cNvSpPr>
              <a:spLocks noChangeShapeType="1"/>
            </p:cNvSpPr>
            <p:nvPr/>
          </p:nvSpPr>
          <p:spPr bwMode="auto">
            <a:xfrm flipH="1" flipV="1">
              <a:off x="4656" y="624"/>
              <a:ext cx="145" cy="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5031" name="Group 39"/>
          <p:cNvGrpSpPr>
            <a:grpSpLocks/>
          </p:cNvGrpSpPr>
          <p:nvPr/>
        </p:nvGrpSpPr>
        <p:grpSpPr bwMode="auto">
          <a:xfrm>
            <a:off x="8785226" y="995363"/>
            <a:ext cx="803275" cy="609600"/>
            <a:chOff x="4486" y="96"/>
            <a:chExt cx="506" cy="384"/>
          </a:xfrm>
        </p:grpSpPr>
        <p:grpSp>
          <p:nvGrpSpPr>
            <p:cNvPr id="53281" name="Group 40"/>
            <p:cNvGrpSpPr>
              <a:grpSpLocks/>
            </p:cNvGrpSpPr>
            <p:nvPr/>
          </p:nvGrpSpPr>
          <p:grpSpPr bwMode="auto">
            <a:xfrm>
              <a:off x="4486" y="206"/>
              <a:ext cx="506" cy="274"/>
              <a:chOff x="4486" y="206"/>
              <a:chExt cx="506" cy="274"/>
            </a:xfrm>
          </p:grpSpPr>
          <p:graphicFrame>
            <p:nvGraphicFramePr>
              <p:cNvPr id="53283" name="Object 41"/>
              <p:cNvGraphicFramePr>
                <a:graphicFrameLocks noChangeAspect="1"/>
              </p:cNvGraphicFramePr>
              <p:nvPr/>
            </p:nvGraphicFramePr>
            <p:xfrm>
              <a:off x="4486" y="288"/>
              <a:ext cx="170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8" imgW="114390" imgH="133337" progId="Equation.3">
                      <p:embed/>
                    </p:oleObj>
                  </mc:Choice>
                  <mc:Fallback>
                    <p:oleObj name="公式" r:id="rId38" imgW="114390" imgH="13333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6" y="288"/>
                            <a:ext cx="170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284" name="Object 42"/>
              <p:cNvGraphicFramePr>
                <a:graphicFrameLocks noChangeAspect="1"/>
              </p:cNvGraphicFramePr>
              <p:nvPr/>
            </p:nvGraphicFramePr>
            <p:xfrm>
              <a:off x="4704" y="206"/>
              <a:ext cx="288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0" imgW="228779" imgH="219002" progId="Equation.3">
                      <p:embed/>
                    </p:oleObj>
                  </mc:Choice>
                  <mc:Fallback>
                    <p:oleObj name="公式" r:id="rId40" imgW="228779" imgH="2190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4" y="206"/>
                            <a:ext cx="288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3282" name="Text Box 43"/>
            <p:cNvSpPr txBox="1">
              <a:spLocks noChangeArrowheads="1"/>
            </p:cNvSpPr>
            <p:nvPr/>
          </p:nvSpPr>
          <p:spPr bwMode="auto">
            <a:xfrm>
              <a:off x="4560" y="96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。</a:t>
              </a:r>
            </a:p>
          </p:txBody>
        </p:sp>
      </p:grpSp>
      <p:graphicFrame>
        <p:nvGraphicFramePr>
          <p:cNvPr id="53273" name="Object 44"/>
          <p:cNvGraphicFramePr>
            <a:graphicFrameLocks noChangeAspect="1"/>
          </p:cNvGraphicFramePr>
          <p:nvPr/>
        </p:nvGraphicFramePr>
        <p:xfrm>
          <a:off x="1981200" y="1003300"/>
          <a:ext cx="850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838379" imgH="362016" progId="Equation.3">
                  <p:embed/>
                </p:oleObj>
              </mc:Choice>
              <mc:Fallback>
                <p:oleObj name="Equation" r:id="rId42" imgW="838379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003300"/>
                        <a:ext cx="8509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37" name="Group 45"/>
          <p:cNvGrpSpPr>
            <a:grpSpLocks/>
          </p:cNvGrpSpPr>
          <p:nvPr/>
        </p:nvGrpSpPr>
        <p:grpSpPr bwMode="auto">
          <a:xfrm>
            <a:off x="5257800" y="2209800"/>
            <a:ext cx="2171700" cy="457200"/>
            <a:chOff x="2400" y="1392"/>
            <a:chExt cx="1368" cy="288"/>
          </a:xfrm>
        </p:grpSpPr>
        <p:graphicFrame>
          <p:nvGraphicFramePr>
            <p:cNvPr id="53279" name="Object 46"/>
            <p:cNvGraphicFramePr>
              <a:graphicFrameLocks noChangeAspect="1"/>
            </p:cNvGraphicFramePr>
            <p:nvPr/>
          </p:nvGraphicFramePr>
          <p:xfrm>
            <a:off x="2400" y="1400"/>
            <a:ext cx="136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2162287" imgH="438004" progId="Equation.3">
                    <p:embed/>
                  </p:oleObj>
                </mc:Choice>
                <mc:Fallback>
                  <p:oleObj name="Equation" r:id="rId44" imgW="2162287" imgH="4380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400"/>
                          <a:ext cx="136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80" name="Line 47"/>
            <p:cNvSpPr>
              <a:spLocks noChangeShapeType="1"/>
            </p:cNvSpPr>
            <p:nvPr/>
          </p:nvSpPr>
          <p:spPr bwMode="auto">
            <a:xfrm>
              <a:off x="2448" y="1392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504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216088"/>
              </p:ext>
            </p:extLst>
          </p:nvPr>
        </p:nvGraphicFramePr>
        <p:xfrm>
          <a:off x="6291533" y="2762863"/>
          <a:ext cx="2703513" cy="128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647640" imgH="304560" progId="Equation.DSMT4">
                  <p:embed/>
                </p:oleObj>
              </mc:Choice>
              <mc:Fallback>
                <p:oleObj name="Equation" r:id="rId46" imgW="647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533" y="2762863"/>
                        <a:ext cx="2703513" cy="128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4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809329"/>
              </p:ext>
            </p:extLst>
          </p:nvPr>
        </p:nvGraphicFramePr>
        <p:xfrm>
          <a:off x="4098131" y="3689596"/>
          <a:ext cx="2471737" cy="1167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647640" imgH="304560" progId="Equation.DSMT4">
                  <p:embed/>
                </p:oleObj>
              </mc:Choice>
              <mc:Fallback>
                <p:oleObj name="Equation" r:id="rId48" imgW="6476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131" y="3689596"/>
                        <a:ext cx="2471737" cy="1167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4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82562"/>
              </p:ext>
            </p:extLst>
          </p:nvPr>
        </p:nvGraphicFramePr>
        <p:xfrm>
          <a:off x="9915817" y="5252915"/>
          <a:ext cx="318796" cy="53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152280" imgH="253800" progId="Equation.DSMT4">
                  <p:embed/>
                </p:oleObj>
              </mc:Choice>
              <mc:Fallback>
                <p:oleObj name="Equation" r:id="rId50" imgW="152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5817" y="5252915"/>
                        <a:ext cx="318796" cy="531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43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943982"/>
              </p:ext>
            </p:extLst>
          </p:nvPr>
        </p:nvGraphicFramePr>
        <p:xfrm>
          <a:off x="4588792" y="4969793"/>
          <a:ext cx="1784188" cy="1264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469800" imgH="330120" progId="Equation.DSMT4">
                  <p:embed/>
                </p:oleObj>
              </mc:Choice>
              <mc:Fallback>
                <p:oleObj name="Equation" r:id="rId52" imgW="469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8792" y="4969793"/>
                        <a:ext cx="1784188" cy="1264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9158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8" grpId="0" autoUpdateAnimBg="0"/>
      <p:bldP spid="85009" grpId="0" autoUpdateAnimBg="0"/>
      <p:bldP spid="85021" grpId="0" autoUpdateAnimBg="0"/>
      <p:bldP spid="85026" grpId="0" animBg="1"/>
      <p:bldP spid="850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8" name="Group 2"/>
          <p:cNvGrpSpPr>
            <a:grpSpLocks/>
          </p:cNvGrpSpPr>
          <p:nvPr/>
        </p:nvGrpSpPr>
        <p:grpSpPr bwMode="auto">
          <a:xfrm>
            <a:off x="8458200" y="1917700"/>
            <a:ext cx="1917700" cy="2349500"/>
            <a:chOff x="4368" y="1208"/>
            <a:chExt cx="1208" cy="1480"/>
          </a:xfrm>
        </p:grpSpPr>
        <p:grpSp>
          <p:nvGrpSpPr>
            <p:cNvPr id="54300" name="Group 3"/>
            <p:cNvGrpSpPr>
              <a:grpSpLocks/>
            </p:cNvGrpSpPr>
            <p:nvPr/>
          </p:nvGrpSpPr>
          <p:grpSpPr bwMode="auto">
            <a:xfrm>
              <a:off x="4368" y="1208"/>
              <a:ext cx="1208" cy="1480"/>
              <a:chOff x="4368" y="1208"/>
              <a:chExt cx="1208" cy="1480"/>
            </a:xfrm>
          </p:grpSpPr>
          <p:sp>
            <p:nvSpPr>
              <p:cNvPr id="86020" name="Oval 4"/>
              <p:cNvSpPr>
                <a:spLocks noChangeArrowheads="1"/>
              </p:cNvSpPr>
              <p:nvPr/>
            </p:nvSpPr>
            <p:spPr bwMode="auto">
              <a:xfrm>
                <a:off x="4368" y="1728"/>
                <a:ext cx="912" cy="960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46275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graphicFrame>
            <p:nvGraphicFramePr>
              <p:cNvPr id="54303" name="Object 5"/>
              <p:cNvGraphicFramePr>
                <a:graphicFrameLocks noChangeAspect="1"/>
              </p:cNvGraphicFramePr>
              <p:nvPr/>
            </p:nvGraphicFramePr>
            <p:xfrm>
              <a:off x="4624" y="1632"/>
              <a:ext cx="17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66790" imgH="295348" progId="Equation.3">
                      <p:embed/>
                    </p:oleObj>
                  </mc:Choice>
                  <mc:Fallback>
                    <p:oleObj name="Equation" r:id="rId2" imgW="266790" imgH="29534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4" y="1632"/>
                            <a:ext cx="17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4304" name="Arc 6"/>
              <p:cNvSpPr>
                <a:spLocks/>
              </p:cNvSpPr>
              <p:nvPr/>
            </p:nvSpPr>
            <p:spPr bwMode="auto">
              <a:xfrm>
                <a:off x="4369" y="2124"/>
                <a:ext cx="911" cy="99"/>
              </a:xfrm>
              <a:custGeom>
                <a:avLst/>
                <a:gdLst>
                  <a:gd name="T0" fmla="*/ 0 w 43200"/>
                  <a:gd name="T1" fmla="*/ 99 h 22156"/>
                  <a:gd name="T2" fmla="*/ 911 w 43200"/>
                  <a:gd name="T3" fmla="*/ 97 h 22156"/>
                  <a:gd name="T4" fmla="*/ 456 w 43200"/>
                  <a:gd name="T5" fmla="*/ 97 h 221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2156" fill="none" extrusionOk="0">
                    <a:moveTo>
                      <a:pt x="7" y="22155"/>
                    </a:moveTo>
                    <a:cubicBezTo>
                      <a:pt x="2" y="21970"/>
                      <a:pt x="0" y="2178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2156" stroke="0" extrusionOk="0">
                    <a:moveTo>
                      <a:pt x="7" y="22155"/>
                    </a:moveTo>
                    <a:cubicBezTo>
                      <a:pt x="2" y="21970"/>
                      <a:pt x="0" y="2178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7" y="22155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05" name="Arc 7"/>
              <p:cNvSpPr>
                <a:spLocks/>
              </p:cNvSpPr>
              <p:nvPr/>
            </p:nvSpPr>
            <p:spPr bwMode="auto">
              <a:xfrm flipV="1">
                <a:off x="4368" y="2220"/>
                <a:ext cx="911" cy="99"/>
              </a:xfrm>
              <a:custGeom>
                <a:avLst/>
                <a:gdLst>
                  <a:gd name="T0" fmla="*/ 0 w 43200"/>
                  <a:gd name="T1" fmla="*/ 99 h 22156"/>
                  <a:gd name="T2" fmla="*/ 911 w 43200"/>
                  <a:gd name="T3" fmla="*/ 97 h 22156"/>
                  <a:gd name="T4" fmla="*/ 456 w 43200"/>
                  <a:gd name="T5" fmla="*/ 97 h 221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2156" fill="none" extrusionOk="0">
                    <a:moveTo>
                      <a:pt x="7" y="22155"/>
                    </a:moveTo>
                    <a:cubicBezTo>
                      <a:pt x="2" y="21970"/>
                      <a:pt x="0" y="2178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2156" stroke="0" extrusionOk="0">
                    <a:moveTo>
                      <a:pt x="7" y="22155"/>
                    </a:moveTo>
                    <a:cubicBezTo>
                      <a:pt x="2" y="21970"/>
                      <a:pt x="0" y="2178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7" y="22155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06" name="Line 8"/>
              <p:cNvSpPr>
                <a:spLocks noChangeShapeType="1"/>
              </p:cNvSpPr>
              <p:nvPr/>
            </p:nvSpPr>
            <p:spPr bwMode="auto">
              <a:xfrm>
                <a:off x="5280" y="2223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07" name="Line 9"/>
              <p:cNvSpPr>
                <a:spLocks noChangeShapeType="1"/>
              </p:cNvSpPr>
              <p:nvPr/>
            </p:nvSpPr>
            <p:spPr bwMode="auto">
              <a:xfrm flipV="1">
                <a:off x="4800" y="1209"/>
                <a:ext cx="0" cy="5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08" name="Line 10"/>
              <p:cNvSpPr>
                <a:spLocks noChangeShapeType="1"/>
              </p:cNvSpPr>
              <p:nvPr/>
            </p:nvSpPr>
            <p:spPr bwMode="auto">
              <a:xfrm>
                <a:off x="4800" y="2223"/>
                <a:ext cx="49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09" name="Line 11"/>
              <p:cNvSpPr>
                <a:spLocks noChangeShapeType="1"/>
              </p:cNvSpPr>
              <p:nvPr/>
            </p:nvSpPr>
            <p:spPr bwMode="auto">
              <a:xfrm flipH="1">
                <a:off x="4563" y="2308"/>
                <a:ext cx="144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4310" name="Object 12"/>
              <p:cNvGraphicFramePr>
                <a:graphicFrameLocks noChangeAspect="1"/>
              </p:cNvGraphicFramePr>
              <p:nvPr/>
            </p:nvGraphicFramePr>
            <p:xfrm>
              <a:off x="4632" y="2367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19097" imgH="228680" progId="Equation.3">
                      <p:embed/>
                    </p:oleObj>
                  </mc:Choice>
                  <mc:Fallback>
                    <p:oleObj name="Equation" r:id="rId4" imgW="219097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2" y="2367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311" name="Object 13"/>
              <p:cNvGraphicFramePr>
                <a:graphicFrameLocks noChangeAspect="1"/>
              </p:cNvGraphicFramePr>
              <p:nvPr/>
            </p:nvGraphicFramePr>
            <p:xfrm>
              <a:off x="5424" y="2279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28779" imgH="304667" progId="Equation.3">
                      <p:embed/>
                    </p:oleObj>
                  </mc:Choice>
                  <mc:Fallback>
                    <p:oleObj name="Equation" r:id="rId6" imgW="228779" imgH="30466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2279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312" name="Object 14"/>
              <p:cNvGraphicFramePr>
                <a:graphicFrameLocks noChangeAspect="1"/>
              </p:cNvGraphicFramePr>
              <p:nvPr/>
            </p:nvGraphicFramePr>
            <p:xfrm>
              <a:off x="4644" y="1208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09416" imgH="209683" progId="Equation.3">
                      <p:embed/>
                    </p:oleObj>
                  </mc:Choice>
                  <mc:Fallback>
                    <p:oleObj name="Equation" r:id="rId8" imgW="209416" imgH="20968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4" y="1208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4313" name="Line 15"/>
              <p:cNvSpPr>
                <a:spLocks noChangeShapeType="1"/>
              </p:cNvSpPr>
              <p:nvPr/>
            </p:nvSpPr>
            <p:spPr bwMode="auto">
              <a:xfrm flipH="1">
                <a:off x="4691" y="2223"/>
                <a:ext cx="109" cy="10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4314" name="Object 16"/>
              <p:cNvGraphicFramePr>
                <a:graphicFrameLocks noChangeAspect="1"/>
              </p:cNvGraphicFramePr>
              <p:nvPr/>
            </p:nvGraphicFramePr>
            <p:xfrm>
              <a:off x="4752" y="2215"/>
              <a:ext cx="19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95118" imgH="304667" progId="Equation.3">
                      <p:embed/>
                    </p:oleObj>
                  </mc:Choice>
                  <mc:Fallback>
                    <p:oleObj name="Equation" r:id="rId10" imgW="295118" imgH="30466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2215"/>
                            <a:ext cx="19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V="1">
              <a:off x="4800" y="172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275" name="Rectangle 18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868488" y="228600"/>
            <a:ext cx="4899025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15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>
                <a:latin typeface="+mn-ea"/>
                <a:ea typeface="+mn-ea"/>
              </a:rPr>
              <a:t>求半径为</a:t>
            </a:r>
            <a:r>
              <a:rPr lang="en-US" altLang="zh-CN" sz="2800" b="1" i="1" dirty="0">
                <a:latin typeface="+mn-ea"/>
                <a:ea typeface="+mn-ea"/>
              </a:rPr>
              <a:t>R</a:t>
            </a:r>
            <a:r>
              <a:rPr lang="zh-CN" altLang="en-US" sz="2800" b="1" dirty="0">
                <a:latin typeface="+mn-ea"/>
                <a:ea typeface="+mn-ea"/>
              </a:rPr>
              <a:t>的均匀球</a:t>
            </a:r>
          </a:p>
        </p:txBody>
      </p:sp>
      <p:graphicFrame>
        <p:nvGraphicFramePr>
          <p:cNvPr id="5427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283869"/>
              </p:ext>
            </p:extLst>
          </p:nvPr>
        </p:nvGraphicFramePr>
        <p:xfrm>
          <a:off x="5956421" y="261542"/>
          <a:ext cx="2740064" cy="57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04840" imgH="228600" progId="Equation.DSMT4">
                  <p:embed/>
                </p:oleObj>
              </mc:Choice>
              <mc:Fallback>
                <p:oleObj name="Equation" r:id="rId12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421" y="261542"/>
                        <a:ext cx="2740064" cy="571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8634414" y="308770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对位于</a:t>
            </a:r>
          </a:p>
        </p:txBody>
      </p:sp>
      <p:graphicFrame>
        <p:nvGraphicFramePr>
          <p:cNvPr id="860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619683"/>
              </p:ext>
            </p:extLst>
          </p:nvPr>
        </p:nvGraphicFramePr>
        <p:xfrm>
          <a:off x="2379542" y="880947"/>
          <a:ext cx="2802058" cy="51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9720" imgH="228600" progId="Equation.DSMT4">
                  <p:embed/>
                </p:oleObj>
              </mc:Choice>
              <mc:Fallback>
                <p:oleObj name="Equation" r:id="rId14" imgW="1269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542" y="880947"/>
                        <a:ext cx="2802058" cy="51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5181600" y="852488"/>
            <a:ext cx="403860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+mn-ea"/>
                <a:ea typeface="+mn-ea"/>
              </a:rPr>
              <a:t>的单位质量质点的引力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6039" name="Text Box 23"/>
          <p:cNvSpPr txBox="1">
            <a:spLocks noChangeArrowheads="1"/>
          </p:cNvSpPr>
          <p:nvPr/>
        </p:nvSpPr>
        <p:spPr bwMode="auto">
          <a:xfrm>
            <a:off x="1771650" y="1386681"/>
            <a:ext cx="4419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kumimoji="1" lang="en-US" altLang="zh-CN" sz="2800" dirty="0">
                <a:latin typeface="+mn-ea"/>
                <a:ea typeface="+mn-ea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利用对称性知引力分量</a:t>
            </a:r>
          </a:p>
        </p:txBody>
      </p:sp>
      <p:graphicFrame>
        <p:nvGraphicFramePr>
          <p:cNvPr id="860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910490"/>
              </p:ext>
            </p:extLst>
          </p:nvPr>
        </p:nvGraphicFramePr>
        <p:xfrm>
          <a:off x="6191250" y="1410494"/>
          <a:ext cx="176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52779" imgH="485675" progId="Equation.3">
                  <p:embed/>
                </p:oleObj>
              </mc:Choice>
              <mc:Fallback>
                <p:oleObj name="Equation" r:id="rId16" imgW="1752779" imgH="485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0" y="1410494"/>
                        <a:ext cx="1765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514174"/>
              </p:ext>
            </p:extLst>
          </p:nvPr>
        </p:nvGraphicFramePr>
        <p:xfrm>
          <a:off x="1850118" y="2171996"/>
          <a:ext cx="835931" cy="581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0120" imgH="228600" progId="Equation.DSMT4">
                  <p:embed/>
                </p:oleObj>
              </mc:Choice>
              <mc:Fallback>
                <p:oleObj name="Equation" r:id="rId18" imgW="330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118" y="2171996"/>
                        <a:ext cx="835931" cy="581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488112"/>
              </p:ext>
            </p:extLst>
          </p:nvPr>
        </p:nvGraphicFramePr>
        <p:xfrm>
          <a:off x="2001412" y="4586774"/>
          <a:ext cx="2552839" cy="10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4840" imgH="469800" progId="Equation.DSMT4">
                  <p:embed/>
                </p:oleObj>
              </mc:Choice>
              <mc:Fallback>
                <p:oleObj name="Equation" r:id="rId20" imgW="11048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412" y="4586774"/>
                        <a:ext cx="2552839" cy="108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873792"/>
              </p:ext>
            </p:extLst>
          </p:nvPr>
        </p:nvGraphicFramePr>
        <p:xfrm>
          <a:off x="3290886" y="1969273"/>
          <a:ext cx="3781427" cy="102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7680" imgH="482400" progId="Equation.DSMT4">
                  <p:embed/>
                </p:oleObj>
              </mc:Choice>
              <mc:Fallback>
                <p:oleObj name="Equation" r:id="rId22" imgW="1777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6" y="1969273"/>
                        <a:ext cx="3781427" cy="102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160843"/>
              </p:ext>
            </p:extLst>
          </p:nvPr>
        </p:nvGraphicFramePr>
        <p:xfrm>
          <a:off x="2686050" y="2083364"/>
          <a:ext cx="653175" cy="84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1960" imgH="380880" progId="Equation.DSMT4">
                  <p:embed/>
                </p:oleObj>
              </mc:Choice>
              <mc:Fallback>
                <p:oleObj name="Equation" r:id="rId24" imgW="291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2083364"/>
                        <a:ext cx="653175" cy="846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970300"/>
              </p:ext>
            </p:extLst>
          </p:nvPr>
        </p:nvGraphicFramePr>
        <p:xfrm>
          <a:off x="2001412" y="3013276"/>
          <a:ext cx="2617420" cy="111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04840" imgH="469800" progId="Equation.DSMT4">
                  <p:embed/>
                </p:oleObj>
              </mc:Choice>
              <mc:Fallback>
                <p:oleObj name="Equation" r:id="rId26" imgW="11048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412" y="3013276"/>
                        <a:ext cx="2617420" cy="1117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369329"/>
              </p:ext>
            </p:extLst>
          </p:nvPr>
        </p:nvGraphicFramePr>
        <p:xfrm>
          <a:off x="4554251" y="4508630"/>
          <a:ext cx="3805429" cy="1248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76160" imgH="545760" progId="Equation.DSMT4">
                  <p:embed/>
                </p:oleObj>
              </mc:Choice>
              <mc:Fallback>
                <p:oleObj name="Equation" r:id="rId28" imgW="16761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251" y="4508630"/>
                        <a:ext cx="3805429" cy="1248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47" name="Text Box 31"/>
          <p:cNvSpPr txBox="1">
            <a:spLocks noChangeArrowheads="1"/>
          </p:cNvSpPr>
          <p:nvPr/>
        </p:nvSpPr>
        <p:spPr bwMode="auto">
          <a:xfrm>
            <a:off x="1771650" y="835680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点</a:t>
            </a:r>
          </a:p>
        </p:txBody>
      </p:sp>
      <p:graphicFrame>
        <p:nvGraphicFramePr>
          <p:cNvPr id="860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692283"/>
              </p:ext>
            </p:extLst>
          </p:nvPr>
        </p:nvGraphicFramePr>
        <p:xfrm>
          <a:off x="4569619" y="3080793"/>
          <a:ext cx="3594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581579" imgH="1085691" progId="Equation.3">
                  <p:embed/>
                </p:oleObj>
              </mc:Choice>
              <mc:Fallback>
                <p:oleObj name="Equation" r:id="rId30" imgW="3581579" imgH="1085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619" y="3080793"/>
                        <a:ext cx="35941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049" name="Group 33"/>
          <p:cNvGrpSpPr>
            <a:grpSpLocks/>
          </p:cNvGrpSpPr>
          <p:nvPr/>
        </p:nvGrpSpPr>
        <p:grpSpPr bwMode="auto">
          <a:xfrm>
            <a:off x="8867776" y="2133600"/>
            <a:ext cx="873125" cy="444500"/>
            <a:chOff x="4626" y="1440"/>
            <a:chExt cx="550" cy="280"/>
          </a:xfrm>
        </p:grpSpPr>
        <p:graphicFrame>
          <p:nvGraphicFramePr>
            <p:cNvPr id="54297" name="Object 34"/>
            <p:cNvGraphicFramePr>
              <a:graphicFrameLocks noChangeAspect="1"/>
            </p:cNvGraphicFramePr>
            <p:nvPr/>
          </p:nvGraphicFramePr>
          <p:xfrm>
            <a:off x="4848" y="1440"/>
            <a:ext cx="32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514216" imgH="438004" progId="Equation.3">
                    <p:embed/>
                  </p:oleObj>
                </mc:Choice>
                <mc:Fallback>
                  <p:oleObj name="Equation" r:id="rId32" imgW="514216" imgH="4380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440"/>
                          <a:ext cx="32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8" name="Object 35"/>
            <p:cNvGraphicFramePr>
              <a:graphicFrameLocks noChangeAspect="1"/>
            </p:cNvGraphicFramePr>
            <p:nvPr/>
          </p:nvGraphicFramePr>
          <p:xfrm>
            <a:off x="4626" y="148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19097" imgH="228680" progId="Equation.3">
                    <p:embed/>
                  </p:oleObj>
                </mc:Choice>
                <mc:Fallback>
                  <p:oleObj name="Equation" r:id="rId34" imgW="219097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6" y="148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99" name="Oval 36"/>
            <p:cNvSpPr>
              <a:spLocks noChangeArrowheads="1"/>
            </p:cNvSpPr>
            <p:nvPr/>
          </p:nvSpPr>
          <p:spPr bwMode="auto">
            <a:xfrm>
              <a:off x="4783" y="1536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6053" name="Group 37"/>
          <p:cNvGrpSpPr>
            <a:grpSpLocks/>
          </p:cNvGrpSpPr>
          <p:nvPr/>
        </p:nvGrpSpPr>
        <p:grpSpPr bwMode="auto">
          <a:xfrm>
            <a:off x="8634414" y="2895600"/>
            <a:ext cx="1042987" cy="304800"/>
            <a:chOff x="4479" y="1920"/>
            <a:chExt cx="657" cy="192"/>
          </a:xfrm>
        </p:grpSpPr>
        <p:grpSp>
          <p:nvGrpSpPr>
            <p:cNvPr id="54293" name="Group 38"/>
            <p:cNvGrpSpPr>
              <a:grpSpLocks/>
            </p:cNvGrpSpPr>
            <p:nvPr/>
          </p:nvGrpSpPr>
          <p:grpSpPr bwMode="auto">
            <a:xfrm>
              <a:off x="4479" y="1930"/>
              <a:ext cx="657" cy="111"/>
              <a:chOff x="4515" y="1584"/>
              <a:chExt cx="630" cy="111"/>
            </a:xfrm>
          </p:grpSpPr>
          <p:sp>
            <p:nvSpPr>
              <p:cNvPr id="54295" name="Arc 39"/>
              <p:cNvSpPr>
                <a:spLocks/>
              </p:cNvSpPr>
              <p:nvPr/>
            </p:nvSpPr>
            <p:spPr bwMode="auto">
              <a:xfrm>
                <a:off x="4515" y="1584"/>
                <a:ext cx="621" cy="63"/>
              </a:xfrm>
              <a:custGeom>
                <a:avLst/>
                <a:gdLst>
                  <a:gd name="T0" fmla="*/ 0 w 43200"/>
                  <a:gd name="T1" fmla="*/ 63 h 22088"/>
                  <a:gd name="T2" fmla="*/ 621 w 43200"/>
                  <a:gd name="T3" fmla="*/ 62 h 22088"/>
                  <a:gd name="T4" fmla="*/ 311 w 43200"/>
                  <a:gd name="T5" fmla="*/ 62 h 220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2088" fill="none" extrusionOk="0">
                    <a:moveTo>
                      <a:pt x="5" y="22088"/>
                    </a:moveTo>
                    <a:cubicBezTo>
                      <a:pt x="1" y="21925"/>
                      <a:pt x="0" y="217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2088" stroke="0" extrusionOk="0">
                    <a:moveTo>
                      <a:pt x="5" y="22088"/>
                    </a:moveTo>
                    <a:cubicBezTo>
                      <a:pt x="1" y="21925"/>
                      <a:pt x="0" y="217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5" y="22088"/>
                    </a:lnTo>
                    <a:close/>
                  </a:path>
                </a:pathLst>
              </a:custGeom>
              <a:solidFill>
                <a:schemeClr val="folHlink"/>
              </a:solidFill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96" name="Arc 40"/>
              <p:cNvSpPr>
                <a:spLocks/>
              </p:cNvSpPr>
              <p:nvPr/>
            </p:nvSpPr>
            <p:spPr bwMode="auto">
              <a:xfrm>
                <a:off x="4524" y="1632"/>
                <a:ext cx="621" cy="63"/>
              </a:xfrm>
              <a:custGeom>
                <a:avLst/>
                <a:gdLst>
                  <a:gd name="T0" fmla="*/ 621 w 43200"/>
                  <a:gd name="T1" fmla="*/ 1 h 22282"/>
                  <a:gd name="T2" fmla="*/ 0 w 43200"/>
                  <a:gd name="T3" fmla="*/ 0 h 22282"/>
                  <a:gd name="T4" fmla="*/ 311 w 43200"/>
                  <a:gd name="T5" fmla="*/ 2 h 222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22282" fill="none" extrusionOk="0">
                    <a:moveTo>
                      <a:pt x="43196" y="284"/>
                    </a:moveTo>
                    <a:cubicBezTo>
                      <a:pt x="43198" y="417"/>
                      <a:pt x="43200" y="549"/>
                      <a:pt x="43200" y="682"/>
                    </a:cubicBezTo>
                    <a:cubicBezTo>
                      <a:pt x="43200" y="12611"/>
                      <a:pt x="33529" y="22282"/>
                      <a:pt x="21600" y="22282"/>
                    </a:cubicBezTo>
                    <a:cubicBezTo>
                      <a:pt x="9670" y="22282"/>
                      <a:pt x="0" y="12611"/>
                      <a:pt x="0" y="682"/>
                    </a:cubicBezTo>
                    <a:cubicBezTo>
                      <a:pt x="-1" y="454"/>
                      <a:pt x="3" y="227"/>
                      <a:pt x="10" y="-1"/>
                    </a:cubicBezTo>
                  </a:path>
                  <a:path w="43200" h="22282" stroke="0" extrusionOk="0">
                    <a:moveTo>
                      <a:pt x="43196" y="284"/>
                    </a:moveTo>
                    <a:cubicBezTo>
                      <a:pt x="43198" y="417"/>
                      <a:pt x="43200" y="549"/>
                      <a:pt x="43200" y="682"/>
                    </a:cubicBezTo>
                    <a:cubicBezTo>
                      <a:pt x="43200" y="12611"/>
                      <a:pt x="33529" y="22282"/>
                      <a:pt x="21600" y="22282"/>
                    </a:cubicBezTo>
                    <a:cubicBezTo>
                      <a:pt x="9670" y="22282"/>
                      <a:pt x="0" y="12611"/>
                      <a:pt x="0" y="682"/>
                    </a:cubicBezTo>
                    <a:cubicBezTo>
                      <a:pt x="-1" y="454"/>
                      <a:pt x="3" y="227"/>
                      <a:pt x="10" y="-1"/>
                    </a:cubicBezTo>
                    <a:lnTo>
                      <a:pt x="21600" y="682"/>
                    </a:lnTo>
                    <a:lnTo>
                      <a:pt x="43196" y="284"/>
                    </a:lnTo>
                    <a:close/>
                  </a:path>
                </a:pathLst>
              </a:custGeom>
              <a:solidFill>
                <a:schemeClr val="folHlink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4294" name="Line 41"/>
            <p:cNvSpPr>
              <a:spLocks noChangeShapeType="1"/>
            </p:cNvSpPr>
            <p:nvPr/>
          </p:nvSpPr>
          <p:spPr bwMode="auto">
            <a:xfrm>
              <a:off x="4800" y="192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6058" name="Object 42"/>
          <p:cNvGraphicFramePr>
            <a:graphicFrameLocks noChangeAspect="1"/>
          </p:cNvGraphicFramePr>
          <p:nvPr/>
        </p:nvGraphicFramePr>
        <p:xfrm>
          <a:off x="9134475" y="2849563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438195" imgH="438004" progId="Equation.3">
                  <p:embed/>
                </p:oleObj>
              </mc:Choice>
              <mc:Fallback>
                <p:oleObj name="Equation" r:id="rId36" imgW="438195" imgH="4380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4475" y="2849563"/>
                        <a:ext cx="444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12551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6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6" grpId="0" build="p" autoUpdateAnimBg="0"/>
      <p:bldP spid="86038" grpId="0" build="p" autoUpdateAnimBg="0" advAuto="0"/>
      <p:bldP spid="86039" grpId="0" autoUpdateAnimBg="0"/>
      <p:bldP spid="86047" grpId="0" build="p" autoUpdateAnimBg="0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3733800" y="1905000"/>
          <a:ext cx="5583238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1784" imgH="1124043" progId="Equation.3">
                  <p:embed/>
                </p:oleObj>
              </mc:Choice>
              <mc:Fallback>
                <p:oleObj name="Equation" r:id="rId2" imgW="5581784" imgH="112404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05000"/>
                        <a:ext cx="5583238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635899"/>
              </p:ext>
            </p:extLst>
          </p:nvPr>
        </p:nvGraphicFramePr>
        <p:xfrm>
          <a:off x="2097291" y="837406"/>
          <a:ext cx="1236459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228600" progId="Equation.DSMT4">
                  <p:embed/>
                </p:oleObj>
              </mc:Choice>
              <mc:Fallback>
                <p:oleObj name="Equation" r:id="rId4" imgW="49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291" y="837406"/>
                        <a:ext cx="1236459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438706"/>
              </p:ext>
            </p:extLst>
          </p:nvPr>
        </p:nvGraphicFramePr>
        <p:xfrm>
          <a:off x="2470150" y="2253258"/>
          <a:ext cx="1329857" cy="4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880" imgH="203040" progId="Equation.DSMT4">
                  <p:embed/>
                </p:oleObj>
              </mc:Choice>
              <mc:Fallback>
                <p:oleObj name="Equation" r:id="rId6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2253258"/>
                        <a:ext cx="1329857" cy="4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5029200" y="2060575"/>
          <a:ext cx="38052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0318" imgH="1009703" progId="Equation.3">
                  <p:embed/>
                </p:oleObj>
              </mc:Choice>
              <mc:Fallback>
                <p:oleObj name="Equation" r:id="rId8" imgW="3800318" imgH="10097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060575"/>
                        <a:ext cx="38052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931412"/>
              </p:ext>
            </p:extLst>
          </p:nvPr>
        </p:nvGraphicFramePr>
        <p:xfrm>
          <a:off x="5762625" y="438716"/>
          <a:ext cx="4169682" cy="1366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160" imgH="545760" progId="Equation.DSMT4">
                  <p:embed/>
                </p:oleObj>
              </mc:Choice>
              <mc:Fallback>
                <p:oleObj name="Equation" r:id="rId10" imgW="167616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438716"/>
                        <a:ext cx="4169682" cy="1366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703871"/>
              </p:ext>
            </p:extLst>
          </p:nvPr>
        </p:nvGraphicFramePr>
        <p:xfrm>
          <a:off x="3263900" y="563685"/>
          <a:ext cx="2602526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469800" progId="Equation.DSMT4">
                  <p:embed/>
                </p:oleObj>
              </mc:Choice>
              <mc:Fallback>
                <p:oleObj name="Equation" r:id="rId12" imgW="1117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563685"/>
                        <a:ext cx="2602526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Line 8"/>
          <p:cNvSpPr>
            <a:spLocks noChangeShapeType="1"/>
          </p:cNvSpPr>
          <p:nvPr/>
        </p:nvSpPr>
        <p:spPr bwMode="auto">
          <a:xfrm>
            <a:off x="4191000" y="3124200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7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383711"/>
              </p:ext>
            </p:extLst>
          </p:nvPr>
        </p:nvGraphicFramePr>
        <p:xfrm>
          <a:off x="2470150" y="3239428"/>
          <a:ext cx="1720850" cy="1123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600" imgH="469800" progId="Equation.DSMT4">
                  <p:embed/>
                </p:oleObj>
              </mc:Choice>
              <mc:Fallback>
                <p:oleObj name="Equation" r:id="rId14" imgW="723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3239428"/>
                        <a:ext cx="1720850" cy="1123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0" name="Object 10"/>
          <p:cNvGraphicFramePr>
            <a:graphicFrameLocks noChangeAspect="1"/>
          </p:cNvGraphicFramePr>
          <p:nvPr/>
        </p:nvGraphicFramePr>
        <p:xfrm>
          <a:off x="4848225" y="3276600"/>
          <a:ext cx="18288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19118" imgH="1143040" progId="Equation.3">
                  <p:embed/>
                </p:oleObj>
              </mc:Choice>
              <mc:Fallback>
                <p:oleObj name="Equation" r:id="rId16" imgW="1819118" imgH="114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225" y="3276600"/>
                        <a:ext cx="18288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002842"/>
              </p:ext>
            </p:extLst>
          </p:nvPr>
        </p:nvGraphicFramePr>
        <p:xfrm>
          <a:off x="6722475" y="3511358"/>
          <a:ext cx="242152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66680" imgH="266400" progId="Equation.DSMT4">
                  <p:embed/>
                </p:oleObj>
              </mc:Choice>
              <mc:Fallback>
                <p:oleObj name="Equation" r:id="rId18" imgW="10666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475" y="3511358"/>
                        <a:ext cx="2421525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2" name="Line 12"/>
          <p:cNvSpPr>
            <a:spLocks noChangeShapeType="1"/>
          </p:cNvSpPr>
          <p:nvPr/>
        </p:nvSpPr>
        <p:spPr bwMode="auto">
          <a:xfrm flipV="1">
            <a:off x="6477000" y="3124200"/>
            <a:ext cx="3124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70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314245"/>
              </p:ext>
            </p:extLst>
          </p:nvPr>
        </p:nvGraphicFramePr>
        <p:xfrm>
          <a:off x="2470150" y="4532313"/>
          <a:ext cx="1468340" cy="10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83920" imgH="406080" progId="Equation.DSMT4">
                  <p:embed/>
                </p:oleObj>
              </mc:Choice>
              <mc:Fallback>
                <p:oleObj name="Equation" r:id="rId20" imgW="583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4532313"/>
                        <a:ext cx="1468340" cy="10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745343"/>
              </p:ext>
            </p:extLst>
          </p:nvPr>
        </p:nvGraphicFramePr>
        <p:xfrm>
          <a:off x="8994187" y="3253294"/>
          <a:ext cx="390525" cy="1083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469800" progId="Equation.DSMT4">
                  <p:embed/>
                </p:oleObj>
              </mc:Choice>
              <mc:Fallback>
                <p:oleObj name="Equation" r:id="rId22" imgW="164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4187" y="3253294"/>
                        <a:ext cx="390525" cy="1083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6572"/>
              </p:ext>
            </p:extLst>
          </p:nvPr>
        </p:nvGraphicFramePr>
        <p:xfrm>
          <a:off x="3929889" y="3607168"/>
          <a:ext cx="729213" cy="387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17160" imgH="164880" progId="Equation.DSMT4">
                  <p:embed/>
                </p:oleObj>
              </mc:Choice>
              <mc:Fallback>
                <p:oleObj name="Equation" r:id="rId24" imgW="3171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889" y="3607168"/>
                        <a:ext cx="729213" cy="387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6" name="Line 16"/>
          <p:cNvSpPr>
            <a:spLocks noChangeShapeType="1"/>
          </p:cNvSpPr>
          <p:nvPr/>
        </p:nvSpPr>
        <p:spPr bwMode="auto">
          <a:xfrm>
            <a:off x="4191000" y="3124200"/>
            <a:ext cx="19050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7" name="Line 17"/>
          <p:cNvSpPr>
            <a:spLocks noChangeShapeType="1"/>
          </p:cNvSpPr>
          <p:nvPr/>
        </p:nvSpPr>
        <p:spPr bwMode="auto">
          <a:xfrm flipV="1">
            <a:off x="6438900" y="3124200"/>
            <a:ext cx="3200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7058" name="Group 18"/>
          <p:cNvGrpSpPr>
            <a:grpSpLocks/>
          </p:cNvGrpSpPr>
          <p:nvPr/>
        </p:nvGrpSpPr>
        <p:grpSpPr bwMode="auto">
          <a:xfrm>
            <a:off x="4865003" y="4562255"/>
            <a:ext cx="4572000" cy="1066800"/>
            <a:chOff x="2640" y="2840"/>
            <a:chExt cx="2880" cy="672"/>
          </a:xfrm>
        </p:grpSpPr>
        <p:graphicFrame>
          <p:nvGraphicFramePr>
            <p:cNvPr id="55315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2513065"/>
                </p:ext>
              </p:extLst>
            </p:nvPr>
          </p:nvGraphicFramePr>
          <p:xfrm>
            <a:off x="2794" y="2866"/>
            <a:ext cx="1312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888840" imgH="419040" progId="Equation.DSMT4">
                    <p:embed/>
                  </p:oleObj>
                </mc:Choice>
                <mc:Fallback>
                  <p:oleObj name="Equation" r:id="rId26" imgW="88884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4" y="2866"/>
                          <a:ext cx="1312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6" name="Text Box 20"/>
            <p:cNvSpPr txBox="1">
              <a:spLocks noChangeArrowheads="1"/>
            </p:cNvSpPr>
            <p:nvPr/>
          </p:nvSpPr>
          <p:spPr bwMode="auto">
            <a:xfrm>
              <a:off x="4080" y="2984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+mn-ea"/>
                  <a:ea typeface="+mn-ea"/>
                </a:rPr>
                <a:t>为球的质量</a:t>
              </a:r>
            </a:p>
          </p:txBody>
        </p:sp>
        <p:sp>
          <p:nvSpPr>
            <p:cNvPr id="55317" name="Rectangle 21"/>
            <p:cNvSpPr>
              <a:spLocks noChangeArrowheads="1"/>
            </p:cNvSpPr>
            <p:nvPr/>
          </p:nvSpPr>
          <p:spPr bwMode="auto">
            <a:xfrm>
              <a:off x="2640" y="2840"/>
              <a:ext cx="2784" cy="67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9034-74F6-4E14-8C42-72501F43916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75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8" grpId="0" animBg="1"/>
      <p:bldP spid="87052" grpId="0" animBg="1"/>
      <p:bldP spid="87056" grpId="0" animBg="1"/>
      <p:bldP spid="8705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6844</TotalTime>
  <Words>1105</Words>
  <Application>Microsoft Office PowerPoint</Application>
  <PresentationFormat>宽屏</PresentationFormat>
  <Paragraphs>249</Paragraphs>
  <Slides>38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黑体</vt:lpstr>
      <vt:lpstr>楷体_GB2312</vt:lpstr>
      <vt:lpstr>隶书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Equation.DSMT4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例12.求半径为 a 的均匀半圆薄片对其直径</vt:lpstr>
      <vt:lpstr>PowerPoint 演示文稿</vt:lpstr>
      <vt:lpstr>4、物体对质点的引力</vt:lpstr>
      <vt:lpstr>PowerPoint 演示文稿</vt:lpstr>
      <vt:lpstr>例14</vt:lpstr>
      <vt:lpstr>例15. 求半径为R的均匀球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145</cp:revision>
  <dcterms:created xsi:type="dcterms:W3CDTF">2020-02-24T12:44:52Z</dcterms:created>
  <dcterms:modified xsi:type="dcterms:W3CDTF">2024-04-14T05:51:59Z</dcterms:modified>
</cp:coreProperties>
</file>