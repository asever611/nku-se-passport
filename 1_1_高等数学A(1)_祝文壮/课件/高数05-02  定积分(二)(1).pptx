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95" r:id="rId18"/>
    <p:sldId id="289" r:id="rId19"/>
    <p:sldId id="287" r:id="rId20"/>
    <p:sldId id="288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90" r:id="rId32"/>
    <p:sldId id="291" r:id="rId33"/>
    <p:sldId id="292" r:id="rId34"/>
    <p:sldId id="298" r:id="rId35"/>
    <p:sldId id="296" r:id="rId36"/>
    <p:sldId id="297" r:id="rId37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17" autoAdjust="0"/>
    <p:restoredTop sz="94238" autoAdjust="0"/>
  </p:normalViewPr>
  <p:slideViewPr>
    <p:cSldViewPr>
      <p:cViewPr varScale="1">
        <p:scale>
          <a:sx n="72" d="100"/>
          <a:sy n="72" d="100"/>
        </p:scale>
        <p:origin x="180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206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235AF77-A18C-44A2-9887-BA6837F1F8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6F8879-FA83-46F1-812C-B351FEB30C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9B71D-1A20-4120-9CE9-BFA7C6A041E6}" type="datetimeFigureOut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3EA16B-B790-4A8F-BAFF-8C48811E81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0E1DF2-7039-41CB-9779-BF80C8DA71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40DB9D-6B41-4D78-B091-AADE897B3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350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5F9DC52-4B07-4CFC-87D5-490AC862F5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031DDA-4355-4854-8C5C-C2AC2978D35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A5888E0-7D9B-4110-B86E-D837CC8393A8}" type="datetimeFigureOut">
              <a:rPr lang="zh-CN" altLang="en-US"/>
              <a:pPr>
                <a:defRPr/>
              </a:pPr>
              <a:t>2023/12/12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362A9837-FF55-4611-8E76-055748A931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B51D619C-3C9F-4618-AFB2-907B7021A0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1C88CE-468D-4237-9B49-B2395263C3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2225A2-C182-4197-9D89-D94D32919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3E0C2EFB-E6F0-4526-A71E-3BEE9C081B9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2232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29E1051D-2B5B-4FF8-9DB2-6AABAAC71521}" type="slidenum">
              <a:rPr lang="en-US" altLang="zh-CN"/>
              <a:pPr eaLnBrk="1" hangingPunct="1">
                <a:spcBef>
                  <a:spcPct val="0"/>
                </a:spcBef>
              </a:pPr>
              <a:t>28</a:t>
            </a:fld>
            <a:endParaRPr lang="en-US" altLang="zh-CN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527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79509" y="4077072"/>
            <a:ext cx="8534400" cy="6229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1C6A41-90A8-4EB9-8C2B-1723944C0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A5B99-947E-4628-9C75-355C3C41E285}" type="datetime1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3C8C8E-1B6A-40F4-967D-EA7CEF96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B00CDE-2600-49A6-8D88-57F034EF8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8BE23-9125-4FCC-9C73-BD04F861CF2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3872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79509" y="255569"/>
            <a:ext cx="9422837" cy="1143000"/>
          </a:xfrm>
        </p:spPr>
        <p:txBody>
          <a:bodyPr/>
          <a:lstStyle>
            <a:lvl1pPr algn="r">
              <a:defRPr sz="3200" b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5467" y="1403652"/>
            <a:ext cx="9601067" cy="4608512"/>
          </a:xfrm>
        </p:spPr>
        <p:txBody>
          <a:bodyPr/>
          <a:lstStyle>
            <a:lvl1pPr>
              <a:defRPr sz="200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 sz="2000"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 sz="2000"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 sz="20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C941AA-1ED0-47DF-A392-EB5BA09870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6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E6E09A-EDE0-4A20-A653-5DE7E72B0F11}" type="datetime1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C16850-0787-4BA6-8B93-4879708DC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12299" y="6481752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464477-EFEA-449A-8B4F-EF7109AFD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84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DF241AFB-9D3F-4C35-906A-8E91BE35231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76542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28ECEA-04CA-4B21-AFB4-9A8C45439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04E510-AD92-44E6-B9C2-3AEF5D3D9399}" type="datetime1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54874D-11CB-4CF1-9596-B4E872E3E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22F02F-58AC-46A9-A73D-43486DC6F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E686A-6D74-4894-BF7D-7F6AFA86EB6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2149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46847E57-A096-49E6-A2EF-E7EA8C2B0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9DA64C-C108-49CC-B61F-E83AF9C581D6}" type="datetime1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32BB91C-E4B0-4A76-A6B2-45ECDDABB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F624A061-66EC-4D77-90B7-FB0F65A2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B45CD-C86B-48D4-829F-F0E1BCAACD9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5928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63275422-D8EF-4BAE-9CAF-14D514E1A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329BAB-473D-4C8A-81A9-555B0D2B59FA}" type="datetime1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65A91C3E-A2DD-4326-8D3C-ACB03C5AC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A4120A65-DE4C-46BF-9E2E-93AA9EF1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A9F5F6-6DAB-47EB-B335-FB1D716CB78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0942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2611C3E3-61F8-4E46-9A1B-C756B945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4A81A3-D247-4551-81E7-FEB476914132}" type="datetime1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5BCF57CF-0598-438E-8A5D-EB1085F7F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784F4FC-7E57-4D41-95ED-DE546C1D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187150-5C3E-4439-B216-5F65A4C7C30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6437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D650A1EE-2A09-45A9-A90D-1144FEDD0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E616C0-B38D-4FBE-B469-ED87557E04DD}" type="datetime1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56F56139-E9D8-452A-AFCD-9F64CECF9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A52E69B4-70FF-4B93-ACD9-39CB35DA8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FDD63B-992A-4963-B4FF-3D8E2E9E157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1666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39CBEA3F-5ADC-4C9C-A7B1-7FB6BA591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7CFF2F-70C0-41B9-A4C9-D7D6F9FB3EFE}" type="datetime1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5E3A7A82-C3EA-4E48-ADF2-C9F0F4B9F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B8977483-C766-4A38-B965-E3487DBB5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7B350A-96DE-4831-A299-8751279B269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6191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A563FC7-0B6C-423B-B295-147E40F18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0AD811-049D-4F80-8BCB-170B4D903694}" type="datetime1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5076843-BAB1-4854-A445-A0137A160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91EF6D50-E79D-49FA-B76A-6BA66596A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8F5F28-11E1-4F09-953A-DB09D1BF250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8039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BDD4BC-D884-4375-89CE-7EEF4EC53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C7A13E-0B1E-431A-9AC9-98BCF6465C51}" type="datetime1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74256A-0E7D-4754-A912-FD07C6E2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7BAAEC-0BA9-41DF-8EBD-836A6ACE6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21D670-47FF-458F-87A7-4A231FD2161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5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0080B1-3975-480E-95BC-F6D48504C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14F0E0-E142-43C5-BAF7-72A57C620DBF}" type="datetime1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ABF498-AFF6-428E-A696-509856D7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41D49B-DC10-4DDF-98D3-3D985A27A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EDF25B-788C-4C3E-95C0-95CF9C7F284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79560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9"/>
            <a:ext cx="53848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1E28F9-0348-4DDA-969B-C983F57C9DD3}" type="datetime1">
              <a:rPr lang="zh-CN" altLang="en-US" smtClean="0"/>
              <a:t>2023/12/12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977DF3-8CE7-4064-8000-59578B28268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88650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harpenSoften amount="25000"/>
                    </a14:imgEffect>
                    <a14:imgEffect>
                      <a14:colorTemperature colorTemp="97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C7EC5E42-6E5D-407E-9066-783F041463F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11424" y="273844"/>
            <a:ext cx="1026484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9D24FB56-6E7A-4776-AD9A-1053A7134CA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95467" y="1438518"/>
            <a:ext cx="969707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44D87F-9B01-43C0-BA99-2ADBDACEA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484" y="64928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BB4BA2B-F72A-49CC-8A9B-1266213DDBCF}" type="datetime1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A00A20-4C62-4617-A875-61759F786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8484" y="649287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342A9B-B8D3-4025-AFBA-96BF91BF6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40484" y="6492876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F25E571C-9FBD-4713-AA8D-FC2F4955C76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  <p:sldLayoutId id="2147483660" r:id="rId12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 b="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2.emf"/><Relationship Id="rId7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wmf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wmf"/><Relationship Id="rId18" Type="http://schemas.openxmlformats.org/officeDocument/2006/relationships/oleObject" Target="../embeddings/oleObject13.bin"/><Relationship Id="rId26" Type="http://schemas.openxmlformats.org/officeDocument/2006/relationships/oleObject" Target="../embeddings/oleObject17.bin"/><Relationship Id="rId21" Type="http://schemas.openxmlformats.org/officeDocument/2006/relationships/image" Target="../media/image15.wmf"/><Relationship Id="rId34" Type="http://schemas.openxmlformats.org/officeDocument/2006/relationships/oleObject" Target="../embeddings/oleObject21.bin"/><Relationship Id="rId7" Type="http://schemas.openxmlformats.org/officeDocument/2006/relationships/image" Target="../media/image8.wmf"/><Relationship Id="rId12" Type="http://schemas.openxmlformats.org/officeDocument/2006/relationships/oleObject" Target="../embeddings/oleObject10.bin"/><Relationship Id="rId17" Type="http://schemas.openxmlformats.org/officeDocument/2006/relationships/image" Target="../media/image13.wmf"/><Relationship Id="rId25" Type="http://schemas.openxmlformats.org/officeDocument/2006/relationships/image" Target="../media/image17.emf"/><Relationship Id="rId33" Type="http://schemas.openxmlformats.org/officeDocument/2006/relationships/image" Target="../media/image21.wmf"/><Relationship Id="rId38" Type="http://schemas.openxmlformats.org/officeDocument/2006/relationships/image" Target="../media/image23.wmf"/><Relationship Id="rId2" Type="http://schemas.openxmlformats.org/officeDocument/2006/relationships/oleObject" Target="../embeddings/oleObject5.bin"/><Relationship Id="rId16" Type="http://schemas.openxmlformats.org/officeDocument/2006/relationships/oleObject" Target="../embeddings/oleObject12.bin"/><Relationship Id="rId20" Type="http://schemas.openxmlformats.org/officeDocument/2006/relationships/oleObject" Target="../embeddings/oleObject14.bin"/><Relationship Id="rId29" Type="http://schemas.openxmlformats.org/officeDocument/2006/relationships/image" Target="../media/image19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10.wmf"/><Relationship Id="rId24" Type="http://schemas.openxmlformats.org/officeDocument/2006/relationships/oleObject" Target="../embeddings/oleObject16.bin"/><Relationship Id="rId32" Type="http://schemas.openxmlformats.org/officeDocument/2006/relationships/oleObject" Target="../embeddings/oleObject20.bin"/><Relationship Id="rId37" Type="http://schemas.openxmlformats.org/officeDocument/2006/relationships/oleObject" Target="../embeddings/oleObject23.bin"/><Relationship Id="rId5" Type="http://schemas.openxmlformats.org/officeDocument/2006/relationships/image" Target="../media/image7.wmf"/><Relationship Id="rId15" Type="http://schemas.openxmlformats.org/officeDocument/2006/relationships/image" Target="../media/image12.wmf"/><Relationship Id="rId23" Type="http://schemas.openxmlformats.org/officeDocument/2006/relationships/image" Target="../media/image16.png"/><Relationship Id="rId28" Type="http://schemas.openxmlformats.org/officeDocument/2006/relationships/oleObject" Target="../embeddings/oleObject18.bin"/><Relationship Id="rId36" Type="http://schemas.openxmlformats.org/officeDocument/2006/relationships/image" Target="../media/image22.wmf"/><Relationship Id="rId10" Type="http://schemas.openxmlformats.org/officeDocument/2006/relationships/oleObject" Target="../embeddings/oleObject9.bin"/><Relationship Id="rId19" Type="http://schemas.openxmlformats.org/officeDocument/2006/relationships/image" Target="../media/image14.wmf"/><Relationship Id="rId31" Type="http://schemas.openxmlformats.org/officeDocument/2006/relationships/image" Target="../media/image20.w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9.wmf"/><Relationship Id="rId14" Type="http://schemas.openxmlformats.org/officeDocument/2006/relationships/oleObject" Target="../embeddings/oleObject11.bin"/><Relationship Id="rId22" Type="http://schemas.openxmlformats.org/officeDocument/2006/relationships/oleObject" Target="../embeddings/oleObject15.bin"/><Relationship Id="rId27" Type="http://schemas.openxmlformats.org/officeDocument/2006/relationships/image" Target="../media/image18.emf"/><Relationship Id="rId30" Type="http://schemas.openxmlformats.org/officeDocument/2006/relationships/oleObject" Target="../embeddings/oleObject19.bin"/><Relationship Id="rId35" Type="http://schemas.openxmlformats.org/officeDocument/2006/relationships/oleObject" Target="../embeddings/oleObject22.bin"/><Relationship Id="rId8" Type="http://schemas.openxmlformats.org/officeDocument/2006/relationships/oleObject" Target="../embeddings/oleObject8.bin"/><Relationship Id="rId3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9.wmf"/><Relationship Id="rId18" Type="http://schemas.openxmlformats.org/officeDocument/2006/relationships/oleObject" Target="../embeddings/oleObject32.bin"/><Relationship Id="rId26" Type="http://schemas.openxmlformats.org/officeDocument/2006/relationships/oleObject" Target="../embeddings/oleObject36.bin"/><Relationship Id="rId39" Type="http://schemas.openxmlformats.org/officeDocument/2006/relationships/image" Target="../media/image34.emf"/><Relationship Id="rId21" Type="http://schemas.openxmlformats.org/officeDocument/2006/relationships/image" Target="../media/image6.png"/><Relationship Id="rId34" Type="http://schemas.openxmlformats.org/officeDocument/2006/relationships/oleObject" Target="../embeddings/oleObject40.bin"/><Relationship Id="rId7" Type="http://schemas.openxmlformats.org/officeDocument/2006/relationships/image" Target="../media/image26.wmf"/><Relationship Id="rId12" Type="http://schemas.openxmlformats.org/officeDocument/2006/relationships/oleObject" Target="../embeddings/oleObject29.bin"/><Relationship Id="rId17" Type="http://schemas.openxmlformats.org/officeDocument/2006/relationships/image" Target="../media/image31.wmf"/><Relationship Id="rId25" Type="http://schemas.openxmlformats.org/officeDocument/2006/relationships/image" Target="../media/image8.wmf"/><Relationship Id="rId33" Type="http://schemas.openxmlformats.org/officeDocument/2006/relationships/image" Target="../media/image12.wmf"/><Relationship Id="rId38" Type="http://schemas.openxmlformats.org/officeDocument/2006/relationships/oleObject" Target="../embeddings/oleObject42.bin"/><Relationship Id="rId2" Type="http://schemas.openxmlformats.org/officeDocument/2006/relationships/oleObject" Target="../embeddings/oleObject24.bin"/><Relationship Id="rId16" Type="http://schemas.openxmlformats.org/officeDocument/2006/relationships/oleObject" Target="../embeddings/oleObject31.bin"/><Relationship Id="rId20" Type="http://schemas.openxmlformats.org/officeDocument/2006/relationships/oleObject" Target="../embeddings/oleObject33.bin"/><Relationship Id="rId29" Type="http://schemas.openxmlformats.org/officeDocument/2006/relationships/image" Target="../media/image10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6.bin"/><Relationship Id="rId11" Type="http://schemas.openxmlformats.org/officeDocument/2006/relationships/image" Target="../media/image28.wmf"/><Relationship Id="rId24" Type="http://schemas.openxmlformats.org/officeDocument/2006/relationships/oleObject" Target="../embeddings/oleObject35.bin"/><Relationship Id="rId32" Type="http://schemas.openxmlformats.org/officeDocument/2006/relationships/oleObject" Target="../embeddings/oleObject39.bin"/><Relationship Id="rId37" Type="http://schemas.openxmlformats.org/officeDocument/2006/relationships/image" Target="../media/image33.emf"/><Relationship Id="rId5" Type="http://schemas.openxmlformats.org/officeDocument/2006/relationships/image" Target="../media/image25.wmf"/><Relationship Id="rId15" Type="http://schemas.openxmlformats.org/officeDocument/2006/relationships/image" Target="../media/image30.wmf"/><Relationship Id="rId23" Type="http://schemas.openxmlformats.org/officeDocument/2006/relationships/image" Target="../media/image7.wmf"/><Relationship Id="rId28" Type="http://schemas.openxmlformats.org/officeDocument/2006/relationships/oleObject" Target="../embeddings/oleObject37.bin"/><Relationship Id="rId36" Type="http://schemas.openxmlformats.org/officeDocument/2006/relationships/oleObject" Target="../embeddings/oleObject41.bin"/><Relationship Id="rId10" Type="http://schemas.openxmlformats.org/officeDocument/2006/relationships/oleObject" Target="../embeddings/oleObject28.bin"/><Relationship Id="rId19" Type="http://schemas.openxmlformats.org/officeDocument/2006/relationships/image" Target="../media/image32.wmf"/><Relationship Id="rId31" Type="http://schemas.openxmlformats.org/officeDocument/2006/relationships/image" Target="../media/image11.wmf"/><Relationship Id="rId4" Type="http://schemas.openxmlformats.org/officeDocument/2006/relationships/oleObject" Target="../embeddings/oleObject25.bin"/><Relationship Id="rId9" Type="http://schemas.openxmlformats.org/officeDocument/2006/relationships/image" Target="../media/image27.wmf"/><Relationship Id="rId14" Type="http://schemas.openxmlformats.org/officeDocument/2006/relationships/oleObject" Target="../embeddings/oleObject30.bin"/><Relationship Id="rId22" Type="http://schemas.openxmlformats.org/officeDocument/2006/relationships/oleObject" Target="../embeddings/oleObject34.bin"/><Relationship Id="rId27" Type="http://schemas.openxmlformats.org/officeDocument/2006/relationships/image" Target="../media/image9.wmf"/><Relationship Id="rId30" Type="http://schemas.openxmlformats.org/officeDocument/2006/relationships/oleObject" Target="../embeddings/oleObject38.bin"/><Relationship Id="rId35" Type="http://schemas.openxmlformats.org/officeDocument/2006/relationships/image" Target="../media/image16.png"/><Relationship Id="rId8" Type="http://schemas.openxmlformats.org/officeDocument/2006/relationships/oleObject" Target="../embeddings/oleObject27.bin"/><Relationship Id="rId3" Type="http://schemas.openxmlformats.org/officeDocument/2006/relationships/image" Target="../media/image24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6.bin"/><Relationship Id="rId13" Type="http://schemas.openxmlformats.org/officeDocument/2006/relationships/image" Target="../media/image40.wmf"/><Relationship Id="rId3" Type="http://schemas.openxmlformats.org/officeDocument/2006/relationships/image" Target="../media/image35.wmf"/><Relationship Id="rId7" Type="http://schemas.openxmlformats.org/officeDocument/2006/relationships/image" Target="../media/image37.wmf"/><Relationship Id="rId12" Type="http://schemas.openxmlformats.org/officeDocument/2006/relationships/oleObject" Target="../embeddings/oleObject48.bin"/><Relationship Id="rId17" Type="http://schemas.openxmlformats.org/officeDocument/2006/relationships/image" Target="../media/image42.wmf"/><Relationship Id="rId2" Type="http://schemas.openxmlformats.org/officeDocument/2006/relationships/oleObject" Target="../embeddings/oleObject43.bin"/><Relationship Id="rId16" Type="http://schemas.openxmlformats.org/officeDocument/2006/relationships/oleObject" Target="../embeddings/oleObject5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5.bin"/><Relationship Id="rId11" Type="http://schemas.openxmlformats.org/officeDocument/2006/relationships/image" Target="../media/image39.wmf"/><Relationship Id="rId5" Type="http://schemas.openxmlformats.org/officeDocument/2006/relationships/image" Target="../media/image36.wmf"/><Relationship Id="rId15" Type="http://schemas.openxmlformats.org/officeDocument/2006/relationships/image" Target="../media/image41.wmf"/><Relationship Id="rId10" Type="http://schemas.openxmlformats.org/officeDocument/2006/relationships/oleObject" Target="../embeddings/oleObject47.bin"/><Relationship Id="rId4" Type="http://schemas.openxmlformats.org/officeDocument/2006/relationships/oleObject" Target="../embeddings/oleObject44.bin"/><Relationship Id="rId9" Type="http://schemas.openxmlformats.org/officeDocument/2006/relationships/image" Target="../media/image38.wmf"/><Relationship Id="rId14" Type="http://schemas.openxmlformats.org/officeDocument/2006/relationships/oleObject" Target="../embeddings/oleObject49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13" Type="http://schemas.openxmlformats.org/officeDocument/2006/relationships/image" Target="../media/image48.wmf"/><Relationship Id="rId3" Type="http://schemas.openxmlformats.org/officeDocument/2006/relationships/image" Target="../media/image43.wmf"/><Relationship Id="rId7" Type="http://schemas.openxmlformats.org/officeDocument/2006/relationships/image" Target="../media/image45.wmf"/><Relationship Id="rId12" Type="http://schemas.openxmlformats.org/officeDocument/2006/relationships/oleObject" Target="../embeddings/oleObject56.bin"/><Relationship Id="rId2" Type="http://schemas.openxmlformats.org/officeDocument/2006/relationships/oleObject" Target="../embeddings/oleObject5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3.bin"/><Relationship Id="rId11" Type="http://schemas.openxmlformats.org/officeDocument/2006/relationships/image" Target="../media/image47.wmf"/><Relationship Id="rId5" Type="http://schemas.openxmlformats.org/officeDocument/2006/relationships/image" Target="../media/image44.wmf"/><Relationship Id="rId10" Type="http://schemas.openxmlformats.org/officeDocument/2006/relationships/oleObject" Target="../embeddings/oleObject55.bin"/><Relationship Id="rId4" Type="http://schemas.openxmlformats.org/officeDocument/2006/relationships/oleObject" Target="../embeddings/oleObject52.bin"/><Relationship Id="rId9" Type="http://schemas.openxmlformats.org/officeDocument/2006/relationships/image" Target="../media/image46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0.bin"/><Relationship Id="rId13" Type="http://schemas.openxmlformats.org/officeDocument/2006/relationships/image" Target="../media/image54.wmf"/><Relationship Id="rId3" Type="http://schemas.openxmlformats.org/officeDocument/2006/relationships/image" Target="../media/image49.emf"/><Relationship Id="rId7" Type="http://schemas.openxmlformats.org/officeDocument/2006/relationships/image" Target="../media/image51.wmf"/><Relationship Id="rId12" Type="http://schemas.openxmlformats.org/officeDocument/2006/relationships/oleObject" Target="../embeddings/oleObject62.bin"/><Relationship Id="rId2" Type="http://schemas.openxmlformats.org/officeDocument/2006/relationships/oleObject" Target="../embeddings/oleObject5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9.bin"/><Relationship Id="rId11" Type="http://schemas.openxmlformats.org/officeDocument/2006/relationships/image" Target="../media/image53.wmf"/><Relationship Id="rId5" Type="http://schemas.openxmlformats.org/officeDocument/2006/relationships/image" Target="../media/image50.wmf"/><Relationship Id="rId15" Type="http://schemas.openxmlformats.org/officeDocument/2006/relationships/image" Target="../media/image55.wmf"/><Relationship Id="rId10" Type="http://schemas.openxmlformats.org/officeDocument/2006/relationships/oleObject" Target="../embeddings/oleObject61.bin"/><Relationship Id="rId4" Type="http://schemas.openxmlformats.org/officeDocument/2006/relationships/oleObject" Target="../embeddings/oleObject58.bin"/><Relationship Id="rId9" Type="http://schemas.openxmlformats.org/officeDocument/2006/relationships/image" Target="../media/image52.wmf"/><Relationship Id="rId14" Type="http://schemas.openxmlformats.org/officeDocument/2006/relationships/oleObject" Target="../embeddings/oleObject63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7.bin"/><Relationship Id="rId13" Type="http://schemas.openxmlformats.org/officeDocument/2006/relationships/image" Target="../media/image61.wmf"/><Relationship Id="rId18" Type="http://schemas.openxmlformats.org/officeDocument/2006/relationships/oleObject" Target="../embeddings/oleObject72.bin"/><Relationship Id="rId3" Type="http://schemas.openxmlformats.org/officeDocument/2006/relationships/image" Target="../media/image56.wmf"/><Relationship Id="rId7" Type="http://schemas.openxmlformats.org/officeDocument/2006/relationships/image" Target="../media/image58.wmf"/><Relationship Id="rId12" Type="http://schemas.openxmlformats.org/officeDocument/2006/relationships/oleObject" Target="../embeddings/oleObject69.bin"/><Relationship Id="rId17" Type="http://schemas.openxmlformats.org/officeDocument/2006/relationships/image" Target="../media/image63.wmf"/><Relationship Id="rId2" Type="http://schemas.openxmlformats.org/officeDocument/2006/relationships/oleObject" Target="../embeddings/oleObject64.bin"/><Relationship Id="rId16" Type="http://schemas.openxmlformats.org/officeDocument/2006/relationships/oleObject" Target="../embeddings/oleObject7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6.bin"/><Relationship Id="rId11" Type="http://schemas.openxmlformats.org/officeDocument/2006/relationships/image" Target="../media/image60.wmf"/><Relationship Id="rId5" Type="http://schemas.openxmlformats.org/officeDocument/2006/relationships/image" Target="../media/image57.wmf"/><Relationship Id="rId15" Type="http://schemas.openxmlformats.org/officeDocument/2006/relationships/image" Target="../media/image62.wmf"/><Relationship Id="rId10" Type="http://schemas.openxmlformats.org/officeDocument/2006/relationships/oleObject" Target="../embeddings/oleObject68.bin"/><Relationship Id="rId19" Type="http://schemas.openxmlformats.org/officeDocument/2006/relationships/image" Target="../media/image64.emf"/><Relationship Id="rId4" Type="http://schemas.openxmlformats.org/officeDocument/2006/relationships/oleObject" Target="../embeddings/oleObject65.bin"/><Relationship Id="rId9" Type="http://schemas.openxmlformats.org/officeDocument/2006/relationships/image" Target="../media/image59.wmf"/><Relationship Id="rId14" Type="http://schemas.openxmlformats.org/officeDocument/2006/relationships/oleObject" Target="../embeddings/oleObject70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6.bin"/><Relationship Id="rId13" Type="http://schemas.openxmlformats.org/officeDocument/2006/relationships/image" Target="../media/image70.wmf"/><Relationship Id="rId3" Type="http://schemas.openxmlformats.org/officeDocument/2006/relationships/image" Target="../media/image65.wmf"/><Relationship Id="rId7" Type="http://schemas.openxmlformats.org/officeDocument/2006/relationships/image" Target="../media/image67.wmf"/><Relationship Id="rId12" Type="http://schemas.openxmlformats.org/officeDocument/2006/relationships/oleObject" Target="../embeddings/oleObject78.bin"/><Relationship Id="rId2" Type="http://schemas.openxmlformats.org/officeDocument/2006/relationships/oleObject" Target="../embeddings/oleObject7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5.bin"/><Relationship Id="rId11" Type="http://schemas.openxmlformats.org/officeDocument/2006/relationships/image" Target="../media/image69.wmf"/><Relationship Id="rId5" Type="http://schemas.openxmlformats.org/officeDocument/2006/relationships/image" Target="../media/image66.wmf"/><Relationship Id="rId10" Type="http://schemas.openxmlformats.org/officeDocument/2006/relationships/oleObject" Target="../embeddings/oleObject77.bin"/><Relationship Id="rId4" Type="http://schemas.openxmlformats.org/officeDocument/2006/relationships/oleObject" Target="../embeddings/oleObject74.bin"/><Relationship Id="rId9" Type="http://schemas.openxmlformats.org/officeDocument/2006/relationships/image" Target="../media/image68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2.bin"/><Relationship Id="rId3" Type="http://schemas.openxmlformats.org/officeDocument/2006/relationships/image" Target="../media/image71.wmf"/><Relationship Id="rId7" Type="http://schemas.openxmlformats.org/officeDocument/2006/relationships/image" Target="../media/image73.wmf"/><Relationship Id="rId2" Type="http://schemas.openxmlformats.org/officeDocument/2006/relationships/oleObject" Target="../embeddings/oleObject7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1.bin"/><Relationship Id="rId11" Type="http://schemas.openxmlformats.org/officeDocument/2006/relationships/image" Target="../media/image75.wmf"/><Relationship Id="rId5" Type="http://schemas.openxmlformats.org/officeDocument/2006/relationships/image" Target="../media/image72.wmf"/><Relationship Id="rId10" Type="http://schemas.openxmlformats.org/officeDocument/2006/relationships/oleObject" Target="../embeddings/oleObject83.bin"/><Relationship Id="rId4" Type="http://schemas.openxmlformats.org/officeDocument/2006/relationships/oleObject" Target="../embeddings/oleObject80.bin"/><Relationship Id="rId9" Type="http://schemas.openxmlformats.org/officeDocument/2006/relationships/image" Target="../media/image74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7.bin"/><Relationship Id="rId13" Type="http://schemas.openxmlformats.org/officeDocument/2006/relationships/image" Target="../media/image81.wmf"/><Relationship Id="rId3" Type="http://schemas.openxmlformats.org/officeDocument/2006/relationships/image" Target="../media/image76.wmf"/><Relationship Id="rId7" Type="http://schemas.openxmlformats.org/officeDocument/2006/relationships/image" Target="../media/image78.wmf"/><Relationship Id="rId12" Type="http://schemas.openxmlformats.org/officeDocument/2006/relationships/oleObject" Target="../embeddings/oleObject89.bin"/><Relationship Id="rId17" Type="http://schemas.openxmlformats.org/officeDocument/2006/relationships/image" Target="../media/image83.wmf"/><Relationship Id="rId2" Type="http://schemas.openxmlformats.org/officeDocument/2006/relationships/oleObject" Target="../embeddings/oleObject84.bin"/><Relationship Id="rId16" Type="http://schemas.openxmlformats.org/officeDocument/2006/relationships/oleObject" Target="../embeddings/oleObject91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86.bin"/><Relationship Id="rId11" Type="http://schemas.openxmlformats.org/officeDocument/2006/relationships/image" Target="../media/image80.wmf"/><Relationship Id="rId5" Type="http://schemas.openxmlformats.org/officeDocument/2006/relationships/image" Target="../media/image77.wmf"/><Relationship Id="rId15" Type="http://schemas.openxmlformats.org/officeDocument/2006/relationships/image" Target="../media/image82.wmf"/><Relationship Id="rId10" Type="http://schemas.openxmlformats.org/officeDocument/2006/relationships/oleObject" Target="../embeddings/oleObject88.bin"/><Relationship Id="rId4" Type="http://schemas.openxmlformats.org/officeDocument/2006/relationships/oleObject" Target="../embeddings/oleObject85.bin"/><Relationship Id="rId9" Type="http://schemas.openxmlformats.org/officeDocument/2006/relationships/image" Target="../media/image79.wmf"/><Relationship Id="rId14" Type="http://schemas.openxmlformats.org/officeDocument/2006/relationships/oleObject" Target="../embeddings/oleObject90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5.bin"/><Relationship Id="rId13" Type="http://schemas.openxmlformats.org/officeDocument/2006/relationships/image" Target="../media/image89.wmf"/><Relationship Id="rId3" Type="http://schemas.openxmlformats.org/officeDocument/2006/relationships/image" Target="../media/image84.wmf"/><Relationship Id="rId7" Type="http://schemas.openxmlformats.org/officeDocument/2006/relationships/image" Target="../media/image86.wmf"/><Relationship Id="rId12" Type="http://schemas.openxmlformats.org/officeDocument/2006/relationships/oleObject" Target="../embeddings/oleObject97.bin"/><Relationship Id="rId2" Type="http://schemas.openxmlformats.org/officeDocument/2006/relationships/oleObject" Target="../embeddings/oleObject92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94.bin"/><Relationship Id="rId11" Type="http://schemas.openxmlformats.org/officeDocument/2006/relationships/image" Target="../media/image88.wmf"/><Relationship Id="rId5" Type="http://schemas.openxmlformats.org/officeDocument/2006/relationships/image" Target="../media/image85.wmf"/><Relationship Id="rId15" Type="http://schemas.openxmlformats.org/officeDocument/2006/relationships/image" Target="../media/image90.wmf"/><Relationship Id="rId10" Type="http://schemas.openxmlformats.org/officeDocument/2006/relationships/oleObject" Target="../embeddings/oleObject96.bin"/><Relationship Id="rId4" Type="http://schemas.openxmlformats.org/officeDocument/2006/relationships/oleObject" Target="../embeddings/oleObject93.bin"/><Relationship Id="rId9" Type="http://schemas.openxmlformats.org/officeDocument/2006/relationships/image" Target="../media/image87.wmf"/><Relationship Id="rId14" Type="http://schemas.openxmlformats.org/officeDocument/2006/relationships/oleObject" Target="../embeddings/oleObject98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2.bin"/><Relationship Id="rId13" Type="http://schemas.openxmlformats.org/officeDocument/2006/relationships/image" Target="../media/image96.wmf"/><Relationship Id="rId3" Type="http://schemas.openxmlformats.org/officeDocument/2006/relationships/image" Target="../media/image91.emf"/><Relationship Id="rId7" Type="http://schemas.openxmlformats.org/officeDocument/2006/relationships/image" Target="../media/image93.wmf"/><Relationship Id="rId12" Type="http://schemas.openxmlformats.org/officeDocument/2006/relationships/oleObject" Target="../embeddings/oleObject104.bin"/><Relationship Id="rId2" Type="http://schemas.openxmlformats.org/officeDocument/2006/relationships/oleObject" Target="../embeddings/oleObject9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1.bin"/><Relationship Id="rId11" Type="http://schemas.openxmlformats.org/officeDocument/2006/relationships/image" Target="../media/image95.emf"/><Relationship Id="rId5" Type="http://schemas.openxmlformats.org/officeDocument/2006/relationships/image" Target="../media/image92.wmf"/><Relationship Id="rId15" Type="http://schemas.openxmlformats.org/officeDocument/2006/relationships/image" Target="../media/image97.wmf"/><Relationship Id="rId10" Type="http://schemas.openxmlformats.org/officeDocument/2006/relationships/oleObject" Target="../embeddings/oleObject103.bin"/><Relationship Id="rId4" Type="http://schemas.openxmlformats.org/officeDocument/2006/relationships/oleObject" Target="../embeddings/oleObject100.bin"/><Relationship Id="rId9" Type="http://schemas.openxmlformats.org/officeDocument/2006/relationships/image" Target="../media/image94.emf"/><Relationship Id="rId14" Type="http://schemas.openxmlformats.org/officeDocument/2006/relationships/oleObject" Target="../embeddings/oleObject105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9.bin"/><Relationship Id="rId13" Type="http://schemas.openxmlformats.org/officeDocument/2006/relationships/image" Target="../media/image103.wmf"/><Relationship Id="rId18" Type="http://schemas.openxmlformats.org/officeDocument/2006/relationships/oleObject" Target="../embeddings/oleObject114.bin"/><Relationship Id="rId3" Type="http://schemas.openxmlformats.org/officeDocument/2006/relationships/image" Target="../media/image98.wmf"/><Relationship Id="rId21" Type="http://schemas.openxmlformats.org/officeDocument/2006/relationships/image" Target="../media/image107.wmf"/><Relationship Id="rId7" Type="http://schemas.openxmlformats.org/officeDocument/2006/relationships/image" Target="../media/image100.wmf"/><Relationship Id="rId12" Type="http://schemas.openxmlformats.org/officeDocument/2006/relationships/oleObject" Target="../embeddings/oleObject111.bin"/><Relationship Id="rId17" Type="http://schemas.openxmlformats.org/officeDocument/2006/relationships/image" Target="../media/image105.wmf"/><Relationship Id="rId2" Type="http://schemas.openxmlformats.org/officeDocument/2006/relationships/oleObject" Target="../embeddings/oleObject106.bin"/><Relationship Id="rId16" Type="http://schemas.openxmlformats.org/officeDocument/2006/relationships/oleObject" Target="../embeddings/oleObject113.bin"/><Relationship Id="rId20" Type="http://schemas.openxmlformats.org/officeDocument/2006/relationships/oleObject" Target="../embeddings/oleObject11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8.bin"/><Relationship Id="rId11" Type="http://schemas.openxmlformats.org/officeDocument/2006/relationships/image" Target="../media/image102.wmf"/><Relationship Id="rId5" Type="http://schemas.openxmlformats.org/officeDocument/2006/relationships/image" Target="../media/image99.wmf"/><Relationship Id="rId15" Type="http://schemas.openxmlformats.org/officeDocument/2006/relationships/image" Target="../media/image104.wmf"/><Relationship Id="rId10" Type="http://schemas.openxmlformats.org/officeDocument/2006/relationships/oleObject" Target="../embeddings/oleObject110.bin"/><Relationship Id="rId19" Type="http://schemas.openxmlformats.org/officeDocument/2006/relationships/image" Target="../media/image106.wmf"/><Relationship Id="rId4" Type="http://schemas.openxmlformats.org/officeDocument/2006/relationships/oleObject" Target="../embeddings/oleObject107.bin"/><Relationship Id="rId9" Type="http://schemas.openxmlformats.org/officeDocument/2006/relationships/image" Target="../media/image101.wmf"/><Relationship Id="rId14" Type="http://schemas.openxmlformats.org/officeDocument/2006/relationships/oleObject" Target="../embeddings/oleObject112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9.bin"/><Relationship Id="rId13" Type="http://schemas.openxmlformats.org/officeDocument/2006/relationships/image" Target="../media/image113.wmf"/><Relationship Id="rId18" Type="http://schemas.openxmlformats.org/officeDocument/2006/relationships/oleObject" Target="../embeddings/oleObject124.bin"/><Relationship Id="rId3" Type="http://schemas.openxmlformats.org/officeDocument/2006/relationships/image" Target="../media/image108.wmf"/><Relationship Id="rId21" Type="http://schemas.openxmlformats.org/officeDocument/2006/relationships/image" Target="../media/image117.wmf"/><Relationship Id="rId7" Type="http://schemas.openxmlformats.org/officeDocument/2006/relationships/image" Target="../media/image110.wmf"/><Relationship Id="rId12" Type="http://schemas.openxmlformats.org/officeDocument/2006/relationships/oleObject" Target="../embeddings/oleObject121.bin"/><Relationship Id="rId17" Type="http://schemas.openxmlformats.org/officeDocument/2006/relationships/image" Target="../media/image115.wmf"/><Relationship Id="rId2" Type="http://schemas.openxmlformats.org/officeDocument/2006/relationships/oleObject" Target="../embeddings/oleObject116.bin"/><Relationship Id="rId16" Type="http://schemas.openxmlformats.org/officeDocument/2006/relationships/oleObject" Target="../embeddings/oleObject123.bin"/><Relationship Id="rId20" Type="http://schemas.openxmlformats.org/officeDocument/2006/relationships/oleObject" Target="../embeddings/oleObject125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18.bin"/><Relationship Id="rId11" Type="http://schemas.openxmlformats.org/officeDocument/2006/relationships/image" Target="../media/image112.wmf"/><Relationship Id="rId5" Type="http://schemas.openxmlformats.org/officeDocument/2006/relationships/image" Target="../media/image109.wmf"/><Relationship Id="rId15" Type="http://schemas.openxmlformats.org/officeDocument/2006/relationships/image" Target="../media/image114.wmf"/><Relationship Id="rId23" Type="http://schemas.openxmlformats.org/officeDocument/2006/relationships/image" Target="../media/image118.wmf"/><Relationship Id="rId10" Type="http://schemas.openxmlformats.org/officeDocument/2006/relationships/oleObject" Target="../embeddings/oleObject120.bin"/><Relationship Id="rId19" Type="http://schemas.openxmlformats.org/officeDocument/2006/relationships/image" Target="../media/image116.wmf"/><Relationship Id="rId4" Type="http://schemas.openxmlformats.org/officeDocument/2006/relationships/oleObject" Target="../embeddings/oleObject117.bin"/><Relationship Id="rId9" Type="http://schemas.openxmlformats.org/officeDocument/2006/relationships/image" Target="../media/image111.wmf"/><Relationship Id="rId14" Type="http://schemas.openxmlformats.org/officeDocument/2006/relationships/oleObject" Target="../embeddings/oleObject122.bin"/><Relationship Id="rId22" Type="http://schemas.openxmlformats.org/officeDocument/2006/relationships/oleObject" Target="../embeddings/oleObject126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0.bin"/><Relationship Id="rId13" Type="http://schemas.openxmlformats.org/officeDocument/2006/relationships/image" Target="../media/image124.wmf"/><Relationship Id="rId18" Type="http://schemas.openxmlformats.org/officeDocument/2006/relationships/oleObject" Target="../embeddings/oleObject135.bin"/><Relationship Id="rId3" Type="http://schemas.openxmlformats.org/officeDocument/2006/relationships/image" Target="../media/image119.wmf"/><Relationship Id="rId21" Type="http://schemas.openxmlformats.org/officeDocument/2006/relationships/image" Target="../media/image128.wmf"/><Relationship Id="rId7" Type="http://schemas.openxmlformats.org/officeDocument/2006/relationships/image" Target="../media/image121.wmf"/><Relationship Id="rId12" Type="http://schemas.openxmlformats.org/officeDocument/2006/relationships/oleObject" Target="../embeddings/oleObject132.bin"/><Relationship Id="rId17" Type="http://schemas.openxmlformats.org/officeDocument/2006/relationships/image" Target="../media/image126.wmf"/><Relationship Id="rId2" Type="http://schemas.openxmlformats.org/officeDocument/2006/relationships/oleObject" Target="../embeddings/oleObject127.bin"/><Relationship Id="rId16" Type="http://schemas.openxmlformats.org/officeDocument/2006/relationships/oleObject" Target="../embeddings/oleObject134.bin"/><Relationship Id="rId20" Type="http://schemas.openxmlformats.org/officeDocument/2006/relationships/oleObject" Target="../embeddings/oleObject136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29.bin"/><Relationship Id="rId11" Type="http://schemas.openxmlformats.org/officeDocument/2006/relationships/image" Target="../media/image123.wmf"/><Relationship Id="rId5" Type="http://schemas.openxmlformats.org/officeDocument/2006/relationships/image" Target="../media/image120.wmf"/><Relationship Id="rId15" Type="http://schemas.openxmlformats.org/officeDocument/2006/relationships/image" Target="../media/image125.wmf"/><Relationship Id="rId23" Type="http://schemas.openxmlformats.org/officeDocument/2006/relationships/image" Target="../media/image129.wmf"/><Relationship Id="rId10" Type="http://schemas.openxmlformats.org/officeDocument/2006/relationships/oleObject" Target="../embeddings/oleObject131.bin"/><Relationship Id="rId19" Type="http://schemas.openxmlformats.org/officeDocument/2006/relationships/image" Target="../media/image127.wmf"/><Relationship Id="rId4" Type="http://schemas.openxmlformats.org/officeDocument/2006/relationships/oleObject" Target="../embeddings/oleObject128.bin"/><Relationship Id="rId9" Type="http://schemas.openxmlformats.org/officeDocument/2006/relationships/image" Target="../media/image122.wmf"/><Relationship Id="rId14" Type="http://schemas.openxmlformats.org/officeDocument/2006/relationships/oleObject" Target="../embeddings/oleObject133.bin"/><Relationship Id="rId22" Type="http://schemas.openxmlformats.org/officeDocument/2006/relationships/oleObject" Target="../embeddings/oleObject137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1.bin"/><Relationship Id="rId13" Type="http://schemas.openxmlformats.org/officeDocument/2006/relationships/image" Target="../media/image135.wmf"/><Relationship Id="rId18" Type="http://schemas.openxmlformats.org/officeDocument/2006/relationships/oleObject" Target="../embeddings/oleObject146.bin"/><Relationship Id="rId26" Type="http://schemas.openxmlformats.org/officeDocument/2006/relationships/oleObject" Target="../embeddings/oleObject150.bin"/><Relationship Id="rId3" Type="http://schemas.openxmlformats.org/officeDocument/2006/relationships/image" Target="../media/image130.wmf"/><Relationship Id="rId21" Type="http://schemas.openxmlformats.org/officeDocument/2006/relationships/image" Target="../media/image139.wmf"/><Relationship Id="rId7" Type="http://schemas.openxmlformats.org/officeDocument/2006/relationships/image" Target="../media/image132.wmf"/><Relationship Id="rId12" Type="http://schemas.openxmlformats.org/officeDocument/2006/relationships/oleObject" Target="../embeddings/oleObject143.bin"/><Relationship Id="rId17" Type="http://schemas.openxmlformats.org/officeDocument/2006/relationships/image" Target="../media/image137.wmf"/><Relationship Id="rId25" Type="http://schemas.openxmlformats.org/officeDocument/2006/relationships/image" Target="../media/image141.wmf"/><Relationship Id="rId2" Type="http://schemas.openxmlformats.org/officeDocument/2006/relationships/oleObject" Target="../embeddings/oleObject138.bin"/><Relationship Id="rId16" Type="http://schemas.openxmlformats.org/officeDocument/2006/relationships/oleObject" Target="../embeddings/oleObject145.bin"/><Relationship Id="rId20" Type="http://schemas.openxmlformats.org/officeDocument/2006/relationships/oleObject" Target="../embeddings/oleObject147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40.bin"/><Relationship Id="rId11" Type="http://schemas.openxmlformats.org/officeDocument/2006/relationships/image" Target="../media/image134.wmf"/><Relationship Id="rId24" Type="http://schemas.openxmlformats.org/officeDocument/2006/relationships/oleObject" Target="../embeddings/oleObject149.bin"/><Relationship Id="rId5" Type="http://schemas.openxmlformats.org/officeDocument/2006/relationships/image" Target="../media/image131.wmf"/><Relationship Id="rId15" Type="http://schemas.openxmlformats.org/officeDocument/2006/relationships/image" Target="../media/image136.wmf"/><Relationship Id="rId23" Type="http://schemas.openxmlformats.org/officeDocument/2006/relationships/image" Target="../media/image140.wmf"/><Relationship Id="rId10" Type="http://schemas.openxmlformats.org/officeDocument/2006/relationships/oleObject" Target="../embeddings/oleObject142.bin"/><Relationship Id="rId19" Type="http://schemas.openxmlformats.org/officeDocument/2006/relationships/image" Target="../media/image138.wmf"/><Relationship Id="rId4" Type="http://schemas.openxmlformats.org/officeDocument/2006/relationships/oleObject" Target="../embeddings/oleObject139.bin"/><Relationship Id="rId9" Type="http://schemas.openxmlformats.org/officeDocument/2006/relationships/image" Target="../media/image133.wmf"/><Relationship Id="rId14" Type="http://schemas.openxmlformats.org/officeDocument/2006/relationships/oleObject" Target="../embeddings/oleObject144.bin"/><Relationship Id="rId22" Type="http://schemas.openxmlformats.org/officeDocument/2006/relationships/oleObject" Target="../embeddings/oleObject148.bin"/><Relationship Id="rId27" Type="http://schemas.openxmlformats.org/officeDocument/2006/relationships/image" Target="../media/image142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4.bin"/><Relationship Id="rId13" Type="http://schemas.openxmlformats.org/officeDocument/2006/relationships/image" Target="../media/image148.wmf"/><Relationship Id="rId18" Type="http://schemas.openxmlformats.org/officeDocument/2006/relationships/oleObject" Target="../embeddings/oleObject159.bin"/><Relationship Id="rId3" Type="http://schemas.openxmlformats.org/officeDocument/2006/relationships/image" Target="../media/image143.wmf"/><Relationship Id="rId21" Type="http://schemas.openxmlformats.org/officeDocument/2006/relationships/image" Target="../media/image152.wmf"/><Relationship Id="rId7" Type="http://schemas.openxmlformats.org/officeDocument/2006/relationships/image" Target="../media/image145.wmf"/><Relationship Id="rId12" Type="http://schemas.openxmlformats.org/officeDocument/2006/relationships/oleObject" Target="../embeddings/oleObject156.bin"/><Relationship Id="rId17" Type="http://schemas.openxmlformats.org/officeDocument/2006/relationships/image" Target="../media/image150.wmf"/><Relationship Id="rId25" Type="http://schemas.openxmlformats.org/officeDocument/2006/relationships/image" Target="../media/image154.wmf"/><Relationship Id="rId2" Type="http://schemas.openxmlformats.org/officeDocument/2006/relationships/oleObject" Target="../embeddings/oleObject151.bin"/><Relationship Id="rId16" Type="http://schemas.openxmlformats.org/officeDocument/2006/relationships/oleObject" Target="../embeddings/oleObject158.bin"/><Relationship Id="rId20" Type="http://schemas.openxmlformats.org/officeDocument/2006/relationships/oleObject" Target="../embeddings/oleObject160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53.bin"/><Relationship Id="rId11" Type="http://schemas.openxmlformats.org/officeDocument/2006/relationships/image" Target="../media/image147.wmf"/><Relationship Id="rId24" Type="http://schemas.openxmlformats.org/officeDocument/2006/relationships/oleObject" Target="../embeddings/oleObject162.bin"/><Relationship Id="rId5" Type="http://schemas.openxmlformats.org/officeDocument/2006/relationships/image" Target="../media/image144.wmf"/><Relationship Id="rId15" Type="http://schemas.openxmlformats.org/officeDocument/2006/relationships/image" Target="../media/image149.wmf"/><Relationship Id="rId23" Type="http://schemas.openxmlformats.org/officeDocument/2006/relationships/image" Target="../media/image153.wmf"/><Relationship Id="rId10" Type="http://schemas.openxmlformats.org/officeDocument/2006/relationships/oleObject" Target="../embeddings/oleObject155.bin"/><Relationship Id="rId19" Type="http://schemas.openxmlformats.org/officeDocument/2006/relationships/image" Target="../media/image151.wmf"/><Relationship Id="rId4" Type="http://schemas.openxmlformats.org/officeDocument/2006/relationships/oleObject" Target="../embeddings/oleObject152.bin"/><Relationship Id="rId9" Type="http://schemas.openxmlformats.org/officeDocument/2006/relationships/image" Target="../media/image146.wmf"/><Relationship Id="rId14" Type="http://schemas.openxmlformats.org/officeDocument/2006/relationships/oleObject" Target="../embeddings/oleObject157.bin"/><Relationship Id="rId22" Type="http://schemas.openxmlformats.org/officeDocument/2006/relationships/oleObject" Target="../embeddings/oleObject161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6.bin"/><Relationship Id="rId13" Type="http://schemas.openxmlformats.org/officeDocument/2006/relationships/image" Target="../media/image160.wmf"/><Relationship Id="rId18" Type="http://schemas.openxmlformats.org/officeDocument/2006/relationships/oleObject" Target="../embeddings/oleObject171.bin"/><Relationship Id="rId3" Type="http://schemas.openxmlformats.org/officeDocument/2006/relationships/image" Target="../media/image155.wmf"/><Relationship Id="rId21" Type="http://schemas.openxmlformats.org/officeDocument/2006/relationships/image" Target="../media/image164.wmf"/><Relationship Id="rId7" Type="http://schemas.openxmlformats.org/officeDocument/2006/relationships/image" Target="../media/image157.wmf"/><Relationship Id="rId12" Type="http://schemas.openxmlformats.org/officeDocument/2006/relationships/oleObject" Target="../embeddings/oleObject168.bin"/><Relationship Id="rId17" Type="http://schemas.openxmlformats.org/officeDocument/2006/relationships/image" Target="../media/image162.wmf"/><Relationship Id="rId25" Type="http://schemas.openxmlformats.org/officeDocument/2006/relationships/image" Target="../media/image166.wmf"/><Relationship Id="rId2" Type="http://schemas.openxmlformats.org/officeDocument/2006/relationships/oleObject" Target="../embeddings/oleObject163.bin"/><Relationship Id="rId16" Type="http://schemas.openxmlformats.org/officeDocument/2006/relationships/oleObject" Target="../embeddings/oleObject170.bin"/><Relationship Id="rId20" Type="http://schemas.openxmlformats.org/officeDocument/2006/relationships/oleObject" Target="../embeddings/oleObject17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5.bin"/><Relationship Id="rId11" Type="http://schemas.openxmlformats.org/officeDocument/2006/relationships/image" Target="../media/image159.wmf"/><Relationship Id="rId24" Type="http://schemas.openxmlformats.org/officeDocument/2006/relationships/oleObject" Target="../embeddings/oleObject174.bin"/><Relationship Id="rId5" Type="http://schemas.openxmlformats.org/officeDocument/2006/relationships/image" Target="../media/image156.wmf"/><Relationship Id="rId15" Type="http://schemas.openxmlformats.org/officeDocument/2006/relationships/image" Target="../media/image161.wmf"/><Relationship Id="rId23" Type="http://schemas.openxmlformats.org/officeDocument/2006/relationships/image" Target="../media/image165.wmf"/><Relationship Id="rId10" Type="http://schemas.openxmlformats.org/officeDocument/2006/relationships/oleObject" Target="../embeddings/oleObject167.bin"/><Relationship Id="rId19" Type="http://schemas.openxmlformats.org/officeDocument/2006/relationships/image" Target="../media/image163.wmf"/><Relationship Id="rId4" Type="http://schemas.openxmlformats.org/officeDocument/2006/relationships/oleObject" Target="../embeddings/oleObject164.bin"/><Relationship Id="rId9" Type="http://schemas.openxmlformats.org/officeDocument/2006/relationships/image" Target="../media/image158.wmf"/><Relationship Id="rId14" Type="http://schemas.openxmlformats.org/officeDocument/2006/relationships/oleObject" Target="../embeddings/oleObject169.bin"/><Relationship Id="rId22" Type="http://schemas.openxmlformats.org/officeDocument/2006/relationships/oleObject" Target="../embeddings/oleObject173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8.bin"/><Relationship Id="rId13" Type="http://schemas.openxmlformats.org/officeDocument/2006/relationships/image" Target="../media/image172.wmf"/><Relationship Id="rId18" Type="http://schemas.openxmlformats.org/officeDocument/2006/relationships/oleObject" Target="../embeddings/oleObject183.bin"/><Relationship Id="rId3" Type="http://schemas.openxmlformats.org/officeDocument/2006/relationships/image" Target="../media/image167.wmf"/><Relationship Id="rId21" Type="http://schemas.openxmlformats.org/officeDocument/2006/relationships/image" Target="../media/image176.wmf"/><Relationship Id="rId7" Type="http://schemas.openxmlformats.org/officeDocument/2006/relationships/image" Target="../media/image169.wmf"/><Relationship Id="rId12" Type="http://schemas.openxmlformats.org/officeDocument/2006/relationships/oleObject" Target="../embeddings/oleObject180.bin"/><Relationship Id="rId17" Type="http://schemas.openxmlformats.org/officeDocument/2006/relationships/image" Target="../media/image174.wmf"/><Relationship Id="rId2" Type="http://schemas.openxmlformats.org/officeDocument/2006/relationships/oleObject" Target="../embeddings/oleObject175.bin"/><Relationship Id="rId16" Type="http://schemas.openxmlformats.org/officeDocument/2006/relationships/oleObject" Target="../embeddings/oleObject182.bin"/><Relationship Id="rId20" Type="http://schemas.openxmlformats.org/officeDocument/2006/relationships/oleObject" Target="../embeddings/oleObject18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7.bin"/><Relationship Id="rId11" Type="http://schemas.openxmlformats.org/officeDocument/2006/relationships/image" Target="../media/image171.wmf"/><Relationship Id="rId5" Type="http://schemas.openxmlformats.org/officeDocument/2006/relationships/image" Target="../media/image168.wmf"/><Relationship Id="rId15" Type="http://schemas.openxmlformats.org/officeDocument/2006/relationships/image" Target="../media/image173.wmf"/><Relationship Id="rId10" Type="http://schemas.openxmlformats.org/officeDocument/2006/relationships/oleObject" Target="../embeddings/oleObject179.bin"/><Relationship Id="rId19" Type="http://schemas.openxmlformats.org/officeDocument/2006/relationships/image" Target="../media/image175.wmf"/><Relationship Id="rId4" Type="http://schemas.openxmlformats.org/officeDocument/2006/relationships/oleObject" Target="../embeddings/oleObject176.bin"/><Relationship Id="rId9" Type="http://schemas.openxmlformats.org/officeDocument/2006/relationships/image" Target="../media/image170.wmf"/><Relationship Id="rId14" Type="http://schemas.openxmlformats.org/officeDocument/2006/relationships/oleObject" Target="../embeddings/oleObject181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emf"/><Relationship Id="rId2" Type="http://schemas.openxmlformats.org/officeDocument/2006/relationships/oleObject" Target="../embeddings/oleObject185.bin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9.bin"/><Relationship Id="rId3" Type="http://schemas.openxmlformats.org/officeDocument/2006/relationships/image" Target="../media/image178.emf"/><Relationship Id="rId7" Type="http://schemas.openxmlformats.org/officeDocument/2006/relationships/image" Target="../media/image180.wmf"/><Relationship Id="rId2" Type="http://schemas.openxmlformats.org/officeDocument/2006/relationships/oleObject" Target="../embeddings/oleObject186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88.bin"/><Relationship Id="rId11" Type="http://schemas.openxmlformats.org/officeDocument/2006/relationships/image" Target="../media/image182.wmf"/><Relationship Id="rId5" Type="http://schemas.openxmlformats.org/officeDocument/2006/relationships/image" Target="../media/image179.wmf"/><Relationship Id="rId10" Type="http://schemas.openxmlformats.org/officeDocument/2006/relationships/oleObject" Target="../embeddings/oleObject190.bin"/><Relationship Id="rId4" Type="http://schemas.openxmlformats.org/officeDocument/2006/relationships/oleObject" Target="../embeddings/oleObject187.bin"/><Relationship Id="rId9" Type="http://schemas.openxmlformats.org/officeDocument/2006/relationships/image" Target="../media/image181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4.bin"/><Relationship Id="rId13" Type="http://schemas.openxmlformats.org/officeDocument/2006/relationships/image" Target="../media/image188.wmf"/><Relationship Id="rId3" Type="http://schemas.openxmlformats.org/officeDocument/2006/relationships/image" Target="../media/image183.wmf"/><Relationship Id="rId7" Type="http://schemas.openxmlformats.org/officeDocument/2006/relationships/image" Target="../media/image185.wmf"/><Relationship Id="rId12" Type="http://schemas.openxmlformats.org/officeDocument/2006/relationships/oleObject" Target="../embeddings/oleObject196.bin"/><Relationship Id="rId17" Type="http://schemas.openxmlformats.org/officeDocument/2006/relationships/image" Target="../media/image190.wmf"/><Relationship Id="rId2" Type="http://schemas.openxmlformats.org/officeDocument/2006/relationships/oleObject" Target="../embeddings/oleObject191.bin"/><Relationship Id="rId16" Type="http://schemas.openxmlformats.org/officeDocument/2006/relationships/oleObject" Target="../embeddings/oleObject19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3.bin"/><Relationship Id="rId11" Type="http://schemas.openxmlformats.org/officeDocument/2006/relationships/image" Target="../media/image187.wmf"/><Relationship Id="rId5" Type="http://schemas.openxmlformats.org/officeDocument/2006/relationships/image" Target="../media/image184.wmf"/><Relationship Id="rId15" Type="http://schemas.openxmlformats.org/officeDocument/2006/relationships/image" Target="../media/image189.wmf"/><Relationship Id="rId10" Type="http://schemas.openxmlformats.org/officeDocument/2006/relationships/oleObject" Target="../embeddings/oleObject195.bin"/><Relationship Id="rId4" Type="http://schemas.openxmlformats.org/officeDocument/2006/relationships/oleObject" Target="../embeddings/oleObject192.bin"/><Relationship Id="rId9" Type="http://schemas.openxmlformats.org/officeDocument/2006/relationships/image" Target="../media/image186.wmf"/><Relationship Id="rId14" Type="http://schemas.openxmlformats.org/officeDocument/2006/relationships/oleObject" Target="../embeddings/oleObject197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2.bin"/><Relationship Id="rId3" Type="http://schemas.openxmlformats.org/officeDocument/2006/relationships/image" Target="../media/image191.emf"/><Relationship Id="rId7" Type="http://schemas.openxmlformats.org/officeDocument/2006/relationships/image" Target="../media/image193.wmf"/><Relationship Id="rId2" Type="http://schemas.openxmlformats.org/officeDocument/2006/relationships/oleObject" Target="../embeddings/oleObject19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1.bin"/><Relationship Id="rId5" Type="http://schemas.openxmlformats.org/officeDocument/2006/relationships/image" Target="../media/image192.emf"/><Relationship Id="rId4" Type="http://schemas.openxmlformats.org/officeDocument/2006/relationships/oleObject" Target="../embeddings/oleObject200.bin"/><Relationship Id="rId9" Type="http://schemas.openxmlformats.org/officeDocument/2006/relationships/image" Target="../media/image194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6.bin"/><Relationship Id="rId13" Type="http://schemas.openxmlformats.org/officeDocument/2006/relationships/image" Target="../media/image200.wmf"/><Relationship Id="rId18" Type="http://schemas.openxmlformats.org/officeDocument/2006/relationships/oleObject" Target="../embeddings/oleObject211.bin"/><Relationship Id="rId26" Type="http://schemas.openxmlformats.org/officeDocument/2006/relationships/oleObject" Target="../embeddings/oleObject215.bin"/><Relationship Id="rId3" Type="http://schemas.openxmlformats.org/officeDocument/2006/relationships/image" Target="../media/image195.wmf"/><Relationship Id="rId21" Type="http://schemas.openxmlformats.org/officeDocument/2006/relationships/image" Target="../media/image204.wmf"/><Relationship Id="rId7" Type="http://schemas.openxmlformats.org/officeDocument/2006/relationships/image" Target="../media/image197.wmf"/><Relationship Id="rId12" Type="http://schemas.openxmlformats.org/officeDocument/2006/relationships/oleObject" Target="../embeddings/oleObject208.bin"/><Relationship Id="rId17" Type="http://schemas.openxmlformats.org/officeDocument/2006/relationships/image" Target="../media/image202.wmf"/><Relationship Id="rId25" Type="http://schemas.openxmlformats.org/officeDocument/2006/relationships/image" Target="../media/image206.wmf"/><Relationship Id="rId2" Type="http://schemas.openxmlformats.org/officeDocument/2006/relationships/oleObject" Target="../embeddings/oleObject203.bin"/><Relationship Id="rId16" Type="http://schemas.openxmlformats.org/officeDocument/2006/relationships/oleObject" Target="../embeddings/oleObject210.bin"/><Relationship Id="rId20" Type="http://schemas.openxmlformats.org/officeDocument/2006/relationships/oleObject" Target="../embeddings/oleObject212.bin"/><Relationship Id="rId29" Type="http://schemas.openxmlformats.org/officeDocument/2006/relationships/image" Target="../media/image208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5.bin"/><Relationship Id="rId11" Type="http://schemas.openxmlformats.org/officeDocument/2006/relationships/image" Target="../media/image199.wmf"/><Relationship Id="rId24" Type="http://schemas.openxmlformats.org/officeDocument/2006/relationships/oleObject" Target="../embeddings/oleObject214.bin"/><Relationship Id="rId5" Type="http://schemas.openxmlformats.org/officeDocument/2006/relationships/image" Target="../media/image196.wmf"/><Relationship Id="rId15" Type="http://schemas.openxmlformats.org/officeDocument/2006/relationships/image" Target="../media/image201.wmf"/><Relationship Id="rId23" Type="http://schemas.openxmlformats.org/officeDocument/2006/relationships/image" Target="../media/image205.wmf"/><Relationship Id="rId28" Type="http://schemas.openxmlformats.org/officeDocument/2006/relationships/oleObject" Target="../embeddings/oleObject216.bin"/><Relationship Id="rId10" Type="http://schemas.openxmlformats.org/officeDocument/2006/relationships/oleObject" Target="../embeddings/oleObject207.bin"/><Relationship Id="rId19" Type="http://schemas.openxmlformats.org/officeDocument/2006/relationships/image" Target="../media/image203.wmf"/><Relationship Id="rId4" Type="http://schemas.openxmlformats.org/officeDocument/2006/relationships/oleObject" Target="../embeddings/oleObject204.bin"/><Relationship Id="rId9" Type="http://schemas.openxmlformats.org/officeDocument/2006/relationships/image" Target="../media/image198.wmf"/><Relationship Id="rId14" Type="http://schemas.openxmlformats.org/officeDocument/2006/relationships/oleObject" Target="../embeddings/oleObject209.bin"/><Relationship Id="rId22" Type="http://schemas.openxmlformats.org/officeDocument/2006/relationships/oleObject" Target="../embeddings/oleObject213.bin"/><Relationship Id="rId27" Type="http://schemas.openxmlformats.org/officeDocument/2006/relationships/image" Target="../media/image207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0.bin"/><Relationship Id="rId13" Type="http://schemas.openxmlformats.org/officeDocument/2006/relationships/image" Target="../media/image9.wmf"/><Relationship Id="rId18" Type="http://schemas.openxmlformats.org/officeDocument/2006/relationships/oleObject" Target="../embeddings/oleObject225.bin"/><Relationship Id="rId26" Type="http://schemas.openxmlformats.org/officeDocument/2006/relationships/oleObject" Target="../embeddings/oleObject229.bin"/><Relationship Id="rId3" Type="http://schemas.openxmlformats.org/officeDocument/2006/relationships/image" Target="../media/image209.wmf"/><Relationship Id="rId21" Type="http://schemas.openxmlformats.org/officeDocument/2006/relationships/image" Target="../media/image215.emf"/><Relationship Id="rId7" Type="http://schemas.openxmlformats.org/officeDocument/2006/relationships/image" Target="../media/image211.wmf"/><Relationship Id="rId12" Type="http://schemas.openxmlformats.org/officeDocument/2006/relationships/oleObject" Target="../embeddings/oleObject222.bin"/><Relationship Id="rId17" Type="http://schemas.openxmlformats.org/officeDocument/2006/relationships/image" Target="../media/image11.wmf"/><Relationship Id="rId25" Type="http://schemas.openxmlformats.org/officeDocument/2006/relationships/image" Target="../media/image208.wmf"/><Relationship Id="rId2" Type="http://schemas.openxmlformats.org/officeDocument/2006/relationships/oleObject" Target="../embeddings/oleObject217.bin"/><Relationship Id="rId16" Type="http://schemas.openxmlformats.org/officeDocument/2006/relationships/oleObject" Target="../embeddings/oleObject224.bin"/><Relationship Id="rId20" Type="http://schemas.openxmlformats.org/officeDocument/2006/relationships/oleObject" Target="../embeddings/oleObject22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9.bin"/><Relationship Id="rId11" Type="http://schemas.openxmlformats.org/officeDocument/2006/relationships/image" Target="../media/image213.wmf"/><Relationship Id="rId24" Type="http://schemas.openxmlformats.org/officeDocument/2006/relationships/oleObject" Target="../embeddings/oleObject228.bin"/><Relationship Id="rId5" Type="http://schemas.openxmlformats.org/officeDocument/2006/relationships/image" Target="../media/image210.wmf"/><Relationship Id="rId15" Type="http://schemas.openxmlformats.org/officeDocument/2006/relationships/image" Target="../media/image10.wmf"/><Relationship Id="rId23" Type="http://schemas.openxmlformats.org/officeDocument/2006/relationships/image" Target="../media/image216.wmf"/><Relationship Id="rId10" Type="http://schemas.openxmlformats.org/officeDocument/2006/relationships/oleObject" Target="../embeddings/oleObject221.bin"/><Relationship Id="rId19" Type="http://schemas.openxmlformats.org/officeDocument/2006/relationships/image" Target="../media/image214.emf"/><Relationship Id="rId4" Type="http://schemas.openxmlformats.org/officeDocument/2006/relationships/oleObject" Target="../embeddings/oleObject218.bin"/><Relationship Id="rId9" Type="http://schemas.openxmlformats.org/officeDocument/2006/relationships/image" Target="../media/image212.wmf"/><Relationship Id="rId14" Type="http://schemas.openxmlformats.org/officeDocument/2006/relationships/oleObject" Target="../embeddings/oleObject223.bin"/><Relationship Id="rId22" Type="http://schemas.openxmlformats.org/officeDocument/2006/relationships/oleObject" Target="../embeddings/oleObject227.bin"/><Relationship Id="rId27" Type="http://schemas.openxmlformats.org/officeDocument/2006/relationships/image" Target="../media/image217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3.bin"/><Relationship Id="rId3" Type="http://schemas.openxmlformats.org/officeDocument/2006/relationships/image" Target="../media/image218.wmf"/><Relationship Id="rId7" Type="http://schemas.openxmlformats.org/officeDocument/2006/relationships/image" Target="../media/image220.wmf"/><Relationship Id="rId2" Type="http://schemas.openxmlformats.org/officeDocument/2006/relationships/oleObject" Target="../embeddings/oleObject23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2.bin"/><Relationship Id="rId11" Type="http://schemas.openxmlformats.org/officeDocument/2006/relationships/image" Target="../media/image222.wmf"/><Relationship Id="rId5" Type="http://schemas.openxmlformats.org/officeDocument/2006/relationships/image" Target="../media/image219.wmf"/><Relationship Id="rId10" Type="http://schemas.openxmlformats.org/officeDocument/2006/relationships/oleObject" Target="../embeddings/oleObject234.bin"/><Relationship Id="rId4" Type="http://schemas.openxmlformats.org/officeDocument/2006/relationships/oleObject" Target="../embeddings/oleObject231.bin"/><Relationship Id="rId9" Type="http://schemas.openxmlformats.org/officeDocument/2006/relationships/image" Target="../media/image221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5.wmf"/><Relationship Id="rId3" Type="http://schemas.openxmlformats.org/officeDocument/2006/relationships/oleObject" Target="../embeddings/oleObject235.bin"/><Relationship Id="rId7" Type="http://schemas.openxmlformats.org/officeDocument/2006/relationships/oleObject" Target="../embeddings/oleObject237.bin"/><Relationship Id="rId12" Type="http://schemas.openxmlformats.org/officeDocument/2006/relationships/image" Target="../media/image227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4.wmf"/><Relationship Id="rId11" Type="http://schemas.openxmlformats.org/officeDocument/2006/relationships/oleObject" Target="../embeddings/oleObject239.bin"/><Relationship Id="rId5" Type="http://schemas.openxmlformats.org/officeDocument/2006/relationships/oleObject" Target="../embeddings/oleObject236.bin"/><Relationship Id="rId10" Type="http://schemas.openxmlformats.org/officeDocument/2006/relationships/image" Target="../media/image226.wmf"/><Relationship Id="rId4" Type="http://schemas.openxmlformats.org/officeDocument/2006/relationships/image" Target="../media/image223.wmf"/><Relationship Id="rId9" Type="http://schemas.openxmlformats.org/officeDocument/2006/relationships/oleObject" Target="../embeddings/oleObject238.bin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3.wmf"/><Relationship Id="rId18" Type="http://schemas.openxmlformats.org/officeDocument/2006/relationships/oleObject" Target="../embeddings/oleObject248.bin"/><Relationship Id="rId26" Type="http://schemas.openxmlformats.org/officeDocument/2006/relationships/oleObject" Target="../embeddings/oleObject252.bin"/><Relationship Id="rId3" Type="http://schemas.openxmlformats.org/officeDocument/2006/relationships/image" Target="../media/image228.wmf"/><Relationship Id="rId21" Type="http://schemas.openxmlformats.org/officeDocument/2006/relationships/image" Target="../media/image237.wmf"/><Relationship Id="rId7" Type="http://schemas.openxmlformats.org/officeDocument/2006/relationships/image" Target="../media/image230.wmf"/><Relationship Id="rId12" Type="http://schemas.openxmlformats.org/officeDocument/2006/relationships/oleObject" Target="../embeddings/oleObject245.bin"/><Relationship Id="rId17" Type="http://schemas.openxmlformats.org/officeDocument/2006/relationships/image" Target="../media/image235.wmf"/><Relationship Id="rId25" Type="http://schemas.openxmlformats.org/officeDocument/2006/relationships/image" Target="../media/image239.wmf"/><Relationship Id="rId33" Type="http://schemas.openxmlformats.org/officeDocument/2006/relationships/image" Target="../media/image243.wmf"/><Relationship Id="rId2" Type="http://schemas.openxmlformats.org/officeDocument/2006/relationships/oleObject" Target="../embeddings/oleObject240.bin"/><Relationship Id="rId16" Type="http://schemas.openxmlformats.org/officeDocument/2006/relationships/oleObject" Target="../embeddings/oleObject247.bin"/><Relationship Id="rId20" Type="http://schemas.openxmlformats.org/officeDocument/2006/relationships/oleObject" Target="../embeddings/oleObject249.bin"/><Relationship Id="rId29" Type="http://schemas.openxmlformats.org/officeDocument/2006/relationships/image" Target="../media/image241.w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42.bin"/><Relationship Id="rId11" Type="http://schemas.openxmlformats.org/officeDocument/2006/relationships/image" Target="../media/image232.wmf"/><Relationship Id="rId24" Type="http://schemas.openxmlformats.org/officeDocument/2006/relationships/oleObject" Target="../embeddings/oleObject251.bin"/><Relationship Id="rId32" Type="http://schemas.openxmlformats.org/officeDocument/2006/relationships/oleObject" Target="../embeddings/oleObject255.bin"/><Relationship Id="rId5" Type="http://schemas.openxmlformats.org/officeDocument/2006/relationships/image" Target="../media/image229.wmf"/><Relationship Id="rId15" Type="http://schemas.openxmlformats.org/officeDocument/2006/relationships/image" Target="../media/image234.wmf"/><Relationship Id="rId23" Type="http://schemas.openxmlformats.org/officeDocument/2006/relationships/image" Target="../media/image238.wmf"/><Relationship Id="rId28" Type="http://schemas.openxmlformats.org/officeDocument/2006/relationships/oleObject" Target="../embeddings/oleObject253.bin"/><Relationship Id="rId10" Type="http://schemas.openxmlformats.org/officeDocument/2006/relationships/oleObject" Target="../embeddings/oleObject244.bin"/><Relationship Id="rId19" Type="http://schemas.openxmlformats.org/officeDocument/2006/relationships/image" Target="../media/image236.wmf"/><Relationship Id="rId31" Type="http://schemas.openxmlformats.org/officeDocument/2006/relationships/image" Target="../media/image242.wmf"/><Relationship Id="rId4" Type="http://schemas.openxmlformats.org/officeDocument/2006/relationships/oleObject" Target="../embeddings/oleObject241.bin"/><Relationship Id="rId9" Type="http://schemas.openxmlformats.org/officeDocument/2006/relationships/image" Target="../media/image231.wmf"/><Relationship Id="rId14" Type="http://schemas.openxmlformats.org/officeDocument/2006/relationships/oleObject" Target="../embeddings/oleObject246.bin"/><Relationship Id="rId22" Type="http://schemas.openxmlformats.org/officeDocument/2006/relationships/oleObject" Target="../embeddings/oleObject250.bin"/><Relationship Id="rId27" Type="http://schemas.openxmlformats.org/officeDocument/2006/relationships/image" Target="../media/image240.wmf"/><Relationship Id="rId30" Type="http://schemas.openxmlformats.org/officeDocument/2006/relationships/oleObject" Target="../embeddings/oleObject254.bin"/><Relationship Id="rId8" Type="http://schemas.openxmlformats.org/officeDocument/2006/relationships/oleObject" Target="../embeddings/oleObject243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9.bin"/><Relationship Id="rId13" Type="http://schemas.openxmlformats.org/officeDocument/2006/relationships/image" Target="../media/image249.wmf"/><Relationship Id="rId18" Type="http://schemas.openxmlformats.org/officeDocument/2006/relationships/oleObject" Target="../embeddings/oleObject264.bin"/><Relationship Id="rId26" Type="http://schemas.openxmlformats.org/officeDocument/2006/relationships/oleObject" Target="../embeddings/oleObject268.bin"/><Relationship Id="rId3" Type="http://schemas.openxmlformats.org/officeDocument/2006/relationships/image" Target="../media/image244.wmf"/><Relationship Id="rId21" Type="http://schemas.openxmlformats.org/officeDocument/2006/relationships/image" Target="../media/image253.wmf"/><Relationship Id="rId7" Type="http://schemas.openxmlformats.org/officeDocument/2006/relationships/image" Target="../media/image246.wmf"/><Relationship Id="rId12" Type="http://schemas.openxmlformats.org/officeDocument/2006/relationships/oleObject" Target="../embeddings/oleObject261.bin"/><Relationship Id="rId17" Type="http://schemas.openxmlformats.org/officeDocument/2006/relationships/image" Target="../media/image251.wmf"/><Relationship Id="rId25" Type="http://schemas.openxmlformats.org/officeDocument/2006/relationships/image" Target="../media/image255.wmf"/><Relationship Id="rId2" Type="http://schemas.openxmlformats.org/officeDocument/2006/relationships/oleObject" Target="../embeddings/oleObject256.bin"/><Relationship Id="rId16" Type="http://schemas.openxmlformats.org/officeDocument/2006/relationships/oleObject" Target="../embeddings/oleObject263.bin"/><Relationship Id="rId20" Type="http://schemas.openxmlformats.org/officeDocument/2006/relationships/oleObject" Target="../embeddings/oleObject265.bin"/><Relationship Id="rId29" Type="http://schemas.openxmlformats.org/officeDocument/2006/relationships/image" Target="../media/image257.w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58.bin"/><Relationship Id="rId11" Type="http://schemas.openxmlformats.org/officeDocument/2006/relationships/image" Target="../media/image248.wmf"/><Relationship Id="rId24" Type="http://schemas.openxmlformats.org/officeDocument/2006/relationships/oleObject" Target="../embeddings/oleObject267.bin"/><Relationship Id="rId5" Type="http://schemas.openxmlformats.org/officeDocument/2006/relationships/image" Target="../media/image245.wmf"/><Relationship Id="rId15" Type="http://schemas.openxmlformats.org/officeDocument/2006/relationships/image" Target="../media/image250.wmf"/><Relationship Id="rId23" Type="http://schemas.openxmlformats.org/officeDocument/2006/relationships/image" Target="../media/image254.wmf"/><Relationship Id="rId28" Type="http://schemas.openxmlformats.org/officeDocument/2006/relationships/oleObject" Target="../embeddings/oleObject269.bin"/><Relationship Id="rId10" Type="http://schemas.openxmlformats.org/officeDocument/2006/relationships/oleObject" Target="../embeddings/oleObject260.bin"/><Relationship Id="rId19" Type="http://schemas.openxmlformats.org/officeDocument/2006/relationships/image" Target="../media/image252.wmf"/><Relationship Id="rId4" Type="http://schemas.openxmlformats.org/officeDocument/2006/relationships/oleObject" Target="../embeddings/oleObject257.bin"/><Relationship Id="rId9" Type="http://schemas.openxmlformats.org/officeDocument/2006/relationships/image" Target="../media/image247.wmf"/><Relationship Id="rId14" Type="http://schemas.openxmlformats.org/officeDocument/2006/relationships/oleObject" Target="../embeddings/oleObject262.bin"/><Relationship Id="rId22" Type="http://schemas.openxmlformats.org/officeDocument/2006/relationships/oleObject" Target="../embeddings/oleObject266.bin"/><Relationship Id="rId27" Type="http://schemas.openxmlformats.org/officeDocument/2006/relationships/image" Target="../media/image256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3.bin"/><Relationship Id="rId13" Type="http://schemas.openxmlformats.org/officeDocument/2006/relationships/image" Target="../media/image263.wmf"/><Relationship Id="rId3" Type="http://schemas.openxmlformats.org/officeDocument/2006/relationships/image" Target="../media/image258.wmf"/><Relationship Id="rId7" Type="http://schemas.openxmlformats.org/officeDocument/2006/relationships/image" Target="../media/image260.wmf"/><Relationship Id="rId12" Type="http://schemas.openxmlformats.org/officeDocument/2006/relationships/oleObject" Target="../embeddings/oleObject275.bin"/><Relationship Id="rId2" Type="http://schemas.openxmlformats.org/officeDocument/2006/relationships/oleObject" Target="../embeddings/oleObject270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72.bin"/><Relationship Id="rId11" Type="http://schemas.openxmlformats.org/officeDocument/2006/relationships/image" Target="../media/image262.wmf"/><Relationship Id="rId5" Type="http://schemas.openxmlformats.org/officeDocument/2006/relationships/image" Target="../media/image259.wmf"/><Relationship Id="rId15" Type="http://schemas.openxmlformats.org/officeDocument/2006/relationships/image" Target="../media/image264.wmf"/><Relationship Id="rId10" Type="http://schemas.openxmlformats.org/officeDocument/2006/relationships/oleObject" Target="../embeddings/oleObject274.bin"/><Relationship Id="rId4" Type="http://schemas.openxmlformats.org/officeDocument/2006/relationships/oleObject" Target="../embeddings/oleObject271.bin"/><Relationship Id="rId9" Type="http://schemas.openxmlformats.org/officeDocument/2006/relationships/image" Target="../media/image261.wmf"/><Relationship Id="rId14" Type="http://schemas.openxmlformats.org/officeDocument/2006/relationships/oleObject" Target="../embeddings/oleObject276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0.bin"/><Relationship Id="rId13" Type="http://schemas.openxmlformats.org/officeDocument/2006/relationships/image" Target="../media/image270.wmf"/><Relationship Id="rId18" Type="http://schemas.openxmlformats.org/officeDocument/2006/relationships/oleObject" Target="../embeddings/oleObject285.bin"/><Relationship Id="rId3" Type="http://schemas.openxmlformats.org/officeDocument/2006/relationships/image" Target="../media/image265.wmf"/><Relationship Id="rId21" Type="http://schemas.openxmlformats.org/officeDocument/2006/relationships/image" Target="../media/image259.wmf"/><Relationship Id="rId7" Type="http://schemas.openxmlformats.org/officeDocument/2006/relationships/image" Target="../media/image267.wmf"/><Relationship Id="rId12" Type="http://schemas.openxmlformats.org/officeDocument/2006/relationships/oleObject" Target="../embeddings/oleObject282.bin"/><Relationship Id="rId17" Type="http://schemas.openxmlformats.org/officeDocument/2006/relationships/image" Target="../media/image272.wmf"/><Relationship Id="rId2" Type="http://schemas.openxmlformats.org/officeDocument/2006/relationships/oleObject" Target="../embeddings/oleObject277.bin"/><Relationship Id="rId16" Type="http://schemas.openxmlformats.org/officeDocument/2006/relationships/oleObject" Target="../embeddings/oleObject284.bin"/><Relationship Id="rId20" Type="http://schemas.openxmlformats.org/officeDocument/2006/relationships/oleObject" Target="../embeddings/oleObject286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79.bin"/><Relationship Id="rId11" Type="http://schemas.openxmlformats.org/officeDocument/2006/relationships/image" Target="../media/image269.wmf"/><Relationship Id="rId5" Type="http://schemas.openxmlformats.org/officeDocument/2006/relationships/image" Target="../media/image266.wmf"/><Relationship Id="rId15" Type="http://schemas.openxmlformats.org/officeDocument/2006/relationships/image" Target="../media/image271.wmf"/><Relationship Id="rId10" Type="http://schemas.openxmlformats.org/officeDocument/2006/relationships/oleObject" Target="../embeddings/oleObject281.bin"/><Relationship Id="rId19" Type="http://schemas.openxmlformats.org/officeDocument/2006/relationships/image" Target="../media/image273.wmf"/><Relationship Id="rId4" Type="http://schemas.openxmlformats.org/officeDocument/2006/relationships/oleObject" Target="../embeddings/oleObject278.bin"/><Relationship Id="rId9" Type="http://schemas.openxmlformats.org/officeDocument/2006/relationships/image" Target="../media/image268.wmf"/><Relationship Id="rId14" Type="http://schemas.openxmlformats.org/officeDocument/2006/relationships/oleObject" Target="../embeddings/oleObject283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0.bin"/><Relationship Id="rId13" Type="http://schemas.openxmlformats.org/officeDocument/2006/relationships/image" Target="../media/image279.wmf"/><Relationship Id="rId18" Type="http://schemas.openxmlformats.org/officeDocument/2006/relationships/oleObject" Target="../embeddings/oleObject295.bin"/><Relationship Id="rId3" Type="http://schemas.openxmlformats.org/officeDocument/2006/relationships/image" Target="../media/image274.wmf"/><Relationship Id="rId21" Type="http://schemas.openxmlformats.org/officeDocument/2006/relationships/image" Target="../media/image283.wmf"/><Relationship Id="rId7" Type="http://schemas.openxmlformats.org/officeDocument/2006/relationships/image" Target="../media/image276.wmf"/><Relationship Id="rId12" Type="http://schemas.openxmlformats.org/officeDocument/2006/relationships/oleObject" Target="../embeddings/oleObject292.bin"/><Relationship Id="rId17" Type="http://schemas.openxmlformats.org/officeDocument/2006/relationships/image" Target="../media/image281.wmf"/><Relationship Id="rId2" Type="http://schemas.openxmlformats.org/officeDocument/2006/relationships/oleObject" Target="../embeddings/oleObject287.bin"/><Relationship Id="rId16" Type="http://schemas.openxmlformats.org/officeDocument/2006/relationships/oleObject" Target="../embeddings/oleObject294.bin"/><Relationship Id="rId20" Type="http://schemas.openxmlformats.org/officeDocument/2006/relationships/oleObject" Target="../embeddings/oleObject296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89.bin"/><Relationship Id="rId11" Type="http://schemas.openxmlformats.org/officeDocument/2006/relationships/image" Target="../media/image278.wmf"/><Relationship Id="rId5" Type="http://schemas.openxmlformats.org/officeDocument/2006/relationships/image" Target="../media/image275.wmf"/><Relationship Id="rId15" Type="http://schemas.openxmlformats.org/officeDocument/2006/relationships/image" Target="../media/image280.wmf"/><Relationship Id="rId23" Type="http://schemas.openxmlformats.org/officeDocument/2006/relationships/image" Target="../media/image284.wmf"/><Relationship Id="rId10" Type="http://schemas.openxmlformats.org/officeDocument/2006/relationships/oleObject" Target="../embeddings/oleObject291.bin"/><Relationship Id="rId19" Type="http://schemas.openxmlformats.org/officeDocument/2006/relationships/image" Target="../media/image282.wmf"/><Relationship Id="rId4" Type="http://schemas.openxmlformats.org/officeDocument/2006/relationships/oleObject" Target="../embeddings/oleObject288.bin"/><Relationship Id="rId9" Type="http://schemas.openxmlformats.org/officeDocument/2006/relationships/image" Target="../media/image277.wmf"/><Relationship Id="rId14" Type="http://schemas.openxmlformats.org/officeDocument/2006/relationships/oleObject" Target="../embeddings/oleObject293.bin"/><Relationship Id="rId22" Type="http://schemas.openxmlformats.org/officeDocument/2006/relationships/oleObject" Target="../embeddings/oleObject297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1.bin"/><Relationship Id="rId13" Type="http://schemas.openxmlformats.org/officeDocument/2006/relationships/image" Target="../media/image290.wmf"/><Relationship Id="rId3" Type="http://schemas.openxmlformats.org/officeDocument/2006/relationships/image" Target="../media/image285.wmf"/><Relationship Id="rId7" Type="http://schemas.openxmlformats.org/officeDocument/2006/relationships/image" Target="../media/image287.wmf"/><Relationship Id="rId12" Type="http://schemas.openxmlformats.org/officeDocument/2006/relationships/oleObject" Target="../embeddings/oleObject303.bin"/><Relationship Id="rId2" Type="http://schemas.openxmlformats.org/officeDocument/2006/relationships/oleObject" Target="../embeddings/oleObject298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00.bin"/><Relationship Id="rId11" Type="http://schemas.openxmlformats.org/officeDocument/2006/relationships/image" Target="../media/image289.wmf"/><Relationship Id="rId5" Type="http://schemas.openxmlformats.org/officeDocument/2006/relationships/image" Target="../media/image286.wmf"/><Relationship Id="rId10" Type="http://schemas.openxmlformats.org/officeDocument/2006/relationships/oleObject" Target="../embeddings/oleObject302.bin"/><Relationship Id="rId4" Type="http://schemas.openxmlformats.org/officeDocument/2006/relationships/oleObject" Target="../embeddings/oleObject299.bin"/><Relationship Id="rId9" Type="http://schemas.openxmlformats.org/officeDocument/2006/relationships/image" Target="../media/image288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7.bin"/><Relationship Id="rId13" Type="http://schemas.openxmlformats.org/officeDocument/2006/relationships/image" Target="../media/image296.wmf"/><Relationship Id="rId18" Type="http://schemas.openxmlformats.org/officeDocument/2006/relationships/oleObject" Target="../embeddings/oleObject312.bin"/><Relationship Id="rId26" Type="http://schemas.openxmlformats.org/officeDocument/2006/relationships/oleObject" Target="../embeddings/oleObject316.bin"/><Relationship Id="rId3" Type="http://schemas.openxmlformats.org/officeDocument/2006/relationships/image" Target="../media/image291.wmf"/><Relationship Id="rId21" Type="http://schemas.openxmlformats.org/officeDocument/2006/relationships/image" Target="../media/image300.wmf"/><Relationship Id="rId7" Type="http://schemas.openxmlformats.org/officeDocument/2006/relationships/image" Target="../media/image293.wmf"/><Relationship Id="rId12" Type="http://schemas.openxmlformats.org/officeDocument/2006/relationships/oleObject" Target="../embeddings/oleObject309.bin"/><Relationship Id="rId17" Type="http://schemas.openxmlformats.org/officeDocument/2006/relationships/image" Target="../media/image298.wmf"/><Relationship Id="rId25" Type="http://schemas.openxmlformats.org/officeDocument/2006/relationships/image" Target="../media/image302.wmf"/><Relationship Id="rId2" Type="http://schemas.openxmlformats.org/officeDocument/2006/relationships/oleObject" Target="../embeddings/oleObject304.bin"/><Relationship Id="rId16" Type="http://schemas.openxmlformats.org/officeDocument/2006/relationships/oleObject" Target="../embeddings/oleObject311.bin"/><Relationship Id="rId20" Type="http://schemas.openxmlformats.org/officeDocument/2006/relationships/oleObject" Target="../embeddings/oleObject313.bin"/><Relationship Id="rId29" Type="http://schemas.openxmlformats.org/officeDocument/2006/relationships/oleObject" Target="../embeddings/oleObject318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06.bin"/><Relationship Id="rId11" Type="http://schemas.openxmlformats.org/officeDocument/2006/relationships/image" Target="../media/image295.wmf"/><Relationship Id="rId24" Type="http://schemas.openxmlformats.org/officeDocument/2006/relationships/oleObject" Target="../embeddings/oleObject315.bin"/><Relationship Id="rId5" Type="http://schemas.openxmlformats.org/officeDocument/2006/relationships/image" Target="../media/image292.wmf"/><Relationship Id="rId15" Type="http://schemas.openxmlformats.org/officeDocument/2006/relationships/image" Target="../media/image297.wmf"/><Relationship Id="rId23" Type="http://schemas.openxmlformats.org/officeDocument/2006/relationships/image" Target="../media/image301.wmf"/><Relationship Id="rId28" Type="http://schemas.openxmlformats.org/officeDocument/2006/relationships/oleObject" Target="../embeddings/oleObject317.bin"/><Relationship Id="rId10" Type="http://schemas.openxmlformats.org/officeDocument/2006/relationships/oleObject" Target="../embeddings/oleObject308.bin"/><Relationship Id="rId19" Type="http://schemas.openxmlformats.org/officeDocument/2006/relationships/image" Target="../media/image299.wmf"/><Relationship Id="rId4" Type="http://schemas.openxmlformats.org/officeDocument/2006/relationships/oleObject" Target="../embeddings/oleObject305.bin"/><Relationship Id="rId9" Type="http://schemas.openxmlformats.org/officeDocument/2006/relationships/image" Target="../media/image294.wmf"/><Relationship Id="rId14" Type="http://schemas.openxmlformats.org/officeDocument/2006/relationships/oleObject" Target="../embeddings/oleObject310.bin"/><Relationship Id="rId22" Type="http://schemas.openxmlformats.org/officeDocument/2006/relationships/oleObject" Target="../embeddings/oleObject314.bin"/><Relationship Id="rId27" Type="http://schemas.openxmlformats.org/officeDocument/2006/relationships/image" Target="../media/image303.wmf"/><Relationship Id="rId30" Type="http://schemas.openxmlformats.org/officeDocument/2006/relationships/image" Target="../media/image304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2.bin"/><Relationship Id="rId13" Type="http://schemas.openxmlformats.org/officeDocument/2006/relationships/image" Target="../media/image310.wmf"/><Relationship Id="rId18" Type="http://schemas.openxmlformats.org/officeDocument/2006/relationships/oleObject" Target="../embeddings/oleObject327.bin"/><Relationship Id="rId26" Type="http://schemas.openxmlformats.org/officeDocument/2006/relationships/oleObject" Target="../embeddings/oleObject331.bin"/><Relationship Id="rId3" Type="http://schemas.openxmlformats.org/officeDocument/2006/relationships/image" Target="../media/image305.wmf"/><Relationship Id="rId21" Type="http://schemas.openxmlformats.org/officeDocument/2006/relationships/image" Target="../media/image314.wmf"/><Relationship Id="rId7" Type="http://schemas.openxmlformats.org/officeDocument/2006/relationships/image" Target="../media/image307.wmf"/><Relationship Id="rId12" Type="http://schemas.openxmlformats.org/officeDocument/2006/relationships/oleObject" Target="../embeddings/oleObject324.bin"/><Relationship Id="rId17" Type="http://schemas.openxmlformats.org/officeDocument/2006/relationships/image" Target="../media/image312.wmf"/><Relationship Id="rId25" Type="http://schemas.openxmlformats.org/officeDocument/2006/relationships/image" Target="../media/image316.wmf"/><Relationship Id="rId2" Type="http://schemas.openxmlformats.org/officeDocument/2006/relationships/oleObject" Target="../embeddings/oleObject319.bin"/><Relationship Id="rId16" Type="http://schemas.openxmlformats.org/officeDocument/2006/relationships/oleObject" Target="../embeddings/oleObject326.bin"/><Relationship Id="rId20" Type="http://schemas.openxmlformats.org/officeDocument/2006/relationships/oleObject" Target="../embeddings/oleObject328.bin"/><Relationship Id="rId29" Type="http://schemas.openxmlformats.org/officeDocument/2006/relationships/image" Target="../media/image318.w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21.bin"/><Relationship Id="rId11" Type="http://schemas.openxmlformats.org/officeDocument/2006/relationships/image" Target="../media/image309.wmf"/><Relationship Id="rId24" Type="http://schemas.openxmlformats.org/officeDocument/2006/relationships/oleObject" Target="../embeddings/oleObject330.bin"/><Relationship Id="rId5" Type="http://schemas.openxmlformats.org/officeDocument/2006/relationships/image" Target="../media/image306.wmf"/><Relationship Id="rId15" Type="http://schemas.openxmlformats.org/officeDocument/2006/relationships/image" Target="../media/image311.wmf"/><Relationship Id="rId23" Type="http://schemas.openxmlformats.org/officeDocument/2006/relationships/image" Target="../media/image315.wmf"/><Relationship Id="rId28" Type="http://schemas.openxmlformats.org/officeDocument/2006/relationships/oleObject" Target="../embeddings/oleObject332.bin"/><Relationship Id="rId10" Type="http://schemas.openxmlformats.org/officeDocument/2006/relationships/oleObject" Target="../embeddings/oleObject323.bin"/><Relationship Id="rId19" Type="http://schemas.openxmlformats.org/officeDocument/2006/relationships/image" Target="../media/image313.wmf"/><Relationship Id="rId4" Type="http://schemas.openxmlformats.org/officeDocument/2006/relationships/oleObject" Target="../embeddings/oleObject320.bin"/><Relationship Id="rId9" Type="http://schemas.openxmlformats.org/officeDocument/2006/relationships/image" Target="../media/image308.wmf"/><Relationship Id="rId14" Type="http://schemas.openxmlformats.org/officeDocument/2006/relationships/oleObject" Target="../embeddings/oleObject325.bin"/><Relationship Id="rId22" Type="http://schemas.openxmlformats.org/officeDocument/2006/relationships/oleObject" Target="../embeddings/oleObject329.bin"/><Relationship Id="rId27" Type="http://schemas.openxmlformats.org/officeDocument/2006/relationships/image" Target="../media/image317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2999656" y="2564904"/>
            <a:ext cx="5991200" cy="910208"/>
          </a:xfrm>
          <a:ln w="60325" cmpd="thickThin">
            <a:solidFill>
              <a:srgbClr val="FF0000"/>
            </a:solidFill>
          </a:ln>
        </p:spPr>
        <p:txBody>
          <a:bodyPr/>
          <a:lstStyle/>
          <a:p>
            <a:pPr algn="l" eaLnBrk="1" hangingPunct="1"/>
            <a:r>
              <a:rPr lang="zh-CN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第二节、微积分基本定理</a:t>
            </a:r>
          </a:p>
        </p:txBody>
      </p:sp>
      <p:sp>
        <p:nvSpPr>
          <p:cNvPr id="3" name="Text Box 12"/>
          <p:cNvSpPr txBox="1">
            <a:spLocks noChangeArrowheads="1"/>
          </p:cNvSpPr>
          <p:nvPr/>
        </p:nvSpPr>
        <p:spPr bwMode="auto">
          <a:xfrm>
            <a:off x="9768408" y="404664"/>
            <a:ext cx="1566454" cy="523220"/>
          </a:xfrm>
          <a:prstGeom prst="rect">
            <a:avLst/>
          </a:prstGeom>
          <a:noFill/>
          <a:ln w="158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800" dirty="0">
                <a:solidFill>
                  <a:schemeClr val="accent2"/>
                </a:solidFill>
                <a:ea typeface="楷体_GB2312" pitchFamily="49" charset="-122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5</a:t>
            </a:r>
            <a:r>
              <a:rPr lang="zh-CN" altLang="en-US" sz="2800" dirty="0">
                <a:solidFill>
                  <a:srgbClr val="FF0000"/>
                </a:solidFill>
                <a:ea typeface="楷体_GB2312" pitchFamily="49" charset="-122"/>
              </a:rPr>
              <a:t>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CFD912A-810F-437C-B70F-1663E521D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1AFB-9D3F-4C35-906A-8E91BE352314}" type="slidenum">
              <a:rPr lang="zh-CN" altLang="en-US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1437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6741426"/>
              </p:ext>
            </p:extLst>
          </p:nvPr>
        </p:nvGraphicFramePr>
        <p:xfrm>
          <a:off x="2117068" y="1531077"/>
          <a:ext cx="7848872" cy="13320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7021083" imgH="1188932" progId="Word.Document.8">
                  <p:embed/>
                </p:oleObj>
              </mc:Choice>
              <mc:Fallback>
                <p:oleObj name="文档" r:id="rId2" imgW="7021083" imgH="118893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7068" y="1531077"/>
                        <a:ext cx="7848872" cy="13320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4655840" y="2234180"/>
            <a:ext cx="2203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考察定积分</a:t>
            </a:r>
          </a:p>
        </p:txBody>
      </p:sp>
      <p:graphicFrame>
        <p:nvGraphicFramePr>
          <p:cNvPr id="51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434479"/>
              </p:ext>
            </p:extLst>
          </p:nvPr>
        </p:nvGraphicFramePr>
        <p:xfrm>
          <a:off x="4511824" y="2612352"/>
          <a:ext cx="1676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22030" imgH="330057" progId="Equation.DSMT4">
                  <p:embed/>
                </p:oleObj>
              </mc:Choice>
              <mc:Fallback>
                <p:oleObj name="Equation" r:id="rId4" imgW="622030" imgH="33005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824" y="2612352"/>
                        <a:ext cx="1676400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5" name="Text Box 5"/>
          <p:cNvSpPr txBox="1">
            <a:spLocks noChangeArrowheads="1"/>
          </p:cNvSpPr>
          <p:nvPr/>
        </p:nvSpPr>
        <p:spPr bwMode="auto">
          <a:xfrm>
            <a:off x="2016857" y="4973207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记</a:t>
            </a:r>
          </a:p>
        </p:txBody>
      </p:sp>
      <p:graphicFrame>
        <p:nvGraphicFramePr>
          <p:cNvPr id="512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797080"/>
              </p:ext>
            </p:extLst>
          </p:nvPr>
        </p:nvGraphicFramePr>
        <p:xfrm>
          <a:off x="3303290" y="4832320"/>
          <a:ext cx="27051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705100" imgH="685800" progId="Equation.3">
                  <p:embed/>
                </p:oleObj>
              </mc:Choice>
              <mc:Fallback>
                <p:oleObj name="公式" r:id="rId6" imgW="270510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3290" y="4832320"/>
                        <a:ext cx="27051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7" name="Text Box 7"/>
          <p:cNvSpPr txBox="1">
            <a:spLocks noChangeArrowheads="1"/>
          </p:cNvSpPr>
          <p:nvPr/>
        </p:nvSpPr>
        <p:spPr bwMode="auto">
          <a:xfrm>
            <a:off x="6600056" y="4915663"/>
            <a:ext cx="2258679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变上限积分</a:t>
            </a:r>
          </a:p>
        </p:txBody>
      </p:sp>
      <p:graphicFrame>
        <p:nvGraphicFramePr>
          <p:cNvPr id="512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7141729"/>
              </p:ext>
            </p:extLst>
          </p:nvPr>
        </p:nvGraphicFramePr>
        <p:xfrm>
          <a:off x="2094717" y="3348940"/>
          <a:ext cx="7495108" cy="14053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8" imgW="6893560" imgH="1325880" progId="Word.Document.8">
                  <p:embed/>
                </p:oleObj>
              </mc:Choice>
              <mc:Fallback>
                <p:oleObj name="文档" r:id="rId8" imgW="6893560" imgH="13258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4717" y="3348940"/>
                        <a:ext cx="7495108" cy="14053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1" name="Rectangle 9"/>
          <p:cNvSpPr>
            <a:spLocks noGrp="1" noChangeArrowheads="1"/>
          </p:cNvSpPr>
          <p:nvPr>
            <p:ph type="title"/>
          </p:nvPr>
        </p:nvSpPr>
        <p:spPr>
          <a:xfrm>
            <a:off x="2117068" y="847911"/>
            <a:ext cx="5976664" cy="634876"/>
          </a:xfrm>
        </p:spPr>
        <p:txBody>
          <a:bodyPr/>
          <a:lstStyle/>
          <a:p>
            <a:pPr algn="l" eaLnBrk="1" hangingPunct="1"/>
            <a:r>
              <a:rPr lang="en-US" altLang="zh-C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2.1</a:t>
            </a:r>
            <a:r>
              <a:rPr lang="zh-CN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zh-CN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变上限积分及其导数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AF259C9-5F37-406C-916F-80CBE0375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7150-5C3E-4439-B216-5F65A4C7C309}" type="slidenum">
              <a:rPr lang="zh-CN" altLang="en-US" smtClean="0"/>
              <a:pPr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326502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autoUpdateAnimBg="0"/>
      <p:bldP spid="5125" grpId="0" autoUpdateAnimBg="0"/>
      <p:bldP spid="5127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2"/>
          <p:cNvGrpSpPr>
            <a:grpSpLocks/>
          </p:cNvGrpSpPr>
          <p:nvPr/>
        </p:nvGrpSpPr>
        <p:grpSpPr bwMode="auto">
          <a:xfrm>
            <a:off x="1127448" y="764704"/>
            <a:ext cx="9721080" cy="2586509"/>
            <a:chOff x="469" y="480"/>
            <a:chExt cx="5341" cy="4118"/>
          </a:xfrm>
        </p:grpSpPr>
        <p:sp>
          <p:nvSpPr>
            <p:cNvPr id="43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4" name="Rectangle 4"/>
            <p:cNvSpPr>
              <a:spLocks noChangeArrowheads="1"/>
            </p:cNvSpPr>
            <p:nvPr/>
          </p:nvSpPr>
          <p:spPr bwMode="auto">
            <a:xfrm>
              <a:off x="541" y="603"/>
              <a:ext cx="5197" cy="3879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6146" name="Group 2"/>
          <p:cNvGrpSpPr>
            <a:grpSpLocks/>
          </p:cNvGrpSpPr>
          <p:nvPr/>
        </p:nvGrpSpPr>
        <p:grpSpPr bwMode="auto">
          <a:xfrm>
            <a:off x="6702426" y="3636963"/>
            <a:ext cx="3586163" cy="2433638"/>
            <a:chOff x="3262" y="2291"/>
            <a:chExt cx="2259" cy="1533"/>
          </a:xfrm>
        </p:grpSpPr>
        <p:graphicFrame>
          <p:nvGraphicFramePr>
            <p:cNvPr id="4113" name="Object 3"/>
            <p:cNvGraphicFramePr>
              <a:graphicFrameLocks noChangeAspect="1"/>
            </p:cNvGraphicFramePr>
            <p:nvPr/>
          </p:nvGraphicFramePr>
          <p:xfrm>
            <a:off x="3752" y="2618"/>
            <a:ext cx="1362" cy="10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象" r:id="rId2" imgW="2161905" imgH="1628571" progId="Paint.Picture">
                    <p:embed/>
                  </p:oleObj>
                </mc:Choice>
                <mc:Fallback>
                  <p:oleObj name="BMP 图象" r:id="rId2" imgW="2161905" imgH="1628571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52" y="2618"/>
                          <a:ext cx="1362" cy="10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14" name="Object 4"/>
            <p:cNvGraphicFramePr>
              <a:graphicFrameLocks noChangeAspect="1"/>
            </p:cNvGraphicFramePr>
            <p:nvPr/>
          </p:nvGraphicFramePr>
          <p:xfrm>
            <a:off x="3697" y="3616"/>
            <a:ext cx="151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241195" imgH="253890" progId="Equation.3">
                    <p:embed/>
                  </p:oleObj>
                </mc:Choice>
                <mc:Fallback>
                  <p:oleObj name="公式" r:id="rId4" imgW="241195" imgH="25389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7" y="3616"/>
                          <a:ext cx="151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15" name="Object 5"/>
            <p:cNvGraphicFramePr>
              <a:graphicFrameLocks noChangeAspect="1"/>
            </p:cNvGraphicFramePr>
            <p:nvPr/>
          </p:nvGraphicFramePr>
          <p:xfrm>
            <a:off x="5048" y="3616"/>
            <a:ext cx="144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228600" imgH="330200" progId="Equation.3">
                    <p:embed/>
                  </p:oleObj>
                </mc:Choice>
                <mc:Fallback>
                  <p:oleObj name="公式" r:id="rId6" imgW="228600" imgH="330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8" y="3616"/>
                          <a:ext cx="144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116" name="Group 6"/>
            <p:cNvGrpSpPr>
              <a:grpSpLocks/>
            </p:cNvGrpSpPr>
            <p:nvPr/>
          </p:nvGrpSpPr>
          <p:grpSpPr bwMode="auto">
            <a:xfrm>
              <a:off x="3262" y="2291"/>
              <a:ext cx="2259" cy="1517"/>
              <a:chOff x="768" y="1235"/>
              <a:chExt cx="2039" cy="1516"/>
            </a:xfrm>
          </p:grpSpPr>
          <p:sp>
            <p:nvSpPr>
              <p:cNvPr id="4117" name="Line 7"/>
              <p:cNvSpPr>
                <a:spLocks noChangeShapeType="1"/>
              </p:cNvSpPr>
              <p:nvPr/>
            </p:nvSpPr>
            <p:spPr bwMode="auto">
              <a:xfrm>
                <a:off x="768" y="2544"/>
                <a:ext cx="196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18" name="Line 8"/>
              <p:cNvSpPr>
                <a:spLocks noChangeShapeType="1"/>
              </p:cNvSpPr>
              <p:nvPr/>
            </p:nvSpPr>
            <p:spPr bwMode="auto">
              <a:xfrm flipV="1">
                <a:off x="960" y="1248"/>
                <a:ext cx="0" cy="14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4119" name="Object 9"/>
              <p:cNvGraphicFramePr>
                <a:graphicFrameLocks noChangeAspect="1"/>
              </p:cNvGraphicFramePr>
              <p:nvPr/>
            </p:nvGraphicFramePr>
            <p:xfrm>
              <a:off x="2640" y="2592"/>
              <a:ext cx="167" cy="1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8" imgW="266469" imgH="253780" progId="Equation.3">
                      <p:embed/>
                    </p:oleObj>
                  </mc:Choice>
                  <mc:Fallback>
                    <p:oleObj name="公式" r:id="rId8" imgW="266469" imgH="2537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40" y="2592"/>
                            <a:ext cx="167" cy="1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120" name="Object 1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07366147"/>
                  </p:ext>
                </p:extLst>
              </p:nvPr>
            </p:nvGraphicFramePr>
            <p:xfrm>
              <a:off x="1024" y="1235"/>
              <a:ext cx="167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0" imgW="266584" imgH="330057" progId="Equation.3">
                      <p:embed/>
                    </p:oleObj>
                  </mc:Choice>
                  <mc:Fallback>
                    <p:oleObj name="公式" r:id="rId10" imgW="266584" imgH="33005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24" y="1235"/>
                            <a:ext cx="167" cy="2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121" name="Object 11"/>
              <p:cNvGraphicFramePr>
                <a:graphicFrameLocks noChangeAspect="1"/>
              </p:cNvGraphicFramePr>
              <p:nvPr/>
            </p:nvGraphicFramePr>
            <p:xfrm>
              <a:off x="788" y="2572"/>
              <a:ext cx="158" cy="1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2" imgW="228501" imgH="253890" progId="Equation.3">
                      <p:embed/>
                    </p:oleObj>
                  </mc:Choice>
                  <mc:Fallback>
                    <p:oleObj name="公式" r:id="rId12" imgW="228501" imgH="25389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8" y="2572"/>
                            <a:ext cx="158" cy="1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6157" name="Group 13"/>
          <p:cNvGrpSpPr>
            <a:grpSpLocks/>
          </p:cNvGrpSpPr>
          <p:nvPr/>
        </p:nvGrpSpPr>
        <p:grpSpPr bwMode="auto">
          <a:xfrm>
            <a:off x="8699500" y="5054601"/>
            <a:ext cx="838200" cy="942975"/>
            <a:chOff x="4520" y="3184"/>
            <a:chExt cx="528" cy="594"/>
          </a:xfrm>
        </p:grpSpPr>
        <p:sp>
          <p:nvSpPr>
            <p:cNvPr id="4111" name="Line 14"/>
            <p:cNvSpPr>
              <a:spLocks noChangeShapeType="1"/>
            </p:cNvSpPr>
            <p:nvPr/>
          </p:nvSpPr>
          <p:spPr bwMode="auto">
            <a:xfrm>
              <a:off x="4664" y="3184"/>
              <a:ext cx="0" cy="4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112" name="Object 15"/>
            <p:cNvGraphicFramePr>
              <a:graphicFrameLocks noChangeAspect="1"/>
            </p:cNvGraphicFramePr>
            <p:nvPr/>
          </p:nvGraphicFramePr>
          <p:xfrm>
            <a:off x="4520" y="3616"/>
            <a:ext cx="528" cy="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079500" imgH="330200" progId="Equation.3">
                    <p:embed/>
                  </p:oleObj>
                </mc:Choice>
                <mc:Fallback>
                  <p:oleObj name="公式" r:id="rId14" imgW="1079500" imgH="330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20" y="3616"/>
                          <a:ext cx="528" cy="1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160" name="Text Box 16"/>
          <p:cNvSpPr txBox="1">
            <a:spLocks noChangeArrowheads="1"/>
          </p:cNvSpPr>
          <p:nvPr/>
        </p:nvSpPr>
        <p:spPr bwMode="auto">
          <a:xfrm>
            <a:off x="2164432" y="3627573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证</a:t>
            </a:r>
          </a:p>
        </p:txBody>
      </p:sp>
      <p:graphicFrame>
        <p:nvGraphicFramePr>
          <p:cNvPr id="616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3604574"/>
              </p:ext>
            </p:extLst>
          </p:nvPr>
        </p:nvGraphicFramePr>
        <p:xfrm>
          <a:off x="2953002" y="3559932"/>
          <a:ext cx="37846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3784600" imgH="660400" progId="Equation.3">
                  <p:embed/>
                </p:oleObj>
              </mc:Choice>
              <mc:Fallback>
                <p:oleObj name="公式" r:id="rId16" imgW="3784600" imgH="660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3002" y="3559932"/>
                        <a:ext cx="37846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6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3240213"/>
              </p:ext>
            </p:extLst>
          </p:nvPr>
        </p:nvGraphicFramePr>
        <p:xfrm>
          <a:off x="2416175" y="4361134"/>
          <a:ext cx="37211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3721100" imgH="406400" progId="Equation.3">
                  <p:embed/>
                </p:oleObj>
              </mc:Choice>
              <mc:Fallback>
                <p:oleObj name="公式" r:id="rId18" imgW="37211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6175" y="4361134"/>
                        <a:ext cx="372110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6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8428011"/>
              </p:ext>
            </p:extLst>
          </p:nvPr>
        </p:nvGraphicFramePr>
        <p:xfrm>
          <a:off x="2661942" y="4906748"/>
          <a:ext cx="36068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3606800" imgH="698500" progId="Equation.3">
                  <p:embed/>
                </p:oleObj>
              </mc:Choice>
              <mc:Fallback>
                <p:oleObj name="公式" r:id="rId20" imgW="36068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1942" y="4906748"/>
                        <a:ext cx="36068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64" name="Object 20"/>
          <p:cNvGraphicFramePr>
            <a:graphicFrameLocks noChangeAspect="1"/>
          </p:cNvGraphicFramePr>
          <p:nvPr/>
        </p:nvGraphicFramePr>
        <p:xfrm>
          <a:off x="7505701" y="4419600"/>
          <a:ext cx="885825" cy="1314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象" r:id="rId22" imgW="847843" imgH="1314286" progId="Paint.Picture">
                  <p:embed/>
                </p:oleObj>
              </mc:Choice>
              <mc:Fallback>
                <p:oleObj name="BMP 图象" r:id="rId22" imgW="847843" imgH="1314286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5701" y="4419600"/>
                        <a:ext cx="885825" cy="1314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65" name="Object 21"/>
          <p:cNvGraphicFramePr>
            <a:graphicFrameLocks noChangeAspect="1"/>
          </p:cNvGraphicFramePr>
          <p:nvPr/>
        </p:nvGraphicFramePr>
        <p:xfrm>
          <a:off x="7696200" y="5076826"/>
          <a:ext cx="533400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790514" imgH="361783" progId="Equation.3">
                  <p:embed/>
                </p:oleObj>
              </mc:Choice>
              <mc:Fallback>
                <p:oleObj name="公式" r:id="rId24" imgW="790514" imgH="36178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6200" y="5076826"/>
                        <a:ext cx="533400" cy="25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166" name="Group 22"/>
          <p:cNvGrpSpPr>
            <a:grpSpLocks/>
          </p:cNvGrpSpPr>
          <p:nvPr/>
        </p:nvGrpSpPr>
        <p:grpSpPr bwMode="auto">
          <a:xfrm>
            <a:off x="8242301" y="4724401"/>
            <a:ext cx="265113" cy="1268413"/>
            <a:chOff x="4232" y="2976"/>
            <a:chExt cx="167" cy="799"/>
          </a:xfrm>
        </p:grpSpPr>
        <p:graphicFrame>
          <p:nvGraphicFramePr>
            <p:cNvPr id="4109" name="Object 23"/>
            <p:cNvGraphicFramePr>
              <a:graphicFrameLocks noChangeAspect="1"/>
            </p:cNvGraphicFramePr>
            <p:nvPr/>
          </p:nvGraphicFramePr>
          <p:xfrm>
            <a:off x="4232" y="3616"/>
            <a:ext cx="167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6" imgW="218970" imgH="209563" progId="Equation.3">
                    <p:embed/>
                  </p:oleObj>
                </mc:Choice>
                <mc:Fallback>
                  <p:oleObj name="公式" r:id="rId26" imgW="218970" imgH="20956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32" y="3616"/>
                          <a:ext cx="167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10" name="Line 24"/>
            <p:cNvSpPr>
              <a:spLocks noChangeShapeType="1"/>
            </p:cNvSpPr>
            <p:nvPr/>
          </p:nvSpPr>
          <p:spPr bwMode="auto">
            <a:xfrm>
              <a:off x="4320" y="2976"/>
              <a:ext cx="0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" name="Rectangle 66"/>
          <p:cNvSpPr>
            <a:spLocks noChangeArrowheads="1"/>
          </p:cNvSpPr>
          <p:nvPr/>
        </p:nvSpPr>
        <p:spPr bwMode="auto">
          <a:xfrm>
            <a:off x="1552183" y="976384"/>
            <a:ext cx="10871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定理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722350" y="1575323"/>
            <a:ext cx="8603283" cy="657225"/>
            <a:chOff x="1237482" y="637219"/>
            <a:chExt cx="8603283" cy="657225"/>
          </a:xfrm>
        </p:grpSpPr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21418140"/>
                </p:ext>
              </p:extLst>
            </p:nvPr>
          </p:nvGraphicFramePr>
          <p:xfrm>
            <a:off x="1237482" y="637219"/>
            <a:ext cx="2581275" cy="657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2578100" imgH="660400" progId="Equation.DSMT4">
                    <p:embed/>
                  </p:oleObj>
                </mc:Choice>
                <mc:Fallback>
                  <p:oleObj name="Equation" r:id="rId28" imgW="2578100" imgH="660400" progId="Equation.DSMT4">
                    <p:embed/>
                    <p:pic>
                      <p:nvPicPr>
                        <p:cNvPr id="0" name="Object 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37482" y="637219"/>
                          <a:ext cx="2581275" cy="6572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6646746"/>
                </p:ext>
              </p:extLst>
            </p:nvPr>
          </p:nvGraphicFramePr>
          <p:xfrm>
            <a:off x="4465342" y="777119"/>
            <a:ext cx="771525" cy="409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774364" imgH="406224" progId="Equation.DSMT4">
                    <p:embed/>
                  </p:oleObj>
                </mc:Choice>
                <mc:Fallback>
                  <p:oleObj name="Equation" r:id="rId30" imgW="774364" imgH="406224" progId="Equation.DSMT4">
                    <p:embed/>
                    <p:pic>
                      <p:nvPicPr>
                        <p:cNvPr id="0" name="Object 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5342" y="777119"/>
                          <a:ext cx="771525" cy="4095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Rectangle 69"/>
            <p:cNvSpPr>
              <a:spLocks noChangeArrowheads="1"/>
            </p:cNvSpPr>
            <p:nvPr/>
          </p:nvSpPr>
          <p:spPr bwMode="auto">
            <a:xfrm>
              <a:off x="3850155" y="695116"/>
              <a:ext cx="529079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cs typeface="Times New Roman" panose="02020603050405020304" pitchFamily="18" charset="0"/>
                </a:rPr>
                <a:t>在</a:t>
              </a: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10" name="Rectangle 70"/>
            <p:cNvSpPr>
              <a:spLocks noChangeArrowheads="1"/>
            </p:cNvSpPr>
            <p:nvPr/>
          </p:nvSpPr>
          <p:spPr bwMode="auto">
            <a:xfrm>
              <a:off x="5184925" y="679357"/>
              <a:ext cx="465584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cs typeface="Times New Roman" panose="02020603050405020304" pitchFamily="18" charset="0"/>
                </a:rPr>
                <a:t>上具有导数，且它的导数是</a:t>
              </a: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 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2750108" y="957183"/>
            <a:ext cx="7511212" cy="552224"/>
            <a:chOff x="1236530" y="-38201"/>
            <a:chExt cx="7511212" cy="552224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03206672"/>
                </p:ext>
              </p:extLst>
            </p:nvPr>
          </p:nvGraphicFramePr>
          <p:xfrm>
            <a:off x="2109020" y="47626"/>
            <a:ext cx="838200" cy="409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837836" imgH="406224" progId="Equation.DSMT4">
                    <p:embed/>
                  </p:oleObj>
                </mc:Choice>
                <mc:Fallback>
                  <p:oleObj name="Equation" r:id="rId32" imgW="837836" imgH="406224" progId="Equation.DSMT4">
                    <p:embed/>
                    <p:pic>
                      <p:nvPicPr>
                        <p:cNvPr id="0" name="Object 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9020" y="47626"/>
                          <a:ext cx="838200" cy="4095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39981027"/>
                </p:ext>
              </p:extLst>
            </p:nvPr>
          </p:nvGraphicFramePr>
          <p:xfrm>
            <a:off x="3464393" y="57446"/>
            <a:ext cx="771525" cy="409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774364" imgH="406224" progId="Equation.DSMT4">
                    <p:embed/>
                  </p:oleObj>
                </mc:Choice>
                <mc:Fallback>
                  <p:oleObj name="Equation" r:id="rId34" imgW="774364" imgH="406224" progId="Equation.DSMT4">
                    <p:embed/>
                    <p:pic>
                      <p:nvPicPr>
                        <p:cNvPr id="0" name="Object 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64393" y="57446"/>
                          <a:ext cx="771525" cy="4095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Rectangle 67"/>
            <p:cNvSpPr>
              <a:spLocks noChangeArrowheads="1"/>
            </p:cNvSpPr>
            <p:nvPr/>
          </p:nvSpPr>
          <p:spPr bwMode="auto">
            <a:xfrm>
              <a:off x="2929880" y="-38113"/>
              <a:ext cx="54534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cs typeface="Times New Roman" panose="02020603050405020304" pitchFamily="18" charset="0"/>
                </a:rPr>
                <a:t>在</a:t>
              </a: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8" name="Rectangle 68"/>
            <p:cNvSpPr>
              <a:spLocks noChangeArrowheads="1"/>
            </p:cNvSpPr>
            <p:nvPr/>
          </p:nvSpPr>
          <p:spPr bwMode="auto">
            <a:xfrm>
              <a:off x="4235918" y="-38201"/>
              <a:ext cx="451182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hangingPunct="0"/>
              <a:r>
                <a:rPr kumimoji="0" lang="zh-CN" alt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cs typeface="Times New Roman" panose="02020603050405020304" pitchFamily="18" charset="0"/>
                </a:rPr>
                <a:t>上连续，</a:t>
              </a:r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则变上限积分</a:t>
              </a: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236530" y="-9197"/>
              <a:ext cx="9026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latin typeface="宋体" panose="02010600030101010101" pitchFamily="2" charset="-122"/>
                  <a:cs typeface="Times New Roman" panose="02020603050405020304" pitchFamily="18" charset="0"/>
                </a:rPr>
                <a:t>如果</a:t>
              </a:r>
              <a:endParaRPr lang="zh-CN" altLang="en-US" sz="2800" dirty="0"/>
            </a:p>
          </p:txBody>
        </p:sp>
      </p:grp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735665"/>
              </p:ext>
            </p:extLst>
          </p:nvPr>
        </p:nvGraphicFramePr>
        <p:xfrm>
          <a:off x="1885567" y="2103878"/>
          <a:ext cx="4573029" cy="10044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1841400" imgH="406080" progId="Equation.DSMT4">
                  <p:embed/>
                </p:oleObj>
              </mc:Choice>
              <mc:Fallback>
                <p:oleObj name="Equation" r:id="rId35" imgW="1841400" imgH="406080" progId="Equation.DSMT4">
                  <p:embed/>
                  <p:pic>
                    <p:nvPicPr>
                      <p:cNvPr id="0" name="Object 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5567" y="2103878"/>
                        <a:ext cx="4573029" cy="100441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2460739"/>
              </p:ext>
            </p:extLst>
          </p:nvPr>
        </p:nvGraphicFramePr>
        <p:xfrm>
          <a:off x="6637338" y="2413481"/>
          <a:ext cx="168592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1688367" imgH="406224" progId="Equation.DSMT4">
                  <p:embed/>
                </p:oleObj>
              </mc:Choice>
              <mc:Fallback>
                <p:oleObj name="Equation" r:id="rId37" imgW="1688367" imgH="406224" progId="Equation.DSMT4">
                  <p:embed/>
                  <p:pic>
                    <p:nvPicPr>
                      <p:cNvPr id="0" name="Object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7338" y="2413481"/>
                        <a:ext cx="1685925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92"/>
          <p:cNvSpPr>
            <a:spLocks noChangeArrowheads="1"/>
          </p:cNvSpPr>
          <p:nvPr/>
        </p:nvSpPr>
        <p:spPr bwMode="auto">
          <a:xfrm>
            <a:off x="-168696" y="968376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7" name="Rectangle 93"/>
          <p:cNvSpPr>
            <a:spLocks noChangeArrowheads="1"/>
          </p:cNvSpPr>
          <p:nvPr/>
        </p:nvSpPr>
        <p:spPr bwMode="auto">
          <a:xfrm>
            <a:off x="-168696" y="231140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灯片编号占位符 17">
            <a:extLst>
              <a:ext uri="{FF2B5EF4-FFF2-40B4-BE49-F238E27FC236}">
                <a16:creationId xmlns:a16="http://schemas.microsoft.com/office/drawing/2014/main" id="{64368304-84D3-464F-A705-307527A35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683831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6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6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6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60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70" name="Object 2"/>
          <p:cNvGraphicFramePr>
            <a:graphicFrameLocks noChangeAspect="1"/>
          </p:cNvGraphicFramePr>
          <p:nvPr/>
        </p:nvGraphicFramePr>
        <p:xfrm>
          <a:off x="8416925" y="3443288"/>
          <a:ext cx="19685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90514" imgH="371514" progId="Equation.3">
                  <p:embed/>
                </p:oleObj>
              </mc:Choice>
              <mc:Fallback>
                <p:oleObj name="公式" r:id="rId2" imgW="190514" imgH="3715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16925" y="3443288"/>
                        <a:ext cx="19685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3"/>
          <p:cNvGraphicFramePr>
            <a:graphicFrameLocks noChangeAspect="1"/>
          </p:cNvGraphicFramePr>
          <p:nvPr/>
        </p:nvGraphicFramePr>
        <p:xfrm>
          <a:off x="2590800" y="838200"/>
          <a:ext cx="55118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5511800" imgH="660400" progId="Equation.3">
                  <p:embed/>
                </p:oleObj>
              </mc:Choice>
              <mc:Fallback>
                <p:oleObj name="公式" r:id="rId4" imgW="5511800" imgH="660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838200"/>
                        <a:ext cx="55118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Object 4"/>
          <p:cNvGraphicFramePr>
            <a:graphicFrameLocks noChangeAspect="1"/>
          </p:cNvGraphicFramePr>
          <p:nvPr/>
        </p:nvGraphicFramePr>
        <p:xfrm>
          <a:off x="2514600" y="1828800"/>
          <a:ext cx="21082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108200" imgH="698500" progId="Equation.3">
                  <p:embed/>
                </p:oleObj>
              </mc:Choice>
              <mc:Fallback>
                <p:oleObj name="公式" r:id="rId6" imgW="21082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828800"/>
                        <a:ext cx="21082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3" name="Text Box 5"/>
          <p:cNvSpPr txBox="1">
            <a:spLocks noChangeArrowheads="1"/>
          </p:cNvSpPr>
          <p:nvPr/>
        </p:nvSpPr>
        <p:spPr bwMode="auto">
          <a:xfrm>
            <a:off x="2298700" y="2667001"/>
            <a:ext cx="3581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由积分中值定理得</a:t>
            </a:r>
          </a:p>
        </p:txBody>
      </p:sp>
      <p:graphicFrame>
        <p:nvGraphicFramePr>
          <p:cNvPr id="7174" name="Object 6"/>
          <p:cNvGraphicFramePr>
            <a:graphicFrameLocks noChangeAspect="1"/>
          </p:cNvGraphicFramePr>
          <p:nvPr/>
        </p:nvGraphicFramePr>
        <p:xfrm>
          <a:off x="2438400" y="3619500"/>
          <a:ext cx="2197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197100" imgH="419100" progId="Equation.3">
                  <p:embed/>
                </p:oleObj>
              </mc:Choice>
              <mc:Fallback>
                <p:oleObj name="公式" r:id="rId8" imgW="21971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619500"/>
                        <a:ext cx="2197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5" name="Object 7"/>
          <p:cNvGraphicFramePr>
            <a:graphicFrameLocks noChangeAspect="1"/>
          </p:cNvGraphicFramePr>
          <p:nvPr/>
        </p:nvGraphicFramePr>
        <p:xfrm>
          <a:off x="4876800" y="3657601"/>
          <a:ext cx="2624138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336800" imgH="406400" progId="Equation.3">
                  <p:embed/>
                </p:oleObj>
              </mc:Choice>
              <mc:Fallback>
                <p:oleObj name="公式" r:id="rId10" imgW="23368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3657601"/>
                        <a:ext cx="2624138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6" name="Object 8"/>
          <p:cNvGraphicFramePr>
            <a:graphicFrameLocks noChangeAspect="1"/>
          </p:cNvGraphicFramePr>
          <p:nvPr/>
        </p:nvGraphicFramePr>
        <p:xfrm>
          <a:off x="2438400" y="5524500"/>
          <a:ext cx="2374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374900" imgH="419100" progId="Equation.3">
                  <p:embed/>
                </p:oleObj>
              </mc:Choice>
              <mc:Fallback>
                <p:oleObj name="公式" r:id="rId12" imgW="23749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5524500"/>
                        <a:ext cx="23749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7" name="Object 9"/>
          <p:cNvGraphicFramePr>
            <a:graphicFrameLocks noChangeAspect="1"/>
          </p:cNvGraphicFramePr>
          <p:nvPr/>
        </p:nvGraphicFramePr>
        <p:xfrm>
          <a:off x="2514600" y="4318000"/>
          <a:ext cx="1752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752600" imgH="838200" progId="Equation.3">
                  <p:embed/>
                </p:oleObj>
              </mc:Choice>
              <mc:Fallback>
                <p:oleObj name="公式" r:id="rId14" imgW="17526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4318000"/>
                        <a:ext cx="17526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8" name="Object 10"/>
          <p:cNvGraphicFramePr>
            <a:graphicFrameLocks noChangeAspect="1"/>
          </p:cNvGraphicFramePr>
          <p:nvPr/>
        </p:nvGraphicFramePr>
        <p:xfrm>
          <a:off x="4572000" y="4271963"/>
          <a:ext cx="30607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3060700" imgH="889000" progId="Equation.3">
                  <p:embed/>
                </p:oleObj>
              </mc:Choice>
              <mc:Fallback>
                <p:oleObj name="公式" r:id="rId16" imgW="30607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271963"/>
                        <a:ext cx="30607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9" name="Object 11"/>
          <p:cNvGraphicFramePr>
            <a:graphicFrameLocks noChangeAspect="1"/>
          </p:cNvGraphicFramePr>
          <p:nvPr/>
        </p:nvGraphicFramePr>
        <p:xfrm>
          <a:off x="5410200" y="5503863"/>
          <a:ext cx="26289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628900" imgH="406400" progId="Equation.3">
                  <p:embed/>
                </p:oleObj>
              </mc:Choice>
              <mc:Fallback>
                <p:oleObj name="公式" r:id="rId18" imgW="26289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5503863"/>
                        <a:ext cx="262890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132" name="Group 12"/>
          <p:cNvGrpSpPr>
            <a:grpSpLocks/>
          </p:cNvGrpSpPr>
          <p:nvPr/>
        </p:nvGrpSpPr>
        <p:grpSpPr bwMode="auto">
          <a:xfrm>
            <a:off x="6629400" y="1752600"/>
            <a:ext cx="3505200" cy="1955800"/>
            <a:chOff x="3236" y="2304"/>
            <a:chExt cx="2284" cy="1520"/>
          </a:xfrm>
        </p:grpSpPr>
        <p:grpSp>
          <p:nvGrpSpPr>
            <p:cNvPr id="5134" name="Group 13"/>
            <p:cNvGrpSpPr>
              <a:grpSpLocks/>
            </p:cNvGrpSpPr>
            <p:nvPr/>
          </p:nvGrpSpPr>
          <p:grpSpPr bwMode="auto">
            <a:xfrm>
              <a:off x="3236" y="2304"/>
              <a:ext cx="2284" cy="1520"/>
              <a:chOff x="3236" y="2304"/>
              <a:chExt cx="2284" cy="1520"/>
            </a:xfrm>
          </p:grpSpPr>
          <p:graphicFrame>
            <p:nvGraphicFramePr>
              <p:cNvPr id="5143" name="Object 14"/>
              <p:cNvGraphicFramePr>
                <a:graphicFrameLocks noChangeAspect="1"/>
              </p:cNvGraphicFramePr>
              <p:nvPr/>
            </p:nvGraphicFramePr>
            <p:xfrm>
              <a:off x="3752" y="2618"/>
              <a:ext cx="1362" cy="10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BMP 图象" r:id="rId20" imgW="2161905" imgH="1628571" progId="Paint.Picture">
                      <p:embed/>
                    </p:oleObj>
                  </mc:Choice>
                  <mc:Fallback>
                    <p:oleObj name="BMP 图象" r:id="rId20" imgW="2161905" imgH="1628571" progId="Paint.Picture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52" y="2618"/>
                            <a:ext cx="1362" cy="102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44" name="Object 15"/>
              <p:cNvGraphicFramePr>
                <a:graphicFrameLocks noChangeAspect="1"/>
              </p:cNvGraphicFramePr>
              <p:nvPr/>
            </p:nvGraphicFramePr>
            <p:xfrm>
              <a:off x="3697" y="3616"/>
              <a:ext cx="151" cy="1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2" imgW="241195" imgH="253890" progId="Equation.3">
                      <p:embed/>
                    </p:oleObj>
                  </mc:Choice>
                  <mc:Fallback>
                    <p:oleObj name="公式" r:id="rId22" imgW="241195" imgH="25389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97" y="3616"/>
                            <a:ext cx="151" cy="1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45" name="Object 16"/>
              <p:cNvGraphicFramePr>
                <a:graphicFrameLocks noChangeAspect="1"/>
              </p:cNvGraphicFramePr>
              <p:nvPr/>
            </p:nvGraphicFramePr>
            <p:xfrm>
              <a:off x="5048" y="3616"/>
              <a:ext cx="144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4" imgW="228600" imgH="330200" progId="Equation.3">
                      <p:embed/>
                    </p:oleObj>
                  </mc:Choice>
                  <mc:Fallback>
                    <p:oleObj name="公式" r:id="rId24" imgW="228600" imgH="3302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48" y="3616"/>
                            <a:ext cx="144" cy="2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5146" name="Group 17"/>
              <p:cNvGrpSpPr>
                <a:grpSpLocks/>
              </p:cNvGrpSpPr>
              <p:nvPr/>
            </p:nvGrpSpPr>
            <p:grpSpPr bwMode="auto">
              <a:xfrm>
                <a:off x="3236" y="2304"/>
                <a:ext cx="2284" cy="1504"/>
                <a:chOff x="745" y="1248"/>
                <a:chExt cx="2062" cy="1503"/>
              </a:xfrm>
            </p:grpSpPr>
            <p:sp>
              <p:nvSpPr>
                <p:cNvPr id="5147" name="Line 18"/>
                <p:cNvSpPr>
                  <a:spLocks noChangeShapeType="1"/>
                </p:cNvSpPr>
                <p:nvPr/>
              </p:nvSpPr>
              <p:spPr bwMode="auto">
                <a:xfrm>
                  <a:off x="768" y="2544"/>
                  <a:ext cx="196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48" name="Line 19"/>
                <p:cNvSpPr>
                  <a:spLocks noChangeShapeType="1"/>
                </p:cNvSpPr>
                <p:nvPr/>
              </p:nvSpPr>
              <p:spPr bwMode="auto">
                <a:xfrm flipV="1">
                  <a:off x="960" y="1248"/>
                  <a:ext cx="0" cy="148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5149" name="Object 20"/>
                <p:cNvGraphicFramePr>
                  <a:graphicFrameLocks noChangeAspect="1"/>
                </p:cNvGraphicFramePr>
                <p:nvPr/>
              </p:nvGraphicFramePr>
              <p:xfrm>
                <a:off x="2640" y="2592"/>
                <a:ext cx="167" cy="15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26" imgW="266469" imgH="253780" progId="Equation.3">
                        <p:embed/>
                      </p:oleObj>
                    </mc:Choice>
                    <mc:Fallback>
                      <p:oleObj name="公式" r:id="rId26" imgW="266469" imgH="2537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640" y="2592"/>
                              <a:ext cx="167" cy="15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5150" name="Object 21"/>
                <p:cNvGraphicFramePr>
                  <a:graphicFrameLocks noChangeAspect="1"/>
                </p:cNvGraphicFramePr>
                <p:nvPr/>
              </p:nvGraphicFramePr>
              <p:xfrm>
                <a:off x="745" y="1248"/>
                <a:ext cx="167" cy="20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28" imgW="266584" imgH="330057" progId="Equation.3">
                        <p:embed/>
                      </p:oleObj>
                    </mc:Choice>
                    <mc:Fallback>
                      <p:oleObj name="公式" r:id="rId28" imgW="266584" imgH="330057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45" y="1248"/>
                              <a:ext cx="167" cy="20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5151" name="Object 22"/>
                <p:cNvGraphicFramePr>
                  <a:graphicFrameLocks noChangeAspect="1"/>
                </p:cNvGraphicFramePr>
                <p:nvPr/>
              </p:nvGraphicFramePr>
              <p:xfrm>
                <a:off x="788" y="2572"/>
                <a:ext cx="158" cy="17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30" imgW="228501" imgH="253890" progId="Equation.3">
                        <p:embed/>
                      </p:oleObj>
                    </mc:Choice>
                    <mc:Fallback>
                      <p:oleObj name="公式" r:id="rId30" imgW="228501" imgH="25389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88" y="2572"/>
                              <a:ext cx="158" cy="17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pSp>
          <p:nvGrpSpPr>
            <p:cNvPr id="5135" name="Group 23"/>
            <p:cNvGrpSpPr>
              <a:grpSpLocks/>
            </p:cNvGrpSpPr>
            <p:nvPr/>
          </p:nvGrpSpPr>
          <p:grpSpPr bwMode="auto">
            <a:xfrm>
              <a:off x="4520" y="3184"/>
              <a:ext cx="528" cy="594"/>
              <a:chOff x="4520" y="3184"/>
              <a:chExt cx="528" cy="594"/>
            </a:xfrm>
          </p:grpSpPr>
          <p:sp>
            <p:nvSpPr>
              <p:cNvPr id="5141" name="Line 24"/>
              <p:cNvSpPr>
                <a:spLocks noChangeShapeType="1"/>
              </p:cNvSpPr>
              <p:nvPr/>
            </p:nvSpPr>
            <p:spPr bwMode="auto">
              <a:xfrm>
                <a:off x="4664" y="3184"/>
                <a:ext cx="0" cy="41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5142" name="Object 25"/>
              <p:cNvGraphicFramePr>
                <a:graphicFrameLocks noChangeAspect="1"/>
              </p:cNvGraphicFramePr>
              <p:nvPr/>
            </p:nvGraphicFramePr>
            <p:xfrm>
              <a:off x="4520" y="3616"/>
              <a:ext cx="528" cy="1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2" imgW="1079500" imgH="330200" progId="Equation.3">
                      <p:embed/>
                    </p:oleObj>
                  </mc:Choice>
                  <mc:Fallback>
                    <p:oleObj name="公式" r:id="rId32" imgW="1079500" imgH="3302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20" y="3616"/>
                            <a:ext cx="528" cy="1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5136" name="Object 26"/>
            <p:cNvGraphicFramePr>
              <a:graphicFrameLocks noChangeAspect="1"/>
            </p:cNvGraphicFramePr>
            <p:nvPr/>
          </p:nvGraphicFramePr>
          <p:xfrm>
            <a:off x="3768" y="2784"/>
            <a:ext cx="558" cy="8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MP 图象" r:id="rId34" imgW="847843" imgH="1314286" progId="Paint.Picture">
                    <p:embed/>
                  </p:oleObj>
                </mc:Choice>
                <mc:Fallback>
                  <p:oleObj name="BMP 图象" r:id="rId34" imgW="847843" imgH="1314286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68" y="2784"/>
                          <a:ext cx="558" cy="8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37" name="Object 27"/>
            <p:cNvGraphicFramePr>
              <a:graphicFrameLocks noChangeAspect="1"/>
            </p:cNvGraphicFramePr>
            <p:nvPr/>
          </p:nvGraphicFramePr>
          <p:xfrm>
            <a:off x="3888" y="3198"/>
            <a:ext cx="336" cy="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6" imgW="790514" imgH="361783" progId="Equation.3">
                    <p:embed/>
                  </p:oleObj>
                </mc:Choice>
                <mc:Fallback>
                  <p:oleObj name="公式" r:id="rId36" imgW="790514" imgH="36178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8" y="3198"/>
                          <a:ext cx="336" cy="1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138" name="Group 28"/>
            <p:cNvGrpSpPr>
              <a:grpSpLocks/>
            </p:cNvGrpSpPr>
            <p:nvPr/>
          </p:nvGrpSpPr>
          <p:grpSpPr bwMode="auto">
            <a:xfrm>
              <a:off x="4232" y="2976"/>
              <a:ext cx="167" cy="799"/>
              <a:chOff x="4232" y="2976"/>
              <a:chExt cx="167" cy="799"/>
            </a:xfrm>
          </p:grpSpPr>
          <p:graphicFrame>
            <p:nvGraphicFramePr>
              <p:cNvPr id="5139" name="Object 29"/>
              <p:cNvGraphicFramePr>
                <a:graphicFrameLocks noChangeAspect="1"/>
              </p:cNvGraphicFramePr>
              <p:nvPr/>
            </p:nvGraphicFramePr>
            <p:xfrm>
              <a:off x="4232" y="3616"/>
              <a:ext cx="167" cy="1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8" imgW="218970" imgH="209563" progId="Equation.3">
                      <p:embed/>
                    </p:oleObj>
                  </mc:Choice>
                  <mc:Fallback>
                    <p:oleObj name="公式" r:id="rId38" imgW="218970" imgH="20956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32" y="3616"/>
                            <a:ext cx="167" cy="1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140" name="Line 30"/>
              <p:cNvSpPr>
                <a:spLocks noChangeShapeType="1"/>
              </p:cNvSpPr>
              <p:nvPr/>
            </p:nvSpPr>
            <p:spPr bwMode="auto">
              <a:xfrm>
                <a:off x="4320" y="2976"/>
                <a:ext cx="0" cy="6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7199" name="Line 31"/>
          <p:cNvSpPr>
            <a:spLocks noChangeShapeType="1"/>
          </p:cNvSpPr>
          <p:nvPr/>
        </p:nvSpPr>
        <p:spPr bwMode="auto">
          <a:xfrm>
            <a:off x="8534400" y="2819400"/>
            <a:ext cx="0" cy="609600"/>
          </a:xfrm>
          <a:prstGeom prst="line">
            <a:avLst/>
          </a:prstGeom>
          <a:noFill/>
          <a:ln w="38100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76BF789-513D-41E8-940A-FE6531CB3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552172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7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3" grpId="0" autoUpdateAnimBg="0"/>
      <p:bldP spid="719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7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4880675"/>
              </p:ext>
            </p:extLst>
          </p:nvPr>
        </p:nvGraphicFramePr>
        <p:xfrm>
          <a:off x="1902078" y="2656011"/>
          <a:ext cx="438626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26920" imgH="228600" progId="Equation.DSMT4">
                  <p:embed/>
                </p:oleObj>
              </mc:Choice>
              <mc:Fallback>
                <p:oleObj name="Equation" r:id="rId2" imgW="17269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2078" y="2656011"/>
                        <a:ext cx="4386263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357094"/>
              </p:ext>
            </p:extLst>
          </p:nvPr>
        </p:nvGraphicFramePr>
        <p:xfrm>
          <a:off x="1906882" y="3238624"/>
          <a:ext cx="65405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41320" imgH="241200" progId="Equation.DSMT4">
                  <p:embed/>
                </p:oleObj>
              </mc:Choice>
              <mc:Fallback>
                <p:oleObj name="Equation" r:id="rId4" imgW="26413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6882" y="3238624"/>
                        <a:ext cx="65405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883860"/>
              </p:ext>
            </p:extLst>
          </p:nvPr>
        </p:nvGraphicFramePr>
        <p:xfrm>
          <a:off x="2702494" y="3705224"/>
          <a:ext cx="6530975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844720" imgH="444240" progId="Equation.DSMT4">
                  <p:embed/>
                </p:oleObj>
              </mc:Choice>
              <mc:Fallback>
                <p:oleObj name="Equation" r:id="rId6" imgW="28447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2494" y="3705224"/>
                        <a:ext cx="6530975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0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2378884"/>
              </p:ext>
            </p:extLst>
          </p:nvPr>
        </p:nvGraphicFramePr>
        <p:xfrm>
          <a:off x="1887211" y="4672090"/>
          <a:ext cx="8529269" cy="5954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466800" imgH="241200" progId="Equation.DSMT4">
                  <p:embed/>
                </p:oleObj>
              </mc:Choice>
              <mc:Fallback>
                <p:oleObj name="Equation" r:id="rId8" imgW="34668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7211" y="4672090"/>
                        <a:ext cx="8529269" cy="5954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1380076"/>
              </p:ext>
            </p:extLst>
          </p:nvPr>
        </p:nvGraphicFramePr>
        <p:xfrm>
          <a:off x="1907402" y="839648"/>
          <a:ext cx="3903662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50960" imgH="203040" progId="Equation.DSMT4">
                  <p:embed/>
                </p:oleObj>
              </mc:Choice>
              <mc:Fallback>
                <p:oleObj name="Equation" r:id="rId10" imgW="16509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907402" y="839648"/>
                        <a:ext cx="3903662" cy="481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7484922"/>
              </p:ext>
            </p:extLst>
          </p:nvPr>
        </p:nvGraphicFramePr>
        <p:xfrm>
          <a:off x="2135560" y="1220027"/>
          <a:ext cx="6246813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41320" imgH="330120" progId="Equation.DSMT4">
                  <p:embed/>
                </p:oleObj>
              </mc:Choice>
              <mc:Fallback>
                <p:oleObj name="Equation" r:id="rId12" imgW="264132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135560" y="1220027"/>
                        <a:ext cx="6246813" cy="781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343472" y="818545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注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3128081"/>
              </p:ext>
            </p:extLst>
          </p:nvPr>
        </p:nvGraphicFramePr>
        <p:xfrm>
          <a:off x="1887211" y="2072912"/>
          <a:ext cx="6579843" cy="543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68400" imgH="228600" progId="Equation.DSMT4">
                  <p:embed/>
                </p:oleObj>
              </mc:Choice>
              <mc:Fallback>
                <p:oleObj name="Equation" r:id="rId14" imgW="27684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887211" y="2072912"/>
                        <a:ext cx="6579843" cy="5432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2731108"/>
              </p:ext>
            </p:extLst>
          </p:nvPr>
        </p:nvGraphicFramePr>
        <p:xfrm>
          <a:off x="3215680" y="5114153"/>
          <a:ext cx="4532313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031840" imgH="444240" progId="Equation.DSMT4">
                  <p:embed/>
                </p:oleObj>
              </mc:Choice>
              <mc:Fallback>
                <p:oleObj name="Equation" r:id="rId16" imgW="20318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5680" y="5114153"/>
                        <a:ext cx="4532313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B74D26E-5D68-4BCE-8A41-64F9F870A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3399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75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75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25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2424114" y="765175"/>
            <a:ext cx="39592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b="1">
                <a:latin typeface="Times New Roman" panose="02020603050405020304" pitchFamily="18" charset="0"/>
              </a:rPr>
              <a:t>计算下列导数</a:t>
            </a:r>
          </a:p>
        </p:txBody>
      </p:sp>
      <p:graphicFrame>
        <p:nvGraphicFramePr>
          <p:cNvPr id="819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7288521"/>
              </p:ext>
            </p:extLst>
          </p:nvPr>
        </p:nvGraphicFramePr>
        <p:xfrm>
          <a:off x="1959783" y="1318007"/>
          <a:ext cx="2235200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39600" imgH="406080" progId="Equation.DSMT4">
                  <p:embed/>
                </p:oleObj>
              </mc:Choice>
              <mc:Fallback>
                <p:oleObj name="Equation" r:id="rId2" imgW="9396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9783" y="1318007"/>
                        <a:ext cx="2235200" cy="966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6064452"/>
              </p:ext>
            </p:extLst>
          </p:nvPr>
        </p:nvGraphicFramePr>
        <p:xfrm>
          <a:off x="1986449" y="2293134"/>
          <a:ext cx="2235200" cy="966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39600" imgH="406080" progId="Equation.DSMT4">
                  <p:embed/>
                </p:oleObj>
              </mc:Choice>
              <mc:Fallback>
                <p:oleObj name="Equation" r:id="rId4" imgW="9396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6449" y="2293134"/>
                        <a:ext cx="2235200" cy="966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2876888"/>
              </p:ext>
            </p:extLst>
          </p:nvPr>
        </p:nvGraphicFramePr>
        <p:xfrm>
          <a:off x="1981633" y="3243243"/>
          <a:ext cx="283845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93760" imgH="406080" progId="Equation.DSMT4">
                  <p:embed/>
                </p:oleObj>
              </mc:Choice>
              <mc:Fallback>
                <p:oleObj name="Equation" r:id="rId6" imgW="11937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633" y="3243243"/>
                        <a:ext cx="283845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1979951"/>
              </p:ext>
            </p:extLst>
          </p:nvPr>
        </p:nvGraphicFramePr>
        <p:xfrm>
          <a:off x="2135560" y="4208443"/>
          <a:ext cx="283845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93760" imgH="406080" progId="Equation.DSMT4">
                  <p:embed/>
                </p:oleObj>
              </mc:Choice>
              <mc:Fallback>
                <p:oleObj name="Equation" r:id="rId8" imgW="11937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560" y="4208443"/>
                        <a:ext cx="283845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4335804"/>
              </p:ext>
            </p:extLst>
          </p:nvPr>
        </p:nvGraphicFramePr>
        <p:xfrm>
          <a:off x="4974010" y="4448949"/>
          <a:ext cx="1692275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11000" imgH="203040" progId="Equation.DSMT4">
                  <p:embed/>
                </p:oleObj>
              </mc:Choice>
              <mc:Fallback>
                <p:oleObj name="Equation" r:id="rId10" imgW="711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4010" y="4448949"/>
                        <a:ext cx="1692275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7579194"/>
              </p:ext>
            </p:extLst>
          </p:nvPr>
        </p:nvGraphicFramePr>
        <p:xfrm>
          <a:off x="2135560" y="5173643"/>
          <a:ext cx="329247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84200" imgH="228600" progId="Equation.DSMT4">
                  <p:embed/>
                </p:oleObj>
              </mc:Choice>
              <mc:Fallback>
                <p:oleObj name="Equation" r:id="rId12" imgW="1384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560" y="5173643"/>
                        <a:ext cx="3292475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B250B80-4A8C-43D4-9B60-DD6689B53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43274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1557988"/>
              </p:ext>
            </p:extLst>
          </p:nvPr>
        </p:nvGraphicFramePr>
        <p:xfrm>
          <a:off x="1875545" y="921373"/>
          <a:ext cx="8517466" cy="13469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608153" imgH="1217488" progId="Word.Document.8">
                  <p:embed/>
                </p:oleObj>
              </mc:Choice>
              <mc:Fallback>
                <p:oleObj name="Document" r:id="rId2" imgW="7608153" imgH="121748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5545" y="921373"/>
                        <a:ext cx="8517466" cy="13469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1871838" y="893817"/>
            <a:ext cx="1371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补充</a:t>
            </a:r>
          </a:p>
        </p:txBody>
      </p:sp>
      <p:graphicFrame>
        <p:nvGraphicFramePr>
          <p:cNvPr id="81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7982572"/>
              </p:ext>
            </p:extLst>
          </p:nvPr>
        </p:nvGraphicFramePr>
        <p:xfrm>
          <a:off x="5569620" y="2376241"/>
          <a:ext cx="5091574" cy="4836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724400" imgH="444500" progId="Equation.3">
                  <p:embed/>
                </p:oleObj>
              </mc:Choice>
              <mc:Fallback>
                <p:oleObj name="公式" r:id="rId4" imgW="47244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9620" y="2376241"/>
                        <a:ext cx="5091574" cy="4836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2223134" y="3284537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证</a:t>
            </a:r>
          </a:p>
        </p:txBody>
      </p:sp>
      <p:graphicFrame>
        <p:nvGraphicFramePr>
          <p:cNvPr id="92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5840868"/>
              </p:ext>
            </p:extLst>
          </p:nvPr>
        </p:nvGraphicFramePr>
        <p:xfrm>
          <a:off x="2832734" y="3232209"/>
          <a:ext cx="43561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356100" imgH="711200" progId="Equation.3">
                  <p:embed/>
                </p:oleObj>
              </mc:Choice>
              <mc:Fallback>
                <p:oleObj name="公式" r:id="rId6" imgW="4356100" imgH="71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2734" y="3232209"/>
                        <a:ext cx="435610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0295801"/>
              </p:ext>
            </p:extLst>
          </p:nvPr>
        </p:nvGraphicFramePr>
        <p:xfrm>
          <a:off x="3575720" y="4045200"/>
          <a:ext cx="19939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993900" imgH="660400" progId="Equation.3">
                  <p:embed/>
                </p:oleObj>
              </mc:Choice>
              <mc:Fallback>
                <p:oleObj name="公式" r:id="rId8" imgW="1993900" imgH="660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720" y="4045200"/>
                        <a:ext cx="19939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8349888"/>
              </p:ext>
            </p:extLst>
          </p:nvPr>
        </p:nvGraphicFramePr>
        <p:xfrm>
          <a:off x="5577332" y="4019800"/>
          <a:ext cx="2082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082800" imgH="685800" progId="Equation.3">
                  <p:embed/>
                </p:oleObj>
              </mc:Choice>
              <mc:Fallback>
                <p:oleObj name="公式" r:id="rId10" imgW="208280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7332" y="4019800"/>
                        <a:ext cx="20828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2946419"/>
              </p:ext>
            </p:extLst>
          </p:nvPr>
        </p:nvGraphicFramePr>
        <p:xfrm>
          <a:off x="2135560" y="4781991"/>
          <a:ext cx="6473277" cy="6669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463480" imgH="253800" progId="Equation.DSMT4">
                  <p:embed/>
                </p:oleObj>
              </mc:Choice>
              <mc:Fallback>
                <p:oleObj name="Equation" r:id="rId12" imgW="24634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560" y="4781991"/>
                        <a:ext cx="6473277" cy="6669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8801097"/>
              </p:ext>
            </p:extLst>
          </p:nvPr>
        </p:nvGraphicFramePr>
        <p:xfrm>
          <a:off x="1871838" y="2081497"/>
          <a:ext cx="3628246" cy="9871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3225800" imgH="838200" progId="Equation.3">
                  <p:embed/>
                </p:oleObj>
              </mc:Choice>
              <mc:Fallback>
                <p:oleObj name="公式" r:id="rId14" imgW="32258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1838" y="2081497"/>
                        <a:ext cx="3628246" cy="9871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CE6A522-1520-44BE-AA54-702DE5E4C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946921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1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2438400" y="1066801"/>
            <a:ext cx="236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求</a:t>
            </a:r>
          </a:p>
        </p:txBody>
      </p:sp>
      <p:graphicFrame>
        <p:nvGraphicFramePr>
          <p:cNvPr id="9219" name="Object 3"/>
          <p:cNvGraphicFramePr>
            <a:graphicFrameLocks noChangeAspect="1"/>
          </p:cNvGraphicFramePr>
          <p:nvPr/>
        </p:nvGraphicFramePr>
        <p:xfrm>
          <a:off x="3810000" y="673100"/>
          <a:ext cx="19177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917700" imgH="1117600" progId="Equation.3">
                  <p:embed/>
                </p:oleObj>
              </mc:Choice>
              <mc:Fallback>
                <p:oleObj name="公式" r:id="rId2" imgW="1917700" imgH="1117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673100"/>
                        <a:ext cx="1917700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2438400" y="2819401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0245" name="Object 5"/>
          <p:cNvGraphicFramePr>
            <a:graphicFrameLocks noChangeAspect="1"/>
          </p:cNvGraphicFramePr>
          <p:nvPr/>
        </p:nvGraphicFramePr>
        <p:xfrm>
          <a:off x="3276600" y="2667000"/>
          <a:ext cx="19685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968500" imgH="889000" progId="Equation.3">
                  <p:embed/>
                </p:oleObj>
              </mc:Choice>
              <mc:Fallback>
                <p:oleObj name="公式" r:id="rId4" imgW="19685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667000"/>
                        <a:ext cx="19685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6" name="Object 6"/>
          <p:cNvGraphicFramePr>
            <a:graphicFrameLocks noChangeAspect="1"/>
          </p:cNvGraphicFramePr>
          <p:nvPr/>
        </p:nvGraphicFramePr>
        <p:xfrm>
          <a:off x="5295900" y="2667000"/>
          <a:ext cx="2667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667000" imgH="889000" progId="Equation.3">
                  <p:embed/>
                </p:oleObj>
              </mc:Choice>
              <mc:Fallback>
                <p:oleObj name="公式" r:id="rId6" imgW="26670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5900" y="2667000"/>
                        <a:ext cx="26670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7" name="Object 7"/>
          <p:cNvGraphicFramePr>
            <a:graphicFrameLocks noChangeAspect="1"/>
          </p:cNvGraphicFramePr>
          <p:nvPr/>
        </p:nvGraphicFramePr>
        <p:xfrm>
          <a:off x="3048000" y="3875088"/>
          <a:ext cx="283210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832100" imgH="546100" progId="Equation.3">
                  <p:embed/>
                </p:oleObj>
              </mc:Choice>
              <mc:Fallback>
                <p:oleObj name="公式" r:id="rId8" imgW="2832100" imgH="546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875088"/>
                        <a:ext cx="2832100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8" name="Object 8"/>
          <p:cNvGraphicFramePr>
            <a:graphicFrameLocks noChangeAspect="1"/>
          </p:cNvGraphicFramePr>
          <p:nvPr/>
        </p:nvGraphicFramePr>
        <p:xfrm>
          <a:off x="6121400" y="3816350"/>
          <a:ext cx="2286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286000" imgH="520700" progId="Equation.3">
                  <p:embed/>
                </p:oleObj>
              </mc:Choice>
              <mc:Fallback>
                <p:oleObj name="公式" r:id="rId10" imgW="2286000" imgH="520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1400" y="3816350"/>
                        <a:ext cx="2286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9" name="Object 9"/>
          <p:cNvGraphicFramePr>
            <a:graphicFrameLocks noChangeAspect="1"/>
          </p:cNvGraphicFramePr>
          <p:nvPr/>
        </p:nvGraphicFramePr>
        <p:xfrm>
          <a:off x="3048000" y="4648200"/>
          <a:ext cx="21082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108200" imgH="1092200" progId="Equation.3">
                  <p:embed/>
                </p:oleObj>
              </mc:Choice>
              <mc:Fallback>
                <p:oleObj name="公式" r:id="rId12" imgW="2108200" imgH="1092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648200"/>
                        <a:ext cx="2108200" cy="109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0" name="Object 10"/>
          <p:cNvGraphicFramePr>
            <a:graphicFrameLocks noChangeAspect="1"/>
          </p:cNvGraphicFramePr>
          <p:nvPr/>
        </p:nvGraphicFramePr>
        <p:xfrm>
          <a:off x="5270500" y="4756150"/>
          <a:ext cx="28067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806700" imgH="977900" progId="Equation.3">
                  <p:embed/>
                </p:oleObj>
              </mc:Choice>
              <mc:Fallback>
                <p:oleObj name="公式" r:id="rId14" imgW="2806700" imgH="977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0500" y="4756150"/>
                        <a:ext cx="28067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1" name="Object 11"/>
          <p:cNvGraphicFramePr>
            <a:graphicFrameLocks noChangeAspect="1"/>
          </p:cNvGraphicFramePr>
          <p:nvPr/>
        </p:nvGraphicFramePr>
        <p:xfrm>
          <a:off x="8193088" y="4860925"/>
          <a:ext cx="862012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863225" imgH="888614" progId="Equation.3">
                  <p:embed/>
                </p:oleObj>
              </mc:Choice>
              <mc:Fallback>
                <p:oleObj name="公式" r:id="rId16" imgW="863225" imgH="8886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93088" y="4860925"/>
                        <a:ext cx="862012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52" name="Group 12"/>
          <p:cNvGrpSpPr>
            <a:grpSpLocks/>
          </p:cNvGrpSpPr>
          <p:nvPr/>
        </p:nvGrpSpPr>
        <p:grpSpPr bwMode="auto">
          <a:xfrm>
            <a:off x="2438400" y="1778000"/>
            <a:ext cx="7010400" cy="889000"/>
            <a:chOff x="624" y="1064"/>
            <a:chExt cx="4416" cy="560"/>
          </a:xfrm>
        </p:grpSpPr>
        <p:graphicFrame>
          <p:nvGraphicFramePr>
            <p:cNvPr id="9229" name="Object 13"/>
            <p:cNvGraphicFramePr>
              <a:graphicFrameLocks noChangeAspect="1"/>
            </p:cNvGraphicFramePr>
            <p:nvPr/>
          </p:nvGraphicFramePr>
          <p:xfrm>
            <a:off x="1844" y="1064"/>
            <a:ext cx="151" cy="5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190514" imgH="838251" progId="Equation.3">
                    <p:embed/>
                  </p:oleObj>
                </mc:Choice>
                <mc:Fallback>
                  <p:oleObj name="公式" r:id="rId18" imgW="190514" imgH="83825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44" y="1064"/>
                          <a:ext cx="151" cy="5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30" name="Text Box 14"/>
            <p:cNvSpPr txBox="1">
              <a:spLocks noChangeArrowheads="1"/>
            </p:cNvSpPr>
            <p:nvPr/>
          </p:nvSpPr>
          <p:spPr bwMode="auto">
            <a:xfrm>
              <a:off x="624" y="1200"/>
              <a:ext cx="44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分析：</a:t>
              </a:r>
              <a:r>
                <a:rPr kumimoji="1" lang="zh-CN" altLang="en-US" sz="2800" b="1" dirty="0">
                  <a:latin typeface="Times New Roman" panose="02020603050405020304" pitchFamily="18" charset="0"/>
                </a:rPr>
                <a:t>这是    型不定式，应用洛必达法则</a:t>
              </a:r>
              <a:r>
                <a:rPr kumimoji="1" lang="en-US" altLang="zh-CN" sz="2800" b="1" dirty="0">
                  <a:latin typeface="Times New Roman" panose="02020603050405020304" pitchFamily="18" charset="0"/>
                </a:rPr>
                <a:t>.</a:t>
              </a: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3E690EF-7EF1-4FEF-A702-10DAF1B20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8615936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5016773"/>
              </p:ext>
            </p:extLst>
          </p:nvPr>
        </p:nvGraphicFramePr>
        <p:xfrm>
          <a:off x="2939962" y="653606"/>
          <a:ext cx="3560762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3000" imgH="419040" progId="Equation.DSMT4">
                  <p:embed/>
                </p:oleObj>
              </mc:Choice>
              <mc:Fallback>
                <p:oleObj name="Equation" r:id="rId2" imgW="114300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9962" y="653606"/>
                        <a:ext cx="3560762" cy="1154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9584210"/>
              </p:ext>
            </p:extLst>
          </p:nvPr>
        </p:nvGraphicFramePr>
        <p:xfrm>
          <a:off x="2866619" y="1844231"/>
          <a:ext cx="5018088" cy="1030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803400" imgH="368300" progId="Equation.3">
                  <p:embed/>
                </p:oleObj>
              </mc:Choice>
              <mc:Fallback>
                <p:oleObj name="公式" r:id="rId4" imgW="1803400" imgH="368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6619" y="1844231"/>
                        <a:ext cx="5018088" cy="1030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2489101"/>
              </p:ext>
            </p:extLst>
          </p:nvPr>
        </p:nvGraphicFramePr>
        <p:xfrm>
          <a:off x="3292550" y="5040459"/>
          <a:ext cx="3581400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345616" imgH="253890" progId="Equation.3">
                  <p:embed/>
                </p:oleObj>
              </mc:Choice>
              <mc:Fallback>
                <p:oleObj name="公式" r:id="rId6" imgW="1345616" imgH="25389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2550" y="5040459"/>
                        <a:ext cx="3581400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6681568"/>
              </p:ext>
            </p:extLst>
          </p:nvPr>
        </p:nvGraphicFramePr>
        <p:xfrm>
          <a:off x="2207568" y="3748733"/>
          <a:ext cx="8358188" cy="1131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124200" imgH="419100" progId="Equation.3">
                  <p:embed/>
                </p:oleObj>
              </mc:Choice>
              <mc:Fallback>
                <p:oleObj name="公式" r:id="rId8" imgW="31242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7568" y="3748733"/>
                        <a:ext cx="8358188" cy="1131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258929"/>
              </p:ext>
            </p:extLst>
          </p:nvPr>
        </p:nvGraphicFramePr>
        <p:xfrm>
          <a:off x="6873950" y="5013176"/>
          <a:ext cx="3048000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155700" imgH="228600" progId="Equation.3">
                  <p:embed/>
                </p:oleObj>
              </mc:Choice>
              <mc:Fallback>
                <p:oleObj name="公式" r:id="rId10" imgW="11557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3950" y="5013176"/>
                        <a:ext cx="3048000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0543929"/>
              </p:ext>
            </p:extLst>
          </p:nvPr>
        </p:nvGraphicFramePr>
        <p:xfrm>
          <a:off x="4367808" y="2708920"/>
          <a:ext cx="3575050" cy="103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295400" imgH="368300" progId="Equation.3">
                  <p:embed/>
                </p:oleObj>
              </mc:Choice>
              <mc:Fallback>
                <p:oleObj name="公式" r:id="rId12" imgW="1295400" imgH="368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7808" y="2708920"/>
                        <a:ext cx="3575050" cy="1039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2050329" y="2182431"/>
            <a:ext cx="59663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endParaRPr kumimoji="1"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50329" y="938274"/>
            <a:ext cx="8002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例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440F5BB-ED08-401A-8033-40F6BF329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7410586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75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7542893"/>
              </p:ext>
            </p:extLst>
          </p:nvPr>
        </p:nvGraphicFramePr>
        <p:xfrm>
          <a:off x="2314433" y="611413"/>
          <a:ext cx="6085823" cy="1643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27200" imgH="736560" progId="Equation.DSMT4">
                  <p:embed/>
                </p:oleObj>
              </mc:Choice>
              <mc:Fallback>
                <p:oleObj name="Equation" r:id="rId2" imgW="2527200" imgH="736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4433" y="611413"/>
                        <a:ext cx="6085823" cy="1643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0091547"/>
              </p:ext>
            </p:extLst>
          </p:nvPr>
        </p:nvGraphicFramePr>
        <p:xfrm>
          <a:off x="2970328" y="2530795"/>
          <a:ext cx="3773744" cy="5000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548728" imgH="215806" progId="Equation.3">
                  <p:embed/>
                </p:oleObj>
              </mc:Choice>
              <mc:Fallback>
                <p:oleObj name="公式" r:id="rId4" imgW="1548728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0328" y="2530795"/>
                        <a:ext cx="3773744" cy="5000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0504400"/>
              </p:ext>
            </p:extLst>
          </p:nvPr>
        </p:nvGraphicFramePr>
        <p:xfrm>
          <a:off x="3733800" y="2971800"/>
          <a:ext cx="3154288" cy="96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294838" imgH="406224" progId="Equation.3">
                  <p:embed/>
                </p:oleObj>
              </mc:Choice>
              <mc:Fallback>
                <p:oleObj name="公式" r:id="rId6" imgW="1294838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2971800"/>
                        <a:ext cx="3154288" cy="96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5371791"/>
              </p:ext>
            </p:extLst>
          </p:nvPr>
        </p:nvGraphicFramePr>
        <p:xfrm>
          <a:off x="2829646" y="3984435"/>
          <a:ext cx="1898202" cy="9477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761669" imgH="406224" progId="Equation.3">
                  <p:embed/>
                </p:oleObj>
              </mc:Choice>
              <mc:Fallback>
                <p:oleObj name="公式" r:id="rId8" imgW="761669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9646" y="3984435"/>
                        <a:ext cx="1898202" cy="9477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4433873"/>
              </p:ext>
            </p:extLst>
          </p:nvPr>
        </p:nvGraphicFramePr>
        <p:xfrm>
          <a:off x="4727848" y="3933375"/>
          <a:ext cx="2212773" cy="948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952087" imgH="406224" progId="Equation.3">
                  <p:embed/>
                </p:oleObj>
              </mc:Choice>
              <mc:Fallback>
                <p:oleObj name="公式" r:id="rId10" imgW="952087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7848" y="3933375"/>
                        <a:ext cx="2212773" cy="9483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1" name="Text Box 7"/>
          <p:cNvSpPr txBox="1">
            <a:spLocks noChangeArrowheads="1"/>
          </p:cNvSpPr>
          <p:nvPr/>
        </p:nvSpPr>
        <p:spPr bwMode="auto">
          <a:xfrm>
            <a:off x="2297645" y="2497121"/>
            <a:ext cx="5453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  <a:endParaRPr kumimoji="1" lang="en-US" altLang="zh-CN" sz="2800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12296" name="Text Box 8"/>
          <p:cNvSpPr txBox="1">
            <a:spLocks noChangeArrowheads="1"/>
          </p:cNvSpPr>
          <p:nvPr/>
        </p:nvSpPr>
        <p:spPr bwMode="auto">
          <a:xfrm>
            <a:off x="2063552" y="4983278"/>
            <a:ext cx="828092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[</a:t>
            </a:r>
            <a:r>
              <a:rPr kumimoji="1"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注意</a:t>
            </a:r>
            <a:r>
              <a:rPr kumimoji="1" lang="en-US" altLang="zh-CN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]  </a:t>
            </a:r>
            <a:r>
              <a:rPr kumimoji="1"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变上限积分给出一种表示函数的方法，对    这种函数也可以讨论各种性质</a:t>
            </a:r>
            <a:r>
              <a:rPr kumimoji="1" lang="en-US" altLang="zh-CN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.</a:t>
            </a:r>
            <a:endParaRPr kumimoji="1" lang="zh-CN" altLang="en-US" sz="2800" b="1" dirty="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423592" y="683878"/>
            <a:ext cx="7248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D089163-EA1A-48C9-9850-CF48A1D1B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5771829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7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6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/>
          <p:cNvSpPr>
            <a:spLocks noGrp="1" noChangeArrowheads="1"/>
          </p:cNvSpPr>
          <p:nvPr>
            <p:ph type="title"/>
          </p:nvPr>
        </p:nvSpPr>
        <p:spPr>
          <a:xfrm>
            <a:off x="2071688" y="763633"/>
            <a:ext cx="3339480" cy="726026"/>
          </a:xfrm>
        </p:spPr>
        <p:txBody>
          <a:bodyPr/>
          <a:lstStyle/>
          <a:p>
            <a:pPr algn="l" eaLnBrk="1" hangingPunct="1"/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3200" b="1" dirty="0"/>
              <a:t>   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求函数</a:t>
            </a:r>
            <a:endParaRPr lang="zh-CN" altLang="en-US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291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1229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209459"/>
              </p:ext>
            </p:extLst>
          </p:nvPr>
        </p:nvGraphicFramePr>
        <p:xfrm>
          <a:off x="4338674" y="622630"/>
          <a:ext cx="3496531" cy="874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09400" imgH="355320" progId="Equation.DSMT4">
                  <p:embed/>
                </p:oleObj>
              </mc:Choice>
              <mc:Fallback>
                <p:oleObj name="Equation" r:id="rId2" imgW="140940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8674" y="622630"/>
                        <a:ext cx="3496531" cy="8747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5" name="Rectangle 7"/>
          <p:cNvSpPr>
            <a:spLocks noChangeArrowheads="1"/>
          </p:cNvSpPr>
          <p:nvPr/>
        </p:nvSpPr>
        <p:spPr bwMode="auto">
          <a:xfrm>
            <a:off x="2085473" y="2107655"/>
            <a:ext cx="56141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解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sp>
        <p:nvSpPr>
          <p:cNvPr id="12294" name="Rectangle 9"/>
          <p:cNvSpPr>
            <a:spLocks noChangeArrowheads="1"/>
          </p:cNvSpPr>
          <p:nvPr/>
        </p:nvSpPr>
        <p:spPr bwMode="auto">
          <a:xfrm>
            <a:off x="1524001" y="31157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2253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8630018"/>
              </p:ext>
            </p:extLst>
          </p:nvPr>
        </p:nvGraphicFramePr>
        <p:xfrm>
          <a:off x="2999656" y="2009767"/>
          <a:ext cx="4362450" cy="652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14320" imgH="253800" progId="Equation.DSMT4">
                  <p:embed/>
                </p:oleObj>
              </mc:Choice>
              <mc:Fallback>
                <p:oleObj name="Equation" r:id="rId4" imgW="171432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9656" y="2009767"/>
                        <a:ext cx="4362450" cy="652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8" name="Rectangle 10"/>
          <p:cNvSpPr>
            <a:spLocks noChangeArrowheads="1"/>
          </p:cNvSpPr>
          <p:nvPr/>
        </p:nvSpPr>
        <p:spPr bwMode="auto">
          <a:xfrm>
            <a:off x="2001324" y="2818961"/>
            <a:ext cx="1226096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dirty="0"/>
              <a:t> </a:t>
            </a:r>
            <a:r>
              <a:rPr lang="zh-CN" altLang="en-US" b="1" dirty="0"/>
              <a:t>解得 </a:t>
            </a:r>
          </a:p>
        </p:txBody>
      </p:sp>
      <p:graphicFrame>
        <p:nvGraphicFramePr>
          <p:cNvPr id="2253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3039141"/>
              </p:ext>
            </p:extLst>
          </p:nvPr>
        </p:nvGraphicFramePr>
        <p:xfrm>
          <a:off x="3184525" y="2838450"/>
          <a:ext cx="2297113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02960" imgH="241200" progId="Equation.DSMT4">
                  <p:embed/>
                </p:oleObj>
              </mc:Choice>
              <mc:Fallback>
                <p:oleObj name="Equation" r:id="rId6" imgW="10029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4525" y="2838450"/>
                        <a:ext cx="2297113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8" name="Rectangle 14"/>
          <p:cNvSpPr>
            <a:spLocks noChangeArrowheads="1"/>
          </p:cNvSpPr>
          <p:nvPr/>
        </p:nvSpPr>
        <p:spPr bwMode="auto">
          <a:xfrm>
            <a:off x="1524001" y="31443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2254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3857920"/>
              </p:ext>
            </p:extLst>
          </p:nvPr>
        </p:nvGraphicFramePr>
        <p:xfrm>
          <a:off x="2342981" y="3609106"/>
          <a:ext cx="1557456" cy="5119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09480" imgH="203040" progId="Equation.DSMT4">
                  <p:embed/>
                </p:oleObj>
              </mc:Choice>
              <mc:Fallback>
                <p:oleObj name="Equation" r:id="rId8" imgW="609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2981" y="3609106"/>
                        <a:ext cx="1557456" cy="5119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0" name="Rectangle 16"/>
          <p:cNvSpPr>
            <a:spLocks noChangeArrowheads="1"/>
          </p:cNvSpPr>
          <p:nvPr/>
        </p:nvSpPr>
        <p:spPr bwMode="auto">
          <a:xfrm>
            <a:off x="1524001" y="30776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2254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9352681"/>
              </p:ext>
            </p:extLst>
          </p:nvPr>
        </p:nvGraphicFramePr>
        <p:xfrm>
          <a:off x="4110038" y="3390900"/>
          <a:ext cx="534035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33360" imgH="330120" progId="Equation.DSMT4">
                  <p:embed/>
                </p:oleObj>
              </mc:Choice>
              <mc:Fallback>
                <p:oleObj name="Equation" r:id="rId10" imgW="21333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0038" y="3390900"/>
                        <a:ext cx="5340350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2" name="Rectangle 18"/>
          <p:cNvSpPr>
            <a:spLocks noChangeArrowheads="1"/>
          </p:cNvSpPr>
          <p:nvPr/>
        </p:nvSpPr>
        <p:spPr bwMode="auto">
          <a:xfrm>
            <a:off x="1524001" y="30776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2254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8385734"/>
              </p:ext>
            </p:extLst>
          </p:nvPr>
        </p:nvGraphicFramePr>
        <p:xfrm>
          <a:off x="2071688" y="4211638"/>
          <a:ext cx="7699375" cy="842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162240" imgH="342720" progId="Equation.DSMT4">
                  <p:embed/>
                </p:oleObj>
              </mc:Choice>
              <mc:Fallback>
                <p:oleObj name="Equation" r:id="rId12" imgW="316224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688" y="4211638"/>
                        <a:ext cx="7699375" cy="842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7" name="Rectangle 19"/>
          <p:cNvSpPr>
            <a:spLocks noChangeArrowheads="1"/>
          </p:cNvSpPr>
          <p:nvPr/>
        </p:nvSpPr>
        <p:spPr bwMode="auto">
          <a:xfrm>
            <a:off x="2037024" y="5061744"/>
            <a:ext cx="2819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/>
              <a:t>所以</a:t>
            </a:r>
            <a:r>
              <a:rPr lang="en-US" altLang="zh-CN" b="1" dirty="0"/>
              <a:t>, </a:t>
            </a:r>
            <a:r>
              <a:rPr lang="zh-CN" altLang="en-US" b="1" dirty="0"/>
              <a:t>最大值 </a:t>
            </a:r>
          </a:p>
        </p:txBody>
      </p:sp>
      <p:sp>
        <p:nvSpPr>
          <p:cNvPr id="12305" name="Rectangle 21"/>
          <p:cNvSpPr>
            <a:spLocks noChangeArrowheads="1"/>
          </p:cNvSpPr>
          <p:nvPr/>
        </p:nvSpPr>
        <p:spPr bwMode="auto">
          <a:xfrm>
            <a:off x="1524001" y="31252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2254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8893258"/>
              </p:ext>
            </p:extLst>
          </p:nvPr>
        </p:nvGraphicFramePr>
        <p:xfrm>
          <a:off x="4511824" y="5035119"/>
          <a:ext cx="3795713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511300" imgH="254000" progId="Equation.DSMT4">
                  <p:embed/>
                </p:oleObj>
              </mc:Choice>
              <mc:Fallback>
                <p:oleObj name="Equation" r:id="rId14" imgW="1511300" imgH="254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824" y="5035119"/>
                        <a:ext cx="3795713" cy="62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51" name="Rectangle 23"/>
          <p:cNvSpPr>
            <a:spLocks noChangeArrowheads="1"/>
          </p:cNvSpPr>
          <p:nvPr/>
        </p:nvSpPr>
        <p:spPr bwMode="auto">
          <a:xfrm>
            <a:off x="4022725" y="5693568"/>
            <a:ext cx="1752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/>
              <a:t>最小值</a:t>
            </a:r>
            <a:r>
              <a:rPr lang="zh-CN" altLang="en-US" dirty="0"/>
              <a:t> </a:t>
            </a:r>
          </a:p>
        </p:txBody>
      </p:sp>
      <p:sp>
        <p:nvSpPr>
          <p:cNvPr id="12308" name="Rectangle 25"/>
          <p:cNvSpPr>
            <a:spLocks noChangeArrowheads="1"/>
          </p:cNvSpPr>
          <p:nvPr/>
        </p:nvSpPr>
        <p:spPr bwMode="auto">
          <a:xfrm>
            <a:off x="1524001" y="31443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22552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2873355"/>
              </p:ext>
            </p:extLst>
          </p:nvPr>
        </p:nvGraphicFramePr>
        <p:xfrm>
          <a:off x="5591944" y="5733256"/>
          <a:ext cx="2376488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990360" imgH="228600" progId="Equation.DSMT4">
                  <p:embed/>
                </p:oleObj>
              </mc:Choice>
              <mc:Fallback>
                <p:oleObj name="Equation" r:id="rId16" imgW="9903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1944" y="5733256"/>
                        <a:ext cx="2376488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10" name="Text Box 26"/>
          <p:cNvSpPr txBox="1">
            <a:spLocks noChangeArrowheads="1"/>
          </p:cNvSpPr>
          <p:nvPr/>
        </p:nvSpPr>
        <p:spPr bwMode="auto">
          <a:xfrm>
            <a:off x="2013340" y="1435644"/>
            <a:ext cx="3824286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/>
              <a:t>的最大值与最小值</a:t>
            </a:r>
            <a:r>
              <a:rPr lang="en-US" altLang="zh-CN" dirty="0"/>
              <a:t>.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DCA2183-65E1-41FA-99E3-39ABF01A8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7150-5C3E-4439-B216-5F65A4C7C309}" type="slidenum">
              <a:rPr lang="zh-CN" altLang="en-US" smtClean="0"/>
              <a:pPr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0602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2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2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2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2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5" grpId="0"/>
      <p:bldP spid="22538" grpId="0"/>
      <p:bldP spid="22547" grpId="0"/>
      <p:bldP spid="2255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Box 2"/>
          <p:cNvSpPr txBox="1">
            <a:spLocks noChangeArrowheads="1"/>
          </p:cNvSpPr>
          <p:nvPr/>
        </p:nvSpPr>
        <p:spPr bwMode="auto">
          <a:xfrm>
            <a:off x="2638634" y="634848"/>
            <a:ext cx="36099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被积函数含有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的情形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8448454"/>
              </p:ext>
            </p:extLst>
          </p:nvPr>
        </p:nvGraphicFramePr>
        <p:xfrm>
          <a:off x="2390895" y="1107210"/>
          <a:ext cx="4876800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24100" imgH="444500" progId="Equation.DSMT4">
                  <p:embed/>
                </p:oleObj>
              </mc:Choice>
              <mc:Fallback>
                <p:oleObj name="Equation" r:id="rId2" imgW="2324100" imgH="444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0895" y="1107210"/>
                        <a:ext cx="4876800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6233846"/>
              </p:ext>
            </p:extLst>
          </p:nvPr>
        </p:nvGraphicFramePr>
        <p:xfrm>
          <a:off x="3229095" y="1976285"/>
          <a:ext cx="4038600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79600" imgH="330200" progId="Equation.DSMT4">
                  <p:embed/>
                </p:oleObj>
              </mc:Choice>
              <mc:Fallback>
                <p:oleObj name="Equation" r:id="rId4" imgW="18796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9095" y="1976285"/>
                        <a:ext cx="4038600" cy="709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1976109" y="2714550"/>
            <a:ext cx="8598089" cy="817562"/>
            <a:chOff x="457200" y="2624528"/>
            <a:chExt cx="8597361" cy="817890"/>
          </a:xfrm>
        </p:grpSpPr>
        <p:sp>
          <p:nvSpPr>
            <p:cNvPr id="13323" name="TextBox 5"/>
            <p:cNvSpPr txBox="1">
              <a:spLocks noChangeArrowheads="1"/>
            </p:cNvSpPr>
            <p:nvPr/>
          </p:nvSpPr>
          <p:spPr bwMode="auto">
            <a:xfrm>
              <a:off x="457200" y="2743200"/>
              <a:ext cx="1503811" cy="523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例</a:t>
              </a:r>
              <a:r>
                <a:rPr lang="en-US" altLang="zh-CN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zh-CN" altLang="en-US" sz="2800" b="1" dirty="0">
                  <a:solidFill>
                    <a:srgbClr val="FF0000"/>
                  </a:solidFill>
                </a:rPr>
                <a:t> </a:t>
              </a:r>
              <a:r>
                <a:rPr lang="zh-CN" altLang="en-US" sz="2800" b="1" dirty="0"/>
                <a:t>   求</a:t>
              </a:r>
            </a:p>
          </p:txBody>
        </p:sp>
        <p:graphicFrame>
          <p:nvGraphicFramePr>
            <p:cNvPr id="13324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96852566"/>
                </p:ext>
              </p:extLst>
            </p:nvPr>
          </p:nvGraphicFramePr>
          <p:xfrm>
            <a:off x="1873537" y="2624528"/>
            <a:ext cx="2785938" cy="8178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383699" imgH="406224" progId="Equation.DSMT4">
                    <p:embed/>
                  </p:oleObj>
                </mc:Choice>
                <mc:Fallback>
                  <p:oleObj name="Equation" r:id="rId6" imgW="1383699" imgH="406224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3537" y="2624528"/>
                          <a:ext cx="2785938" cy="8178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5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20890214"/>
                </p:ext>
              </p:extLst>
            </p:nvPr>
          </p:nvGraphicFramePr>
          <p:xfrm>
            <a:off x="5485921" y="2826499"/>
            <a:ext cx="828676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68140" imgH="203112" progId="Equation.DSMT4">
                    <p:embed/>
                  </p:oleObj>
                </mc:Choice>
                <mc:Fallback>
                  <p:oleObj name="Equation" r:id="rId8" imgW="368140" imgH="20311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85921" y="2826499"/>
                          <a:ext cx="828676" cy="457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6" name="TextBox 8"/>
            <p:cNvSpPr txBox="1">
              <a:spLocks noChangeArrowheads="1"/>
            </p:cNvSpPr>
            <p:nvPr/>
          </p:nvSpPr>
          <p:spPr bwMode="auto">
            <a:xfrm>
              <a:off x="4729338" y="2760480"/>
              <a:ext cx="432522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/>
                <a:t>其中        为已知连续函数</a:t>
              </a:r>
              <a:r>
                <a:rPr lang="en-US" altLang="zh-CN" sz="2800" b="1" dirty="0"/>
                <a:t>.</a:t>
              </a:r>
              <a:endParaRPr lang="zh-CN" altLang="en-US" sz="2800" b="1" dirty="0"/>
            </a:p>
          </p:txBody>
        </p:sp>
      </p:grp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995488" y="3679733"/>
            <a:ext cx="5445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2542626"/>
              </p:ext>
            </p:extLst>
          </p:nvPr>
        </p:nvGraphicFramePr>
        <p:xfrm>
          <a:off x="2855640" y="3609938"/>
          <a:ext cx="639762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844800" imgH="330200" progId="Equation.DSMT4">
                  <p:embed/>
                </p:oleObj>
              </mc:Choice>
              <mc:Fallback>
                <p:oleObj name="Equation" r:id="rId10" imgW="28448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640" y="3609938"/>
                        <a:ext cx="6397625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1995488" y="4606740"/>
            <a:ext cx="9032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所以</a:t>
            </a: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3295326"/>
              </p:ext>
            </p:extLst>
          </p:nvPr>
        </p:nvGraphicFramePr>
        <p:xfrm>
          <a:off x="3100758" y="4435473"/>
          <a:ext cx="7304087" cy="855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467100" imgH="406400" progId="Equation.DSMT4">
                  <p:embed/>
                </p:oleObj>
              </mc:Choice>
              <mc:Fallback>
                <p:oleObj name="Equation" r:id="rId12" imgW="34671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0758" y="4435473"/>
                        <a:ext cx="7304087" cy="855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7521056"/>
              </p:ext>
            </p:extLst>
          </p:nvPr>
        </p:nvGraphicFramePr>
        <p:xfrm>
          <a:off x="3791744" y="5258313"/>
          <a:ext cx="1981200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52087" imgH="330057" progId="Equation.DSMT4">
                  <p:embed/>
                </p:oleObj>
              </mc:Choice>
              <mc:Fallback>
                <p:oleObj name="Equation" r:id="rId14" imgW="952087" imgH="33005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1744" y="5258313"/>
                        <a:ext cx="1981200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42899FE-C674-4B9C-AAA8-0228B4CBE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7150-5C3E-4439-B216-5F65A4C7C309}" type="slidenum">
              <a:rPr lang="zh-CN" altLang="en-US" smtClean="0"/>
              <a:pPr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76303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6695048"/>
              </p:ext>
            </p:extLst>
          </p:nvPr>
        </p:nvGraphicFramePr>
        <p:xfrm>
          <a:off x="3162299" y="1335605"/>
          <a:ext cx="6246069" cy="5925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224624" imgH="594344" progId="Word.Document.8">
                  <p:embed/>
                </p:oleObj>
              </mc:Choice>
              <mc:Fallback>
                <p:oleObj name="Document" r:id="rId2" imgW="6224624" imgH="59434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2299" y="1335605"/>
                        <a:ext cx="6246069" cy="5925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2396633" y="3333924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证：</a:t>
            </a:r>
            <a:endParaRPr kumimoji="1" lang="zh-CN" altLang="en-US" sz="2800" b="1" dirty="0">
              <a:latin typeface="宋体" panose="02010600030101010101" pitchFamily="2" charset="-122"/>
            </a:endParaRPr>
          </a:p>
        </p:txBody>
      </p:sp>
      <p:graphicFrame>
        <p:nvGraphicFramePr>
          <p:cNvPr id="297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1752488"/>
              </p:ext>
            </p:extLst>
          </p:nvPr>
        </p:nvGraphicFramePr>
        <p:xfrm>
          <a:off x="2606036" y="4548264"/>
          <a:ext cx="7519988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60360" imgH="558720" progId="Equation.DSMT4">
                  <p:embed/>
                </p:oleObj>
              </mc:Choice>
              <mc:Fallback>
                <p:oleObj name="Equation" r:id="rId4" imgW="3060360" imgH="558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6036" y="4548264"/>
                        <a:ext cx="7519988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1421600"/>
              </p:ext>
            </p:extLst>
          </p:nvPr>
        </p:nvGraphicFramePr>
        <p:xfrm>
          <a:off x="3024343" y="3272829"/>
          <a:ext cx="3143665" cy="77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33440" imgH="330120" progId="Equation.DSMT4">
                  <p:embed/>
                </p:oleObj>
              </mc:Choice>
              <mc:Fallback>
                <p:oleObj name="Equation" r:id="rId6" imgW="133344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4343" y="3272829"/>
                        <a:ext cx="3143665" cy="77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2" name="Text Box 6"/>
          <p:cNvSpPr txBox="1">
            <a:spLocks noChangeArrowheads="1"/>
          </p:cNvSpPr>
          <p:nvPr/>
        </p:nvSpPr>
        <p:spPr bwMode="auto">
          <a:xfrm>
            <a:off x="2367136" y="4030154"/>
            <a:ext cx="556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由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Lagrange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微分中值定理知存在</a:t>
            </a:r>
          </a:p>
        </p:txBody>
      </p:sp>
      <p:graphicFrame>
        <p:nvGraphicFramePr>
          <p:cNvPr id="1434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379917"/>
              </p:ext>
            </p:extLst>
          </p:nvPr>
        </p:nvGraphicFramePr>
        <p:xfrm>
          <a:off x="2533650" y="1861144"/>
          <a:ext cx="7018734" cy="7129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6829805" imgH="698382" progId="Word.Document.8">
                  <p:embed/>
                </p:oleObj>
              </mc:Choice>
              <mc:Fallback>
                <p:oleObj name="Document" r:id="rId8" imgW="6829805" imgH="69838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3650" y="1861144"/>
                        <a:ext cx="7018734" cy="7129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4997092"/>
              </p:ext>
            </p:extLst>
          </p:nvPr>
        </p:nvGraphicFramePr>
        <p:xfrm>
          <a:off x="2533650" y="2433431"/>
          <a:ext cx="6802710" cy="8031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6636118" imgH="792339" progId="Word.Document.8">
                  <p:embed/>
                </p:oleObj>
              </mc:Choice>
              <mc:Fallback>
                <p:oleObj name="Document" r:id="rId10" imgW="6636118" imgH="79233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3650" y="2433431"/>
                        <a:ext cx="6802710" cy="8031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5" name="Text Box 9"/>
          <p:cNvSpPr txBox="1">
            <a:spLocks noChangeArrowheads="1"/>
          </p:cNvSpPr>
          <p:nvPr/>
        </p:nvSpPr>
        <p:spPr bwMode="auto">
          <a:xfrm>
            <a:off x="2360201" y="782396"/>
            <a:ext cx="3877816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（积分中值定理改进）</a:t>
            </a:r>
          </a:p>
        </p:txBody>
      </p:sp>
      <p:sp>
        <p:nvSpPr>
          <p:cNvPr id="29707" name="Text Box 11"/>
          <p:cNvSpPr txBox="1">
            <a:spLocks noChangeArrowheads="1"/>
          </p:cNvSpPr>
          <p:nvPr/>
        </p:nvSpPr>
        <p:spPr bwMode="auto">
          <a:xfrm>
            <a:off x="6525049" y="3422482"/>
            <a:ext cx="541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则</a:t>
            </a:r>
          </a:p>
        </p:txBody>
      </p:sp>
      <p:graphicFrame>
        <p:nvGraphicFramePr>
          <p:cNvPr id="2970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7876529"/>
              </p:ext>
            </p:extLst>
          </p:nvPr>
        </p:nvGraphicFramePr>
        <p:xfrm>
          <a:off x="7064697" y="3483080"/>
          <a:ext cx="3152579" cy="490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07880" imgH="203040" progId="Equation.DSMT4">
                  <p:embed/>
                </p:oleObj>
              </mc:Choice>
              <mc:Fallback>
                <p:oleObj name="Equation" r:id="rId12" imgW="1307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4697" y="3483080"/>
                        <a:ext cx="3152579" cy="4900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8948162"/>
              </p:ext>
            </p:extLst>
          </p:nvPr>
        </p:nvGraphicFramePr>
        <p:xfrm>
          <a:off x="7571913" y="4020867"/>
          <a:ext cx="2279352" cy="5376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14400" imgH="215640" progId="Equation.DSMT4">
                  <p:embed/>
                </p:oleObj>
              </mc:Choice>
              <mc:Fallback>
                <p:oleObj name="Equation" r:id="rId14" imgW="9144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1913" y="4020867"/>
                        <a:ext cx="2279352" cy="5376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E9A8D0F-9987-4EA4-9A7D-4554B1B8D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058564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9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autoUpdateAnimBg="0"/>
      <p:bldP spid="29702" grpId="0" autoUpdateAnimBg="0"/>
      <p:bldP spid="2970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1"/>
          <p:cNvSpPr txBox="1">
            <a:spLocks noChangeArrowheads="1"/>
          </p:cNvSpPr>
          <p:nvPr/>
        </p:nvSpPr>
        <p:spPr bwMode="auto">
          <a:xfrm>
            <a:off x="1928814" y="699950"/>
            <a:ext cx="483497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例</a:t>
            </a:r>
            <a:r>
              <a:rPr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zh-CN" alt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zh-CN" altLang="en-US" sz="2800" b="1" dirty="0"/>
              <a:t>设实数                  满足</a:t>
            </a:r>
          </a:p>
        </p:txBody>
      </p:sp>
      <p:graphicFrame>
        <p:nvGraphicFramePr>
          <p:cNvPr id="1536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5309298"/>
              </p:ext>
            </p:extLst>
          </p:nvPr>
        </p:nvGraphicFramePr>
        <p:xfrm>
          <a:off x="4114800" y="704851"/>
          <a:ext cx="1752600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61669" imgH="228501" progId="Equation.DSMT4">
                  <p:embed/>
                </p:oleObj>
              </mc:Choice>
              <mc:Fallback>
                <p:oleObj name="Equation" r:id="rId2" imgW="761669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704851"/>
                        <a:ext cx="1752600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4" name="对象 3"/>
          <p:cNvGraphicFramePr>
            <a:graphicFrameLocks noChangeAspect="1"/>
          </p:cNvGraphicFramePr>
          <p:nvPr/>
        </p:nvGraphicFramePr>
        <p:xfrm>
          <a:off x="6705600" y="479425"/>
          <a:ext cx="3208338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97950" imgH="406224" progId="Equation.DSMT4">
                  <p:embed/>
                </p:oleObj>
              </mc:Choice>
              <mc:Fallback>
                <p:oleObj name="Equation" r:id="rId4" imgW="1497950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479425"/>
                        <a:ext cx="3208338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5" name="TextBox 4"/>
          <p:cNvSpPr txBox="1">
            <a:spLocks noChangeArrowheads="1"/>
          </p:cNvSpPr>
          <p:nvPr/>
        </p:nvSpPr>
        <p:spPr bwMode="auto">
          <a:xfrm>
            <a:off x="1905000" y="1366839"/>
            <a:ext cx="83883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试证方程                               在       间至少有一实根</a:t>
            </a:r>
            <a:r>
              <a:rPr lang="en-US" altLang="zh-CN" sz="2800" b="1"/>
              <a:t>.</a:t>
            </a:r>
            <a:endParaRPr lang="zh-CN" altLang="en-US" sz="2800" b="1"/>
          </a:p>
        </p:txBody>
      </p:sp>
      <p:graphicFrame>
        <p:nvGraphicFramePr>
          <p:cNvPr id="15366" name="对象 5"/>
          <p:cNvGraphicFramePr>
            <a:graphicFrameLocks noChangeAspect="1"/>
          </p:cNvGraphicFramePr>
          <p:nvPr/>
        </p:nvGraphicFramePr>
        <p:xfrm>
          <a:off x="3505200" y="1414463"/>
          <a:ext cx="2971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85900" imgH="241300" progId="Equation.DSMT4">
                  <p:embed/>
                </p:oleObj>
              </mc:Choice>
              <mc:Fallback>
                <p:oleObj name="Equation" r:id="rId6" imgW="1485900" imgH="241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1414463"/>
                        <a:ext cx="29718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7" name="对象 6"/>
          <p:cNvGraphicFramePr>
            <a:graphicFrameLocks noChangeAspect="1"/>
          </p:cNvGraphicFramePr>
          <p:nvPr/>
        </p:nvGraphicFramePr>
        <p:xfrm>
          <a:off x="6886575" y="1457325"/>
          <a:ext cx="674688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42751" imgH="203112" progId="Equation.DSMT4">
                  <p:embed/>
                </p:oleObj>
              </mc:Choice>
              <mc:Fallback>
                <p:oleObj name="Equation" r:id="rId8" imgW="342751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6575" y="1457325"/>
                        <a:ext cx="674688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1928814" y="2057401"/>
            <a:ext cx="542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证</a:t>
            </a:r>
          </a:p>
        </p:txBody>
      </p:sp>
      <p:grpSp>
        <p:nvGrpSpPr>
          <p:cNvPr id="19" name="组合 18"/>
          <p:cNvGrpSpPr>
            <a:grpSpLocks/>
          </p:cNvGrpSpPr>
          <p:nvPr/>
        </p:nvGrpSpPr>
        <p:grpSpPr bwMode="auto">
          <a:xfrm>
            <a:off x="2635251" y="2057401"/>
            <a:ext cx="5033963" cy="525463"/>
            <a:chOff x="1110762" y="2057400"/>
            <a:chExt cx="5033677" cy="525535"/>
          </a:xfrm>
        </p:grpSpPr>
        <p:sp>
          <p:nvSpPr>
            <p:cNvPr id="15378" name="TextBox 8"/>
            <p:cNvSpPr txBox="1">
              <a:spLocks noChangeArrowheads="1"/>
            </p:cNvSpPr>
            <p:nvPr/>
          </p:nvSpPr>
          <p:spPr bwMode="auto">
            <a:xfrm>
              <a:off x="1110762" y="2059715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设</a:t>
              </a:r>
            </a:p>
          </p:txBody>
        </p:sp>
        <p:graphicFrame>
          <p:nvGraphicFramePr>
            <p:cNvPr id="15379" name="对象 9"/>
            <p:cNvGraphicFramePr>
              <a:graphicFrameLocks noChangeAspect="1"/>
            </p:cNvGraphicFramePr>
            <p:nvPr/>
          </p:nvGraphicFramePr>
          <p:xfrm>
            <a:off x="1654501" y="2057400"/>
            <a:ext cx="3844703" cy="5255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765300" imgH="241300" progId="Equation.DSMT4">
                    <p:embed/>
                  </p:oleObj>
                </mc:Choice>
                <mc:Fallback>
                  <p:oleObj name="Equation" r:id="rId10" imgW="1765300" imgH="2413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4501" y="2057400"/>
                          <a:ext cx="3844703" cy="5255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80" name="TextBox 10"/>
            <p:cNvSpPr txBox="1">
              <a:spLocks noChangeArrowheads="1"/>
            </p:cNvSpPr>
            <p:nvPr/>
          </p:nvSpPr>
          <p:spPr bwMode="auto">
            <a:xfrm>
              <a:off x="5600700" y="20574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则</a:t>
              </a:r>
            </a:p>
          </p:txBody>
        </p:sp>
      </p:grp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471738" y="2547939"/>
          <a:ext cx="6519862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895600" imgH="330200" progId="Equation.DSMT4">
                  <p:embed/>
                </p:oleObj>
              </mc:Choice>
              <mc:Fallback>
                <p:oleObj name="Equation" r:id="rId12" imgW="28956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1738" y="2547939"/>
                        <a:ext cx="6519862" cy="74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3793676"/>
              </p:ext>
            </p:extLst>
          </p:nvPr>
        </p:nvGraphicFramePr>
        <p:xfrm>
          <a:off x="2498162" y="3222269"/>
          <a:ext cx="4252912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904174" imgH="545863" progId="Equation.DSMT4">
                  <p:embed/>
                </p:oleObj>
              </mc:Choice>
              <mc:Fallback>
                <p:oleObj name="Equation" r:id="rId14" imgW="1904174" imgH="54586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8162" y="3222269"/>
                        <a:ext cx="4252912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3394534"/>
              </p:ext>
            </p:extLst>
          </p:nvPr>
        </p:nvGraphicFramePr>
        <p:xfrm>
          <a:off x="6583362" y="3378200"/>
          <a:ext cx="3452813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612900" imgH="406400" progId="Equation.DSMT4">
                  <p:embed/>
                </p:oleObj>
              </mc:Choice>
              <mc:Fallback>
                <p:oleObj name="Equation" r:id="rId16" imgW="16129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3362" y="3378200"/>
                        <a:ext cx="3452813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组合 19"/>
          <p:cNvGrpSpPr>
            <a:grpSpLocks/>
          </p:cNvGrpSpPr>
          <p:nvPr/>
        </p:nvGrpSpPr>
        <p:grpSpPr bwMode="auto">
          <a:xfrm>
            <a:off x="1888839" y="4535489"/>
            <a:ext cx="7345363" cy="523875"/>
            <a:chOff x="627876" y="5105400"/>
            <a:chExt cx="7346883" cy="523220"/>
          </a:xfrm>
        </p:grpSpPr>
        <p:sp>
          <p:nvSpPr>
            <p:cNvPr id="15376" name="TextBox 14"/>
            <p:cNvSpPr txBox="1">
              <a:spLocks noChangeArrowheads="1"/>
            </p:cNvSpPr>
            <p:nvPr/>
          </p:nvSpPr>
          <p:spPr bwMode="auto">
            <a:xfrm>
              <a:off x="627876" y="5105400"/>
              <a:ext cx="734688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/>
                <a:t>由积分中值定理，至少存在一点              使得</a:t>
              </a:r>
            </a:p>
          </p:txBody>
        </p:sp>
        <p:graphicFrame>
          <p:nvGraphicFramePr>
            <p:cNvPr id="15377" name="对象 15"/>
            <p:cNvGraphicFramePr>
              <a:graphicFrameLocks noChangeAspect="1"/>
            </p:cNvGraphicFramePr>
            <p:nvPr/>
          </p:nvGraphicFramePr>
          <p:xfrm>
            <a:off x="5791200" y="5194866"/>
            <a:ext cx="1328372" cy="4337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622030" imgH="203112" progId="Equation.DSMT4">
                    <p:embed/>
                  </p:oleObj>
                </mc:Choice>
                <mc:Fallback>
                  <p:oleObj name="Equation" r:id="rId18" imgW="622030" imgH="20311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91200" y="5194866"/>
                          <a:ext cx="1328372" cy="4337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0990628"/>
              </p:ext>
            </p:extLst>
          </p:nvPr>
        </p:nvGraphicFramePr>
        <p:xfrm>
          <a:off x="3383756" y="5156982"/>
          <a:ext cx="469582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260600" imgH="330200" progId="Equation.DSMT4">
                  <p:embed/>
                </p:oleObj>
              </mc:Choice>
              <mc:Fallback>
                <p:oleObj name="Equation" r:id="rId20" imgW="22606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3756" y="5156982"/>
                        <a:ext cx="4695825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8309768" y="5202121"/>
            <a:ext cx="10048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得证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943DF68-3178-43E9-A4EB-058EDB4C4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122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2073923" y="313366"/>
            <a:ext cx="1738604" cy="628649"/>
          </a:xfrm>
          <a:solidFill>
            <a:schemeClr val="bg1"/>
          </a:solidFill>
        </p:spPr>
        <p:txBody>
          <a:bodyPr/>
          <a:lstStyle/>
          <a:p>
            <a:pPr algn="l" eaLnBrk="1" hangingPunct="1"/>
            <a:r>
              <a:rPr lang="zh-CN" altLang="en-US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en-US" altLang="zh-CN" sz="320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  <a:endParaRPr lang="zh-CN" altLang="en-US" sz="3200" b="1" dirty="0"/>
          </a:p>
        </p:txBody>
      </p:sp>
      <p:graphicFrame>
        <p:nvGraphicFramePr>
          <p:cNvPr id="16387" name="Object 23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505099809"/>
              </p:ext>
            </p:extLst>
          </p:nvPr>
        </p:nvGraphicFramePr>
        <p:xfrm>
          <a:off x="6096000" y="1074738"/>
          <a:ext cx="144780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83920" imgH="203040" progId="Equation.DSMT4">
                  <p:embed/>
                </p:oleObj>
              </mc:Choice>
              <mc:Fallback>
                <p:oleObj name="Equation" r:id="rId2" imgW="5839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1074738"/>
                        <a:ext cx="1447800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8" name="Object 25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134818939"/>
              </p:ext>
            </p:extLst>
          </p:nvPr>
        </p:nvGraphicFramePr>
        <p:xfrm>
          <a:off x="1981200" y="1022350"/>
          <a:ext cx="19812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36560" imgH="203040" progId="Equation.DSMT4">
                  <p:embed/>
                </p:oleObj>
              </mc:Choice>
              <mc:Fallback>
                <p:oleObj name="Equation" r:id="rId4" imgW="7365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022350"/>
                        <a:ext cx="19812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4" name="Object 28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664068481"/>
              </p:ext>
            </p:extLst>
          </p:nvPr>
        </p:nvGraphicFramePr>
        <p:xfrm>
          <a:off x="2599710" y="2909888"/>
          <a:ext cx="3581400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20480" imgH="203040" progId="Equation.DSMT4">
                  <p:embed/>
                </p:oleObj>
              </mc:Choice>
              <mc:Fallback>
                <p:oleObj name="Equation" r:id="rId6" imgW="1320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9710" y="2909888"/>
                        <a:ext cx="3581400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0" name="Rectangle 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1639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605155"/>
              </p:ext>
            </p:extLst>
          </p:nvPr>
        </p:nvGraphicFramePr>
        <p:xfrm>
          <a:off x="3577431" y="369707"/>
          <a:ext cx="5799137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47840" imgH="203040" progId="Equation.DSMT4">
                  <p:embed/>
                </p:oleObj>
              </mc:Choice>
              <mc:Fallback>
                <p:oleObj name="Equation" r:id="rId8" imgW="22478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7431" y="369707"/>
                        <a:ext cx="5799137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1" name="Rectangle 5"/>
          <p:cNvSpPr>
            <a:spLocks noChangeArrowheads="1"/>
          </p:cNvSpPr>
          <p:nvPr/>
        </p:nvSpPr>
        <p:spPr bwMode="auto">
          <a:xfrm>
            <a:off x="2028210" y="2188804"/>
            <a:ext cx="1143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证明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16393" name="Rectangle 6"/>
          <p:cNvSpPr>
            <a:spLocks noChangeArrowheads="1"/>
          </p:cNvSpPr>
          <p:nvPr/>
        </p:nvSpPr>
        <p:spPr bwMode="auto">
          <a:xfrm>
            <a:off x="1524001" y="31157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1639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867204"/>
              </p:ext>
            </p:extLst>
          </p:nvPr>
        </p:nvGraphicFramePr>
        <p:xfrm>
          <a:off x="3549650" y="1597025"/>
          <a:ext cx="3338438" cy="5036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58640" imgH="203040" progId="Equation.DSMT4">
                  <p:embed/>
                </p:oleObj>
              </mc:Choice>
              <mc:Fallback>
                <p:oleObj name="Equation" r:id="rId10" imgW="1358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9650" y="1597025"/>
                        <a:ext cx="3338438" cy="5036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5" name="Rectangle 8"/>
          <p:cNvSpPr>
            <a:spLocks noChangeArrowheads="1"/>
          </p:cNvSpPr>
          <p:nvPr/>
        </p:nvSpPr>
        <p:spPr bwMode="auto">
          <a:xfrm>
            <a:off x="7467600" y="990600"/>
            <a:ext cx="1371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dirty="0"/>
              <a:t> </a:t>
            </a:r>
            <a:r>
              <a:rPr lang="zh-CN" altLang="en-US" b="1" dirty="0"/>
              <a:t>使得</a:t>
            </a:r>
            <a:r>
              <a:rPr lang="zh-CN" altLang="en-US" dirty="0"/>
              <a:t> </a:t>
            </a:r>
          </a:p>
        </p:txBody>
      </p:sp>
      <p:sp>
        <p:nvSpPr>
          <p:cNvPr id="16396" name="Rectangle 10"/>
          <p:cNvSpPr>
            <a:spLocks noChangeArrowheads="1"/>
          </p:cNvSpPr>
          <p:nvPr/>
        </p:nvSpPr>
        <p:spPr bwMode="auto">
          <a:xfrm>
            <a:off x="1524001" y="31443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2458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2980376"/>
              </p:ext>
            </p:extLst>
          </p:nvPr>
        </p:nvGraphicFramePr>
        <p:xfrm>
          <a:off x="6289043" y="2884727"/>
          <a:ext cx="2915913" cy="5492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66680" imgH="203040" progId="Equation.DSMT4">
                  <p:embed/>
                </p:oleObj>
              </mc:Choice>
              <mc:Fallback>
                <p:oleObj name="Equation" r:id="rId12" imgW="10666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9043" y="2884727"/>
                        <a:ext cx="2915913" cy="5492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8" name="Rectangle 12"/>
          <p:cNvSpPr>
            <a:spLocks noChangeArrowheads="1"/>
          </p:cNvSpPr>
          <p:nvPr/>
        </p:nvSpPr>
        <p:spPr bwMode="auto">
          <a:xfrm>
            <a:off x="1524001" y="30776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2458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262237"/>
              </p:ext>
            </p:extLst>
          </p:nvPr>
        </p:nvGraphicFramePr>
        <p:xfrm>
          <a:off x="3897619" y="1936751"/>
          <a:ext cx="3275013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07880" imgH="330120" progId="Equation.DSMT4">
                  <p:embed/>
                </p:oleObj>
              </mc:Choice>
              <mc:Fallback>
                <p:oleObj name="Equation" r:id="rId14" imgW="13078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7619" y="1936751"/>
                        <a:ext cx="3275013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0" name="Rectangle 14"/>
          <p:cNvSpPr>
            <a:spLocks noChangeArrowheads="1"/>
          </p:cNvSpPr>
          <p:nvPr/>
        </p:nvSpPr>
        <p:spPr bwMode="auto">
          <a:xfrm>
            <a:off x="1524001" y="30776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2459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7094217"/>
              </p:ext>
            </p:extLst>
          </p:nvPr>
        </p:nvGraphicFramePr>
        <p:xfrm>
          <a:off x="2943225" y="4281488"/>
          <a:ext cx="4803775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981080" imgH="330120" progId="Equation.DSMT4">
                  <p:embed/>
                </p:oleObj>
              </mc:Choice>
              <mc:Fallback>
                <p:oleObj name="Equation" r:id="rId16" imgW="19810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3225" y="4281488"/>
                        <a:ext cx="4803775" cy="808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2" name="Rectangle 16"/>
          <p:cNvSpPr>
            <a:spLocks noChangeArrowheads="1"/>
          </p:cNvSpPr>
          <p:nvPr/>
        </p:nvSpPr>
        <p:spPr bwMode="auto">
          <a:xfrm>
            <a:off x="1905000" y="3736578"/>
            <a:ext cx="3962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/>
              <a:t>由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Rolle</a:t>
            </a:r>
            <a:r>
              <a:rPr lang="zh-CN" altLang="en-US" b="1" dirty="0"/>
              <a:t>定理 ，存在</a:t>
            </a:r>
          </a:p>
        </p:txBody>
      </p:sp>
      <p:sp>
        <p:nvSpPr>
          <p:cNvPr id="16403" name="Rectangle 17"/>
          <p:cNvSpPr>
            <a:spLocks noChangeArrowheads="1"/>
          </p:cNvSpPr>
          <p:nvPr/>
        </p:nvSpPr>
        <p:spPr bwMode="auto">
          <a:xfrm>
            <a:off x="1524001" y="31252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4595" name="Rectangle 19"/>
          <p:cNvSpPr>
            <a:spLocks noChangeArrowheads="1"/>
          </p:cNvSpPr>
          <p:nvPr/>
        </p:nvSpPr>
        <p:spPr bwMode="auto">
          <a:xfrm>
            <a:off x="3149838" y="2169781"/>
            <a:ext cx="762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/>
              <a:t>设 </a:t>
            </a:r>
          </a:p>
        </p:txBody>
      </p:sp>
      <p:sp>
        <p:nvSpPr>
          <p:cNvPr id="16405" name="Rectangle 20"/>
          <p:cNvSpPr>
            <a:spLocks noChangeArrowheads="1"/>
          </p:cNvSpPr>
          <p:nvPr/>
        </p:nvSpPr>
        <p:spPr bwMode="auto">
          <a:xfrm>
            <a:off x="1524001" y="31681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2459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7908633"/>
              </p:ext>
            </p:extLst>
          </p:nvPr>
        </p:nvGraphicFramePr>
        <p:xfrm>
          <a:off x="7946231" y="3760787"/>
          <a:ext cx="1785938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672840" imgH="203040" progId="Equation.DSMT4">
                  <p:embed/>
                </p:oleObj>
              </mc:Choice>
              <mc:Fallback>
                <p:oleObj name="Equation" r:id="rId18" imgW="6728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46231" y="3760787"/>
                        <a:ext cx="1785938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7" name="Text Box 22"/>
          <p:cNvSpPr txBox="1">
            <a:spLocks noChangeArrowheads="1"/>
          </p:cNvSpPr>
          <p:nvPr/>
        </p:nvSpPr>
        <p:spPr bwMode="auto">
          <a:xfrm>
            <a:off x="3886200" y="990600"/>
            <a:ext cx="2590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/>
              <a:t>证明：存在</a:t>
            </a:r>
          </a:p>
        </p:txBody>
      </p:sp>
      <p:sp>
        <p:nvSpPr>
          <p:cNvPr id="24603" name="Text Box 27"/>
          <p:cNvSpPr txBox="1">
            <a:spLocks noChangeArrowheads="1"/>
          </p:cNvSpPr>
          <p:nvPr/>
        </p:nvSpPr>
        <p:spPr bwMode="auto">
          <a:xfrm>
            <a:off x="1982703" y="2884727"/>
            <a:ext cx="59663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/>
              <a:t>则</a:t>
            </a:r>
          </a:p>
        </p:txBody>
      </p:sp>
      <p:graphicFrame>
        <p:nvGraphicFramePr>
          <p:cNvPr id="24607" name="Object 31"/>
          <p:cNvGraphicFramePr>
            <a:graphicFrameLocks noGrp="1" noChangeAspect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023754937"/>
              </p:ext>
            </p:extLst>
          </p:nvPr>
        </p:nvGraphicFramePr>
        <p:xfrm>
          <a:off x="5457825" y="3789363"/>
          <a:ext cx="144780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622080" imgH="203040" progId="Equation.DSMT4">
                  <p:embed/>
                </p:oleObj>
              </mc:Choice>
              <mc:Fallback>
                <p:oleObj name="Equation" r:id="rId20" imgW="622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7825" y="3789363"/>
                        <a:ext cx="1447800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9" name="Rectangle 33"/>
          <p:cNvSpPr>
            <a:spLocks noChangeArrowheads="1"/>
          </p:cNvSpPr>
          <p:nvPr/>
        </p:nvSpPr>
        <p:spPr bwMode="auto">
          <a:xfrm>
            <a:off x="6888088" y="3709194"/>
            <a:ext cx="1600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dirty="0"/>
              <a:t> </a:t>
            </a:r>
            <a:r>
              <a:rPr lang="zh-CN" altLang="en-US" b="1" dirty="0"/>
              <a:t>使得</a:t>
            </a:r>
            <a:r>
              <a:rPr lang="zh-CN" altLang="en-US" dirty="0"/>
              <a:t> </a:t>
            </a:r>
          </a:p>
        </p:txBody>
      </p:sp>
      <p:sp>
        <p:nvSpPr>
          <p:cNvPr id="24610" name="Text Box 34"/>
          <p:cNvSpPr txBox="1">
            <a:spLocks noChangeArrowheads="1"/>
          </p:cNvSpPr>
          <p:nvPr/>
        </p:nvSpPr>
        <p:spPr bwMode="auto">
          <a:xfrm>
            <a:off x="1919689" y="4572755"/>
            <a:ext cx="59663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/>
              <a:t>即</a:t>
            </a:r>
          </a:p>
        </p:txBody>
      </p:sp>
      <p:graphicFrame>
        <p:nvGraphicFramePr>
          <p:cNvPr id="24611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8955695"/>
              </p:ext>
            </p:extLst>
          </p:nvPr>
        </p:nvGraphicFramePr>
        <p:xfrm>
          <a:off x="3986213" y="5300663"/>
          <a:ext cx="3643312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358640" imgH="203040" progId="Equation.DSMT4">
                  <p:embed/>
                </p:oleObj>
              </mc:Choice>
              <mc:Fallback>
                <p:oleObj name="Equation" r:id="rId22" imgW="1358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6213" y="5300663"/>
                        <a:ext cx="3643312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12" name="Text Box 36"/>
          <p:cNvSpPr txBox="1">
            <a:spLocks noChangeArrowheads="1"/>
          </p:cNvSpPr>
          <p:nvPr/>
        </p:nvSpPr>
        <p:spPr bwMode="auto">
          <a:xfrm>
            <a:off x="2763777" y="5265451"/>
            <a:ext cx="112242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/>
              <a:t>从而</a:t>
            </a:r>
            <a:r>
              <a:rPr lang="en-US" altLang="zh-CN" b="1" dirty="0"/>
              <a:t>,</a:t>
            </a:r>
            <a:endParaRPr lang="zh-CN" altLang="en-US" b="1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34EB794-6C37-43FA-A86A-05F38E710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7DF3-8CE7-4064-8000-59578B282683}" type="slidenum">
              <a:rPr lang="en-US" altLang="zh-CN" smtClean="0"/>
              <a:pPr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2122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4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4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4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1" grpId="0"/>
      <p:bldP spid="24592" grpId="0"/>
      <p:bldP spid="24595" grpId="0"/>
      <p:bldP spid="24603" grpId="0"/>
      <p:bldP spid="24609" grpId="0"/>
      <p:bldP spid="24610" grpId="0"/>
      <p:bldP spid="246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2093802" y="331206"/>
            <a:ext cx="1533347" cy="563047"/>
          </a:xfrm>
          <a:solidFill>
            <a:schemeClr val="bg1"/>
          </a:solidFill>
        </p:spPr>
        <p:txBody>
          <a:bodyPr/>
          <a:lstStyle/>
          <a:p>
            <a:pPr algn="l" eaLnBrk="1" hangingPunct="1"/>
            <a:r>
              <a:rPr lang="zh-CN" altLang="en-US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Segoe UI Historic" panose="020B0502040204020203" pitchFamily="34" charset="0"/>
                <a:cs typeface="Times New Roman" panose="02020603050405020304" pitchFamily="18" charset="0"/>
              </a:rPr>
              <a:t>8</a:t>
            </a:r>
            <a:r>
              <a:rPr lang="en-US" altLang="zh-CN" sz="3200" b="1">
                <a:solidFill>
                  <a:srgbClr val="FF0000"/>
                </a:solidFill>
              </a:rPr>
              <a:t> 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</a:p>
        </p:txBody>
      </p:sp>
      <p:graphicFrame>
        <p:nvGraphicFramePr>
          <p:cNvPr id="17411" name="Object 3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318482940"/>
              </p:ext>
            </p:extLst>
          </p:nvPr>
        </p:nvGraphicFramePr>
        <p:xfrm>
          <a:off x="4219551" y="1040563"/>
          <a:ext cx="38862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62040" imgH="203040" progId="Equation.DSMT4">
                  <p:embed/>
                </p:oleObj>
              </mc:Choice>
              <mc:Fallback>
                <p:oleObj name="Equation" r:id="rId2" imgW="15620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9551" y="1040563"/>
                        <a:ext cx="388620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5" name="Object 5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4099317040"/>
              </p:ext>
            </p:extLst>
          </p:nvPr>
        </p:nvGraphicFramePr>
        <p:xfrm>
          <a:off x="2936663" y="2871057"/>
          <a:ext cx="3335338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84200" imgH="228600" progId="Equation.DSMT4">
                  <p:embed/>
                </p:oleObj>
              </mc:Choice>
              <mc:Fallback>
                <p:oleObj name="Equation" r:id="rId4" imgW="1384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6663" y="2871057"/>
                        <a:ext cx="3335338" cy="550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45" name="Object 25"/>
          <p:cNvGraphicFramePr>
            <a:graphicFrameLocks noGrp="1" noChangeAspect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605718001"/>
              </p:ext>
            </p:extLst>
          </p:nvPr>
        </p:nvGraphicFramePr>
        <p:xfrm>
          <a:off x="5715000" y="4891088"/>
          <a:ext cx="1905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61760" imgH="203040" progId="Equation.DSMT4">
                  <p:embed/>
                </p:oleObj>
              </mc:Choice>
              <mc:Fallback>
                <p:oleObj name="Equation" r:id="rId6" imgW="7617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4891088"/>
                        <a:ext cx="1905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4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174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3765905"/>
              </p:ext>
            </p:extLst>
          </p:nvPr>
        </p:nvGraphicFramePr>
        <p:xfrm>
          <a:off x="3489096" y="182792"/>
          <a:ext cx="4024147" cy="8183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12800" imgH="330120" progId="Equation.DSMT4">
                  <p:embed/>
                </p:oleObj>
              </mc:Choice>
              <mc:Fallback>
                <p:oleObj name="Equation" r:id="rId8" imgW="16128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9096" y="182792"/>
                        <a:ext cx="4024147" cy="8183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8" name="Rectangle 8"/>
          <p:cNvSpPr>
            <a:spLocks noChangeArrowheads="1"/>
          </p:cNvSpPr>
          <p:nvPr/>
        </p:nvSpPr>
        <p:spPr bwMode="auto">
          <a:xfrm>
            <a:off x="2089732" y="2139951"/>
            <a:ext cx="1143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证明</a:t>
            </a:r>
            <a:r>
              <a:rPr lang="en-US" altLang="zh-CN" b="1" dirty="0">
                <a:solidFill>
                  <a:srgbClr val="FF0000"/>
                </a:solidFill>
              </a:rPr>
              <a:t>.</a:t>
            </a:r>
            <a:r>
              <a:rPr lang="en-US" altLang="zh-CN" dirty="0"/>
              <a:t> </a:t>
            </a:r>
          </a:p>
        </p:txBody>
      </p:sp>
      <p:sp>
        <p:nvSpPr>
          <p:cNvPr id="17417" name="Rectangle 9"/>
          <p:cNvSpPr>
            <a:spLocks noChangeArrowheads="1"/>
          </p:cNvSpPr>
          <p:nvPr/>
        </p:nvSpPr>
        <p:spPr bwMode="auto">
          <a:xfrm>
            <a:off x="1524001" y="31157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1741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6484180"/>
              </p:ext>
            </p:extLst>
          </p:nvPr>
        </p:nvGraphicFramePr>
        <p:xfrm>
          <a:off x="4011128" y="1533447"/>
          <a:ext cx="2476748" cy="5128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90360" imgH="203040" progId="Equation.DSMT4">
                  <p:embed/>
                </p:oleObj>
              </mc:Choice>
              <mc:Fallback>
                <p:oleObj name="Equation" r:id="rId10" imgW="9903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1128" y="1533447"/>
                        <a:ext cx="2476748" cy="5128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9" name="Rectangle 11"/>
          <p:cNvSpPr>
            <a:spLocks noChangeArrowheads="1"/>
          </p:cNvSpPr>
          <p:nvPr/>
        </p:nvSpPr>
        <p:spPr bwMode="auto">
          <a:xfrm>
            <a:off x="7969963" y="964431"/>
            <a:ext cx="1371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dirty="0"/>
              <a:t> </a:t>
            </a:r>
            <a:r>
              <a:rPr lang="zh-CN" altLang="en-US" b="1" dirty="0"/>
              <a:t>使得</a:t>
            </a:r>
            <a:r>
              <a:rPr lang="zh-CN" altLang="en-US" dirty="0"/>
              <a:t> </a:t>
            </a:r>
          </a:p>
        </p:txBody>
      </p:sp>
      <p:sp>
        <p:nvSpPr>
          <p:cNvPr id="17420" name="Rectangle 12"/>
          <p:cNvSpPr>
            <a:spLocks noChangeArrowheads="1"/>
          </p:cNvSpPr>
          <p:nvPr/>
        </p:nvSpPr>
        <p:spPr bwMode="auto">
          <a:xfrm>
            <a:off x="1752601" y="30157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3073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0018775"/>
              </p:ext>
            </p:extLst>
          </p:nvPr>
        </p:nvGraphicFramePr>
        <p:xfrm>
          <a:off x="2266292" y="3316736"/>
          <a:ext cx="7348684" cy="9040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54280" imgH="330120" progId="Equation.DSMT4">
                  <p:embed/>
                </p:oleObj>
              </mc:Choice>
              <mc:Fallback>
                <p:oleObj name="Equation" r:id="rId12" imgW="26542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6292" y="3316736"/>
                        <a:ext cx="7348684" cy="9040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2" name="Rectangle 14"/>
          <p:cNvSpPr>
            <a:spLocks noChangeArrowheads="1"/>
          </p:cNvSpPr>
          <p:nvPr/>
        </p:nvSpPr>
        <p:spPr bwMode="auto">
          <a:xfrm>
            <a:off x="1524001" y="30776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3073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6870379"/>
              </p:ext>
            </p:extLst>
          </p:nvPr>
        </p:nvGraphicFramePr>
        <p:xfrm>
          <a:off x="3231306" y="2013564"/>
          <a:ext cx="5969039" cy="867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298600" imgH="330120" progId="Equation.DSMT4">
                  <p:embed/>
                </p:oleObj>
              </mc:Choice>
              <mc:Fallback>
                <p:oleObj name="Equation" r:id="rId14" imgW="22986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1306" y="2013564"/>
                        <a:ext cx="5969039" cy="8677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4" name="Rectangle 16"/>
          <p:cNvSpPr>
            <a:spLocks noChangeArrowheads="1"/>
          </p:cNvSpPr>
          <p:nvPr/>
        </p:nvSpPr>
        <p:spPr bwMode="auto">
          <a:xfrm>
            <a:off x="1676401" y="3091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3073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3677590"/>
              </p:ext>
            </p:extLst>
          </p:nvPr>
        </p:nvGraphicFramePr>
        <p:xfrm>
          <a:off x="2595001" y="5473776"/>
          <a:ext cx="3345633" cy="5273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460160" imgH="203040" progId="Equation.DSMT4">
                  <p:embed/>
                </p:oleObj>
              </mc:Choice>
              <mc:Fallback>
                <p:oleObj name="Equation" r:id="rId16" imgW="1460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5001" y="5473776"/>
                        <a:ext cx="3345633" cy="5273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8" name="Rectangle 18"/>
          <p:cNvSpPr>
            <a:spLocks noChangeArrowheads="1"/>
          </p:cNvSpPr>
          <p:nvPr/>
        </p:nvSpPr>
        <p:spPr bwMode="auto">
          <a:xfrm>
            <a:off x="1982598" y="4841944"/>
            <a:ext cx="3962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/>
              <a:t>由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Rolle</a:t>
            </a:r>
            <a:r>
              <a:rPr lang="zh-CN" altLang="en-US" b="1" dirty="0"/>
              <a:t>定理 ，存在</a:t>
            </a:r>
          </a:p>
        </p:txBody>
      </p:sp>
      <p:sp>
        <p:nvSpPr>
          <p:cNvPr id="17427" name="Rectangle 19"/>
          <p:cNvSpPr>
            <a:spLocks noChangeArrowheads="1"/>
          </p:cNvSpPr>
          <p:nvPr/>
        </p:nvSpPr>
        <p:spPr bwMode="auto">
          <a:xfrm>
            <a:off x="1828801" y="30157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7429" name="Rectangle 21"/>
          <p:cNvSpPr>
            <a:spLocks noChangeArrowheads="1"/>
          </p:cNvSpPr>
          <p:nvPr/>
        </p:nvSpPr>
        <p:spPr bwMode="auto">
          <a:xfrm>
            <a:off x="1905001" y="27871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3074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7345970"/>
              </p:ext>
            </p:extLst>
          </p:nvPr>
        </p:nvGraphicFramePr>
        <p:xfrm>
          <a:off x="8531035" y="4884587"/>
          <a:ext cx="168592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634680" imgH="203040" progId="Equation.DSMT4">
                  <p:embed/>
                </p:oleObj>
              </mc:Choice>
              <mc:Fallback>
                <p:oleObj name="Equation" r:id="rId18" imgW="6346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1035" y="4884587"/>
                        <a:ext cx="1685925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1" name="Text Box 23"/>
          <p:cNvSpPr txBox="1">
            <a:spLocks noChangeArrowheads="1"/>
          </p:cNvSpPr>
          <p:nvPr/>
        </p:nvSpPr>
        <p:spPr bwMode="auto">
          <a:xfrm>
            <a:off x="2013532" y="971537"/>
            <a:ext cx="2590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/>
              <a:t>证明：存在</a:t>
            </a:r>
          </a:p>
        </p:txBody>
      </p:sp>
      <p:sp>
        <p:nvSpPr>
          <p:cNvPr id="30744" name="Text Box 24"/>
          <p:cNvSpPr txBox="1">
            <a:spLocks noChangeArrowheads="1"/>
          </p:cNvSpPr>
          <p:nvPr/>
        </p:nvSpPr>
        <p:spPr bwMode="auto">
          <a:xfrm>
            <a:off x="2337474" y="2808903"/>
            <a:ext cx="59663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/>
              <a:t>则</a:t>
            </a:r>
          </a:p>
        </p:txBody>
      </p:sp>
      <p:sp>
        <p:nvSpPr>
          <p:cNvPr id="30746" name="Rectangle 26"/>
          <p:cNvSpPr>
            <a:spLocks noChangeArrowheads="1"/>
          </p:cNvSpPr>
          <p:nvPr/>
        </p:nvSpPr>
        <p:spPr bwMode="auto">
          <a:xfrm>
            <a:off x="7467600" y="4800600"/>
            <a:ext cx="1600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dirty="0"/>
              <a:t> </a:t>
            </a:r>
            <a:r>
              <a:rPr lang="zh-CN" altLang="en-US" b="1" dirty="0"/>
              <a:t>使得</a:t>
            </a:r>
            <a:r>
              <a:rPr lang="zh-CN" altLang="en-US" dirty="0"/>
              <a:t> </a:t>
            </a:r>
          </a:p>
        </p:txBody>
      </p:sp>
      <p:sp>
        <p:nvSpPr>
          <p:cNvPr id="30747" name="Text Box 27"/>
          <p:cNvSpPr txBox="1">
            <a:spLocks noChangeArrowheads="1"/>
          </p:cNvSpPr>
          <p:nvPr/>
        </p:nvSpPr>
        <p:spPr bwMode="auto">
          <a:xfrm>
            <a:off x="1987681" y="5416309"/>
            <a:ext cx="59663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/>
              <a:t>即</a:t>
            </a:r>
          </a:p>
        </p:txBody>
      </p:sp>
      <p:graphicFrame>
        <p:nvGraphicFramePr>
          <p:cNvPr id="30751" name="Object 31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091892333"/>
              </p:ext>
            </p:extLst>
          </p:nvPr>
        </p:nvGraphicFramePr>
        <p:xfrm>
          <a:off x="2286000" y="4059238"/>
          <a:ext cx="57912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298600" imgH="330120" progId="Equation.DSMT4">
                  <p:embed/>
                </p:oleObj>
              </mc:Choice>
              <mc:Fallback>
                <p:oleObj name="Equation" r:id="rId20" imgW="22986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059238"/>
                        <a:ext cx="5791200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3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5345281"/>
              </p:ext>
            </p:extLst>
          </p:nvPr>
        </p:nvGraphicFramePr>
        <p:xfrm>
          <a:off x="6162651" y="5456170"/>
          <a:ext cx="4099500" cy="5631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574640" imgH="215640" progId="Equation.DSMT4">
                  <p:embed/>
                </p:oleObj>
              </mc:Choice>
              <mc:Fallback>
                <p:oleObj name="Equation" r:id="rId22" imgW="15746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2651" y="5456170"/>
                        <a:ext cx="4099500" cy="5631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E6E3290-98F2-4CC4-A47B-894F57B97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7DF3-8CE7-4064-8000-59578B282683}" type="slidenum">
              <a:rPr lang="en-US" altLang="zh-CN" smtClean="0"/>
              <a:pPr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8066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0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0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0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0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0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8" grpId="0"/>
      <p:bldP spid="30738" grpId="0"/>
      <p:bldP spid="30744" grpId="0"/>
      <p:bldP spid="30746" grpId="0"/>
      <p:bldP spid="3074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9032224"/>
              </p:ext>
            </p:extLst>
          </p:nvPr>
        </p:nvGraphicFramePr>
        <p:xfrm>
          <a:off x="1197273" y="959135"/>
          <a:ext cx="6261100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54280" imgH="215640" progId="Equation.DSMT4">
                  <p:embed/>
                </p:oleObj>
              </mc:Choice>
              <mc:Fallback>
                <p:oleObj name="Equation" r:id="rId2" imgW="26542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7273" y="959135"/>
                        <a:ext cx="6261100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2260867"/>
              </p:ext>
            </p:extLst>
          </p:nvPr>
        </p:nvGraphicFramePr>
        <p:xfrm>
          <a:off x="1211134" y="1280720"/>
          <a:ext cx="8956675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797280" imgH="406080" progId="Equation.DSMT4">
                  <p:embed/>
                </p:oleObj>
              </mc:Choice>
              <mc:Fallback>
                <p:oleObj name="Equation" r:id="rId4" imgW="37972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1134" y="1280720"/>
                        <a:ext cx="8956675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1153163" y="298651"/>
            <a:ext cx="724878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方正舒体" panose="02010601030101010101" pitchFamily="2" charset="-122"/>
                <a:cs typeface="Times New Roman" panose="02020603050405020304" pitchFamily="18" charset="0"/>
              </a:rPr>
              <a:t>9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方正舒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97273" y="2231929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908118"/>
              </p:ext>
            </p:extLst>
          </p:nvPr>
        </p:nvGraphicFramePr>
        <p:xfrm>
          <a:off x="1960171" y="1950571"/>
          <a:ext cx="3541216" cy="1055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23880" imgH="431640" progId="Equation.DSMT4">
                  <p:embed/>
                </p:oleObj>
              </mc:Choice>
              <mc:Fallback>
                <p:oleObj name="Equation" r:id="rId6" imgW="15238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0171" y="1950571"/>
                        <a:ext cx="3541216" cy="10557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5086966"/>
              </p:ext>
            </p:extLst>
          </p:nvPr>
        </p:nvGraphicFramePr>
        <p:xfrm>
          <a:off x="5422404" y="2192322"/>
          <a:ext cx="4071938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52480" imgH="215640" progId="Equation.DSMT4">
                  <p:embed/>
                </p:oleObj>
              </mc:Choice>
              <mc:Fallback>
                <p:oleObj name="Equation" r:id="rId8" imgW="17524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2404" y="2192322"/>
                        <a:ext cx="4071938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489364"/>
              </p:ext>
            </p:extLst>
          </p:nvPr>
        </p:nvGraphicFramePr>
        <p:xfrm>
          <a:off x="1158638" y="2977809"/>
          <a:ext cx="3598862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49080" imgH="203040" progId="Equation.DSMT4">
                  <p:embed/>
                </p:oleObj>
              </mc:Choice>
              <mc:Fallback>
                <p:oleObj name="Equation" r:id="rId10" imgW="1549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8638" y="2977809"/>
                        <a:ext cx="3598862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6759023"/>
              </p:ext>
            </p:extLst>
          </p:nvPr>
        </p:nvGraphicFramePr>
        <p:xfrm>
          <a:off x="4655840" y="2993900"/>
          <a:ext cx="4689475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019240" imgH="215640" progId="Equation.DSMT4">
                  <p:embed/>
                </p:oleObj>
              </mc:Choice>
              <mc:Fallback>
                <p:oleObj name="Equation" r:id="rId12" imgW="20192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5840" y="2993900"/>
                        <a:ext cx="4689475" cy="52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3665065"/>
              </p:ext>
            </p:extLst>
          </p:nvPr>
        </p:nvGraphicFramePr>
        <p:xfrm>
          <a:off x="1127448" y="3562573"/>
          <a:ext cx="3863975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663560" imgH="215640" progId="Equation.DSMT4">
                  <p:embed/>
                </p:oleObj>
              </mc:Choice>
              <mc:Fallback>
                <p:oleObj name="Equation" r:id="rId14" imgW="16635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7448" y="3562573"/>
                        <a:ext cx="3863975" cy="52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1640000"/>
              </p:ext>
            </p:extLst>
          </p:nvPr>
        </p:nvGraphicFramePr>
        <p:xfrm>
          <a:off x="1127448" y="3835288"/>
          <a:ext cx="6980238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958840" imgH="406080" progId="Equation.DSMT4">
                  <p:embed/>
                </p:oleObj>
              </mc:Choice>
              <mc:Fallback>
                <p:oleObj name="Equation" r:id="rId16" imgW="29588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7448" y="3835288"/>
                        <a:ext cx="6980238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127448" y="4658964"/>
            <a:ext cx="61093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在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[0,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上应用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Cauchy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微分中值定理，</a:t>
            </a:r>
          </a:p>
        </p:txBody>
      </p:sp>
      <p:graphicFrame>
        <p:nvGraphicFramePr>
          <p:cNvPr id="1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3556937"/>
              </p:ext>
            </p:extLst>
          </p:nvPr>
        </p:nvGraphicFramePr>
        <p:xfrm>
          <a:off x="1183944" y="5229199"/>
          <a:ext cx="4324350" cy="1398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019240" imgH="622080" progId="Equation.DSMT4">
                  <p:embed/>
                </p:oleObj>
              </mc:Choice>
              <mc:Fallback>
                <p:oleObj name="Equation" r:id="rId18" imgW="2019240" imgH="622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3944" y="5229199"/>
                        <a:ext cx="4324350" cy="13985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2174584"/>
              </p:ext>
            </p:extLst>
          </p:nvPr>
        </p:nvGraphicFramePr>
        <p:xfrm>
          <a:off x="2037764" y="114193"/>
          <a:ext cx="6499225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755800" imgH="355320" progId="Equation.DSMT4">
                  <p:embed/>
                </p:oleObj>
              </mc:Choice>
              <mc:Fallback>
                <p:oleObj name="Equation" r:id="rId20" imgW="275580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7764" y="114193"/>
                        <a:ext cx="6499225" cy="8826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6586340"/>
              </p:ext>
            </p:extLst>
          </p:nvPr>
        </p:nvGraphicFramePr>
        <p:xfrm>
          <a:off x="5422404" y="5292278"/>
          <a:ext cx="1277937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596880" imgH="431640" progId="Equation.DSMT4">
                  <p:embed/>
                </p:oleObj>
              </mc:Choice>
              <mc:Fallback>
                <p:oleObj name="Equation" r:id="rId22" imgW="5968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2404" y="5292278"/>
                        <a:ext cx="1277937" cy="9699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0446531"/>
              </p:ext>
            </p:extLst>
          </p:nvPr>
        </p:nvGraphicFramePr>
        <p:xfrm>
          <a:off x="6731167" y="5548660"/>
          <a:ext cx="143986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672840" imgH="203040" progId="Equation.DSMT4">
                  <p:embed/>
                </p:oleObj>
              </mc:Choice>
              <mc:Fallback>
                <p:oleObj name="Equation" r:id="rId24" imgW="6728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1167" y="5548660"/>
                        <a:ext cx="1439862" cy="4572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5388492"/>
              </p:ext>
            </p:extLst>
          </p:nvPr>
        </p:nvGraphicFramePr>
        <p:xfrm>
          <a:off x="6975290" y="4738385"/>
          <a:ext cx="298767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396800" imgH="215640" progId="Equation.DSMT4">
                  <p:embed/>
                </p:oleObj>
              </mc:Choice>
              <mc:Fallback>
                <p:oleObj name="Equation" r:id="rId26" imgW="13968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5290" y="4738385"/>
                        <a:ext cx="2987675" cy="4857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275098" y="5541550"/>
            <a:ext cx="24384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整理即得结论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6FA2DC9-76D4-483B-B8A8-A201A4F85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7DF3-8CE7-4064-8000-59578B282683}" type="slidenum">
              <a:rPr lang="en-US" altLang="zh-CN" smtClean="0"/>
              <a:pPr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5149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343472" y="764704"/>
            <a:ext cx="9044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6319749"/>
              </p:ext>
            </p:extLst>
          </p:nvPr>
        </p:nvGraphicFramePr>
        <p:xfrm>
          <a:off x="2135560" y="804900"/>
          <a:ext cx="4148330" cy="483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54000" imgH="215640" progId="Equation.DSMT4">
                  <p:embed/>
                </p:oleObj>
              </mc:Choice>
              <mc:Fallback>
                <p:oleObj name="Equation" r:id="rId2" imgW="18540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135560" y="804900"/>
                        <a:ext cx="4148330" cy="4830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5853390"/>
              </p:ext>
            </p:extLst>
          </p:nvPr>
        </p:nvGraphicFramePr>
        <p:xfrm>
          <a:off x="6283890" y="804900"/>
          <a:ext cx="4203700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92160" imgH="215640" progId="Equation.DSMT4">
                  <p:embed/>
                </p:oleObj>
              </mc:Choice>
              <mc:Fallback>
                <p:oleObj name="Equation" r:id="rId4" imgW="18921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283890" y="804900"/>
                        <a:ext cx="4203700" cy="477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1343472" y="1345814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使得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5818771"/>
              </p:ext>
            </p:extLst>
          </p:nvPr>
        </p:nvGraphicFramePr>
        <p:xfrm>
          <a:off x="2413529" y="1194488"/>
          <a:ext cx="3613190" cy="8258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77680" imgH="406080" progId="Equation.DSMT4">
                  <p:embed/>
                </p:oleObj>
              </mc:Choice>
              <mc:Fallback>
                <p:oleObj name="Equation" r:id="rId6" imgW="17776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413529" y="1194488"/>
                        <a:ext cx="3613190" cy="8258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1343472" y="2035011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证</a:t>
            </a: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177402"/>
              </p:ext>
            </p:extLst>
          </p:nvPr>
        </p:nvGraphicFramePr>
        <p:xfrm>
          <a:off x="1887211" y="1954399"/>
          <a:ext cx="3128669" cy="7747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33440" imgH="330120" progId="Equation.DSMT4">
                  <p:embed/>
                </p:oleObj>
              </mc:Choice>
              <mc:Fallback>
                <p:oleObj name="Equation" r:id="rId8" imgW="133344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887211" y="1954399"/>
                        <a:ext cx="3128669" cy="7747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7413064"/>
              </p:ext>
            </p:extLst>
          </p:nvPr>
        </p:nvGraphicFramePr>
        <p:xfrm>
          <a:off x="5016636" y="2128519"/>
          <a:ext cx="2738437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69720" imgH="215640" progId="Equation.DSMT4">
                  <p:embed/>
                </p:oleObj>
              </mc:Choice>
              <mc:Fallback>
                <p:oleObj name="Equation" r:id="rId10" imgW="12697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016636" y="2128519"/>
                        <a:ext cx="2738437" cy="465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5862050" y="2674823"/>
            <a:ext cx="38988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由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Maclaurin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展开公式，</a:t>
            </a: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2501632"/>
              </p:ext>
            </p:extLst>
          </p:nvPr>
        </p:nvGraphicFramePr>
        <p:xfrm>
          <a:off x="1343472" y="2732906"/>
          <a:ext cx="4492625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082600" imgH="215640" progId="Equation.DSMT4">
                  <p:embed/>
                </p:oleObj>
              </mc:Choice>
              <mc:Fallback>
                <p:oleObj name="Equation" r:id="rId12" imgW="20826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343472" y="2732906"/>
                        <a:ext cx="4492625" cy="465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6929911"/>
              </p:ext>
            </p:extLst>
          </p:nvPr>
        </p:nvGraphicFramePr>
        <p:xfrm>
          <a:off x="1343472" y="3330779"/>
          <a:ext cx="2439987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54080" imgH="215640" progId="Equation.DSMT4">
                  <p:embed/>
                </p:oleObj>
              </mc:Choice>
              <mc:Fallback>
                <p:oleObj name="Equation" r:id="rId14" imgW="10540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343472" y="3330779"/>
                        <a:ext cx="2439987" cy="500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3842906"/>
              </p:ext>
            </p:extLst>
          </p:nvPr>
        </p:nvGraphicFramePr>
        <p:xfrm>
          <a:off x="3863752" y="3360577"/>
          <a:ext cx="3385890" cy="464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574640" imgH="215640" progId="Equation.DSMT4">
                  <p:embed/>
                </p:oleObj>
              </mc:Choice>
              <mc:Fallback>
                <p:oleObj name="Equation" r:id="rId16" imgW="15746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863752" y="3360577"/>
                        <a:ext cx="3385890" cy="4641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7143509" y="3306695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使得</a:t>
            </a: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1244643"/>
              </p:ext>
            </p:extLst>
          </p:nvPr>
        </p:nvGraphicFramePr>
        <p:xfrm>
          <a:off x="2794861" y="3836912"/>
          <a:ext cx="4816775" cy="86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260440" imgH="406080" progId="Equation.DSMT4">
                  <p:embed/>
                </p:oleObj>
              </mc:Choice>
              <mc:Fallback>
                <p:oleObj name="Equation" r:id="rId18" imgW="22604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794861" y="3836912"/>
                        <a:ext cx="4816775" cy="865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6672535"/>
              </p:ext>
            </p:extLst>
          </p:nvPr>
        </p:nvGraphicFramePr>
        <p:xfrm>
          <a:off x="1343472" y="4778856"/>
          <a:ext cx="1334266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571320" imgH="215640" progId="Equation.DSMT4">
                  <p:embed/>
                </p:oleObj>
              </mc:Choice>
              <mc:Fallback>
                <p:oleObj name="Equation" r:id="rId20" imgW="5713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343472" y="4778856"/>
                        <a:ext cx="1334266" cy="5040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9521441"/>
              </p:ext>
            </p:extLst>
          </p:nvPr>
        </p:nvGraphicFramePr>
        <p:xfrm>
          <a:off x="2761225" y="4613080"/>
          <a:ext cx="4752528" cy="835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311200" imgH="406080" progId="Equation.DSMT4">
                  <p:embed/>
                </p:oleObj>
              </mc:Choice>
              <mc:Fallback>
                <p:oleObj name="Equation" r:id="rId22" imgW="23112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761225" y="4613080"/>
                        <a:ext cx="4752528" cy="8356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2"/>
          <p:cNvSpPr txBox="1"/>
          <p:nvPr/>
        </p:nvSpPr>
        <p:spPr>
          <a:xfrm>
            <a:off x="7513753" y="4748511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即</a:t>
            </a:r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3979552"/>
              </p:ext>
            </p:extLst>
          </p:nvPr>
        </p:nvGraphicFramePr>
        <p:xfrm>
          <a:off x="2999656" y="5341718"/>
          <a:ext cx="3613190" cy="8258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777680" imgH="406080" progId="Equation.DSMT4">
                  <p:embed/>
                </p:oleObj>
              </mc:Choice>
              <mc:Fallback>
                <p:oleObj name="Equation" r:id="rId24" imgW="17776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2999656" y="5341718"/>
                        <a:ext cx="3613190" cy="8258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04BE7EC-D73C-4549-B015-6074DB646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7DF3-8CE7-4064-8000-59578B282683}" type="slidenum">
              <a:rPr lang="en-US" altLang="zh-CN" smtClean="0"/>
              <a:pPr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2202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9" grpId="0"/>
      <p:bldP spid="2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71464" y="764704"/>
            <a:ext cx="9839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</a:rPr>
              <a:t>例 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8954865"/>
              </p:ext>
            </p:extLst>
          </p:nvPr>
        </p:nvGraphicFramePr>
        <p:xfrm>
          <a:off x="2251303" y="781878"/>
          <a:ext cx="4899043" cy="4759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22280" imgH="215640" progId="Equation.DSMT4">
                  <p:embed/>
                </p:oleObj>
              </mc:Choice>
              <mc:Fallback>
                <p:oleObj name="Equation" r:id="rId2" imgW="22222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51303" y="781878"/>
                        <a:ext cx="4899043" cy="4759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9911438"/>
              </p:ext>
            </p:extLst>
          </p:nvPr>
        </p:nvGraphicFramePr>
        <p:xfrm>
          <a:off x="7164382" y="763902"/>
          <a:ext cx="2871787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9720" imgH="215640" progId="Equation.DSMT4">
                  <p:embed/>
                </p:oleObj>
              </mc:Choice>
              <mc:Fallback>
                <p:oleObj name="Equation" r:id="rId4" imgW="12697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164382" y="763902"/>
                        <a:ext cx="2871787" cy="487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312993" y="1433082"/>
          <a:ext cx="4392488" cy="4775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81080" imgH="215640" progId="Equation.DSMT4">
                  <p:embed/>
                </p:oleObj>
              </mc:Choice>
              <mc:Fallback>
                <p:oleObj name="Equation" r:id="rId6" imgW="19810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312993" y="1433082"/>
                        <a:ext cx="4392488" cy="4775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4801635"/>
              </p:ext>
            </p:extLst>
          </p:nvPr>
        </p:nvGraphicFramePr>
        <p:xfrm>
          <a:off x="5864225" y="1103313"/>
          <a:ext cx="4013200" cy="1138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79560" imgH="533160" progId="Equation.DSMT4">
                  <p:embed/>
                </p:oleObj>
              </mc:Choice>
              <mc:Fallback>
                <p:oleObj name="Equation" r:id="rId8" imgW="1879560" imgH="533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864225" y="1103313"/>
                        <a:ext cx="4013200" cy="1138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298770" y="2046253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证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341553" y="2760934"/>
            <a:ext cx="79053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函数 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a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处分别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Taylor 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展开有</a:t>
            </a: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7562612"/>
              </p:ext>
            </p:extLst>
          </p:nvPr>
        </p:nvGraphicFramePr>
        <p:xfrm>
          <a:off x="2482070" y="3152449"/>
          <a:ext cx="6711950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958840" imgH="406080" progId="Equation.DSMT4">
                  <p:embed/>
                </p:oleObj>
              </mc:Choice>
              <mc:Fallback>
                <p:oleObj name="Equation" r:id="rId10" imgW="29588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482070" y="3152449"/>
                        <a:ext cx="6711950" cy="922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2533761"/>
              </p:ext>
            </p:extLst>
          </p:nvPr>
        </p:nvGraphicFramePr>
        <p:xfrm>
          <a:off x="2516188" y="3935413"/>
          <a:ext cx="6683375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946240" imgH="406080" progId="Equation.DSMT4">
                  <p:embed/>
                </p:oleObj>
              </mc:Choice>
              <mc:Fallback>
                <p:oleObj name="Equation" r:id="rId12" imgW="29462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516188" y="3935413"/>
                        <a:ext cx="6683375" cy="922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5312470"/>
              </p:ext>
            </p:extLst>
          </p:nvPr>
        </p:nvGraphicFramePr>
        <p:xfrm>
          <a:off x="1336677" y="4865419"/>
          <a:ext cx="3456384" cy="5017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574640" imgH="228600" progId="Equation.DSMT4">
                  <p:embed/>
                </p:oleObj>
              </mc:Choice>
              <mc:Fallback>
                <p:oleObj name="Equation" r:id="rId14" imgW="15746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336677" y="4865419"/>
                        <a:ext cx="3456384" cy="5017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7356703"/>
              </p:ext>
            </p:extLst>
          </p:nvPr>
        </p:nvGraphicFramePr>
        <p:xfrm>
          <a:off x="4750537" y="4849211"/>
          <a:ext cx="278765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269720" imgH="228600" progId="Equation.DSMT4">
                  <p:embed/>
                </p:oleObj>
              </mc:Choice>
              <mc:Fallback>
                <p:oleObj name="Equation" r:id="rId16" imgW="12697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750537" y="4849211"/>
                        <a:ext cx="2787650" cy="501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3568114"/>
              </p:ext>
            </p:extLst>
          </p:nvPr>
        </p:nvGraphicFramePr>
        <p:xfrm>
          <a:off x="7501627" y="4630469"/>
          <a:ext cx="3384786" cy="9101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511280" imgH="406080" progId="Equation.DSMT4">
                  <p:embed/>
                </p:oleObj>
              </mc:Choice>
              <mc:Fallback>
                <p:oleObj name="Equation" r:id="rId18" imgW="15112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501627" y="4630469"/>
                        <a:ext cx="3384786" cy="9101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9218535"/>
              </p:ext>
            </p:extLst>
          </p:nvPr>
        </p:nvGraphicFramePr>
        <p:xfrm>
          <a:off x="1402794" y="5475010"/>
          <a:ext cx="6284912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882880" imgH="215640" progId="Equation.DSMT4">
                  <p:embed/>
                </p:oleObj>
              </mc:Choice>
              <mc:Fallback>
                <p:oleObj name="Equation" r:id="rId20" imgW="28828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402794" y="5475010"/>
                        <a:ext cx="6284912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2818425"/>
              </p:ext>
            </p:extLst>
          </p:nvPr>
        </p:nvGraphicFramePr>
        <p:xfrm>
          <a:off x="1843088" y="1920875"/>
          <a:ext cx="3222625" cy="80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320480" imgH="330120" progId="Equation.DSMT4">
                  <p:embed/>
                </p:oleObj>
              </mc:Choice>
              <mc:Fallback>
                <p:oleObj name="Equation" r:id="rId22" imgW="13204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843088" y="1920875"/>
                        <a:ext cx="3222625" cy="804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8471402"/>
              </p:ext>
            </p:extLst>
          </p:nvPr>
        </p:nvGraphicFramePr>
        <p:xfrm>
          <a:off x="5159896" y="2099117"/>
          <a:ext cx="2897442" cy="497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257120" imgH="215640" progId="Equation.DSMT4">
                  <p:embed/>
                </p:oleObj>
              </mc:Choice>
              <mc:Fallback>
                <p:oleObj name="Equation" r:id="rId24" imgW="12571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5159896" y="2099117"/>
                        <a:ext cx="2897442" cy="4975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6023672D-9CE7-485B-A2B7-CAF812463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03235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5049312"/>
              </p:ext>
            </p:extLst>
          </p:nvPr>
        </p:nvGraphicFramePr>
        <p:xfrm>
          <a:off x="2784476" y="352525"/>
          <a:ext cx="5170487" cy="100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25680" imgH="469800" progId="Equation.DSMT4">
                  <p:embed/>
                </p:oleObj>
              </mc:Choice>
              <mc:Fallback>
                <p:oleObj name="Equation" r:id="rId2" imgW="242568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84476" y="352525"/>
                        <a:ext cx="5170487" cy="1001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5606308"/>
              </p:ext>
            </p:extLst>
          </p:nvPr>
        </p:nvGraphicFramePr>
        <p:xfrm>
          <a:off x="2808936" y="1318456"/>
          <a:ext cx="5199063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38280" imgH="469800" progId="Equation.DSMT4">
                  <p:embed/>
                </p:oleObj>
              </mc:Choice>
              <mc:Fallback>
                <p:oleObj name="Equation" r:id="rId4" imgW="243828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08936" y="1318456"/>
                        <a:ext cx="5199063" cy="1001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0050068"/>
              </p:ext>
            </p:extLst>
          </p:nvPr>
        </p:nvGraphicFramePr>
        <p:xfrm>
          <a:off x="1487488" y="2211836"/>
          <a:ext cx="4041775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41400" imgH="406080" progId="Equation.DSMT4">
                  <p:embed/>
                </p:oleObj>
              </mc:Choice>
              <mc:Fallback>
                <p:oleObj name="Equation" r:id="rId6" imgW="18414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487488" y="2211836"/>
                        <a:ext cx="4041775" cy="892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1672996"/>
              </p:ext>
            </p:extLst>
          </p:nvPr>
        </p:nvGraphicFramePr>
        <p:xfrm>
          <a:off x="5397877" y="2206696"/>
          <a:ext cx="3427413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62040" imgH="406080" progId="Equation.DSMT4">
                  <p:embed/>
                </p:oleObj>
              </mc:Choice>
              <mc:Fallback>
                <p:oleObj name="Equation" r:id="rId8" imgW="15620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397877" y="2206696"/>
                        <a:ext cx="3427413" cy="892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8688288" y="2324469"/>
            <a:ext cx="23487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两式相减得，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1747"/>
              </p:ext>
            </p:extLst>
          </p:nvPr>
        </p:nvGraphicFramePr>
        <p:xfrm>
          <a:off x="1623265" y="3012992"/>
          <a:ext cx="1825625" cy="85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12520" imgH="380880" progId="Equation.DSMT4">
                  <p:embed/>
                </p:oleObj>
              </mc:Choice>
              <mc:Fallback>
                <p:oleObj name="Equation" r:id="rId10" imgW="81252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623265" y="3012992"/>
                        <a:ext cx="1825625" cy="855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1369613"/>
              </p:ext>
            </p:extLst>
          </p:nvPr>
        </p:nvGraphicFramePr>
        <p:xfrm>
          <a:off x="3123449" y="3628170"/>
          <a:ext cx="4562475" cy="890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082600" imgH="406080" progId="Equation.DSMT4">
                  <p:embed/>
                </p:oleObj>
              </mc:Choice>
              <mc:Fallback>
                <p:oleObj name="Equation" r:id="rId12" imgW="20826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123449" y="3628170"/>
                        <a:ext cx="4562475" cy="890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8033839"/>
              </p:ext>
            </p:extLst>
          </p:nvPr>
        </p:nvGraphicFramePr>
        <p:xfrm>
          <a:off x="1582738" y="5310579"/>
          <a:ext cx="5222875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425680" imgH="228600" progId="Equation.DSMT4">
                  <p:embed/>
                </p:oleObj>
              </mc:Choice>
              <mc:Fallback>
                <p:oleObj name="Equation" r:id="rId14" imgW="24256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2738" y="5310579"/>
                        <a:ext cx="5222875" cy="492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6805613" y="5288541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则有，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2968723"/>
              </p:ext>
            </p:extLst>
          </p:nvPr>
        </p:nvGraphicFramePr>
        <p:xfrm>
          <a:off x="2819400" y="5656263"/>
          <a:ext cx="4518025" cy="91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006280" imgH="406080" progId="Equation.DSMT4">
                  <p:embed/>
                </p:oleObj>
              </mc:Choice>
              <mc:Fallback>
                <p:oleObj name="Equation" r:id="rId16" imgW="20062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819400" y="5656263"/>
                        <a:ext cx="4518025" cy="915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7623558" y="5811761"/>
            <a:ext cx="1720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结论锝证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0635315"/>
              </p:ext>
            </p:extLst>
          </p:nvPr>
        </p:nvGraphicFramePr>
        <p:xfrm>
          <a:off x="3141610" y="4392813"/>
          <a:ext cx="4424363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019240" imgH="406080" progId="Equation.DSMT4">
                  <p:embed/>
                </p:oleObj>
              </mc:Choice>
              <mc:Fallback>
                <p:oleObj name="Equation" r:id="rId18" imgW="20192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141610" y="4392813"/>
                        <a:ext cx="4424363" cy="890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6727447"/>
              </p:ext>
            </p:extLst>
          </p:nvPr>
        </p:nvGraphicFramePr>
        <p:xfrm>
          <a:off x="3443285" y="2934987"/>
          <a:ext cx="6161088" cy="9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743200" imgH="406080" progId="Equation.DSMT4">
                  <p:embed/>
                </p:oleObj>
              </mc:Choice>
              <mc:Fallback>
                <p:oleObj name="Equation" r:id="rId20" imgW="27432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443285" y="2934987"/>
                        <a:ext cx="6161088" cy="912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灯片编号占位符 14">
            <a:extLst>
              <a:ext uri="{FF2B5EF4-FFF2-40B4-BE49-F238E27FC236}">
                <a16:creationId xmlns:a16="http://schemas.microsoft.com/office/drawing/2014/main" id="{469F849E-30E3-4980-8E78-42B6678EE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5989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1847528" y="620688"/>
            <a:ext cx="8640960" cy="2808314"/>
            <a:chOff x="469" y="480"/>
            <a:chExt cx="5341" cy="4118"/>
          </a:xfrm>
        </p:grpSpPr>
        <p:sp>
          <p:nvSpPr>
            <p:cNvPr id="8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" name="Rectangle 4"/>
            <p:cNvSpPr>
              <a:spLocks noChangeArrowheads="1"/>
            </p:cNvSpPr>
            <p:nvPr/>
          </p:nvSpPr>
          <p:spPr bwMode="auto">
            <a:xfrm>
              <a:off x="541" y="603"/>
              <a:ext cx="5197" cy="3879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2438400" y="762001"/>
            <a:ext cx="480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定理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（原函数存在定理）</a:t>
            </a:r>
          </a:p>
        </p:txBody>
      </p:sp>
      <p:graphicFrame>
        <p:nvGraphicFramePr>
          <p:cNvPr id="133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764328"/>
              </p:ext>
            </p:extLst>
          </p:nvPr>
        </p:nvGraphicFramePr>
        <p:xfrm>
          <a:off x="2431548" y="1244813"/>
          <a:ext cx="7414231" cy="202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337063" imgH="1981028" progId="Word.Document.8">
                  <p:embed/>
                </p:oleObj>
              </mc:Choice>
              <mc:Fallback>
                <p:oleObj name="Document" r:id="rId2" imgW="7337063" imgH="198102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1548" y="1244813"/>
                        <a:ext cx="7414231" cy="202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2324100" y="3521955"/>
            <a:ext cx="502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定理的重要意义：</a:t>
            </a:r>
          </a:p>
        </p:txBody>
      </p:sp>
      <p:sp>
        <p:nvSpPr>
          <p:cNvPr id="13317" name="Text Box 5"/>
          <p:cNvSpPr txBox="1">
            <a:spLocks noChangeArrowheads="1"/>
          </p:cNvSpPr>
          <p:nvPr/>
        </p:nvSpPr>
        <p:spPr bwMode="auto">
          <a:xfrm>
            <a:off x="2235786" y="4054915"/>
            <a:ext cx="716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）肯定了连续函数的原函数是存在的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13318" name="Text Box 6"/>
          <p:cNvSpPr txBox="1">
            <a:spLocks noChangeArrowheads="1"/>
          </p:cNvSpPr>
          <p:nvPr/>
        </p:nvSpPr>
        <p:spPr bwMode="auto">
          <a:xfrm>
            <a:off x="2235786" y="4653136"/>
            <a:ext cx="76200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2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）初步揭示了积分学中的定积分与原函数之间的联系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7A7B43C-C512-4034-BB3C-8836A9F5A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975856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6" grpId="0" autoUpdateAnimBg="0"/>
      <p:bldP spid="13317" grpId="0" autoUpdateAnimBg="0"/>
      <p:bldP spid="13318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2"/>
          <p:cNvGrpSpPr>
            <a:grpSpLocks/>
          </p:cNvGrpSpPr>
          <p:nvPr/>
        </p:nvGrpSpPr>
        <p:grpSpPr bwMode="auto">
          <a:xfrm>
            <a:off x="1847528" y="1340768"/>
            <a:ext cx="8352928" cy="2090252"/>
            <a:chOff x="469" y="480"/>
            <a:chExt cx="5341" cy="4118"/>
          </a:xfrm>
        </p:grpSpPr>
        <p:sp>
          <p:nvSpPr>
            <p:cNvPr id="11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" name="Rectangle 4"/>
            <p:cNvSpPr>
              <a:spLocks noChangeArrowheads="1"/>
            </p:cNvSpPr>
            <p:nvPr/>
          </p:nvSpPr>
          <p:spPr bwMode="auto">
            <a:xfrm>
              <a:off x="541" y="603"/>
              <a:ext cx="5197" cy="3879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2472946" y="1459707"/>
            <a:ext cx="502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定理</a:t>
            </a: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（</a:t>
            </a: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微积分基本公式</a:t>
            </a: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）</a:t>
            </a:r>
          </a:p>
        </p:txBody>
      </p:sp>
      <p:graphicFrame>
        <p:nvGraphicFramePr>
          <p:cNvPr id="1433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2928098"/>
              </p:ext>
            </p:extLst>
          </p:nvPr>
        </p:nvGraphicFramePr>
        <p:xfrm>
          <a:off x="2432637" y="1964215"/>
          <a:ext cx="7182710" cy="13529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347144" imgH="1386684" progId="Word.Document.8">
                  <p:embed/>
                </p:oleObj>
              </mc:Choice>
              <mc:Fallback>
                <p:oleObj name="Document" r:id="rId2" imgW="7347144" imgH="138668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2637" y="1964215"/>
                        <a:ext cx="7182710" cy="13529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9233592"/>
              </p:ext>
            </p:extLst>
          </p:nvPr>
        </p:nvGraphicFramePr>
        <p:xfrm>
          <a:off x="2517773" y="4189519"/>
          <a:ext cx="8074553" cy="11116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4" imgW="7533640" imgH="1056640" progId="Word.Document.8">
                  <p:embed/>
                </p:oleObj>
              </mc:Choice>
              <mc:Fallback>
                <p:oleObj name="文档" r:id="rId4" imgW="7533640" imgH="10566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7773" y="4189519"/>
                        <a:ext cx="8074553" cy="11116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1327343"/>
              </p:ext>
            </p:extLst>
          </p:nvPr>
        </p:nvGraphicFramePr>
        <p:xfrm>
          <a:off x="3257549" y="3646558"/>
          <a:ext cx="6363084" cy="482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6" imgW="5877560" imgH="447040" progId="Word.Document.8">
                  <p:embed/>
                </p:oleObj>
              </mc:Choice>
              <mc:Fallback>
                <p:oleObj name="文档" r:id="rId6" imgW="5877560" imgH="4470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7549" y="3646558"/>
                        <a:ext cx="6363084" cy="4829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6611509"/>
              </p:ext>
            </p:extLst>
          </p:nvPr>
        </p:nvGraphicFramePr>
        <p:xfrm>
          <a:off x="3347545" y="5049793"/>
          <a:ext cx="3280002" cy="5206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69720" imgH="203040" progId="Equation.DSMT4">
                  <p:embed/>
                </p:oleObj>
              </mc:Choice>
              <mc:Fallback>
                <p:oleObj name="Equation" r:id="rId8" imgW="1269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545" y="5049793"/>
                        <a:ext cx="3280002" cy="5206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7223653"/>
              </p:ext>
            </p:extLst>
          </p:nvPr>
        </p:nvGraphicFramePr>
        <p:xfrm>
          <a:off x="6809996" y="5107737"/>
          <a:ext cx="13843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383699" imgH="406224" progId="Equation.3">
                  <p:embed/>
                </p:oleObj>
              </mc:Choice>
              <mc:Fallback>
                <p:oleObj name="公式" r:id="rId10" imgW="1383699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9996" y="5107737"/>
                        <a:ext cx="13843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4" name="Rectangle 8"/>
          <p:cNvSpPr>
            <a:spLocks noChangeArrowheads="1"/>
          </p:cNvSpPr>
          <p:nvPr/>
        </p:nvSpPr>
        <p:spPr bwMode="auto">
          <a:xfrm>
            <a:off x="2472946" y="3646558"/>
            <a:ext cx="5429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证</a:t>
            </a:r>
          </a:p>
        </p:txBody>
      </p:sp>
      <p:sp>
        <p:nvSpPr>
          <p:cNvPr id="19465" name="Rectangle 9"/>
          <p:cNvSpPr>
            <a:spLocks noGrp="1" noChangeArrowheads="1"/>
          </p:cNvSpPr>
          <p:nvPr>
            <p:ph type="title"/>
          </p:nvPr>
        </p:nvSpPr>
        <p:spPr>
          <a:xfrm>
            <a:off x="2639616" y="613781"/>
            <a:ext cx="5247416" cy="718566"/>
          </a:xfrm>
        </p:spPr>
        <p:txBody>
          <a:bodyPr/>
          <a:lstStyle/>
          <a:p>
            <a:pPr algn="l" eaLnBrk="1" hangingPunct="1"/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2.2 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牛顿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—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莱布尼茨公式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3A33313-09C6-4D5C-9987-2832F4251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7150-5C3E-4439-B216-5F65A4C7C309}" type="slidenum">
              <a:rPr lang="zh-CN" altLang="en-US" smtClean="0"/>
              <a:pPr/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09082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 autoUpdateAnimBg="0"/>
      <p:bldP spid="14344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2667000" y="914401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令</a:t>
            </a:r>
          </a:p>
        </p:txBody>
      </p:sp>
      <p:graphicFrame>
        <p:nvGraphicFramePr>
          <p:cNvPr id="20483" name="Object 3"/>
          <p:cNvGraphicFramePr>
            <a:graphicFrameLocks noChangeAspect="1"/>
          </p:cNvGraphicFramePr>
          <p:nvPr/>
        </p:nvGraphicFramePr>
        <p:xfrm>
          <a:off x="3352801" y="1066801"/>
          <a:ext cx="862013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863225" imgH="253890" progId="Equation.3">
                  <p:embed/>
                </p:oleObj>
              </mc:Choice>
              <mc:Fallback>
                <p:oleObj name="公式" r:id="rId2" imgW="863225" imgH="25389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1" y="1066801"/>
                        <a:ext cx="862013" cy="252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4" name="Object 4"/>
          <p:cNvGraphicFramePr>
            <a:graphicFrameLocks noChangeAspect="1"/>
          </p:cNvGraphicFramePr>
          <p:nvPr/>
        </p:nvGraphicFramePr>
        <p:xfrm>
          <a:off x="4495800" y="1042988"/>
          <a:ext cx="34290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429000" imgH="406400" progId="Equation.3">
                  <p:embed/>
                </p:oleObj>
              </mc:Choice>
              <mc:Fallback>
                <p:oleObj name="公式" r:id="rId4" imgW="34290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1042988"/>
                        <a:ext cx="342900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Object 5"/>
          <p:cNvGraphicFramePr>
            <a:graphicFrameLocks noChangeAspect="1"/>
          </p:cNvGraphicFramePr>
          <p:nvPr/>
        </p:nvGraphicFramePr>
        <p:xfrm>
          <a:off x="2819400" y="1752600"/>
          <a:ext cx="34544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454400" imgH="660400" progId="Equation.3">
                  <p:embed/>
                </p:oleObj>
              </mc:Choice>
              <mc:Fallback>
                <p:oleObj name="公式" r:id="rId6" imgW="3454400" imgH="660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752600"/>
                        <a:ext cx="34544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Object 6"/>
          <p:cNvGraphicFramePr>
            <a:graphicFrameLocks noChangeAspect="1"/>
          </p:cNvGraphicFramePr>
          <p:nvPr/>
        </p:nvGraphicFramePr>
        <p:xfrm>
          <a:off x="6477000" y="1905001"/>
          <a:ext cx="23114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311400" imgH="406400" progId="Equation.3">
                  <p:embed/>
                </p:oleObj>
              </mc:Choice>
              <mc:Fallback>
                <p:oleObj name="公式" r:id="rId8" imgW="23114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1905001"/>
                        <a:ext cx="23114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7" name="Object 7"/>
          <p:cNvGraphicFramePr>
            <a:graphicFrameLocks noChangeAspect="1"/>
          </p:cNvGraphicFramePr>
          <p:nvPr/>
        </p:nvGraphicFramePr>
        <p:xfrm>
          <a:off x="2768600" y="3492500"/>
          <a:ext cx="4241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4241800" imgH="685800" progId="Equation.3">
                  <p:embed/>
                </p:oleObj>
              </mc:Choice>
              <mc:Fallback>
                <p:oleObj name="公式" r:id="rId10" imgW="424180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8600" y="3492500"/>
                        <a:ext cx="42418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8" name="Object 8"/>
          <p:cNvGraphicFramePr>
            <a:graphicFrameLocks noChangeAspect="1"/>
          </p:cNvGraphicFramePr>
          <p:nvPr/>
        </p:nvGraphicFramePr>
        <p:xfrm>
          <a:off x="2768600" y="2603500"/>
          <a:ext cx="3733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733800" imgH="685800" progId="Equation.3">
                  <p:embed/>
                </p:oleObj>
              </mc:Choice>
              <mc:Fallback>
                <p:oleObj name="公式" r:id="rId12" imgW="373380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8600" y="2603500"/>
                        <a:ext cx="37338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9" name="Text Box 9"/>
          <p:cNvSpPr txBox="1">
            <a:spLocks noChangeArrowheads="1"/>
          </p:cNvSpPr>
          <p:nvPr/>
        </p:nvSpPr>
        <p:spPr bwMode="auto">
          <a:xfrm>
            <a:off x="2725738" y="4408488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令</a:t>
            </a:r>
          </a:p>
        </p:txBody>
      </p:sp>
      <p:graphicFrame>
        <p:nvGraphicFramePr>
          <p:cNvPr id="15370" name="Object 10"/>
          <p:cNvGraphicFramePr>
            <a:graphicFrameLocks noChangeAspect="1"/>
          </p:cNvGraphicFramePr>
          <p:nvPr/>
        </p:nvGraphicFramePr>
        <p:xfrm>
          <a:off x="3171825" y="4486276"/>
          <a:ext cx="14224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422400" imgH="406400" progId="Equation.3">
                  <p:embed/>
                </p:oleObj>
              </mc:Choice>
              <mc:Fallback>
                <p:oleObj name="公式" r:id="rId14" imgW="14224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1825" y="4486276"/>
                        <a:ext cx="14224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1" name="Object 11"/>
          <p:cNvGraphicFramePr>
            <a:graphicFrameLocks noChangeAspect="1"/>
          </p:cNvGraphicFramePr>
          <p:nvPr/>
        </p:nvGraphicFramePr>
        <p:xfrm>
          <a:off x="4495800" y="4330700"/>
          <a:ext cx="40767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4076700" imgH="685800" progId="Equation.3">
                  <p:embed/>
                </p:oleObj>
              </mc:Choice>
              <mc:Fallback>
                <p:oleObj name="公式" r:id="rId16" imgW="407670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4330700"/>
                        <a:ext cx="40767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2" name="Rectangle 12"/>
          <p:cNvSpPr>
            <a:spLocks noChangeArrowheads="1"/>
          </p:cNvSpPr>
          <p:nvPr/>
        </p:nvSpPr>
        <p:spPr bwMode="auto">
          <a:xfrm>
            <a:off x="5867400" y="5029201"/>
            <a:ext cx="3409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牛顿</a:t>
            </a: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—</a:t>
            </a: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莱布尼茨公式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37C8B21-128C-456A-ACE2-5BE0401A0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43272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37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3366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5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9" grpId="0" autoUpdateAnimBg="0"/>
      <p:bldP spid="15372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6" name="Object 2"/>
          <p:cNvGraphicFramePr>
            <a:graphicFrameLocks noChangeAspect="1"/>
          </p:cNvGraphicFramePr>
          <p:nvPr/>
        </p:nvGraphicFramePr>
        <p:xfrm>
          <a:off x="2743200" y="1044575"/>
          <a:ext cx="37719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724228" imgH="609574" progId="Equation.3">
                  <p:embed/>
                </p:oleObj>
              </mc:Choice>
              <mc:Fallback>
                <p:oleObj name="公式" r:id="rId2" imgW="3724228" imgH="60957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044575"/>
                        <a:ext cx="37719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2590800" y="1919288"/>
            <a:ext cx="379323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微积分基本公式表明：</a:t>
            </a:r>
          </a:p>
        </p:txBody>
      </p:sp>
      <p:graphicFrame>
        <p:nvGraphicFramePr>
          <p:cNvPr id="16388" name="Object 4"/>
          <p:cNvGraphicFramePr>
            <a:graphicFrameLocks noChangeAspect="1"/>
          </p:cNvGraphicFramePr>
          <p:nvPr/>
        </p:nvGraphicFramePr>
        <p:xfrm>
          <a:off x="6629400" y="1095376"/>
          <a:ext cx="1511300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66857" imgH="495236" progId="Equation.DSMT4">
                  <p:embed/>
                </p:oleObj>
              </mc:Choice>
              <mc:Fallback>
                <p:oleObj name="Equation" r:id="rId4" imgW="1466857" imgH="49523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1095376"/>
                        <a:ext cx="1511300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8090634"/>
              </p:ext>
            </p:extLst>
          </p:nvPr>
        </p:nvGraphicFramePr>
        <p:xfrm>
          <a:off x="2590801" y="2743200"/>
          <a:ext cx="7321623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6" imgW="6852920" imgH="894080" progId="Word.Document.8">
                  <p:embed/>
                </p:oleObj>
              </mc:Choice>
              <mc:Fallback>
                <p:oleObj name="文档" r:id="rId6" imgW="6852920" imgH="8940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1" y="2743200"/>
                        <a:ext cx="7321623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0" name="Text Box 6"/>
          <p:cNvSpPr txBox="1">
            <a:spLocks noChangeArrowheads="1"/>
          </p:cNvSpPr>
          <p:nvPr/>
        </p:nvSpPr>
        <p:spPr bwMode="auto">
          <a:xfrm>
            <a:off x="2514600" y="4739482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注意</a:t>
            </a:r>
          </a:p>
        </p:txBody>
      </p:sp>
      <p:graphicFrame>
        <p:nvGraphicFramePr>
          <p:cNvPr id="1639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493908"/>
              </p:ext>
            </p:extLst>
          </p:nvPr>
        </p:nvGraphicFramePr>
        <p:xfrm>
          <a:off x="3575720" y="4602164"/>
          <a:ext cx="6858000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8" imgW="6818943" imgH="790336" progId="Word.Document.8">
                  <p:embed/>
                </p:oleObj>
              </mc:Choice>
              <mc:Fallback>
                <p:oleObj name="文档" r:id="rId8" imgW="6818943" imgH="79033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720" y="4602164"/>
                        <a:ext cx="6858000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2" name="Text Box 8"/>
          <p:cNvSpPr txBox="1">
            <a:spLocks noChangeArrowheads="1"/>
          </p:cNvSpPr>
          <p:nvPr/>
        </p:nvSpPr>
        <p:spPr bwMode="auto">
          <a:xfrm>
            <a:off x="2514600" y="3900488"/>
            <a:ext cx="6934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求定积分问题转化为求原函数的问题</a:t>
            </a:r>
            <a:r>
              <a:rPr kumimoji="1" lang="en-US" altLang="zh-CN" sz="28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136AB14-47C9-4816-8AD0-70E15D6C5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227646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autoUpdateAnimBg="0"/>
      <p:bldP spid="16390" grpId="0" autoUpdateAnimBg="0"/>
      <p:bldP spid="16392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2247900" y="858044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例</a:t>
            </a:r>
            <a:r>
              <a:rPr kumimoji="1"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12</a:t>
            </a: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求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</a:p>
        </p:txBody>
      </p:sp>
      <p:graphicFrame>
        <p:nvGraphicFramePr>
          <p:cNvPr id="22531" name="Object 3"/>
          <p:cNvGraphicFramePr>
            <a:graphicFrameLocks noChangeAspect="1"/>
          </p:cNvGraphicFramePr>
          <p:nvPr/>
        </p:nvGraphicFramePr>
        <p:xfrm>
          <a:off x="3810000" y="755650"/>
          <a:ext cx="37211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721100" imgH="711200" progId="Equation.3">
                  <p:embed/>
                </p:oleObj>
              </mc:Choice>
              <mc:Fallback>
                <p:oleObj name="公式" r:id="rId2" imgW="3721100" imgH="71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755650"/>
                        <a:ext cx="372110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3187700" y="1695451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原式</a:t>
            </a:r>
          </a:p>
        </p:txBody>
      </p:sp>
      <p:graphicFrame>
        <p:nvGraphicFramePr>
          <p:cNvPr id="17413" name="Object 5"/>
          <p:cNvGraphicFramePr>
            <a:graphicFrameLocks noChangeAspect="1"/>
          </p:cNvGraphicFramePr>
          <p:nvPr/>
        </p:nvGraphicFramePr>
        <p:xfrm>
          <a:off x="4102100" y="1695450"/>
          <a:ext cx="33782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378200" imgH="558800" progId="Equation.3">
                  <p:embed/>
                </p:oleObj>
              </mc:Choice>
              <mc:Fallback>
                <p:oleObj name="公式" r:id="rId4" imgW="3378200" imgH="558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2100" y="1695450"/>
                        <a:ext cx="33782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4" name="Object 6"/>
          <p:cNvGraphicFramePr>
            <a:graphicFrameLocks noChangeAspect="1"/>
          </p:cNvGraphicFramePr>
          <p:nvPr/>
        </p:nvGraphicFramePr>
        <p:xfrm>
          <a:off x="7581900" y="1562100"/>
          <a:ext cx="1244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244600" imgH="889000" progId="Equation.3">
                  <p:embed/>
                </p:oleObj>
              </mc:Choice>
              <mc:Fallback>
                <p:oleObj name="公式" r:id="rId6" imgW="12446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1900" y="1562100"/>
                        <a:ext cx="12446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415" name="Group 7"/>
          <p:cNvGrpSpPr>
            <a:grpSpLocks/>
          </p:cNvGrpSpPr>
          <p:nvPr/>
        </p:nvGrpSpPr>
        <p:grpSpPr bwMode="auto">
          <a:xfrm>
            <a:off x="2208213" y="2514600"/>
            <a:ext cx="7620000" cy="1041400"/>
            <a:chOff x="431" y="1584"/>
            <a:chExt cx="4800" cy="656"/>
          </a:xfrm>
        </p:grpSpPr>
        <p:sp>
          <p:nvSpPr>
            <p:cNvPr id="22555" name="Text Box 8"/>
            <p:cNvSpPr txBox="1">
              <a:spLocks noChangeArrowheads="1"/>
            </p:cNvSpPr>
            <p:nvPr/>
          </p:nvSpPr>
          <p:spPr bwMode="auto">
            <a:xfrm>
              <a:off x="431" y="1746"/>
              <a:ext cx="480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宋体" panose="02010600030101010101" pitchFamily="2" charset="-122"/>
                </a:rPr>
                <a:t>例</a:t>
              </a:r>
              <a:r>
                <a:rPr kumimoji="1" lang="en-US" altLang="zh-CN" sz="28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13</a:t>
              </a:r>
              <a:r>
                <a:rPr kumimoji="1" lang="en-US" altLang="zh-CN" sz="28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  </a:t>
              </a:r>
              <a:r>
                <a:rPr kumimoji="1" lang="zh-CN" altLang="en-US" sz="2800" b="1" dirty="0">
                  <a:latin typeface="宋体" panose="02010600030101010101" pitchFamily="2" charset="-122"/>
                </a:rPr>
                <a:t>设</a:t>
              </a:r>
              <a:r>
                <a:rPr kumimoji="1" lang="zh-CN" altLang="en-US" sz="2800" b="1" dirty="0">
                  <a:latin typeface="Times New Roman" panose="02020603050405020304" pitchFamily="18" charset="0"/>
                </a:rPr>
                <a:t>                                         </a:t>
              </a:r>
              <a:r>
                <a:rPr kumimoji="1" lang="en-US" altLang="zh-CN" sz="2800" b="1" dirty="0">
                  <a:latin typeface="Times New Roman" panose="02020603050405020304" pitchFamily="18" charset="0"/>
                </a:rPr>
                <a:t>, </a:t>
              </a:r>
              <a:r>
                <a:rPr kumimoji="1" lang="zh-CN" altLang="en-US" sz="2800" b="1" dirty="0">
                  <a:latin typeface="Times New Roman" panose="02020603050405020304" pitchFamily="18" charset="0"/>
                </a:rPr>
                <a:t>求                  </a:t>
              </a:r>
              <a:r>
                <a:rPr kumimoji="1" lang="en-US" altLang="zh-CN" sz="2800" b="1" dirty="0">
                  <a:latin typeface="Times New Roman" panose="02020603050405020304" pitchFamily="18" charset="0"/>
                </a:rPr>
                <a:t>.    </a:t>
              </a:r>
            </a:p>
          </p:txBody>
        </p:sp>
        <p:graphicFrame>
          <p:nvGraphicFramePr>
            <p:cNvPr id="22556" name="Object 9"/>
            <p:cNvGraphicFramePr>
              <a:graphicFrameLocks noChangeAspect="1"/>
            </p:cNvGraphicFramePr>
            <p:nvPr/>
          </p:nvGraphicFramePr>
          <p:xfrm>
            <a:off x="1440" y="1584"/>
            <a:ext cx="2256" cy="6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3581400" imgH="1041400" progId="Equation.3">
                    <p:embed/>
                  </p:oleObj>
                </mc:Choice>
                <mc:Fallback>
                  <p:oleObj name="公式" r:id="rId8" imgW="3581400" imgH="1041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1584"/>
                          <a:ext cx="2256" cy="6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57" name="Object 10"/>
            <p:cNvGraphicFramePr>
              <a:graphicFrameLocks noChangeAspect="1"/>
            </p:cNvGraphicFramePr>
            <p:nvPr/>
          </p:nvGraphicFramePr>
          <p:xfrm>
            <a:off x="4080" y="1674"/>
            <a:ext cx="984" cy="4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562100" imgH="660400" progId="Equation.3">
                    <p:embed/>
                  </p:oleObj>
                </mc:Choice>
                <mc:Fallback>
                  <p:oleObj name="公式" r:id="rId10" imgW="1562100" imgH="660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" y="1674"/>
                          <a:ext cx="984" cy="4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419" name="Text Box 11"/>
          <p:cNvSpPr txBox="1">
            <a:spLocks noChangeArrowheads="1"/>
          </p:cNvSpPr>
          <p:nvPr/>
        </p:nvSpPr>
        <p:spPr bwMode="auto">
          <a:xfrm>
            <a:off x="2438400" y="1676401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sp>
        <p:nvSpPr>
          <p:cNvPr id="17420" name="Text Box 12"/>
          <p:cNvSpPr txBox="1">
            <a:spLocks noChangeArrowheads="1"/>
          </p:cNvSpPr>
          <p:nvPr/>
        </p:nvSpPr>
        <p:spPr bwMode="auto">
          <a:xfrm>
            <a:off x="2362200" y="3849688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7421" name="Object 13"/>
          <p:cNvGraphicFramePr>
            <a:graphicFrameLocks noChangeAspect="1"/>
          </p:cNvGraphicFramePr>
          <p:nvPr/>
        </p:nvGraphicFramePr>
        <p:xfrm>
          <a:off x="3200400" y="3759200"/>
          <a:ext cx="5259388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5257800" imgH="660400" progId="Equation.3">
                  <p:embed/>
                </p:oleObj>
              </mc:Choice>
              <mc:Fallback>
                <p:oleObj name="公式" r:id="rId12" imgW="5257800" imgH="660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3759200"/>
                        <a:ext cx="5259388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2" name="Object 14"/>
          <p:cNvGraphicFramePr>
            <a:graphicFrameLocks noChangeAspect="1"/>
          </p:cNvGraphicFramePr>
          <p:nvPr/>
        </p:nvGraphicFramePr>
        <p:xfrm>
          <a:off x="2517775" y="4659314"/>
          <a:ext cx="5735638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14" imgW="5743719" imgH="601942" progId="Word.Document.8">
                  <p:embed/>
                </p:oleObj>
              </mc:Choice>
              <mc:Fallback>
                <p:oleObj name="文档" r:id="rId14" imgW="5743719" imgH="60194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7775" y="4659314"/>
                        <a:ext cx="5735638" cy="57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3" name="Object 15"/>
          <p:cNvGraphicFramePr>
            <a:graphicFrameLocks noChangeAspect="1"/>
          </p:cNvGraphicFramePr>
          <p:nvPr/>
        </p:nvGraphicFramePr>
        <p:xfrm>
          <a:off x="2578100" y="5410200"/>
          <a:ext cx="32893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3289300" imgH="698500" progId="Equation.3">
                  <p:embed/>
                </p:oleObj>
              </mc:Choice>
              <mc:Fallback>
                <p:oleObj name="公式" r:id="rId16" imgW="32893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8100" y="5410200"/>
                        <a:ext cx="32893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4" name="Object 16"/>
          <p:cNvGraphicFramePr>
            <a:graphicFrameLocks noChangeAspect="1"/>
          </p:cNvGraphicFramePr>
          <p:nvPr/>
        </p:nvGraphicFramePr>
        <p:xfrm>
          <a:off x="5913438" y="5603875"/>
          <a:ext cx="609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609600" imgH="330200" progId="Equation.3">
                  <p:embed/>
                </p:oleObj>
              </mc:Choice>
              <mc:Fallback>
                <p:oleObj name="公式" r:id="rId18" imgW="609600" imgH="330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3438" y="5603875"/>
                        <a:ext cx="6096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425" name="Group 17"/>
          <p:cNvGrpSpPr>
            <a:grpSpLocks/>
          </p:cNvGrpSpPr>
          <p:nvPr/>
        </p:nvGrpSpPr>
        <p:grpSpPr bwMode="auto">
          <a:xfrm>
            <a:off x="8496300" y="3722688"/>
            <a:ext cx="1714500" cy="2297112"/>
            <a:chOff x="4344" y="2400"/>
            <a:chExt cx="1080" cy="1447"/>
          </a:xfrm>
        </p:grpSpPr>
        <p:sp>
          <p:nvSpPr>
            <p:cNvPr id="22543" name="Line 18"/>
            <p:cNvSpPr>
              <a:spLocks noChangeShapeType="1"/>
            </p:cNvSpPr>
            <p:nvPr/>
          </p:nvSpPr>
          <p:spPr bwMode="auto">
            <a:xfrm>
              <a:off x="4368" y="3696"/>
              <a:ext cx="105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4" name="Line 19"/>
            <p:cNvSpPr>
              <a:spLocks noChangeShapeType="1"/>
            </p:cNvSpPr>
            <p:nvPr/>
          </p:nvSpPr>
          <p:spPr bwMode="auto">
            <a:xfrm flipV="1">
              <a:off x="4464" y="2400"/>
              <a:ext cx="0" cy="13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5" name="Line 20"/>
            <p:cNvSpPr>
              <a:spLocks noChangeShapeType="1"/>
            </p:cNvSpPr>
            <p:nvPr/>
          </p:nvSpPr>
          <p:spPr bwMode="auto">
            <a:xfrm flipV="1">
              <a:off x="5058" y="2640"/>
              <a:ext cx="0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6" name="Line 21"/>
            <p:cNvSpPr>
              <a:spLocks noChangeShapeType="1"/>
            </p:cNvSpPr>
            <p:nvPr/>
          </p:nvSpPr>
          <p:spPr bwMode="auto">
            <a:xfrm flipV="1">
              <a:off x="4464" y="3216"/>
              <a:ext cx="278" cy="48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7" name="Line 22"/>
            <p:cNvSpPr>
              <a:spLocks noChangeShapeType="1"/>
            </p:cNvSpPr>
            <p:nvPr/>
          </p:nvSpPr>
          <p:spPr bwMode="auto">
            <a:xfrm>
              <a:off x="4770" y="2634"/>
              <a:ext cx="3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8" name="Oval 23"/>
            <p:cNvSpPr>
              <a:spLocks noChangeArrowheads="1"/>
            </p:cNvSpPr>
            <p:nvPr/>
          </p:nvSpPr>
          <p:spPr bwMode="auto">
            <a:xfrm>
              <a:off x="4734" y="2611"/>
              <a:ext cx="34" cy="3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aphicFrame>
          <p:nvGraphicFramePr>
            <p:cNvPr id="22549" name="Object 24"/>
            <p:cNvGraphicFramePr>
              <a:graphicFrameLocks noChangeAspect="1"/>
            </p:cNvGraphicFramePr>
            <p:nvPr/>
          </p:nvGraphicFramePr>
          <p:xfrm>
            <a:off x="5309" y="3738"/>
            <a:ext cx="115" cy="1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253890" imgH="241195" progId="Equation.3">
                    <p:embed/>
                  </p:oleObj>
                </mc:Choice>
                <mc:Fallback>
                  <p:oleObj name="公式" r:id="rId20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09" y="3738"/>
                          <a:ext cx="115" cy="1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50" name="Object 25"/>
            <p:cNvGraphicFramePr>
              <a:graphicFrameLocks noChangeAspect="1"/>
            </p:cNvGraphicFramePr>
            <p:nvPr/>
          </p:nvGraphicFramePr>
          <p:xfrm>
            <a:off x="4493" y="2400"/>
            <a:ext cx="115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253780" imgH="317225" progId="Equation.3">
                    <p:embed/>
                  </p:oleObj>
                </mc:Choice>
                <mc:Fallback>
                  <p:oleObj name="公式" r:id="rId22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93" y="2400"/>
                          <a:ext cx="115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51" name="Object 26"/>
            <p:cNvGraphicFramePr>
              <a:graphicFrameLocks noChangeAspect="1"/>
            </p:cNvGraphicFramePr>
            <p:nvPr/>
          </p:nvGraphicFramePr>
          <p:xfrm>
            <a:off x="4344" y="3718"/>
            <a:ext cx="98" cy="1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4" imgW="215713" imgH="241091" progId="Equation.3">
                    <p:embed/>
                  </p:oleObj>
                </mc:Choice>
                <mc:Fallback>
                  <p:oleObj name="公式" r:id="rId24" imgW="215713" imgH="2410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44" y="3718"/>
                          <a:ext cx="98" cy="1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52" name="Line 27"/>
            <p:cNvSpPr>
              <a:spLocks noChangeShapeType="1"/>
            </p:cNvSpPr>
            <p:nvPr/>
          </p:nvSpPr>
          <p:spPr bwMode="auto">
            <a:xfrm flipV="1">
              <a:off x="4752" y="2634"/>
              <a:ext cx="0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2553" name="Object 28"/>
            <p:cNvGraphicFramePr>
              <a:graphicFrameLocks noChangeAspect="1"/>
            </p:cNvGraphicFramePr>
            <p:nvPr/>
          </p:nvGraphicFramePr>
          <p:xfrm>
            <a:off x="4727" y="3717"/>
            <a:ext cx="59" cy="1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6" imgW="177569" imgH="304404" progId="Equation.3">
                    <p:embed/>
                  </p:oleObj>
                </mc:Choice>
                <mc:Fallback>
                  <p:oleObj name="公式" r:id="rId26" imgW="177569" imgH="30440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27" y="3717"/>
                          <a:ext cx="59" cy="1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54" name="Object 29"/>
            <p:cNvGraphicFramePr>
              <a:graphicFrameLocks noChangeAspect="1"/>
            </p:cNvGraphicFramePr>
            <p:nvPr/>
          </p:nvGraphicFramePr>
          <p:xfrm>
            <a:off x="5026" y="3720"/>
            <a:ext cx="72" cy="1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8" imgW="215713" imgH="304536" progId="Equation.3">
                    <p:embed/>
                  </p:oleObj>
                </mc:Choice>
                <mc:Fallback>
                  <p:oleObj name="公式" r:id="rId28" imgW="215713" imgH="30453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26" y="3720"/>
                          <a:ext cx="72" cy="1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1A7D14F-7E2C-4E79-A715-6BD10320E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8853921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75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7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7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2" grpId="0" autoUpdateAnimBg="0"/>
      <p:bldP spid="17419" grpId="0" autoUpdateAnimBg="0"/>
      <p:bldP spid="17420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2081213" y="1102520"/>
            <a:ext cx="2209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例</a:t>
            </a:r>
            <a:r>
              <a:rPr kumimoji="1"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14</a:t>
            </a:r>
            <a:r>
              <a:rPr kumimoji="1"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kumimoji="1" lang="zh-CN" altLang="en-US" sz="2800" b="1" dirty="0">
                <a:latin typeface="宋体" panose="02010600030101010101" pitchFamily="2" charset="-122"/>
              </a:rPr>
              <a:t>求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</a:p>
        </p:txBody>
      </p:sp>
      <p:graphicFrame>
        <p:nvGraphicFramePr>
          <p:cNvPr id="23555" name="Object 3"/>
          <p:cNvGraphicFramePr>
            <a:graphicFrameLocks noChangeAspect="1"/>
          </p:cNvGraphicFramePr>
          <p:nvPr/>
        </p:nvGraphicFramePr>
        <p:xfrm>
          <a:off x="3698875" y="1003300"/>
          <a:ext cx="26797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679700" imgH="685800" progId="Equation.3">
                  <p:embed/>
                </p:oleObj>
              </mc:Choice>
              <mc:Fallback>
                <p:oleObj name="公式" r:id="rId2" imgW="267970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8875" y="1003300"/>
                        <a:ext cx="26797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2149895" y="1928019"/>
            <a:ext cx="11191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sp>
        <p:nvSpPr>
          <p:cNvPr id="18437" name="Text Box 5"/>
          <p:cNvSpPr txBox="1">
            <a:spLocks noChangeArrowheads="1"/>
          </p:cNvSpPr>
          <p:nvPr/>
        </p:nvSpPr>
        <p:spPr bwMode="auto">
          <a:xfrm>
            <a:off x="3224213" y="1905001"/>
            <a:ext cx="213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由图形可知</a:t>
            </a:r>
          </a:p>
        </p:txBody>
      </p:sp>
      <p:graphicFrame>
        <p:nvGraphicFramePr>
          <p:cNvPr id="18438" name="Object 6"/>
          <p:cNvGraphicFramePr>
            <a:graphicFrameLocks noChangeAspect="1"/>
          </p:cNvGraphicFramePr>
          <p:nvPr/>
        </p:nvGraphicFramePr>
        <p:xfrm>
          <a:off x="2971800" y="2514601"/>
          <a:ext cx="297180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971800" imgH="495300" progId="Equation.3">
                  <p:embed/>
                </p:oleObj>
              </mc:Choice>
              <mc:Fallback>
                <p:oleObj name="公式" r:id="rId4" imgW="2971800" imgH="495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2514601"/>
                        <a:ext cx="2971800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9" name="Object 7"/>
          <p:cNvGraphicFramePr>
            <a:graphicFrameLocks noChangeAspect="1"/>
          </p:cNvGraphicFramePr>
          <p:nvPr/>
        </p:nvGraphicFramePr>
        <p:xfrm>
          <a:off x="2743200" y="3289300"/>
          <a:ext cx="3060700" cy="170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060700" imgH="1701800" progId="Equation.3">
                  <p:embed/>
                </p:oleObj>
              </mc:Choice>
              <mc:Fallback>
                <p:oleObj name="公式" r:id="rId6" imgW="3060700" imgH="170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289300"/>
                        <a:ext cx="3060700" cy="170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0" name="Object 8"/>
          <p:cNvGraphicFramePr>
            <a:graphicFrameLocks noChangeAspect="1"/>
          </p:cNvGraphicFramePr>
          <p:nvPr/>
        </p:nvGraphicFramePr>
        <p:xfrm>
          <a:off x="2514600" y="5257800"/>
          <a:ext cx="49657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965700" imgH="698500" progId="Equation.3">
                  <p:embed/>
                </p:oleObj>
              </mc:Choice>
              <mc:Fallback>
                <p:oleObj name="公式" r:id="rId8" imgW="49657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5257800"/>
                        <a:ext cx="49657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1" name="Object 9"/>
          <p:cNvGraphicFramePr>
            <a:graphicFrameLocks noChangeAspect="1"/>
          </p:cNvGraphicFramePr>
          <p:nvPr/>
        </p:nvGraphicFramePr>
        <p:xfrm>
          <a:off x="7545388" y="5207000"/>
          <a:ext cx="8382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838200" imgH="889000" progId="Equation.3">
                  <p:embed/>
                </p:oleObj>
              </mc:Choice>
              <mc:Fallback>
                <p:oleObj name="公式" r:id="rId10" imgW="8382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5388" y="5207000"/>
                        <a:ext cx="8382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562" name="Group 10"/>
          <p:cNvGrpSpPr>
            <a:grpSpLocks/>
          </p:cNvGrpSpPr>
          <p:nvPr/>
        </p:nvGrpSpPr>
        <p:grpSpPr bwMode="auto">
          <a:xfrm>
            <a:off x="6667500" y="1517650"/>
            <a:ext cx="2628900" cy="2597150"/>
            <a:chOff x="3240" y="956"/>
            <a:chExt cx="1656" cy="1636"/>
          </a:xfrm>
        </p:grpSpPr>
        <p:sp>
          <p:nvSpPr>
            <p:cNvPr id="23563" name="Line 11"/>
            <p:cNvSpPr>
              <a:spLocks noChangeShapeType="1"/>
            </p:cNvSpPr>
            <p:nvPr/>
          </p:nvSpPr>
          <p:spPr bwMode="auto">
            <a:xfrm>
              <a:off x="3300" y="2090"/>
              <a:ext cx="15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64" name="Line 12"/>
            <p:cNvSpPr>
              <a:spLocks noChangeShapeType="1"/>
            </p:cNvSpPr>
            <p:nvPr/>
          </p:nvSpPr>
          <p:spPr bwMode="auto">
            <a:xfrm flipV="1">
              <a:off x="3897" y="956"/>
              <a:ext cx="0" cy="16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3565" name="Object 13"/>
            <p:cNvGraphicFramePr>
              <a:graphicFrameLocks noChangeAspect="1"/>
            </p:cNvGraphicFramePr>
            <p:nvPr/>
          </p:nvGraphicFramePr>
          <p:xfrm>
            <a:off x="4771" y="2153"/>
            <a:ext cx="105" cy="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266469" imgH="253780" progId="Equation.3">
                    <p:embed/>
                  </p:oleObj>
                </mc:Choice>
                <mc:Fallback>
                  <p:oleObj name="公式" r:id="rId12" imgW="266469" imgH="2537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1" y="2153"/>
                          <a:ext cx="105" cy="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66" name="Object 14"/>
            <p:cNvGraphicFramePr>
              <a:graphicFrameLocks noChangeAspect="1"/>
            </p:cNvGraphicFramePr>
            <p:nvPr/>
          </p:nvGraphicFramePr>
          <p:xfrm>
            <a:off x="3769" y="1016"/>
            <a:ext cx="104" cy="1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266584" imgH="330057" progId="Equation.3">
                    <p:embed/>
                  </p:oleObj>
                </mc:Choice>
                <mc:Fallback>
                  <p:oleObj name="公式" r:id="rId14" imgW="266584" imgH="3300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69" y="1016"/>
                          <a:ext cx="104" cy="1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67" name="Object 15"/>
            <p:cNvGraphicFramePr>
              <a:graphicFrameLocks noChangeAspect="1"/>
            </p:cNvGraphicFramePr>
            <p:nvPr/>
          </p:nvGraphicFramePr>
          <p:xfrm>
            <a:off x="3918" y="2134"/>
            <a:ext cx="99" cy="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228501" imgH="253890" progId="Equation.3">
                    <p:embed/>
                  </p:oleObj>
                </mc:Choice>
                <mc:Fallback>
                  <p:oleObj name="公式" r:id="rId16" imgW="228501" imgH="25389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18" y="2134"/>
                          <a:ext cx="99" cy="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68" name="Object 16"/>
            <p:cNvGraphicFramePr>
              <a:graphicFrameLocks noChangeAspect="1"/>
            </p:cNvGraphicFramePr>
            <p:nvPr/>
          </p:nvGraphicFramePr>
          <p:xfrm>
            <a:off x="3440" y="1235"/>
            <a:ext cx="427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971658" imgH="447624" progId="Equation.3">
                    <p:embed/>
                  </p:oleObj>
                </mc:Choice>
                <mc:Fallback>
                  <p:oleObj name="公式" r:id="rId18" imgW="971658" imgH="4476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40" y="1235"/>
                          <a:ext cx="427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69" name="Line 17"/>
            <p:cNvSpPr>
              <a:spLocks noChangeShapeType="1"/>
            </p:cNvSpPr>
            <p:nvPr/>
          </p:nvSpPr>
          <p:spPr bwMode="auto">
            <a:xfrm rot="20787881" flipV="1">
              <a:off x="3385" y="1512"/>
              <a:ext cx="1437" cy="776"/>
            </a:xfrm>
            <a:prstGeom prst="line">
              <a:avLst/>
            </a:prstGeom>
            <a:noFill/>
            <a:ln w="38100">
              <a:solidFill>
                <a:srgbClr val="FF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3570" name="Object 18"/>
            <p:cNvGraphicFramePr>
              <a:graphicFrameLocks noChangeAspect="1"/>
            </p:cNvGraphicFramePr>
            <p:nvPr/>
          </p:nvGraphicFramePr>
          <p:xfrm>
            <a:off x="4477" y="1594"/>
            <a:ext cx="373" cy="1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838055" imgH="285673" progId="Equation.3">
                    <p:embed/>
                  </p:oleObj>
                </mc:Choice>
                <mc:Fallback>
                  <p:oleObj name="公式" r:id="rId20" imgW="838055" imgH="28567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77" y="1594"/>
                          <a:ext cx="373" cy="1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71" name="Line 19"/>
            <p:cNvSpPr>
              <a:spLocks noChangeShapeType="1"/>
            </p:cNvSpPr>
            <p:nvPr/>
          </p:nvSpPr>
          <p:spPr bwMode="auto">
            <a:xfrm>
              <a:off x="4297" y="1714"/>
              <a:ext cx="0" cy="3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3572" name="Object 20"/>
            <p:cNvGraphicFramePr>
              <a:graphicFrameLocks noChangeAspect="1"/>
            </p:cNvGraphicFramePr>
            <p:nvPr/>
          </p:nvGraphicFramePr>
          <p:xfrm>
            <a:off x="4268" y="2145"/>
            <a:ext cx="59" cy="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190335" imgH="317225" progId="Equation.3">
                    <p:embed/>
                  </p:oleObj>
                </mc:Choice>
                <mc:Fallback>
                  <p:oleObj name="公式" r:id="rId22" imgW="190335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68" y="2145"/>
                          <a:ext cx="59" cy="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73" name="Arc 21"/>
            <p:cNvSpPr>
              <a:spLocks/>
            </p:cNvSpPr>
            <p:nvPr/>
          </p:nvSpPr>
          <p:spPr bwMode="auto">
            <a:xfrm>
              <a:off x="3360" y="996"/>
              <a:ext cx="1078" cy="1091"/>
            </a:xfrm>
            <a:custGeom>
              <a:avLst/>
              <a:gdLst>
                <a:gd name="T0" fmla="*/ 0 w 42987"/>
                <a:gd name="T1" fmla="*/ 0 h 21600"/>
                <a:gd name="T2" fmla="*/ 0 w 42987"/>
                <a:gd name="T3" fmla="*/ 0 h 21600"/>
                <a:gd name="T4" fmla="*/ 0 w 42987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987" h="21600" fill="none" extrusionOk="0">
                  <a:moveTo>
                    <a:pt x="42987" y="2052"/>
                  </a:moveTo>
                  <a:cubicBezTo>
                    <a:pt x="41929" y="13136"/>
                    <a:pt x="32619" y="21599"/>
                    <a:pt x="21485" y="21600"/>
                  </a:cubicBezTo>
                  <a:cubicBezTo>
                    <a:pt x="10418" y="21600"/>
                    <a:pt x="1141" y="13235"/>
                    <a:pt x="0" y="2227"/>
                  </a:cubicBezTo>
                </a:path>
                <a:path w="42987" h="21600" stroke="0" extrusionOk="0">
                  <a:moveTo>
                    <a:pt x="42987" y="2052"/>
                  </a:moveTo>
                  <a:cubicBezTo>
                    <a:pt x="41929" y="13136"/>
                    <a:pt x="32619" y="21599"/>
                    <a:pt x="21485" y="21600"/>
                  </a:cubicBezTo>
                  <a:cubicBezTo>
                    <a:pt x="10418" y="21600"/>
                    <a:pt x="1141" y="13235"/>
                    <a:pt x="0" y="2227"/>
                  </a:cubicBezTo>
                  <a:lnTo>
                    <a:pt x="21485" y="0"/>
                  </a:lnTo>
                  <a:lnTo>
                    <a:pt x="42987" y="2052"/>
                  </a:lnTo>
                  <a:close/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3574" name="Object 22"/>
            <p:cNvGraphicFramePr>
              <a:graphicFrameLocks noChangeAspect="1"/>
            </p:cNvGraphicFramePr>
            <p:nvPr/>
          </p:nvGraphicFramePr>
          <p:xfrm>
            <a:off x="4570" y="2139"/>
            <a:ext cx="67" cy="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4" imgW="215713" imgH="304536" progId="Equation.3">
                    <p:embed/>
                  </p:oleObj>
                </mc:Choice>
                <mc:Fallback>
                  <p:oleObj name="公式" r:id="rId24" imgW="215713" imgH="30453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0" y="2139"/>
                          <a:ext cx="67" cy="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5" name="Object 23"/>
            <p:cNvGraphicFramePr>
              <a:graphicFrameLocks noChangeAspect="1"/>
            </p:cNvGraphicFramePr>
            <p:nvPr/>
          </p:nvGraphicFramePr>
          <p:xfrm>
            <a:off x="3240" y="2123"/>
            <a:ext cx="149" cy="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6" imgW="482391" imgH="304668" progId="Equation.3">
                    <p:embed/>
                  </p:oleObj>
                </mc:Choice>
                <mc:Fallback>
                  <p:oleObj name="公式" r:id="rId26" imgW="482391" imgH="30466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40" y="2123"/>
                          <a:ext cx="149" cy="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4FF316D-C9B5-4618-BD41-06906800F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302251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6" grpId="0" autoUpdateAnimBg="0"/>
      <p:bldP spid="18437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Box 1"/>
          <p:cNvSpPr txBox="1">
            <a:spLocks noChangeArrowheads="1"/>
          </p:cNvSpPr>
          <p:nvPr/>
        </p:nvSpPr>
        <p:spPr bwMode="auto">
          <a:xfrm>
            <a:off x="2098079" y="931000"/>
            <a:ext cx="166263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例</a:t>
            </a:r>
            <a:r>
              <a:rPr lang="en-US" altLang="zh-CN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US" altLang="zh-CN" sz="2800" b="1"/>
              <a:t>    </a:t>
            </a:r>
            <a:r>
              <a:rPr lang="zh-CN" altLang="en-US" sz="2800" b="1" dirty="0"/>
              <a:t>求</a:t>
            </a:r>
          </a:p>
        </p:txBody>
      </p:sp>
      <p:graphicFrame>
        <p:nvGraphicFramePr>
          <p:cNvPr id="24579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5836521"/>
              </p:ext>
            </p:extLst>
          </p:nvPr>
        </p:nvGraphicFramePr>
        <p:xfrm>
          <a:off x="3852857" y="796102"/>
          <a:ext cx="2915324" cy="781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31366" imgH="330057" progId="Equation.DSMT4">
                  <p:embed/>
                </p:oleObj>
              </mc:Choice>
              <mc:Fallback>
                <p:oleObj name="Equation" r:id="rId2" imgW="1231366" imgH="33005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2857" y="796102"/>
                        <a:ext cx="2915324" cy="7813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0" name="TextBox 3"/>
          <p:cNvSpPr txBox="1">
            <a:spLocks noChangeArrowheads="1"/>
          </p:cNvSpPr>
          <p:nvPr/>
        </p:nvSpPr>
        <p:spPr bwMode="auto">
          <a:xfrm>
            <a:off x="2068051" y="1788249"/>
            <a:ext cx="542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24581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9485922"/>
              </p:ext>
            </p:extLst>
          </p:nvPr>
        </p:nvGraphicFramePr>
        <p:xfrm>
          <a:off x="2819732" y="1669187"/>
          <a:ext cx="5538788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00300" imgH="330200" progId="Equation.DSMT4">
                  <p:embed/>
                </p:oleObj>
              </mc:Choice>
              <mc:Fallback>
                <p:oleObj name="Equation" r:id="rId4" imgW="24003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732" y="1669187"/>
                        <a:ext cx="5538788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2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4279070"/>
              </p:ext>
            </p:extLst>
          </p:nvPr>
        </p:nvGraphicFramePr>
        <p:xfrm>
          <a:off x="2819732" y="2547073"/>
          <a:ext cx="498157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59000" imgH="330200" progId="Equation.DSMT4">
                  <p:embed/>
                </p:oleObj>
              </mc:Choice>
              <mc:Fallback>
                <p:oleObj name="Equation" r:id="rId6" imgW="21590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732" y="2547073"/>
                        <a:ext cx="4981575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3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0677843"/>
              </p:ext>
            </p:extLst>
          </p:nvPr>
        </p:nvGraphicFramePr>
        <p:xfrm>
          <a:off x="2807003" y="3385273"/>
          <a:ext cx="4800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32674" imgH="406224" progId="Equation.DSMT4">
                  <p:embed/>
                </p:oleObj>
              </mc:Choice>
              <mc:Fallback>
                <p:oleObj name="Equation" r:id="rId8" imgW="2132674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7003" y="3385273"/>
                        <a:ext cx="48006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4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5778182"/>
              </p:ext>
            </p:extLst>
          </p:nvPr>
        </p:nvGraphicFramePr>
        <p:xfrm>
          <a:off x="2807900" y="4299673"/>
          <a:ext cx="1968500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01309" imgH="406224" progId="Equation.DSMT4">
                  <p:embed/>
                </p:oleObj>
              </mc:Choice>
              <mc:Fallback>
                <p:oleObj name="Equation" r:id="rId10" imgW="901309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7900" y="4299673"/>
                        <a:ext cx="1968500" cy="88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FCFE0A3-5E26-4030-B828-0D075495E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1599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5085720"/>
              </p:ext>
            </p:extLst>
          </p:nvPr>
        </p:nvGraphicFramePr>
        <p:xfrm>
          <a:off x="2432942" y="1910323"/>
          <a:ext cx="5014715" cy="5370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60440" imgH="215640" progId="Equation.DSMT4">
                  <p:embed/>
                </p:oleObj>
              </mc:Choice>
              <mc:Fallback>
                <p:oleObj name="Equation" r:id="rId3" imgW="22604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2942" y="1910323"/>
                        <a:ext cx="5014715" cy="5370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7394004" y="1910323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宋体" panose="02010600030101010101" pitchFamily="2" charset="-122"/>
              </a:rPr>
              <a:t>则有</a:t>
            </a:r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2063751" y="1273176"/>
            <a:ext cx="32512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微积分基本公式</a:t>
            </a:r>
          </a:p>
        </p:txBody>
      </p:sp>
      <p:graphicFrame>
        <p:nvGraphicFramePr>
          <p:cNvPr id="1946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5631832"/>
              </p:ext>
            </p:extLst>
          </p:nvPr>
        </p:nvGraphicFramePr>
        <p:xfrm>
          <a:off x="2003138" y="2639602"/>
          <a:ext cx="2124649" cy="8655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76240" imgH="342720" progId="Equation.DSMT4">
                  <p:embed/>
                </p:oleObj>
              </mc:Choice>
              <mc:Fallback>
                <p:oleObj name="Equation" r:id="rId5" imgW="87624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3138" y="2639602"/>
                        <a:ext cx="2124649" cy="8655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2" name="Text Box 6"/>
          <p:cNvSpPr txBox="1">
            <a:spLocks noChangeArrowheads="1"/>
          </p:cNvSpPr>
          <p:nvPr/>
        </p:nvSpPr>
        <p:spPr bwMode="auto">
          <a:xfrm>
            <a:off x="3124201" y="3505200"/>
            <a:ext cx="2022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积分中值定理</a:t>
            </a:r>
          </a:p>
        </p:txBody>
      </p:sp>
      <p:graphicFrame>
        <p:nvGraphicFramePr>
          <p:cNvPr id="1946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4127438"/>
              </p:ext>
            </p:extLst>
          </p:nvPr>
        </p:nvGraphicFramePr>
        <p:xfrm>
          <a:off x="5815907" y="2858380"/>
          <a:ext cx="2120614" cy="5150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27000" imgH="203040" progId="Equation.DSMT4">
                  <p:embed/>
                </p:oleObj>
              </mc:Choice>
              <mc:Fallback>
                <p:oleObj name="Equation" r:id="rId7" imgW="927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5907" y="2858380"/>
                        <a:ext cx="2120614" cy="5150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0142333"/>
              </p:ext>
            </p:extLst>
          </p:nvPr>
        </p:nvGraphicFramePr>
        <p:xfrm>
          <a:off x="7928335" y="2848966"/>
          <a:ext cx="2211179" cy="53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27000" imgH="203040" progId="Equation.DSMT4">
                  <p:embed/>
                </p:oleObj>
              </mc:Choice>
              <mc:Fallback>
                <p:oleObj name="Equation" r:id="rId9" imgW="927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8335" y="2848966"/>
                        <a:ext cx="2211179" cy="533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5" name="Text Box 9"/>
          <p:cNvSpPr txBox="1">
            <a:spLocks noChangeArrowheads="1"/>
          </p:cNvSpPr>
          <p:nvPr/>
        </p:nvSpPr>
        <p:spPr bwMode="auto">
          <a:xfrm>
            <a:off x="6902451" y="3505200"/>
            <a:ext cx="2022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微分中值定理</a:t>
            </a:r>
          </a:p>
        </p:txBody>
      </p:sp>
      <p:graphicFrame>
        <p:nvGraphicFramePr>
          <p:cNvPr id="1946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5530748"/>
              </p:ext>
            </p:extLst>
          </p:nvPr>
        </p:nvGraphicFramePr>
        <p:xfrm>
          <a:off x="4033234" y="2838450"/>
          <a:ext cx="178267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61760" imgH="203040" progId="Equation.DSMT4">
                  <p:embed/>
                </p:oleObj>
              </mc:Choice>
              <mc:Fallback>
                <p:oleObj name="Equation" r:id="rId11" imgW="7617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3234" y="2838450"/>
                        <a:ext cx="178267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7" name="Text Box 11"/>
          <p:cNvSpPr txBox="1">
            <a:spLocks noChangeArrowheads="1"/>
          </p:cNvSpPr>
          <p:nvPr/>
        </p:nvSpPr>
        <p:spPr bwMode="auto">
          <a:xfrm>
            <a:off x="4648201" y="4267200"/>
            <a:ext cx="3095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牛顿 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–</a:t>
            </a:r>
            <a:r>
              <a:rPr kumimoji="1"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莱布尼茨公式</a:t>
            </a:r>
          </a:p>
        </p:txBody>
      </p:sp>
      <p:sp>
        <p:nvSpPr>
          <p:cNvPr id="19468" name="AutoShape 12"/>
          <p:cNvSpPr>
            <a:spLocks/>
          </p:cNvSpPr>
          <p:nvPr/>
        </p:nvSpPr>
        <p:spPr bwMode="auto">
          <a:xfrm rot="5400000">
            <a:off x="4023520" y="2450307"/>
            <a:ext cx="179387" cy="1981200"/>
          </a:xfrm>
          <a:prstGeom prst="rightBrace">
            <a:avLst>
              <a:gd name="adj1" fmla="val 92036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9469" name="AutoShape 13"/>
          <p:cNvSpPr>
            <a:spLocks/>
          </p:cNvSpPr>
          <p:nvPr/>
        </p:nvSpPr>
        <p:spPr bwMode="auto">
          <a:xfrm rot="5400000">
            <a:off x="7757320" y="2450307"/>
            <a:ext cx="179387" cy="1981200"/>
          </a:xfrm>
          <a:prstGeom prst="rightBrace">
            <a:avLst>
              <a:gd name="adj1" fmla="val 92036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9470" name="Freeform 14"/>
          <p:cNvSpPr>
            <a:spLocks/>
          </p:cNvSpPr>
          <p:nvPr/>
        </p:nvSpPr>
        <p:spPr bwMode="auto">
          <a:xfrm>
            <a:off x="2743200" y="3352800"/>
            <a:ext cx="6477000" cy="838200"/>
          </a:xfrm>
          <a:custGeom>
            <a:avLst/>
            <a:gdLst>
              <a:gd name="T0" fmla="*/ 0 w 4080"/>
              <a:gd name="T1" fmla="*/ 0 h 528"/>
              <a:gd name="T2" fmla="*/ 0 w 4080"/>
              <a:gd name="T3" fmla="*/ 2147483647 h 528"/>
              <a:gd name="T4" fmla="*/ 2147483647 w 4080"/>
              <a:gd name="T5" fmla="*/ 2147483647 h 528"/>
              <a:gd name="T6" fmla="*/ 2147483647 w 4080"/>
              <a:gd name="T7" fmla="*/ 0 h 52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080" h="528">
                <a:moveTo>
                  <a:pt x="0" y="0"/>
                </a:moveTo>
                <a:lnTo>
                  <a:pt x="0" y="528"/>
                </a:lnTo>
                <a:lnTo>
                  <a:pt x="4080" y="528"/>
                </a:lnTo>
                <a:lnTo>
                  <a:pt x="4080" y="0"/>
                </a:lnTo>
              </a:path>
            </a:pathLst>
          </a:custGeom>
          <a:noFill/>
          <a:ln w="25400" cmpd="sng">
            <a:solidFill>
              <a:schemeClr val="tx2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3B4439F-77EA-43B0-852F-8EE8513D5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7150-5C3E-4439-B216-5F65A4C7C309}" type="slidenum">
              <a:rPr lang="zh-CN" altLang="en-US" smtClean="0"/>
              <a:pPr/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69464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9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4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94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9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9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 autoUpdateAnimBg="0"/>
      <p:bldP spid="19460" grpId="0" build="p" autoUpdateAnimBg="0"/>
      <p:bldP spid="19462" grpId="0" build="p" autoUpdateAnimBg="0"/>
      <p:bldP spid="19465" grpId="0" build="p" autoUpdateAnimBg="0"/>
      <p:bldP spid="19467" grpId="0" build="p" autoUpdateAnimBg="0"/>
      <p:bldP spid="19468" grpId="0" animBg="1"/>
      <p:bldP spid="19469" grpId="0" animBg="1"/>
      <p:bldP spid="1947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>
            <a:spLocks noChangeArrowheads="1"/>
          </p:cNvSpPr>
          <p:nvPr/>
        </p:nvSpPr>
        <p:spPr bwMode="auto">
          <a:xfrm>
            <a:off x="1551105" y="787856"/>
            <a:ext cx="973585" cy="523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r>
              <a:rPr lang="en-US" altLang="zh-CN" sz="2800" b="1" dirty="0"/>
              <a:t>    </a:t>
            </a:r>
            <a:endParaRPr lang="zh-CN" altLang="en-US" sz="2800" b="1" dirty="0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5967593"/>
              </p:ext>
            </p:extLst>
          </p:nvPr>
        </p:nvGraphicFramePr>
        <p:xfrm>
          <a:off x="2467565" y="841525"/>
          <a:ext cx="4279087" cy="5271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52480" imgH="215640" progId="Equation.DSMT4">
                  <p:embed/>
                </p:oleObj>
              </mc:Choice>
              <mc:Fallback>
                <p:oleObj name="Equation" r:id="rId2" imgW="17524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67565" y="841525"/>
                        <a:ext cx="4279087" cy="527134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0059267"/>
              </p:ext>
            </p:extLst>
          </p:nvPr>
        </p:nvGraphicFramePr>
        <p:xfrm>
          <a:off x="6746652" y="601115"/>
          <a:ext cx="4433881" cy="8867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31840" imgH="406080" progId="Equation.DSMT4">
                  <p:embed/>
                </p:oleObj>
              </mc:Choice>
              <mc:Fallback>
                <p:oleObj name="Equation" r:id="rId4" imgW="20318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746652" y="601115"/>
                        <a:ext cx="4433881" cy="88677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4333214"/>
              </p:ext>
            </p:extLst>
          </p:nvPr>
        </p:nvGraphicFramePr>
        <p:xfrm>
          <a:off x="1641701" y="1216768"/>
          <a:ext cx="922959" cy="46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06080" imgH="203040" progId="Equation.DSMT4">
                  <p:embed/>
                </p:oleObj>
              </mc:Choice>
              <mc:Fallback>
                <p:oleObj name="Equation" r:id="rId6" imgW="4060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641701" y="1216768"/>
                        <a:ext cx="922959" cy="4614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0938879"/>
              </p:ext>
            </p:extLst>
          </p:nvPr>
        </p:nvGraphicFramePr>
        <p:xfrm>
          <a:off x="2724743" y="1215945"/>
          <a:ext cx="1330674" cy="491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83920" imgH="215640" progId="Equation.DSMT4">
                  <p:embed/>
                </p:oleObj>
              </mc:Choice>
              <mc:Fallback>
                <p:oleObj name="Equation" r:id="rId8" imgW="5839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724743" y="1215945"/>
                        <a:ext cx="1330674" cy="4917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4215500" y="1277393"/>
            <a:ext cx="16209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b="1" dirty="0">
                <a:solidFill>
                  <a:srgbClr val="0000CC"/>
                </a:solidFill>
              </a:rPr>
              <a:t>北京大学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567847" y="1750717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146823" y="1742014"/>
            <a:ext cx="3799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方程两边对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zh-CN" altLang="en-US" sz="2800" b="1" dirty="0"/>
              <a:t>求导，得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3358924"/>
              </p:ext>
            </p:extLst>
          </p:nvPr>
        </p:nvGraphicFramePr>
        <p:xfrm>
          <a:off x="3173873" y="2191139"/>
          <a:ext cx="4092426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79560" imgH="406080" progId="Equation.DSMT4">
                  <p:embed/>
                </p:oleObj>
              </mc:Choice>
              <mc:Fallback>
                <p:oleObj name="Equation" r:id="rId10" imgW="18795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173873" y="2191139"/>
                        <a:ext cx="4092426" cy="871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1604553" y="2944675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因此，</a:t>
            </a: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4610970"/>
              </p:ext>
            </p:extLst>
          </p:nvPr>
        </p:nvGraphicFramePr>
        <p:xfrm>
          <a:off x="3628906" y="2914393"/>
          <a:ext cx="2644364" cy="7087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31560" imgH="330120" progId="Equation.DSMT4">
                  <p:embed/>
                </p:oleObj>
              </mc:Choice>
              <mc:Fallback>
                <p:oleObj name="Equation" r:id="rId12" imgW="123156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628906" y="2914393"/>
                        <a:ext cx="2644364" cy="7087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1551105" y="3531661"/>
            <a:ext cx="3799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两边继续对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zh-CN" altLang="en-US" sz="2800" b="1" dirty="0"/>
              <a:t>求导得，</a:t>
            </a: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1634699"/>
              </p:ext>
            </p:extLst>
          </p:nvPr>
        </p:nvGraphicFramePr>
        <p:xfrm>
          <a:off x="5168525" y="3534468"/>
          <a:ext cx="3679086" cy="4709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587240" imgH="203040" progId="Equation.DSMT4">
                  <p:embed/>
                </p:oleObj>
              </mc:Choice>
              <mc:Fallback>
                <p:oleObj name="Equation" r:id="rId14" imgW="15872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168525" y="3534468"/>
                        <a:ext cx="3679086" cy="4709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0444372"/>
              </p:ext>
            </p:extLst>
          </p:nvPr>
        </p:nvGraphicFramePr>
        <p:xfrm>
          <a:off x="1582463" y="3956568"/>
          <a:ext cx="3151188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33440" imgH="406080" progId="Equation.DSMT4">
                  <p:embed/>
                </p:oleObj>
              </mc:Choice>
              <mc:Fallback>
                <p:oleObj name="Equation" r:id="rId16" imgW="13334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2463" y="3956568"/>
                        <a:ext cx="3151188" cy="9604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2890639"/>
              </p:ext>
            </p:extLst>
          </p:nvPr>
        </p:nvGraphicFramePr>
        <p:xfrm>
          <a:off x="4885014" y="4183214"/>
          <a:ext cx="2710303" cy="5308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231560" imgH="241200" progId="Equation.DSMT4">
                  <p:embed/>
                </p:oleObj>
              </mc:Choice>
              <mc:Fallback>
                <p:oleObj name="Equation" r:id="rId18" imgW="123156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885014" y="4183214"/>
                        <a:ext cx="2710303" cy="5308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3770237"/>
              </p:ext>
            </p:extLst>
          </p:nvPr>
        </p:nvGraphicFramePr>
        <p:xfrm>
          <a:off x="7468864" y="4001284"/>
          <a:ext cx="3240087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371600" imgH="431640" progId="Equation.DSMT4">
                  <p:embed/>
                </p:oleObj>
              </mc:Choice>
              <mc:Fallback>
                <p:oleObj name="Equation" r:id="rId20" imgW="13716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7468864" y="4001284"/>
                        <a:ext cx="3240087" cy="1020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7855129"/>
              </p:ext>
            </p:extLst>
          </p:nvPr>
        </p:nvGraphicFramePr>
        <p:xfrm>
          <a:off x="1601315" y="4827194"/>
          <a:ext cx="3118029" cy="5485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371600" imgH="241200" progId="Equation.DSMT4">
                  <p:embed/>
                </p:oleObj>
              </mc:Choice>
              <mc:Fallback>
                <p:oleObj name="Equation" r:id="rId22" imgW="13716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601315" y="4827194"/>
                        <a:ext cx="3118029" cy="5485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7117799"/>
              </p:ext>
            </p:extLst>
          </p:nvPr>
        </p:nvGraphicFramePr>
        <p:xfrm>
          <a:off x="4670912" y="4665339"/>
          <a:ext cx="2550699" cy="94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168200" imgH="431640" progId="Equation.DSMT4">
                  <p:embed/>
                </p:oleObj>
              </mc:Choice>
              <mc:Fallback>
                <p:oleObj name="Equation" r:id="rId24" imgW="11682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670912" y="4665339"/>
                        <a:ext cx="2550699" cy="942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1475809"/>
              </p:ext>
            </p:extLst>
          </p:nvPr>
        </p:nvGraphicFramePr>
        <p:xfrm>
          <a:off x="1553928" y="5478969"/>
          <a:ext cx="4434561" cy="6294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968480" imgH="279360" progId="Equation.DSMT4">
                  <p:embed/>
                </p:oleObj>
              </mc:Choice>
              <mc:Fallback>
                <p:oleObj name="Equation" r:id="rId26" imgW="196848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553928" y="5478969"/>
                        <a:ext cx="4434561" cy="6294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5943631"/>
              </p:ext>
            </p:extLst>
          </p:nvPr>
        </p:nvGraphicFramePr>
        <p:xfrm>
          <a:off x="6096000" y="5460808"/>
          <a:ext cx="4455255" cy="4646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070000" imgH="215640" progId="Equation.DSMT4">
                  <p:embed/>
                </p:oleObj>
              </mc:Choice>
              <mc:Fallback>
                <p:oleObj name="Equation" r:id="rId28" imgW="20700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6096000" y="5460808"/>
                        <a:ext cx="4455255" cy="4646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9385955"/>
              </p:ext>
            </p:extLst>
          </p:nvPr>
        </p:nvGraphicFramePr>
        <p:xfrm>
          <a:off x="1585387" y="6040690"/>
          <a:ext cx="1436540" cy="5087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609480" imgH="215640" progId="Equation.DSMT4">
                  <p:embed/>
                </p:oleObj>
              </mc:Choice>
              <mc:Fallback>
                <p:oleObj name="Equation" r:id="rId30" imgW="6094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585387" y="6040690"/>
                        <a:ext cx="1436540" cy="5087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005193"/>
              </p:ext>
            </p:extLst>
          </p:nvPr>
        </p:nvGraphicFramePr>
        <p:xfrm>
          <a:off x="3126861" y="6065095"/>
          <a:ext cx="2151840" cy="4750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977760" imgH="215640" progId="Equation.DSMT4">
                  <p:embed/>
                </p:oleObj>
              </mc:Choice>
              <mc:Fallback>
                <p:oleObj name="Equation" r:id="rId32" imgW="9777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3126861" y="6065095"/>
                        <a:ext cx="2151840" cy="4750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组合 25"/>
          <p:cNvGrpSpPr/>
          <p:nvPr/>
        </p:nvGrpSpPr>
        <p:grpSpPr>
          <a:xfrm>
            <a:off x="3628906" y="225619"/>
            <a:ext cx="4032448" cy="612648"/>
            <a:chOff x="3436416" y="333614"/>
            <a:chExt cx="4032448" cy="612648"/>
          </a:xfrm>
          <a:solidFill>
            <a:schemeClr val="bg1"/>
          </a:solidFill>
        </p:grpSpPr>
        <p:sp>
          <p:nvSpPr>
            <p:cNvPr id="28" name="前凸带形 27"/>
            <p:cNvSpPr/>
            <p:nvPr/>
          </p:nvSpPr>
          <p:spPr>
            <a:xfrm>
              <a:off x="3436416" y="333614"/>
              <a:ext cx="4032448" cy="612648"/>
            </a:xfrm>
            <a:prstGeom prst="ribbon">
              <a:avLst/>
            </a:prstGeom>
            <a:grpFill/>
            <a:ln w="15875">
              <a:solidFill>
                <a:srgbClr val="FF0000"/>
              </a:solidFill>
            </a:ln>
            <a:effectLst/>
          </p:spPr>
          <p:txBody>
            <a:bodyPr wrap="square" rtlCol="0" anchor="ctr">
              <a:spAutoFit/>
              <a:scene3d>
                <a:camera prst="orthographicFront"/>
                <a:lightRig rig="glow" dir="tl">
                  <a:rot lat="0" lon="0" rev="5400000"/>
                </a:lightRig>
              </a:scene3d>
              <a:sp3d contourW="12700">
                <a:bevelT w="25400" h="25400"/>
                <a:contourClr>
                  <a:schemeClr val="accent6">
                    <a:shade val="73000"/>
                  </a:schemeClr>
                </a:contourClr>
              </a:sp3d>
            </a:bodyPr>
            <a:lstStyle/>
            <a:p>
              <a:pPr algn="ctr"/>
              <a:endParaRPr lang="zh-CN" altLang="en-US" sz="4400" b="1" dirty="0">
                <a:ln w="11430"/>
                <a:solidFill>
                  <a:srgbClr val="00206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27" name="Text Box 6"/>
            <p:cNvSpPr txBox="1">
              <a:spLocks noChangeArrowheads="1"/>
            </p:cNvSpPr>
            <p:nvPr/>
          </p:nvSpPr>
          <p:spPr bwMode="auto">
            <a:xfrm>
              <a:off x="4804617" y="439093"/>
              <a:ext cx="1276163" cy="492443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kumimoji="0" lang="zh-CN" altLang="en-US" sz="2600" dirty="0">
                  <a:solidFill>
                    <a:srgbClr val="FF0000"/>
                  </a:solidFill>
                </a:rPr>
                <a:t>综合题</a:t>
              </a:r>
            </a:p>
          </p:txBody>
        </p:sp>
      </p:grp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BE061BF1-582A-436B-A02A-662C6A7AB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7150-5C3E-4439-B216-5F65A4C7C309}" type="slidenum">
              <a:rPr lang="zh-CN" altLang="en-US" smtClean="0"/>
              <a:pPr/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3229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2" grpId="0"/>
      <p:bldP spid="1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8943961"/>
              </p:ext>
            </p:extLst>
          </p:nvPr>
        </p:nvGraphicFramePr>
        <p:xfrm>
          <a:off x="2598902" y="312746"/>
          <a:ext cx="2287380" cy="5326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27000" imgH="215640" progId="Equation.DSMT4">
                  <p:embed/>
                </p:oleObj>
              </mc:Choice>
              <mc:Fallback>
                <p:oleObj name="Equation" r:id="rId2" imgW="9270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98902" y="312746"/>
                        <a:ext cx="2287380" cy="53267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638646" y="260648"/>
            <a:ext cx="1007007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例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方正舒体" panose="02010601030101010101" pitchFamily="2" charset="-122"/>
                <a:cs typeface="Times New Roman" panose="02020603050405020304" pitchFamily="18" charset="0"/>
              </a:rPr>
              <a:t>19</a:t>
            </a:r>
            <a:endParaRPr lang="zh-CN" alt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方正舒体" panose="02010601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4921672"/>
              </p:ext>
            </p:extLst>
          </p:nvPr>
        </p:nvGraphicFramePr>
        <p:xfrm>
          <a:off x="4881033" y="327707"/>
          <a:ext cx="4679487" cy="5303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04760" imgH="215640" progId="Equation.DSMT4">
                  <p:embed/>
                </p:oleObj>
              </mc:Choice>
              <mc:Fallback>
                <p:oleObj name="Equation" r:id="rId4" imgW="19047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81033" y="327707"/>
                        <a:ext cx="4679487" cy="53034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6899678"/>
              </p:ext>
            </p:extLst>
          </p:nvPr>
        </p:nvGraphicFramePr>
        <p:xfrm>
          <a:off x="1638646" y="845423"/>
          <a:ext cx="3144986" cy="9530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57120" imgH="380880" progId="Equation.DSMT4">
                  <p:embed/>
                </p:oleObj>
              </mc:Choice>
              <mc:Fallback>
                <p:oleObj name="Equation" r:id="rId6" imgW="125712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638646" y="845423"/>
                        <a:ext cx="3144986" cy="9530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9562982"/>
              </p:ext>
            </p:extLst>
          </p:nvPr>
        </p:nvGraphicFramePr>
        <p:xfrm>
          <a:off x="4943872" y="1124744"/>
          <a:ext cx="3384376" cy="5327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71600" imgH="215640" progId="Equation.DSMT4">
                  <p:embed/>
                </p:oleObj>
              </mc:Choice>
              <mc:Fallback>
                <p:oleObj name="Equation" r:id="rId8" imgW="13716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943872" y="1124744"/>
                        <a:ext cx="3384376" cy="5327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638646" y="1936678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809045"/>
              </p:ext>
            </p:extLst>
          </p:nvPr>
        </p:nvGraphicFramePr>
        <p:xfrm>
          <a:off x="2440469" y="1732190"/>
          <a:ext cx="3295491" cy="9165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71600" imgH="380880" progId="Equation.DSMT4">
                  <p:embed/>
                </p:oleObj>
              </mc:Choice>
              <mc:Fallback>
                <p:oleObj name="Equation" r:id="rId10" imgW="13716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440469" y="1732190"/>
                        <a:ext cx="3295491" cy="9165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1635217"/>
              </p:ext>
            </p:extLst>
          </p:nvPr>
        </p:nvGraphicFramePr>
        <p:xfrm>
          <a:off x="5807968" y="1817696"/>
          <a:ext cx="3302583" cy="7877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84200" imgH="330120" progId="Equation.DSMT4">
                  <p:embed/>
                </p:oleObj>
              </mc:Choice>
              <mc:Fallback>
                <p:oleObj name="Equation" r:id="rId12" imgW="13842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807968" y="1817696"/>
                        <a:ext cx="3302583" cy="7877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1638646" y="2648705"/>
            <a:ext cx="3764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方程两边对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zh-CN" altLang="en-US" sz="2800" b="1" dirty="0"/>
              <a:t>求导，得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8952834"/>
              </p:ext>
            </p:extLst>
          </p:nvPr>
        </p:nvGraphicFramePr>
        <p:xfrm>
          <a:off x="5303912" y="2678640"/>
          <a:ext cx="3303612" cy="5082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20480" imgH="203040" progId="Equation.DSMT4">
                  <p:embed/>
                </p:oleObj>
              </mc:Choice>
              <mc:Fallback>
                <p:oleObj name="Equation" r:id="rId14" imgW="13204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303912" y="2678640"/>
                        <a:ext cx="3303612" cy="5082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1539873"/>
              </p:ext>
            </p:extLst>
          </p:nvPr>
        </p:nvGraphicFramePr>
        <p:xfrm>
          <a:off x="1638647" y="3261162"/>
          <a:ext cx="3665265" cy="523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511280" imgH="215640" progId="Equation.DSMT4">
                  <p:embed/>
                </p:oleObj>
              </mc:Choice>
              <mc:Fallback>
                <p:oleObj name="Equation" r:id="rId16" imgW="15112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638647" y="3261162"/>
                        <a:ext cx="3665265" cy="52360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3548847"/>
              </p:ext>
            </p:extLst>
          </p:nvPr>
        </p:nvGraphicFramePr>
        <p:xfrm>
          <a:off x="5319823" y="3065110"/>
          <a:ext cx="2433560" cy="9496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041120" imgH="406080" progId="Equation.DSMT4">
                  <p:embed/>
                </p:oleObj>
              </mc:Choice>
              <mc:Fallback>
                <p:oleObj name="Equation" r:id="rId18" imgW="10411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319823" y="3065110"/>
                        <a:ext cx="2433560" cy="9496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8795431"/>
              </p:ext>
            </p:extLst>
          </p:nvPr>
        </p:nvGraphicFramePr>
        <p:xfrm>
          <a:off x="7890123" y="3065466"/>
          <a:ext cx="3025775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295280" imgH="406080" progId="Equation.DSMT4">
                  <p:embed/>
                </p:oleObj>
              </mc:Choice>
              <mc:Fallback>
                <p:oleObj name="Equation" r:id="rId20" imgW="12952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7890123" y="3065466"/>
                        <a:ext cx="3025775" cy="949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6923092"/>
              </p:ext>
            </p:extLst>
          </p:nvPr>
        </p:nvGraphicFramePr>
        <p:xfrm>
          <a:off x="1638645" y="3859045"/>
          <a:ext cx="4445975" cy="8660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955520" imgH="380880" progId="Equation.DSMT4">
                  <p:embed/>
                </p:oleObj>
              </mc:Choice>
              <mc:Fallback>
                <p:oleObj name="Equation" r:id="rId22" imgW="195552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638645" y="3859045"/>
                        <a:ext cx="4445975" cy="8660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6169021" y="4030484"/>
            <a:ext cx="23567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且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b="1" dirty="0"/>
              <a:t>连续，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8328248" y="401062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所以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496621" y="1088048"/>
            <a:ext cx="2864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b="1" dirty="0">
                <a:solidFill>
                  <a:srgbClr val="0000CC"/>
                </a:solidFill>
              </a:rPr>
              <a:t>北京航空航天大学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2481548"/>
              </p:ext>
            </p:extLst>
          </p:nvPr>
        </p:nvGraphicFramePr>
        <p:xfrm>
          <a:off x="1619970" y="4569397"/>
          <a:ext cx="5727418" cy="103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463480" imgH="444240" progId="Equation.DSMT4">
                  <p:embed/>
                </p:oleObj>
              </mc:Choice>
              <mc:Fallback>
                <p:oleObj name="Equation" r:id="rId24" imgW="246348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619970" y="4569397"/>
                        <a:ext cx="5727418" cy="103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5868284"/>
              </p:ext>
            </p:extLst>
          </p:nvPr>
        </p:nvGraphicFramePr>
        <p:xfrm>
          <a:off x="7414396" y="4827329"/>
          <a:ext cx="1514368" cy="514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634680" imgH="215640" progId="Equation.DSMT4">
                  <p:embed/>
                </p:oleObj>
              </mc:Choice>
              <mc:Fallback>
                <p:oleObj name="Equation" r:id="rId26" imgW="6346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7414396" y="4827329"/>
                        <a:ext cx="1514368" cy="5148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5286303"/>
              </p:ext>
            </p:extLst>
          </p:nvPr>
        </p:nvGraphicFramePr>
        <p:xfrm>
          <a:off x="1696170" y="5391650"/>
          <a:ext cx="3734105" cy="9191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650960" imgH="406080" progId="Equation.DSMT4">
                  <p:embed/>
                </p:oleObj>
              </mc:Choice>
              <mc:Fallback>
                <p:oleObj name="Equation" r:id="rId28" imgW="16509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696170" y="5391650"/>
                        <a:ext cx="3734105" cy="9191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1437288-5073-40D1-A818-C6E9D44FA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7150-5C3E-4439-B216-5F65A4C7C309}" type="slidenum">
              <a:rPr lang="zh-CN" altLang="en-US" smtClean="0"/>
              <a:pPr/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3683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8" grpId="0"/>
      <p:bldP spid="1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214" y="692696"/>
            <a:ext cx="9044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9199710"/>
              </p:ext>
            </p:extLst>
          </p:nvPr>
        </p:nvGraphicFramePr>
        <p:xfrm>
          <a:off x="2424963" y="734307"/>
          <a:ext cx="4536504" cy="485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19240" imgH="215640" progId="Equation.DSMT4">
                  <p:embed/>
                </p:oleObj>
              </mc:Choice>
              <mc:Fallback>
                <p:oleObj name="Equation" r:id="rId2" imgW="20192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24963" y="734307"/>
                        <a:ext cx="4536504" cy="4850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6961467" y="692696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证明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8466809"/>
              </p:ext>
            </p:extLst>
          </p:nvPr>
        </p:nvGraphicFramePr>
        <p:xfrm>
          <a:off x="1847529" y="1215916"/>
          <a:ext cx="6192688" cy="941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55800" imgH="419040" progId="Equation.DSMT4">
                  <p:embed/>
                </p:oleObj>
              </mc:Choice>
              <mc:Fallback>
                <p:oleObj name="Equation" r:id="rId4" imgW="275580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47529" y="1215916"/>
                        <a:ext cx="6192688" cy="9417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8256240" y="1455955"/>
            <a:ext cx="24048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(Cauchy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不等式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07951" y="2157661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证法一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5459756"/>
              </p:ext>
            </p:extLst>
          </p:nvPr>
        </p:nvGraphicFramePr>
        <p:xfrm>
          <a:off x="2541155" y="2064002"/>
          <a:ext cx="4902104" cy="7720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95200" imgH="330120" progId="Equation.DSMT4">
                  <p:embed/>
                </p:oleObj>
              </mc:Choice>
              <mc:Fallback>
                <p:oleObj name="Equation" r:id="rId6" imgW="20952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541155" y="2064002"/>
                        <a:ext cx="4902104" cy="7720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9360234"/>
              </p:ext>
            </p:extLst>
          </p:nvPr>
        </p:nvGraphicFramePr>
        <p:xfrm>
          <a:off x="7389813" y="2233613"/>
          <a:ext cx="3425825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49080" imgH="215640" progId="Equation.DSMT4">
                  <p:embed/>
                </p:oleObj>
              </mc:Choice>
              <mc:Fallback>
                <p:oleObj name="Equation" r:id="rId8" imgW="15490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389813" y="2233613"/>
                        <a:ext cx="3425825" cy="477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1346214" y="2639270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而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2881996"/>
              </p:ext>
            </p:extLst>
          </p:nvPr>
        </p:nvGraphicFramePr>
        <p:xfrm>
          <a:off x="1511300" y="2906713"/>
          <a:ext cx="9344025" cy="9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898800" imgH="380880" progId="Equation.DSMT4">
                  <p:embed/>
                </p:oleObj>
              </mc:Choice>
              <mc:Fallback>
                <p:oleObj name="Equation" r:id="rId10" imgW="38988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11300" y="2906713"/>
                        <a:ext cx="9344025" cy="912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" name="直接连接符 15"/>
          <p:cNvCxnSpPr/>
          <p:nvPr/>
        </p:nvCxnSpPr>
        <p:spPr>
          <a:xfrm>
            <a:off x="7896200" y="2680881"/>
            <a:ext cx="2842152" cy="3656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组合 30"/>
          <p:cNvGrpSpPr/>
          <p:nvPr/>
        </p:nvGrpSpPr>
        <p:grpSpPr>
          <a:xfrm>
            <a:off x="1584306" y="3645024"/>
            <a:ext cx="6959966" cy="52343"/>
            <a:chOff x="1584306" y="3645024"/>
            <a:chExt cx="6959966" cy="52343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8256240" y="3697367"/>
              <a:ext cx="288032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4627088" y="3687098"/>
              <a:ext cx="372371" cy="437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1584306" y="3645024"/>
              <a:ext cx="664719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文本框 21"/>
          <p:cNvSpPr txBox="1"/>
          <p:nvPr/>
        </p:nvSpPr>
        <p:spPr>
          <a:xfrm>
            <a:off x="1346214" y="3752794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于是，</a:t>
            </a:r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9192045"/>
              </p:ext>
            </p:extLst>
          </p:nvPr>
        </p:nvGraphicFramePr>
        <p:xfrm>
          <a:off x="1795054" y="4159268"/>
          <a:ext cx="8776516" cy="101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632040" imgH="419040" progId="Equation.DSMT4">
                  <p:embed/>
                </p:oleObj>
              </mc:Choice>
              <mc:Fallback>
                <p:oleObj name="Equation" r:id="rId12" imgW="363204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795054" y="4159268"/>
                        <a:ext cx="8776516" cy="1012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5352081"/>
              </p:ext>
            </p:extLst>
          </p:nvPr>
        </p:nvGraphicFramePr>
        <p:xfrm>
          <a:off x="1493655" y="5171943"/>
          <a:ext cx="890476" cy="43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93480" imgH="190440" progId="Equation.DSMT4">
                  <p:embed/>
                </p:oleObj>
              </mc:Choice>
              <mc:Fallback>
                <p:oleObj name="Equation" r:id="rId14" imgW="393480" imgH="190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493655" y="5171943"/>
                        <a:ext cx="890476" cy="430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B57E78DA-0EA3-4B01-ADAC-DE06F560A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7150-5C3E-4439-B216-5F65A4C7C309}" type="slidenum">
              <a:rPr lang="zh-CN" altLang="en-US" smtClean="0"/>
              <a:pPr/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8816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2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429849" y="585513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证法二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4752511"/>
              </p:ext>
            </p:extLst>
          </p:nvPr>
        </p:nvGraphicFramePr>
        <p:xfrm>
          <a:off x="2855640" y="392999"/>
          <a:ext cx="7596188" cy="99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00400" imgH="419040" progId="Equation.DSMT4">
                  <p:embed/>
                </p:oleObj>
              </mc:Choice>
              <mc:Fallback>
                <p:oleObj name="Equation" r:id="rId2" imgW="320040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855640" y="392999"/>
                        <a:ext cx="7596188" cy="995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431643" y="114390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因为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7459699"/>
              </p:ext>
            </p:extLst>
          </p:nvPr>
        </p:nvGraphicFramePr>
        <p:xfrm>
          <a:off x="1431643" y="1570381"/>
          <a:ext cx="8385175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327120" imgH="330120" progId="Equation.DSMT4">
                  <p:embed/>
                </p:oleObj>
              </mc:Choice>
              <mc:Fallback>
                <p:oleObj name="Equation" r:id="rId4" imgW="332712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31643" y="1570381"/>
                        <a:ext cx="8385175" cy="833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3746276"/>
              </p:ext>
            </p:extLst>
          </p:nvPr>
        </p:nvGraphicFramePr>
        <p:xfrm>
          <a:off x="3143672" y="2221196"/>
          <a:ext cx="2808312" cy="811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3000" imgH="330120" progId="Equation.DSMT4">
                  <p:embed/>
                </p:oleObj>
              </mc:Choice>
              <mc:Fallback>
                <p:oleObj name="Equation" r:id="rId6" imgW="11430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143672" y="2221196"/>
                        <a:ext cx="2808312" cy="8112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274863"/>
              </p:ext>
            </p:extLst>
          </p:nvPr>
        </p:nvGraphicFramePr>
        <p:xfrm>
          <a:off x="2428203" y="2950722"/>
          <a:ext cx="8682503" cy="792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619440" imgH="330120" progId="Equation.DSMT4">
                  <p:embed/>
                </p:oleObj>
              </mc:Choice>
              <mc:Fallback>
                <p:oleObj name="Equation" r:id="rId8" imgW="361944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428203" y="2950722"/>
                        <a:ext cx="8682503" cy="792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2070317"/>
              </p:ext>
            </p:extLst>
          </p:nvPr>
        </p:nvGraphicFramePr>
        <p:xfrm>
          <a:off x="2428203" y="3784436"/>
          <a:ext cx="4824536" cy="783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31840" imgH="330120" progId="Equation.DSMT4">
                  <p:embed/>
                </p:oleObj>
              </mc:Choice>
              <mc:Fallback>
                <p:oleObj name="Equation" r:id="rId10" imgW="203184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428203" y="3784436"/>
                        <a:ext cx="4824536" cy="783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5653588"/>
              </p:ext>
            </p:extLst>
          </p:nvPr>
        </p:nvGraphicFramePr>
        <p:xfrm>
          <a:off x="7320136" y="3935770"/>
          <a:ext cx="648072" cy="4124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79360" imgH="177480" progId="Equation.DSMT4">
                  <p:embed/>
                </p:oleObj>
              </mc:Choice>
              <mc:Fallback>
                <p:oleObj name="Equation" r:id="rId12" imgW="27936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320136" y="3935770"/>
                        <a:ext cx="648072" cy="4124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4607582"/>
              </p:ext>
            </p:extLst>
          </p:nvPr>
        </p:nvGraphicFramePr>
        <p:xfrm>
          <a:off x="1429849" y="4622124"/>
          <a:ext cx="4785214" cy="5052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044440" imgH="215640" progId="Equation.DSMT4">
                  <p:embed/>
                </p:oleObj>
              </mc:Choice>
              <mc:Fallback>
                <p:oleObj name="Equation" r:id="rId14" imgW="20444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429849" y="4622124"/>
                        <a:ext cx="4785214" cy="5052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9233619"/>
              </p:ext>
            </p:extLst>
          </p:nvPr>
        </p:nvGraphicFramePr>
        <p:xfrm>
          <a:off x="6219142" y="4622124"/>
          <a:ext cx="1872475" cy="5052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99920" imgH="215640" progId="Equation.DSMT4">
                  <p:embed/>
                </p:oleObj>
              </mc:Choice>
              <mc:Fallback>
                <p:oleObj name="Equation" r:id="rId16" imgW="7999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219142" y="4622124"/>
                        <a:ext cx="1872475" cy="5052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546651"/>
              </p:ext>
            </p:extLst>
          </p:nvPr>
        </p:nvGraphicFramePr>
        <p:xfrm>
          <a:off x="8127487" y="4622124"/>
          <a:ext cx="3000352" cy="510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269720" imgH="215640" progId="Equation.DSMT4">
                  <p:embed/>
                </p:oleObj>
              </mc:Choice>
              <mc:Fallback>
                <p:oleObj name="Equation" r:id="rId18" imgW="12697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8127487" y="4622124"/>
                        <a:ext cx="3000352" cy="5100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1425770" y="5127395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故</a:t>
            </a: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4731554"/>
              </p:ext>
            </p:extLst>
          </p:nvPr>
        </p:nvGraphicFramePr>
        <p:xfrm>
          <a:off x="2789827" y="5179742"/>
          <a:ext cx="6192688" cy="941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755800" imgH="419040" progId="Equation.DSMT4">
                  <p:embed/>
                </p:oleObj>
              </mc:Choice>
              <mc:Fallback>
                <p:oleObj name="Equation" r:id="rId20" imgW="275580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789827" y="5179742"/>
                        <a:ext cx="6192688" cy="9417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547D071D-EB18-4ACC-89B1-526DD19DD790}"/>
              </a:ext>
            </a:extLst>
          </p:cNvPr>
          <p:cNvSpPr txBox="1"/>
          <p:nvPr/>
        </p:nvSpPr>
        <p:spPr>
          <a:xfrm>
            <a:off x="4108288" y="6209586"/>
            <a:ext cx="7037504" cy="523220"/>
          </a:xfrm>
          <a:prstGeom prst="rect">
            <a:avLst/>
          </a:prstGeom>
          <a:noFill/>
          <a:ln w="15875" cmpd="thickThin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</a:rPr>
              <a:t>证明积分不等式的重要方法之一：变上限法</a:t>
            </a:r>
          </a:p>
        </p:txBody>
      </p:sp>
      <p:sp>
        <p:nvSpPr>
          <p:cNvPr id="16" name="灯片编号占位符 15">
            <a:extLst>
              <a:ext uri="{FF2B5EF4-FFF2-40B4-BE49-F238E27FC236}">
                <a16:creationId xmlns:a16="http://schemas.microsoft.com/office/drawing/2014/main" id="{117CE0BA-46CB-4B40-9F14-6E30C1B52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7150-5C3E-4439-B216-5F65A4C7C309}" type="slidenum">
              <a:rPr lang="zh-CN" altLang="en-US" smtClean="0"/>
              <a:pPr/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76179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4" grpId="0"/>
      <p:bldP spid="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487488" y="836712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练习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568496"/>
              </p:ext>
            </p:extLst>
          </p:nvPr>
        </p:nvGraphicFramePr>
        <p:xfrm>
          <a:off x="1629546" y="1262477"/>
          <a:ext cx="4217987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39880" imgH="215640" progId="Equation.DSMT4">
                  <p:embed/>
                </p:oleObj>
              </mc:Choice>
              <mc:Fallback>
                <p:oleObj name="Equation" r:id="rId2" imgW="17398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29546" y="1262477"/>
                        <a:ext cx="4217987" cy="523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754042" y="1230317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且严格单增，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040216" y="1254035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证明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4966462"/>
              </p:ext>
            </p:extLst>
          </p:nvPr>
        </p:nvGraphicFramePr>
        <p:xfrm>
          <a:off x="3359696" y="1609383"/>
          <a:ext cx="4752528" cy="7674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44440" imgH="330120" progId="Equation.DSMT4">
                  <p:embed/>
                </p:oleObj>
              </mc:Choice>
              <mc:Fallback>
                <p:oleObj name="Equation" r:id="rId4" imgW="204444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359696" y="1609383"/>
                        <a:ext cx="4752528" cy="7674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5357976"/>
              </p:ext>
            </p:extLst>
          </p:nvPr>
        </p:nvGraphicFramePr>
        <p:xfrm>
          <a:off x="1629546" y="2408073"/>
          <a:ext cx="4811713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19240" imgH="215640" progId="Equation.DSMT4">
                  <p:embed/>
                </p:oleObj>
              </mc:Choice>
              <mc:Fallback>
                <p:oleObj name="Equation" r:id="rId6" imgW="20192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629546" y="2408073"/>
                        <a:ext cx="4811713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8758545"/>
              </p:ext>
            </p:extLst>
          </p:nvPr>
        </p:nvGraphicFramePr>
        <p:xfrm>
          <a:off x="6421499" y="2417238"/>
          <a:ext cx="3499819" cy="4745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98320" imgH="203040" progId="Equation.DSMT4">
                  <p:embed/>
                </p:oleObj>
              </mc:Choice>
              <mc:Fallback>
                <p:oleObj name="Equation" r:id="rId8" imgW="14983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421499" y="2417238"/>
                        <a:ext cx="3499819" cy="4745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1629546" y="3028566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证明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5318263"/>
              </p:ext>
            </p:extLst>
          </p:nvPr>
        </p:nvGraphicFramePr>
        <p:xfrm>
          <a:off x="3359696" y="2752535"/>
          <a:ext cx="4199556" cy="10115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39880" imgH="419040" progId="Equation.DSMT4">
                  <p:embed/>
                </p:oleObj>
              </mc:Choice>
              <mc:Fallback>
                <p:oleObj name="Equation" r:id="rId10" imgW="173988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359696" y="2752535"/>
                        <a:ext cx="4199556" cy="10115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8375793"/>
              </p:ext>
            </p:extLst>
          </p:nvPr>
        </p:nvGraphicFramePr>
        <p:xfrm>
          <a:off x="1582095" y="3730890"/>
          <a:ext cx="6010275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527200" imgH="215640" progId="Equation.DSMT4">
                  <p:embed/>
                </p:oleObj>
              </mc:Choice>
              <mc:Fallback>
                <p:oleObj name="Equation" r:id="rId12" imgW="25272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2095" y="3730890"/>
                        <a:ext cx="6010275" cy="512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9517257"/>
              </p:ext>
            </p:extLst>
          </p:nvPr>
        </p:nvGraphicFramePr>
        <p:xfrm>
          <a:off x="7617861" y="3719880"/>
          <a:ext cx="2899646" cy="5134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18960" imgH="215640" progId="Equation.DSMT4">
                  <p:embed/>
                </p:oleObj>
              </mc:Choice>
              <mc:Fallback>
                <p:oleObj name="Equation" r:id="rId14" imgW="12189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617861" y="3719880"/>
                        <a:ext cx="2899646" cy="5134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8148574"/>
              </p:ext>
            </p:extLst>
          </p:nvPr>
        </p:nvGraphicFramePr>
        <p:xfrm>
          <a:off x="1629546" y="4328621"/>
          <a:ext cx="1943970" cy="4859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812520" imgH="203040" progId="Equation.DSMT4">
                  <p:embed/>
                </p:oleObj>
              </mc:Choice>
              <mc:Fallback>
                <p:oleObj name="Equation" r:id="rId16" imgW="8125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629546" y="4328621"/>
                        <a:ext cx="1943970" cy="4859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3225174"/>
              </p:ext>
            </p:extLst>
          </p:nvPr>
        </p:nvGraphicFramePr>
        <p:xfrm>
          <a:off x="3727696" y="4361109"/>
          <a:ext cx="907010" cy="453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06080" imgH="203040" progId="Equation.DSMT4">
                  <p:embed/>
                </p:oleObj>
              </mc:Choice>
              <mc:Fallback>
                <p:oleObj name="Equation" r:id="rId18" imgW="4060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727696" y="4361109"/>
                        <a:ext cx="907010" cy="453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1586848"/>
              </p:ext>
            </p:extLst>
          </p:nvPr>
        </p:nvGraphicFramePr>
        <p:xfrm>
          <a:off x="1629546" y="4711964"/>
          <a:ext cx="5585919" cy="8159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260440" imgH="330120" progId="Equation.DSMT4">
                  <p:embed/>
                </p:oleObj>
              </mc:Choice>
              <mc:Fallback>
                <p:oleObj name="Equation" r:id="rId20" imgW="226044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629546" y="4711964"/>
                        <a:ext cx="5585919" cy="8159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4010470"/>
              </p:ext>
            </p:extLst>
          </p:nvPr>
        </p:nvGraphicFramePr>
        <p:xfrm>
          <a:off x="1622903" y="5309295"/>
          <a:ext cx="5585918" cy="896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374560" imgH="380880" progId="Equation.DSMT4">
                  <p:embed/>
                </p:oleObj>
              </mc:Choice>
              <mc:Fallback>
                <p:oleObj name="Equation" r:id="rId22" imgW="23745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622903" y="5309295"/>
                        <a:ext cx="5585918" cy="896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7838536" y="5589240"/>
            <a:ext cx="22252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方正舒体" panose="02010601030101010101" pitchFamily="2" charset="-122"/>
                <a:cs typeface="Times New Roman" panose="02020603050405020304" pitchFamily="18" charset="0"/>
              </a:rPr>
              <a:t>(2014</a:t>
            </a:r>
            <a:r>
              <a:rPr lang="zh-CN" altLang="en-US" sz="2400" b="1" dirty="0">
                <a:solidFill>
                  <a:srgbClr val="0000CC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年考研题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方正舒体" panose="02010601030101010101" pitchFamily="2" charset="-122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  <a:ea typeface="方正舒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灯片编号占位符 17">
            <a:extLst>
              <a:ext uri="{FF2B5EF4-FFF2-40B4-BE49-F238E27FC236}">
                <a16:creationId xmlns:a16="http://schemas.microsoft.com/office/drawing/2014/main" id="{A8322452-56EF-489A-98A4-6B41A5876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7150-5C3E-4439-B216-5F65A4C7C309}" type="slidenum">
              <a:rPr lang="zh-CN" altLang="en-US" smtClean="0"/>
              <a:pPr/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40467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488001" y="1046300"/>
            <a:ext cx="9044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1703995"/>
              </p:ext>
            </p:extLst>
          </p:nvPr>
        </p:nvGraphicFramePr>
        <p:xfrm>
          <a:off x="2440792" y="568521"/>
          <a:ext cx="4710403" cy="14787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08160" imgH="660240" progId="Equation.DSMT4">
                  <p:embed/>
                </p:oleObj>
              </mc:Choice>
              <mc:Fallback>
                <p:oleObj name="Equation" r:id="rId2" imgW="2108160" imgH="660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40792" y="568521"/>
                        <a:ext cx="4710403" cy="14787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1488001" y="2391343"/>
            <a:ext cx="5453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8585490"/>
              </p:ext>
            </p:extLst>
          </p:nvPr>
        </p:nvGraphicFramePr>
        <p:xfrm>
          <a:off x="1534746" y="3224296"/>
          <a:ext cx="7437437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17560" imgH="406080" progId="Equation.DSMT4">
                  <p:embed/>
                </p:oleObj>
              </mc:Choice>
              <mc:Fallback>
                <p:oleObj name="Equation" r:id="rId4" imgW="35175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34746" y="3224296"/>
                        <a:ext cx="7437437" cy="858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7558644" y="1046137"/>
            <a:ext cx="2242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方正舒体" panose="02010601030101010101" pitchFamily="2" charset="-122"/>
                <a:cs typeface="Times New Roman" panose="02020603050405020304" pitchFamily="18" charset="0"/>
              </a:rPr>
              <a:t>(2021</a:t>
            </a:r>
            <a:r>
              <a:rPr lang="zh-CN" altLang="en-US" sz="2400" b="1" dirty="0">
                <a:solidFill>
                  <a:srgbClr val="0000CC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年高数一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方正舒体" panose="02010601030101010101" pitchFamily="2" charset="-122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  <a:ea typeface="方正舒体" panose="02010601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198679"/>
              </p:ext>
            </p:extLst>
          </p:nvPr>
        </p:nvGraphicFramePr>
        <p:xfrm>
          <a:off x="1601674" y="3950214"/>
          <a:ext cx="8342312" cy="123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012920" imgH="596880" progId="Equation.DSMT4">
                  <p:embed/>
                </p:oleObj>
              </mc:Choice>
              <mc:Fallback>
                <p:oleObj name="Equation" r:id="rId6" imgW="401292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601674" y="3950214"/>
                        <a:ext cx="8342312" cy="1238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1387288"/>
              </p:ext>
            </p:extLst>
          </p:nvPr>
        </p:nvGraphicFramePr>
        <p:xfrm>
          <a:off x="5484341" y="5455117"/>
          <a:ext cx="654050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17160" imgH="406080" progId="Equation.DSMT4">
                  <p:embed/>
                </p:oleObj>
              </mc:Choice>
              <mc:Fallback>
                <p:oleObj name="Equation" r:id="rId8" imgW="3171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484341" y="5455117"/>
                        <a:ext cx="654050" cy="836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2335916"/>
              </p:ext>
            </p:extLst>
          </p:nvPr>
        </p:nvGraphicFramePr>
        <p:xfrm>
          <a:off x="3431704" y="5055067"/>
          <a:ext cx="2052637" cy="1236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91880" imgH="596880" progId="Equation.DSMT4">
                  <p:embed/>
                </p:oleObj>
              </mc:Choice>
              <mc:Fallback>
                <p:oleObj name="Equation" r:id="rId10" imgW="109188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431704" y="5055067"/>
                        <a:ext cx="2052637" cy="1236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1383149"/>
              </p:ext>
            </p:extLst>
          </p:nvPr>
        </p:nvGraphicFramePr>
        <p:xfrm>
          <a:off x="2195808" y="1898850"/>
          <a:ext cx="7776305" cy="15351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543120" imgH="698400" progId="Equation.DSMT4">
                  <p:embed/>
                </p:oleObj>
              </mc:Choice>
              <mc:Fallback>
                <p:oleObj name="Equation" r:id="rId12" imgW="3543120" imgH="698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195808" y="1898850"/>
                        <a:ext cx="7776305" cy="15351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9048328" y="3407492"/>
            <a:ext cx="51969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600" b="1" dirty="0"/>
              <a:t>故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958D832-C14D-445A-AA5A-33A5BFD0D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7150-5C3E-4439-B216-5F65A4C7C309}" type="slidenum">
              <a:rPr lang="zh-CN" altLang="en-US" smtClean="0"/>
              <a:pPr/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4216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390724" y="245224"/>
            <a:ext cx="904415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2081400"/>
              </p:ext>
            </p:extLst>
          </p:nvPr>
        </p:nvGraphicFramePr>
        <p:xfrm>
          <a:off x="2279576" y="275893"/>
          <a:ext cx="6162575" cy="5089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16120" imgH="215640" progId="Equation.DSMT4">
                  <p:embed/>
                </p:oleObj>
              </mc:Choice>
              <mc:Fallback>
                <p:oleObj name="Equation" r:id="rId2" imgW="26161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79576" y="275893"/>
                        <a:ext cx="6162575" cy="508921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5909122"/>
              </p:ext>
            </p:extLst>
          </p:nvPr>
        </p:nvGraphicFramePr>
        <p:xfrm>
          <a:off x="1423165" y="901318"/>
          <a:ext cx="5046663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71520" imgH="215640" progId="Equation.DSMT4">
                  <p:embed/>
                </p:oleObj>
              </mc:Choice>
              <mc:Fallback>
                <p:oleObj name="Equation" r:id="rId4" imgW="21715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23165" y="901318"/>
                        <a:ext cx="5046663" cy="501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8238311"/>
              </p:ext>
            </p:extLst>
          </p:nvPr>
        </p:nvGraphicFramePr>
        <p:xfrm>
          <a:off x="6816124" y="672201"/>
          <a:ext cx="4749800" cy="105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93680" imgH="444240" progId="Equation.DSMT4">
                  <p:embed/>
                </p:oleObj>
              </mc:Choice>
              <mc:Fallback>
                <p:oleObj name="Equation" r:id="rId6" imgW="199368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816124" y="672201"/>
                        <a:ext cx="4749800" cy="1058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1385836" y="176067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证明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8967181"/>
              </p:ext>
            </p:extLst>
          </p:nvPr>
        </p:nvGraphicFramePr>
        <p:xfrm>
          <a:off x="1394419" y="2218959"/>
          <a:ext cx="5453510" cy="1074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63480" imgH="444240" progId="Equation.DSMT4">
                  <p:embed/>
                </p:oleObj>
              </mc:Choice>
              <mc:Fallback>
                <p:oleObj name="Equation" r:id="rId8" imgW="246348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394419" y="2218959"/>
                        <a:ext cx="5453510" cy="1074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9486215"/>
              </p:ext>
            </p:extLst>
          </p:nvPr>
        </p:nvGraphicFramePr>
        <p:xfrm>
          <a:off x="7189530" y="2499945"/>
          <a:ext cx="1843087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74360" imgH="215640" progId="Equation.DSMT4">
                  <p:embed/>
                </p:oleObj>
              </mc:Choice>
              <mc:Fallback>
                <p:oleObj name="Equation" r:id="rId10" imgW="7743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189530" y="2499945"/>
                        <a:ext cx="1843087" cy="512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4119228"/>
              </p:ext>
            </p:extLst>
          </p:nvPr>
        </p:nvGraphicFramePr>
        <p:xfrm>
          <a:off x="1487487" y="3061019"/>
          <a:ext cx="6578962" cy="9711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009600" imgH="444240" progId="Equation.DSMT4">
                  <p:embed/>
                </p:oleObj>
              </mc:Choice>
              <mc:Fallback>
                <p:oleObj name="Equation" r:id="rId12" imgW="30096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487487" y="3061019"/>
                        <a:ext cx="6578962" cy="9711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0925889"/>
              </p:ext>
            </p:extLst>
          </p:nvPr>
        </p:nvGraphicFramePr>
        <p:xfrm>
          <a:off x="2550502" y="1900681"/>
          <a:ext cx="454025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03040" imgH="139680" progId="Equation.DSMT4">
                  <p:embed/>
                </p:oleObj>
              </mc:Choice>
              <mc:Fallback>
                <p:oleObj name="Equation" r:id="rId14" imgW="20304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550502" y="1900681"/>
                        <a:ext cx="454025" cy="312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9936270" y="1557988"/>
            <a:ext cx="2242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方正舒体" panose="02010601030101010101" pitchFamily="2" charset="-122"/>
                <a:cs typeface="Times New Roman" panose="02020603050405020304" pitchFamily="18" charset="0"/>
              </a:rPr>
              <a:t>(2022</a:t>
            </a:r>
            <a:r>
              <a:rPr lang="zh-CN" altLang="en-US" sz="2400" b="1" dirty="0">
                <a:solidFill>
                  <a:srgbClr val="0000CC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年高数一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方正舒体" panose="02010601030101010101" pitchFamily="2" charset="-122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  <a:ea typeface="方正舒体" panose="02010601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7807576"/>
              </p:ext>
            </p:extLst>
          </p:nvPr>
        </p:nvGraphicFramePr>
        <p:xfrm>
          <a:off x="1775446" y="3883143"/>
          <a:ext cx="6003045" cy="10195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16120" imgH="444240" progId="Equation.DSMT4">
                  <p:embed/>
                </p:oleObj>
              </mc:Choice>
              <mc:Fallback>
                <p:oleObj name="Equation" r:id="rId16" imgW="261612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775446" y="3883143"/>
                        <a:ext cx="6003045" cy="10195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8901332"/>
              </p:ext>
            </p:extLst>
          </p:nvPr>
        </p:nvGraphicFramePr>
        <p:xfrm>
          <a:off x="6816124" y="4780140"/>
          <a:ext cx="5005387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260440" imgH="457200" progId="Equation.DSMT4">
                  <p:embed/>
                </p:oleObj>
              </mc:Choice>
              <mc:Fallback>
                <p:oleObj name="Equation" r:id="rId18" imgW="226044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816124" y="4780140"/>
                        <a:ext cx="5005387" cy="1012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5427812"/>
              </p:ext>
            </p:extLst>
          </p:nvPr>
        </p:nvGraphicFramePr>
        <p:xfrm>
          <a:off x="1775446" y="4800883"/>
          <a:ext cx="5005181" cy="10117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425680" imgH="444240" progId="Equation.DSMT4">
                  <p:embed/>
                </p:oleObj>
              </mc:Choice>
              <mc:Fallback>
                <p:oleObj name="Equation" r:id="rId20" imgW="242568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775446" y="4800883"/>
                        <a:ext cx="5005181" cy="10117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0098358"/>
              </p:ext>
            </p:extLst>
          </p:nvPr>
        </p:nvGraphicFramePr>
        <p:xfrm>
          <a:off x="3143672" y="1765007"/>
          <a:ext cx="4132262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866600" imgH="215640" progId="Equation.DSMT4">
                  <p:embed/>
                </p:oleObj>
              </mc:Choice>
              <mc:Fallback>
                <p:oleObj name="Equation" r:id="rId22" imgW="18666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3143672" y="1765007"/>
                        <a:ext cx="4132262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7701F5F3-4E44-4825-816F-BC17E0D963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7559957"/>
              </p:ext>
            </p:extLst>
          </p:nvPr>
        </p:nvGraphicFramePr>
        <p:xfrm>
          <a:off x="1672379" y="5910736"/>
          <a:ext cx="2664296" cy="5523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041120" imgH="215640" progId="Equation.DSMT4">
                  <p:embed/>
                </p:oleObj>
              </mc:Choice>
              <mc:Fallback>
                <p:oleObj name="Equation" r:id="rId24" imgW="10411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672379" y="5910736"/>
                        <a:ext cx="2664296" cy="5523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A7024E4-4DE2-47A5-86CD-29456B2F74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9027693"/>
              </p:ext>
            </p:extLst>
          </p:nvPr>
        </p:nvGraphicFramePr>
        <p:xfrm>
          <a:off x="4266381" y="5851851"/>
          <a:ext cx="3151661" cy="5523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231560" imgH="215640" progId="Equation.DSMT4">
                  <p:embed/>
                </p:oleObj>
              </mc:Choice>
              <mc:Fallback>
                <p:oleObj name="Equation" r:id="rId26" imgW="12315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4266381" y="5851851"/>
                        <a:ext cx="3151661" cy="5523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F2A5B38E-50DD-4CC2-AB3C-62A0A7301B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4605759"/>
              </p:ext>
            </p:extLst>
          </p:nvPr>
        </p:nvGraphicFramePr>
        <p:xfrm>
          <a:off x="7381543" y="5635849"/>
          <a:ext cx="4475465" cy="9977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993680" imgH="444240" progId="Equation.DSMT4">
                  <p:embed/>
                </p:oleObj>
              </mc:Choice>
              <mc:Fallback>
                <p:oleObj name="Equation" r:id="rId28" imgW="1993680" imgH="44424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381543" y="5635849"/>
                        <a:ext cx="4475465" cy="9977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33EED41B-DCF3-4A0A-830B-C447923F5E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8231820"/>
              </p:ext>
            </p:extLst>
          </p:nvPr>
        </p:nvGraphicFramePr>
        <p:xfrm>
          <a:off x="8400256" y="281436"/>
          <a:ext cx="265747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143000" imgH="215640" progId="Equation.DSMT4">
                  <p:embed/>
                </p:oleObj>
              </mc:Choice>
              <mc:Fallback>
                <p:oleObj name="Equation" r:id="rId29" imgW="1143000" imgH="21564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8400256" y="281436"/>
                        <a:ext cx="2657475" cy="501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240C872-404F-4CA0-BC2D-03B8288E2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7150-5C3E-4439-B216-5F65A4C7C309}" type="slidenum">
              <a:rPr lang="zh-CN" altLang="en-US" smtClean="0"/>
              <a:pPr/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4185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2438939"/>
              </p:ext>
            </p:extLst>
          </p:nvPr>
        </p:nvGraphicFramePr>
        <p:xfrm>
          <a:off x="2164749" y="840806"/>
          <a:ext cx="2513013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66680" imgH="228600" progId="Equation.DSMT4">
                  <p:embed/>
                </p:oleObj>
              </mc:Choice>
              <mc:Fallback>
                <p:oleObj name="Equation" r:id="rId2" imgW="10666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164749" y="840806"/>
                        <a:ext cx="2513013" cy="538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9053666"/>
              </p:ext>
            </p:extLst>
          </p:nvPr>
        </p:nvGraphicFramePr>
        <p:xfrm>
          <a:off x="4751709" y="858338"/>
          <a:ext cx="3659188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74640" imgH="228600" progId="Equation.DSMT4">
                  <p:embed/>
                </p:oleObj>
              </mc:Choice>
              <mc:Fallback>
                <p:oleObj name="Equation" r:id="rId4" imgW="15746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51709" y="858338"/>
                        <a:ext cx="3659188" cy="531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6183530"/>
              </p:ext>
            </p:extLst>
          </p:nvPr>
        </p:nvGraphicFramePr>
        <p:xfrm>
          <a:off x="10295836" y="834537"/>
          <a:ext cx="604838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3800" imgH="215640" progId="Equation.DSMT4">
                  <p:embed/>
                </p:oleObj>
              </mc:Choice>
              <mc:Fallback>
                <p:oleObj name="Equation" r:id="rId6" imgW="2538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295836" y="834537"/>
                        <a:ext cx="604838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829945"/>
              </p:ext>
            </p:extLst>
          </p:nvPr>
        </p:nvGraphicFramePr>
        <p:xfrm>
          <a:off x="1415480" y="1517301"/>
          <a:ext cx="3561747" cy="9726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77680" imgH="444240" progId="Equation.DSMT4">
                  <p:embed/>
                </p:oleObj>
              </mc:Choice>
              <mc:Fallback>
                <p:oleObj name="Equation" r:id="rId8" imgW="177768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415480" y="1517301"/>
                        <a:ext cx="3561747" cy="9726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8036525"/>
              </p:ext>
            </p:extLst>
          </p:nvPr>
        </p:nvGraphicFramePr>
        <p:xfrm>
          <a:off x="8484844" y="840806"/>
          <a:ext cx="1722437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23600" imgH="215640" progId="Equation.DSMT4">
                  <p:embed/>
                </p:oleObj>
              </mc:Choice>
              <mc:Fallback>
                <p:oleObj name="Equation" r:id="rId10" imgW="7236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484844" y="840806"/>
                        <a:ext cx="1722437" cy="512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5313603"/>
              </p:ext>
            </p:extLst>
          </p:nvPr>
        </p:nvGraphicFramePr>
        <p:xfrm>
          <a:off x="5621155" y="1332214"/>
          <a:ext cx="3732212" cy="1125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65080" imgH="533160" progId="Equation.DSMT4">
                  <p:embed/>
                </p:oleObj>
              </mc:Choice>
              <mc:Fallback>
                <p:oleObj name="Equation" r:id="rId12" imgW="1765080" imgH="533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621155" y="1332214"/>
                        <a:ext cx="3732212" cy="1125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9557137"/>
              </p:ext>
            </p:extLst>
          </p:nvPr>
        </p:nvGraphicFramePr>
        <p:xfrm>
          <a:off x="1677278" y="966078"/>
          <a:ext cx="454025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03040" imgH="139680" progId="Equation.DSMT4">
                  <p:embed/>
                </p:oleObj>
              </mc:Choice>
              <mc:Fallback>
                <p:oleObj name="Equation" r:id="rId14" imgW="20304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677278" y="966078"/>
                        <a:ext cx="454025" cy="312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3089406"/>
              </p:ext>
            </p:extLst>
          </p:nvPr>
        </p:nvGraphicFramePr>
        <p:xfrm>
          <a:off x="5021263" y="1895475"/>
          <a:ext cx="500062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03040" imgH="139680" progId="Equation.DSMT4">
                  <p:embed/>
                </p:oleObj>
              </mc:Choice>
              <mc:Fallback>
                <p:oleObj name="Equation" r:id="rId16" imgW="20304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021263" y="1895475"/>
                        <a:ext cx="500062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2176597"/>
              </p:ext>
            </p:extLst>
          </p:nvPr>
        </p:nvGraphicFramePr>
        <p:xfrm>
          <a:off x="1441996" y="2396290"/>
          <a:ext cx="4160837" cy="1125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968480" imgH="533160" progId="Equation.DSMT4">
                  <p:embed/>
                </p:oleObj>
              </mc:Choice>
              <mc:Fallback>
                <p:oleObj name="Equation" r:id="rId18" imgW="1968480" imgH="533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441996" y="2396290"/>
                        <a:ext cx="4160837" cy="1125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0712139"/>
              </p:ext>
            </p:extLst>
          </p:nvPr>
        </p:nvGraphicFramePr>
        <p:xfrm>
          <a:off x="1389063" y="3399419"/>
          <a:ext cx="8454502" cy="11725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4305240" imgH="533160" progId="Equation.DSMT4">
                  <p:embed/>
                </p:oleObj>
              </mc:Choice>
              <mc:Fallback>
                <p:oleObj name="Equation" r:id="rId20" imgW="4305240" imgH="533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389063" y="3399419"/>
                        <a:ext cx="8454502" cy="11725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675933"/>
              </p:ext>
            </p:extLst>
          </p:nvPr>
        </p:nvGraphicFramePr>
        <p:xfrm>
          <a:off x="1409131" y="4640524"/>
          <a:ext cx="3679197" cy="8905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815840" imgH="406080" progId="Equation.DSMT4">
                  <p:embed/>
                </p:oleObj>
              </mc:Choice>
              <mc:Fallback>
                <p:oleObj name="Equation" r:id="rId22" imgW="18158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409131" y="4640524"/>
                        <a:ext cx="3679197" cy="8905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7310540"/>
              </p:ext>
            </p:extLst>
          </p:nvPr>
        </p:nvGraphicFramePr>
        <p:xfrm>
          <a:off x="5035762" y="4582878"/>
          <a:ext cx="3538396" cy="8932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866600" imgH="406080" progId="Equation.DSMT4">
                  <p:embed/>
                </p:oleObj>
              </mc:Choice>
              <mc:Fallback>
                <p:oleObj name="Equation" r:id="rId24" imgW="18666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5035762" y="4582878"/>
                        <a:ext cx="3538396" cy="8932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7077628"/>
              </p:ext>
            </p:extLst>
          </p:nvPr>
        </p:nvGraphicFramePr>
        <p:xfrm>
          <a:off x="8605466" y="4572001"/>
          <a:ext cx="1754187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736560" imgH="406080" progId="Equation.DSMT4">
                  <p:embed/>
                </p:oleObj>
              </mc:Choice>
              <mc:Fallback>
                <p:oleObj name="Equation" r:id="rId26" imgW="7365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8605466" y="4572001"/>
                        <a:ext cx="1754187" cy="968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1159270"/>
              </p:ext>
            </p:extLst>
          </p:nvPr>
        </p:nvGraphicFramePr>
        <p:xfrm>
          <a:off x="1389063" y="5566298"/>
          <a:ext cx="508000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133360" imgH="228600" progId="Equation.DSMT4">
                  <p:embed/>
                </p:oleObj>
              </mc:Choice>
              <mc:Fallback>
                <p:oleObj name="Equation" r:id="rId28" imgW="21333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389063" y="5566298"/>
                        <a:ext cx="5080000" cy="544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F3803E6-1609-4C58-9FD9-187231BAC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7150-5C3E-4439-B216-5F65A4C7C309}" type="slidenum">
              <a:rPr lang="zh-CN" altLang="en-US" smtClean="0"/>
              <a:pPr/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4363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effectLst/>
      </a:spPr>
      <a:bodyPr wrap="square">
        <a:spAutoFit/>
        <a:scene3d>
          <a:camera prst="orthographicFront"/>
          <a:lightRig rig="glow" dir="tl">
            <a:rot lat="0" lon="0" rev="5400000"/>
          </a:lightRig>
        </a:scene3d>
        <a:sp3d contourW="12700">
          <a:bevelT w="25400" h="25400"/>
          <a:contourClr>
            <a:schemeClr val="accent6">
              <a:shade val="73000"/>
            </a:schemeClr>
          </a:contourClr>
        </a:sp3d>
      </a:bodyPr>
      <a:lstStyle>
        <a:defPPr algn="ctr">
          <a:defRPr sz="4400" b="1" dirty="0" smtClean="0">
            <a:ln w="11430"/>
            <a:solidFill>
              <a:srgbClr val="002060"/>
            </a:solidFill>
            <a:effectLst>
              <a:outerShdw blurRad="80000" dist="40000" dir="5040000" algn="tl">
                <a:srgbClr val="000000">
                  <a:alpha val="30000"/>
                </a:srgbClr>
              </a:outerShdw>
            </a:effectLst>
            <a:latin typeface="等线" panose="02010600030101010101" pitchFamily="2" charset="-122"/>
            <a:ea typeface="等线" panose="02010600030101010101" pitchFamily="2" charset="-122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7891</TotalTime>
  <Words>533</Words>
  <Application>Microsoft Office PowerPoint</Application>
  <PresentationFormat>宽屏</PresentationFormat>
  <Paragraphs>183</Paragraphs>
  <Slides>36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36</vt:i4>
      </vt:variant>
    </vt:vector>
  </HeadingPairs>
  <TitlesOfParts>
    <vt:vector size="50" baseType="lpstr">
      <vt:lpstr>等线</vt:lpstr>
      <vt:lpstr>黑体</vt:lpstr>
      <vt:lpstr>华文楷体</vt:lpstr>
      <vt:lpstr>华文行楷</vt:lpstr>
      <vt:lpstr>宋体</vt:lpstr>
      <vt:lpstr>Arial</vt:lpstr>
      <vt:lpstr>Calibri</vt:lpstr>
      <vt:lpstr>Times New Roman</vt:lpstr>
      <vt:lpstr>Office 主题</vt:lpstr>
      <vt:lpstr>文档</vt:lpstr>
      <vt:lpstr>Equation</vt:lpstr>
      <vt:lpstr>公式</vt:lpstr>
      <vt:lpstr>BMP 图象</vt:lpstr>
      <vt:lpstr>Document</vt:lpstr>
      <vt:lpstr>第二节、微积分基本定理</vt:lpstr>
      <vt:lpstr>2.1、变上限积分及其导数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例4   求函数</vt:lpstr>
      <vt:lpstr>PowerPoint 演示文稿</vt:lpstr>
      <vt:lpstr>PowerPoint 演示文稿</vt:lpstr>
      <vt:lpstr>PowerPoint 演示文稿</vt:lpstr>
      <vt:lpstr>例7  设</vt:lpstr>
      <vt:lpstr>例8 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2.2 牛顿—莱布尼茨公式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*</dc:creator>
  <cp:lastModifiedBy>尔里德 李</cp:lastModifiedBy>
  <cp:revision>211</cp:revision>
  <dcterms:created xsi:type="dcterms:W3CDTF">2009-06-13T01:14:34Z</dcterms:created>
  <dcterms:modified xsi:type="dcterms:W3CDTF">2023-12-12T10:52:52Z</dcterms:modified>
</cp:coreProperties>
</file>