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59"/>
  </p:notesMasterIdLst>
  <p:handoutMasterIdLst>
    <p:handoutMasterId r:id="rId60"/>
  </p:handoutMasterIdLst>
  <p:sldIdLst>
    <p:sldId id="261" r:id="rId3"/>
    <p:sldId id="319" r:id="rId4"/>
    <p:sldId id="262" r:id="rId5"/>
    <p:sldId id="263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315" r:id="rId22"/>
    <p:sldId id="280" r:id="rId23"/>
    <p:sldId id="281" r:id="rId24"/>
    <p:sldId id="317" r:id="rId25"/>
    <p:sldId id="318" r:id="rId26"/>
    <p:sldId id="282" r:id="rId27"/>
    <p:sldId id="283" r:id="rId28"/>
    <p:sldId id="284" r:id="rId29"/>
    <p:sldId id="285" r:id="rId30"/>
    <p:sldId id="316" r:id="rId31"/>
    <p:sldId id="320" r:id="rId32"/>
    <p:sldId id="313" r:id="rId33"/>
    <p:sldId id="311" r:id="rId34"/>
    <p:sldId id="289" r:id="rId35"/>
    <p:sldId id="290" r:id="rId36"/>
    <p:sldId id="287" r:id="rId37"/>
    <p:sldId id="288" r:id="rId38"/>
    <p:sldId id="293" r:id="rId39"/>
    <p:sldId id="294" r:id="rId40"/>
    <p:sldId id="291" r:id="rId41"/>
    <p:sldId id="292" r:id="rId42"/>
    <p:sldId id="314" r:id="rId43"/>
    <p:sldId id="305" r:id="rId44"/>
    <p:sldId id="312" r:id="rId45"/>
    <p:sldId id="286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6" r:id="rId55"/>
    <p:sldId id="307" r:id="rId56"/>
    <p:sldId id="308" r:id="rId57"/>
    <p:sldId id="310" r:id="rId58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pPr/>
              <a:t>2023/12/12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0C2EFB-E6F0-4526-A71E-3BEE9C081B90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3147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12BE09-8C73-4457-A371-3873537BDDE5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ADE81-2927-435C-8051-5F13762E8A3B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81E09-A857-47F6-BC36-F8DD6429A8AF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B86AA5-5D50-477F-BFCF-A058DB5BCA5E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506AA3-E9F6-44BF-B6AB-0401B510568C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CEF9EF-B1A3-4837-BA2F-2929D6FE3F72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4F5CA-CD45-41A9-80C2-26AC791AB410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5563F-BC05-4AFF-AA5F-48E7B39BDEAD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8C3DB5-1475-4CBB-85DD-27D40825D991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21448D-29A4-4B5A-A1FB-C0E0D1E623C7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D0535B-51D9-4416-B211-B3BB98FF063D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495A7-53D1-44F9-884C-BA1A7F958395}" type="datetime1">
              <a:rPr lang="zh-CN" altLang="en-US" smtClean="0"/>
              <a:pPr>
                <a:defRPr/>
              </a:pPr>
              <a:t>2023/12/12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88EE3C-0D10-4908-84C6-E211F20AC9D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7596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7951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1745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873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7098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6871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45297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59884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26504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02381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92723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40785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977DF3-8CE7-4064-8000-59578B2826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5254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62A518D-839F-46DB-AA15-B3E2C89EDDDC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  <p:sldLayoutId id="2147483660" r:id="rId12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050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6.bin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5" Type="http://schemas.openxmlformats.org/officeDocument/2006/relationships/image" Target="../media/image28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2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33.bin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42.wmf"/><Relationship Id="rId2" Type="http://schemas.openxmlformats.org/officeDocument/2006/relationships/oleObject" Target="../embeddings/oleObject34.bin"/><Relationship Id="rId16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5" Type="http://schemas.openxmlformats.org/officeDocument/2006/relationships/image" Target="../media/image41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4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47.bin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4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image" Target="../media/image50.emf"/><Relationship Id="rId7" Type="http://schemas.openxmlformats.org/officeDocument/2006/relationships/image" Target="../media/image52.e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51.emf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3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59.wmf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61.wmf"/><Relationship Id="rId2" Type="http://schemas.openxmlformats.org/officeDocument/2006/relationships/oleObject" Target="../embeddings/oleObject53.bin"/><Relationship Id="rId16" Type="http://schemas.openxmlformats.org/officeDocument/2006/relationships/oleObject" Target="../embeddings/oleObject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5" Type="http://schemas.openxmlformats.org/officeDocument/2006/relationships/image" Target="../media/image60.w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5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67.wmf"/><Relationship Id="rId3" Type="http://schemas.openxmlformats.org/officeDocument/2006/relationships/image" Target="../media/image62.wmf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66.bin"/><Relationship Id="rId17" Type="http://schemas.openxmlformats.org/officeDocument/2006/relationships/image" Target="../media/image69.emf"/><Relationship Id="rId2" Type="http://schemas.openxmlformats.org/officeDocument/2006/relationships/oleObject" Target="../embeddings/oleObject61.bin"/><Relationship Id="rId16" Type="http://schemas.openxmlformats.org/officeDocument/2006/relationships/oleObject" Target="../embeddings/oleObject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66.wmf"/><Relationship Id="rId5" Type="http://schemas.openxmlformats.org/officeDocument/2006/relationships/image" Target="../media/image63.wmf"/><Relationship Id="rId15" Type="http://schemas.openxmlformats.org/officeDocument/2006/relationships/image" Target="../media/image68.w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5.wmf"/><Relationship Id="rId14" Type="http://schemas.openxmlformats.org/officeDocument/2006/relationships/oleObject" Target="../embeddings/oleObject67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emf"/><Relationship Id="rId4" Type="http://schemas.openxmlformats.org/officeDocument/2006/relationships/oleObject" Target="../embeddings/oleObject7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9.wmf"/><Relationship Id="rId3" Type="http://schemas.openxmlformats.org/officeDocument/2006/relationships/image" Target="../media/image74.wmf"/><Relationship Id="rId7" Type="http://schemas.openxmlformats.org/officeDocument/2006/relationships/image" Target="../media/image76.wmf"/><Relationship Id="rId12" Type="http://schemas.openxmlformats.org/officeDocument/2006/relationships/oleObject" Target="../embeddings/oleObject77.bin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8.wmf"/><Relationship Id="rId5" Type="http://schemas.openxmlformats.org/officeDocument/2006/relationships/image" Target="../media/image75.wmf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13" Type="http://schemas.openxmlformats.org/officeDocument/2006/relationships/image" Target="../media/image85.wmf"/><Relationship Id="rId18" Type="http://schemas.openxmlformats.org/officeDocument/2006/relationships/oleObject" Target="../embeddings/oleObject86.bin"/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83.bin"/><Relationship Id="rId17" Type="http://schemas.openxmlformats.org/officeDocument/2006/relationships/image" Target="../media/image87.wmf"/><Relationship Id="rId2" Type="http://schemas.openxmlformats.org/officeDocument/2006/relationships/oleObject" Target="../embeddings/oleObject78.bin"/><Relationship Id="rId16" Type="http://schemas.openxmlformats.org/officeDocument/2006/relationships/oleObject" Target="../embeddings/oleObject8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84.wmf"/><Relationship Id="rId5" Type="http://schemas.openxmlformats.org/officeDocument/2006/relationships/image" Target="../media/image81.wmf"/><Relationship Id="rId15" Type="http://schemas.openxmlformats.org/officeDocument/2006/relationships/image" Target="../media/image86.wmf"/><Relationship Id="rId10" Type="http://schemas.openxmlformats.org/officeDocument/2006/relationships/oleObject" Target="../embeddings/oleObject82.bin"/><Relationship Id="rId19" Type="http://schemas.openxmlformats.org/officeDocument/2006/relationships/image" Target="../media/image88.w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8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94.wmf"/><Relationship Id="rId3" Type="http://schemas.openxmlformats.org/officeDocument/2006/relationships/image" Target="../media/image89.wmf"/><Relationship Id="rId7" Type="http://schemas.openxmlformats.org/officeDocument/2006/relationships/image" Target="../media/image91.wmf"/><Relationship Id="rId12" Type="http://schemas.openxmlformats.org/officeDocument/2006/relationships/oleObject" Target="../embeddings/oleObject92.bin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93.wmf"/><Relationship Id="rId5" Type="http://schemas.openxmlformats.org/officeDocument/2006/relationships/image" Target="../media/image90.wmf"/><Relationship Id="rId10" Type="http://schemas.openxmlformats.org/officeDocument/2006/relationships/oleObject" Target="../embeddings/oleObject91.bin"/><Relationship Id="rId4" Type="http://schemas.openxmlformats.org/officeDocument/2006/relationships/oleObject" Target="../embeddings/oleObject88.bin"/><Relationship Id="rId9" Type="http://schemas.openxmlformats.org/officeDocument/2006/relationships/image" Target="../media/image9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3" Type="http://schemas.openxmlformats.org/officeDocument/2006/relationships/image" Target="../media/image95.wmf"/><Relationship Id="rId7" Type="http://schemas.openxmlformats.org/officeDocument/2006/relationships/image" Target="../media/image97.wmf"/><Relationship Id="rId2" Type="http://schemas.openxmlformats.org/officeDocument/2006/relationships/oleObject" Target="../embeddings/oleObject9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99.wmf"/><Relationship Id="rId5" Type="http://schemas.openxmlformats.org/officeDocument/2006/relationships/image" Target="../media/image96.wmf"/><Relationship Id="rId10" Type="http://schemas.openxmlformats.org/officeDocument/2006/relationships/oleObject" Target="../embeddings/oleObject97.bin"/><Relationship Id="rId4" Type="http://schemas.openxmlformats.org/officeDocument/2006/relationships/oleObject" Target="../embeddings/oleObject94.bin"/><Relationship Id="rId9" Type="http://schemas.openxmlformats.org/officeDocument/2006/relationships/image" Target="../media/image9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3" Type="http://schemas.openxmlformats.org/officeDocument/2006/relationships/image" Target="../media/image100.wmf"/><Relationship Id="rId7" Type="http://schemas.openxmlformats.org/officeDocument/2006/relationships/image" Target="../media/image102.wmf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104.wmf"/><Relationship Id="rId5" Type="http://schemas.openxmlformats.org/officeDocument/2006/relationships/image" Target="../media/image101.wmf"/><Relationship Id="rId10" Type="http://schemas.openxmlformats.org/officeDocument/2006/relationships/oleObject" Target="../embeddings/oleObject102.bin"/><Relationship Id="rId4" Type="http://schemas.openxmlformats.org/officeDocument/2006/relationships/oleObject" Target="../embeddings/oleObject99.bin"/><Relationship Id="rId9" Type="http://schemas.openxmlformats.org/officeDocument/2006/relationships/image" Target="../media/image10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13" Type="http://schemas.openxmlformats.org/officeDocument/2006/relationships/image" Target="../media/image110.wmf"/><Relationship Id="rId18" Type="http://schemas.openxmlformats.org/officeDocument/2006/relationships/oleObject" Target="../embeddings/oleObject111.bin"/><Relationship Id="rId3" Type="http://schemas.openxmlformats.org/officeDocument/2006/relationships/image" Target="../media/image105.wmf"/><Relationship Id="rId21" Type="http://schemas.openxmlformats.org/officeDocument/2006/relationships/image" Target="../media/image114.wmf"/><Relationship Id="rId7" Type="http://schemas.openxmlformats.org/officeDocument/2006/relationships/image" Target="../media/image107.wmf"/><Relationship Id="rId12" Type="http://schemas.openxmlformats.org/officeDocument/2006/relationships/oleObject" Target="../embeddings/oleObject108.bin"/><Relationship Id="rId17" Type="http://schemas.openxmlformats.org/officeDocument/2006/relationships/image" Target="../media/image112.wmf"/><Relationship Id="rId2" Type="http://schemas.openxmlformats.org/officeDocument/2006/relationships/oleObject" Target="../embeddings/oleObject103.bin"/><Relationship Id="rId16" Type="http://schemas.openxmlformats.org/officeDocument/2006/relationships/oleObject" Target="../embeddings/oleObject110.bin"/><Relationship Id="rId20" Type="http://schemas.openxmlformats.org/officeDocument/2006/relationships/oleObject" Target="../embeddings/oleObject1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09.wmf"/><Relationship Id="rId5" Type="http://schemas.openxmlformats.org/officeDocument/2006/relationships/image" Target="../media/image106.wmf"/><Relationship Id="rId15" Type="http://schemas.openxmlformats.org/officeDocument/2006/relationships/image" Target="../media/image111.wmf"/><Relationship Id="rId23" Type="http://schemas.openxmlformats.org/officeDocument/2006/relationships/image" Target="../media/image115.wmf"/><Relationship Id="rId10" Type="http://schemas.openxmlformats.org/officeDocument/2006/relationships/oleObject" Target="../embeddings/oleObject107.bin"/><Relationship Id="rId19" Type="http://schemas.openxmlformats.org/officeDocument/2006/relationships/image" Target="../media/image113.wmf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08.wmf"/><Relationship Id="rId14" Type="http://schemas.openxmlformats.org/officeDocument/2006/relationships/oleObject" Target="../embeddings/oleObject109.bin"/><Relationship Id="rId22" Type="http://schemas.openxmlformats.org/officeDocument/2006/relationships/oleObject" Target="../embeddings/oleObject11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21.wmf"/><Relationship Id="rId18" Type="http://schemas.openxmlformats.org/officeDocument/2006/relationships/oleObject" Target="../embeddings/oleObject122.bin"/><Relationship Id="rId26" Type="http://schemas.openxmlformats.org/officeDocument/2006/relationships/oleObject" Target="../embeddings/oleObject126.bin"/><Relationship Id="rId3" Type="http://schemas.openxmlformats.org/officeDocument/2006/relationships/image" Target="../media/image116.wmf"/><Relationship Id="rId21" Type="http://schemas.openxmlformats.org/officeDocument/2006/relationships/image" Target="../media/image125.wmf"/><Relationship Id="rId7" Type="http://schemas.openxmlformats.org/officeDocument/2006/relationships/image" Target="../media/image118.wmf"/><Relationship Id="rId12" Type="http://schemas.openxmlformats.org/officeDocument/2006/relationships/oleObject" Target="../embeddings/oleObject119.bin"/><Relationship Id="rId17" Type="http://schemas.openxmlformats.org/officeDocument/2006/relationships/image" Target="../media/image123.wmf"/><Relationship Id="rId25" Type="http://schemas.openxmlformats.org/officeDocument/2006/relationships/image" Target="../media/image127.wmf"/><Relationship Id="rId2" Type="http://schemas.openxmlformats.org/officeDocument/2006/relationships/oleObject" Target="../embeddings/oleObject114.bin"/><Relationship Id="rId16" Type="http://schemas.openxmlformats.org/officeDocument/2006/relationships/oleObject" Target="../embeddings/oleObject121.bin"/><Relationship Id="rId20" Type="http://schemas.openxmlformats.org/officeDocument/2006/relationships/oleObject" Target="../embeddings/oleObject123.bin"/><Relationship Id="rId29" Type="http://schemas.openxmlformats.org/officeDocument/2006/relationships/image" Target="../media/image12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20.wmf"/><Relationship Id="rId24" Type="http://schemas.openxmlformats.org/officeDocument/2006/relationships/oleObject" Target="../embeddings/oleObject125.bin"/><Relationship Id="rId5" Type="http://schemas.openxmlformats.org/officeDocument/2006/relationships/image" Target="../media/image117.wmf"/><Relationship Id="rId15" Type="http://schemas.openxmlformats.org/officeDocument/2006/relationships/image" Target="../media/image122.wmf"/><Relationship Id="rId23" Type="http://schemas.openxmlformats.org/officeDocument/2006/relationships/image" Target="../media/image126.wmf"/><Relationship Id="rId28" Type="http://schemas.openxmlformats.org/officeDocument/2006/relationships/oleObject" Target="../embeddings/oleObject127.bin"/><Relationship Id="rId10" Type="http://schemas.openxmlformats.org/officeDocument/2006/relationships/oleObject" Target="../embeddings/oleObject118.bin"/><Relationship Id="rId19" Type="http://schemas.openxmlformats.org/officeDocument/2006/relationships/image" Target="../media/image124.wmf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19.wmf"/><Relationship Id="rId14" Type="http://schemas.openxmlformats.org/officeDocument/2006/relationships/oleObject" Target="../embeddings/oleObject120.bin"/><Relationship Id="rId22" Type="http://schemas.openxmlformats.org/officeDocument/2006/relationships/oleObject" Target="../embeddings/oleObject124.bin"/><Relationship Id="rId27" Type="http://schemas.openxmlformats.org/officeDocument/2006/relationships/image" Target="../media/image128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13" Type="http://schemas.openxmlformats.org/officeDocument/2006/relationships/image" Target="../media/image135.wmf"/><Relationship Id="rId18" Type="http://schemas.openxmlformats.org/officeDocument/2006/relationships/oleObject" Target="../embeddings/oleObject136.bin"/><Relationship Id="rId26" Type="http://schemas.openxmlformats.org/officeDocument/2006/relationships/oleObject" Target="../embeddings/oleObject140.bin"/><Relationship Id="rId3" Type="http://schemas.openxmlformats.org/officeDocument/2006/relationships/image" Target="../media/image130.wmf"/><Relationship Id="rId21" Type="http://schemas.openxmlformats.org/officeDocument/2006/relationships/image" Target="../media/image139.wmf"/><Relationship Id="rId7" Type="http://schemas.openxmlformats.org/officeDocument/2006/relationships/image" Target="../media/image132.wmf"/><Relationship Id="rId12" Type="http://schemas.openxmlformats.org/officeDocument/2006/relationships/oleObject" Target="../embeddings/oleObject133.bin"/><Relationship Id="rId17" Type="http://schemas.openxmlformats.org/officeDocument/2006/relationships/image" Target="../media/image137.wmf"/><Relationship Id="rId25" Type="http://schemas.openxmlformats.org/officeDocument/2006/relationships/image" Target="../media/image141.wmf"/><Relationship Id="rId2" Type="http://schemas.openxmlformats.org/officeDocument/2006/relationships/oleObject" Target="../embeddings/oleObject128.bin"/><Relationship Id="rId16" Type="http://schemas.openxmlformats.org/officeDocument/2006/relationships/oleObject" Target="../embeddings/oleObject135.bin"/><Relationship Id="rId20" Type="http://schemas.openxmlformats.org/officeDocument/2006/relationships/oleObject" Target="../embeddings/oleObject137.bin"/><Relationship Id="rId29" Type="http://schemas.openxmlformats.org/officeDocument/2006/relationships/image" Target="../media/image143.wmf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34.wmf"/><Relationship Id="rId24" Type="http://schemas.openxmlformats.org/officeDocument/2006/relationships/oleObject" Target="../embeddings/oleObject139.bin"/><Relationship Id="rId5" Type="http://schemas.openxmlformats.org/officeDocument/2006/relationships/image" Target="../media/image131.wmf"/><Relationship Id="rId15" Type="http://schemas.openxmlformats.org/officeDocument/2006/relationships/image" Target="../media/image136.wmf"/><Relationship Id="rId23" Type="http://schemas.openxmlformats.org/officeDocument/2006/relationships/image" Target="../media/image140.wmf"/><Relationship Id="rId28" Type="http://schemas.openxmlformats.org/officeDocument/2006/relationships/oleObject" Target="../embeddings/oleObject141.bin"/><Relationship Id="rId10" Type="http://schemas.openxmlformats.org/officeDocument/2006/relationships/oleObject" Target="../embeddings/oleObject132.bin"/><Relationship Id="rId19" Type="http://schemas.openxmlformats.org/officeDocument/2006/relationships/image" Target="../media/image138.wmf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33.wmf"/><Relationship Id="rId14" Type="http://schemas.openxmlformats.org/officeDocument/2006/relationships/oleObject" Target="../embeddings/oleObject134.bin"/><Relationship Id="rId22" Type="http://schemas.openxmlformats.org/officeDocument/2006/relationships/oleObject" Target="../embeddings/oleObject138.bin"/><Relationship Id="rId27" Type="http://schemas.openxmlformats.org/officeDocument/2006/relationships/image" Target="../media/image14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13" Type="http://schemas.openxmlformats.org/officeDocument/2006/relationships/image" Target="../media/image149.wmf"/><Relationship Id="rId3" Type="http://schemas.openxmlformats.org/officeDocument/2006/relationships/image" Target="../media/image144.wmf"/><Relationship Id="rId7" Type="http://schemas.openxmlformats.org/officeDocument/2006/relationships/image" Target="../media/image146.wmf"/><Relationship Id="rId12" Type="http://schemas.openxmlformats.org/officeDocument/2006/relationships/oleObject" Target="../embeddings/oleObject147.bin"/><Relationship Id="rId2" Type="http://schemas.openxmlformats.org/officeDocument/2006/relationships/oleObject" Target="../embeddings/oleObject142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148.wmf"/><Relationship Id="rId5" Type="http://schemas.openxmlformats.org/officeDocument/2006/relationships/image" Target="../media/image145.wmf"/><Relationship Id="rId15" Type="http://schemas.openxmlformats.org/officeDocument/2006/relationships/image" Target="../media/image150.wmf"/><Relationship Id="rId10" Type="http://schemas.openxmlformats.org/officeDocument/2006/relationships/oleObject" Target="../embeddings/oleObject146.bin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47.wmf"/><Relationship Id="rId14" Type="http://schemas.openxmlformats.org/officeDocument/2006/relationships/oleObject" Target="../embeddings/oleObject148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7" Type="http://schemas.openxmlformats.org/officeDocument/2006/relationships/image" Target="../media/image153.wmf"/><Relationship Id="rId2" Type="http://schemas.openxmlformats.org/officeDocument/2006/relationships/oleObject" Target="../embeddings/oleObject1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1.bin"/><Relationship Id="rId5" Type="http://schemas.openxmlformats.org/officeDocument/2006/relationships/image" Target="../media/image152.wmf"/><Relationship Id="rId4" Type="http://schemas.openxmlformats.org/officeDocument/2006/relationships/oleObject" Target="../embeddings/oleObject150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13" Type="http://schemas.openxmlformats.org/officeDocument/2006/relationships/image" Target="../media/image159.wmf"/><Relationship Id="rId18" Type="http://schemas.openxmlformats.org/officeDocument/2006/relationships/oleObject" Target="../embeddings/oleObject160.bin"/><Relationship Id="rId3" Type="http://schemas.openxmlformats.org/officeDocument/2006/relationships/image" Target="../media/image154.wmf"/><Relationship Id="rId21" Type="http://schemas.openxmlformats.org/officeDocument/2006/relationships/oleObject" Target="../embeddings/oleObject162.bin"/><Relationship Id="rId7" Type="http://schemas.openxmlformats.org/officeDocument/2006/relationships/image" Target="../media/image156.wmf"/><Relationship Id="rId12" Type="http://schemas.openxmlformats.org/officeDocument/2006/relationships/oleObject" Target="../embeddings/oleObject157.bin"/><Relationship Id="rId17" Type="http://schemas.openxmlformats.org/officeDocument/2006/relationships/image" Target="../media/image161.wmf"/><Relationship Id="rId2" Type="http://schemas.openxmlformats.org/officeDocument/2006/relationships/oleObject" Target="../embeddings/oleObject152.bin"/><Relationship Id="rId16" Type="http://schemas.openxmlformats.org/officeDocument/2006/relationships/oleObject" Target="../embeddings/oleObject159.bin"/><Relationship Id="rId20" Type="http://schemas.openxmlformats.org/officeDocument/2006/relationships/oleObject" Target="../embeddings/oleObject16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158.wmf"/><Relationship Id="rId24" Type="http://schemas.openxmlformats.org/officeDocument/2006/relationships/image" Target="../media/image153.wmf"/><Relationship Id="rId5" Type="http://schemas.openxmlformats.org/officeDocument/2006/relationships/image" Target="../media/image155.wmf"/><Relationship Id="rId15" Type="http://schemas.openxmlformats.org/officeDocument/2006/relationships/image" Target="../media/image160.wmf"/><Relationship Id="rId23" Type="http://schemas.openxmlformats.org/officeDocument/2006/relationships/oleObject" Target="../embeddings/oleObject163.bin"/><Relationship Id="rId10" Type="http://schemas.openxmlformats.org/officeDocument/2006/relationships/oleObject" Target="../embeddings/oleObject156.bin"/><Relationship Id="rId19" Type="http://schemas.openxmlformats.org/officeDocument/2006/relationships/image" Target="../media/image162.wmf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57.wmf"/><Relationship Id="rId14" Type="http://schemas.openxmlformats.org/officeDocument/2006/relationships/oleObject" Target="../embeddings/oleObject158.bin"/><Relationship Id="rId22" Type="http://schemas.openxmlformats.org/officeDocument/2006/relationships/image" Target="../media/image16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7.bin"/><Relationship Id="rId13" Type="http://schemas.openxmlformats.org/officeDocument/2006/relationships/image" Target="../media/image169.wmf"/><Relationship Id="rId3" Type="http://schemas.openxmlformats.org/officeDocument/2006/relationships/image" Target="../media/image164.wmf"/><Relationship Id="rId7" Type="http://schemas.openxmlformats.org/officeDocument/2006/relationships/image" Target="../media/image166.wmf"/><Relationship Id="rId12" Type="http://schemas.openxmlformats.org/officeDocument/2006/relationships/oleObject" Target="../embeddings/oleObject169.bin"/><Relationship Id="rId17" Type="http://schemas.openxmlformats.org/officeDocument/2006/relationships/image" Target="../media/image171.wmf"/><Relationship Id="rId2" Type="http://schemas.openxmlformats.org/officeDocument/2006/relationships/oleObject" Target="../embeddings/oleObject164.bin"/><Relationship Id="rId16" Type="http://schemas.openxmlformats.org/officeDocument/2006/relationships/oleObject" Target="../embeddings/oleObject1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6.bin"/><Relationship Id="rId11" Type="http://schemas.openxmlformats.org/officeDocument/2006/relationships/image" Target="../media/image168.wmf"/><Relationship Id="rId5" Type="http://schemas.openxmlformats.org/officeDocument/2006/relationships/image" Target="../media/image165.wmf"/><Relationship Id="rId15" Type="http://schemas.openxmlformats.org/officeDocument/2006/relationships/image" Target="../media/image170.wmf"/><Relationship Id="rId10" Type="http://schemas.openxmlformats.org/officeDocument/2006/relationships/oleObject" Target="../embeddings/oleObject168.bin"/><Relationship Id="rId4" Type="http://schemas.openxmlformats.org/officeDocument/2006/relationships/oleObject" Target="../embeddings/oleObject165.bin"/><Relationship Id="rId9" Type="http://schemas.openxmlformats.org/officeDocument/2006/relationships/image" Target="../media/image167.wmf"/><Relationship Id="rId14" Type="http://schemas.openxmlformats.org/officeDocument/2006/relationships/oleObject" Target="../embeddings/oleObject170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5.bin"/><Relationship Id="rId13" Type="http://schemas.openxmlformats.org/officeDocument/2006/relationships/image" Target="../media/image177.wmf"/><Relationship Id="rId18" Type="http://schemas.openxmlformats.org/officeDocument/2006/relationships/oleObject" Target="../embeddings/oleObject180.bin"/><Relationship Id="rId3" Type="http://schemas.openxmlformats.org/officeDocument/2006/relationships/image" Target="../media/image172.wmf"/><Relationship Id="rId21" Type="http://schemas.openxmlformats.org/officeDocument/2006/relationships/image" Target="../media/image181.wmf"/><Relationship Id="rId7" Type="http://schemas.openxmlformats.org/officeDocument/2006/relationships/image" Target="../media/image174.wmf"/><Relationship Id="rId12" Type="http://schemas.openxmlformats.org/officeDocument/2006/relationships/oleObject" Target="../embeddings/oleObject177.bin"/><Relationship Id="rId17" Type="http://schemas.openxmlformats.org/officeDocument/2006/relationships/image" Target="../media/image179.wmf"/><Relationship Id="rId2" Type="http://schemas.openxmlformats.org/officeDocument/2006/relationships/oleObject" Target="../embeddings/oleObject172.bin"/><Relationship Id="rId16" Type="http://schemas.openxmlformats.org/officeDocument/2006/relationships/oleObject" Target="../embeddings/oleObject179.bin"/><Relationship Id="rId20" Type="http://schemas.openxmlformats.org/officeDocument/2006/relationships/oleObject" Target="../embeddings/oleObject18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4.bin"/><Relationship Id="rId11" Type="http://schemas.openxmlformats.org/officeDocument/2006/relationships/image" Target="../media/image176.wmf"/><Relationship Id="rId5" Type="http://schemas.openxmlformats.org/officeDocument/2006/relationships/image" Target="../media/image173.wmf"/><Relationship Id="rId15" Type="http://schemas.openxmlformats.org/officeDocument/2006/relationships/image" Target="../media/image178.wmf"/><Relationship Id="rId23" Type="http://schemas.openxmlformats.org/officeDocument/2006/relationships/image" Target="../media/image182.wmf"/><Relationship Id="rId10" Type="http://schemas.openxmlformats.org/officeDocument/2006/relationships/oleObject" Target="../embeddings/oleObject176.bin"/><Relationship Id="rId19" Type="http://schemas.openxmlformats.org/officeDocument/2006/relationships/image" Target="../media/image180.wmf"/><Relationship Id="rId4" Type="http://schemas.openxmlformats.org/officeDocument/2006/relationships/oleObject" Target="../embeddings/oleObject173.bin"/><Relationship Id="rId9" Type="http://schemas.openxmlformats.org/officeDocument/2006/relationships/image" Target="../media/image175.wmf"/><Relationship Id="rId14" Type="http://schemas.openxmlformats.org/officeDocument/2006/relationships/oleObject" Target="../embeddings/oleObject178.bin"/><Relationship Id="rId22" Type="http://schemas.openxmlformats.org/officeDocument/2006/relationships/oleObject" Target="../embeddings/oleObject18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6.bin"/><Relationship Id="rId13" Type="http://schemas.openxmlformats.org/officeDocument/2006/relationships/image" Target="../media/image188.wmf"/><Relationship Id="rId3" Type="http://schemas.openxmlformats.org/officeDocument/2006/relationships/image" Target="../media/image183.wmf"/><Relationship Id="rId7" Type="http://schemas.openxmlformats.org/officeDocument/2006/relationships/image" Target="../media/image185.wmf"/><Relationship Id="rId12" Type="http://schemas.openxmlformats.org/officeDocument/2006/relationships/oleObject" Target="../embeddings/oleObject188.bin"/><Relationship Id="rId17" Type="http://schemas.openxmlformats.org/officeDocument/2006/relationships/image" Target="../media/image190.wmf"/><Relationship Id="rId2" Type="http://schemas.openxmlformats.org/officeDocument/2006/relationships/oleObject" Target="../embeddings/oleObject183.bin"/><Relationship Id="rId16" Type="http://schemas.openxmlformats.org/officeDocument/2006/relationships/oleObject" Target="../embeddings/oleObject1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5.bin"/><Relationship Id="rId11" Type="http://schemas.openxmlformats.org/officeDocument/2006/relationships/image" Target="../media/image187.wmf"/><Relationship Id="rId5" Type="http://schemas.openxmlformats.org/officeDocument/2006/relationships/image" Target="../media/image184.wmf"/><Relationship Id="rId15" Type="http://schemas.openxmlformats.org/officeDocument/2006/relationships/image" Target="../media/image189.wmf"/><Relationship Id="rId10" Type="http://schemas.openxmlformats.org/officeDocument/2006/relationships/oleObject" Target="../embeddings/oleObject187.bin"/><Relationship Id="rId4" Type="http://schemas.openxmlformats.org/officeDocument/2006/relationships/oleObject" Target="../embeddings/oleObject184.bin"/><Relationship Id="rId9" Type="http://schemas.openxmlformats.org/officeDocument/2006/relationships/image" Target="../media/image186.wmf"/><Relationship Id="rId14" Type="http://schemas.openxmlformats.org/officeDocument/2006/relationships/oleObject" Target="../embeddings/oleObject18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4.bin"/><Relationship Id="rId13" Type="http://schemas.openxmlformats.org/officeDocument/2006/relationships/image" Target="../media/image196.wmf"/><Relationship Id="rId18" Type="http://schemas.openxmlformats.org/officeDocument/2006/relationships/oleObject" Target="../embeddings/oleObject199.bin"/><Relationship Id="rId3" Type="http://schemas.openxmlformats.org/officeDocument/2006/relationships/image" Target="../media/image191.wmf"/><Relationship Id="rId7" Type="http://schemas.openxmlformats.org/officeDocument/2006/relationships/image" Target="../media/image193.wmf"/><Relationship Id="rId12" Type="http://schemas.openxmlformats.org/officeDocument/2006/relationships/oleObject" Target="../embeddings/oleObject196.bin"/><Relationship Id="rId17" Type="http://schemas.openxmlformats.org/officeDocument/2006/relationships/image" Target="../media/image198.wmf"/><Relationship Id="rId2" Type="http://schemas.openxmlformats.org/officeDocument/2006/relationships/oleObject" Target="../embeddings/oleObject191.bin"/><Relationship Id="rId16" Type="http://schemas.openxmlformats.org/officeDocument/2006/relationships/oleObject" Target="../embeddings/oleObject19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3.bin"/><Relationship Id="rId11" Type="http://schemas.openxmlformats.org/officeDocument/2006/relationships/image" Target="../media/image195.wmf"/><Relationship Id="rId5" Type="http://schemas.openxmlformats.org/officeDocument/2006/relationships/image" Target="../media/image192.wmf"/><Relationship Id="rId15" Type="http://schemas.openxmlformats.org/officeDocument/2006/relationships/image" Target="../media/image197.wmf"/><Relationship Id="rId10" Type="http://schemas.openxmlformats.org/officeDocument/2006/relationships/oleObject" Target="../embeddings/oleObject195.bin"/><Relationship Id="rId19" Type="http://schemas.openxmlformats.org/officeDocument/2006/relationships/image" Target="../media/image199.wmf"/><Relationship Id="rId4" Type="http://schemas.openxmlformats.org/officeDocument/2006/relationships/oleObject" Target="../embeddings/oleObject192.bin"/><Relationship Id="rId9" Type="http://schemas.openxmlformats.org/officeDocument/2006/relationships/image" Target="../media/image194.wmf"/><Relationship Id="rId14" Type="http://schemas.openxmlformats.org/officeDocument/2006/relationships/oleObject" Target="../embeddings/oleObject197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3.bin"/><Relationship Id="rId13" Type="http://schemas.openxmlformats.org/officeDocument/2006/relationships/image" Target="../media/image205.wmf"/><Relationship Id="rId3" Type="http://schemas.openxmlformats.org/officeDocument/2006/relationships/image" Target="../media/image200.wmf"/><Relationship Id="rId7" Type="http://schemas.openxmlformats.org/officeDocument/2006/relationships/image" Target="../media/image202.wmf"/><Relationship Id="rId12" Type="http://schemas.openxmlformats.org/officeDocument/2006/relationships/oleObject" Target="../embeddings/oleObject205.bin"/><Relationship Id="rId2" Type="http://schemas.openxmlformats.org/officeDocument/2006/relationships/oleObject" Target="../embeddings/oleObject20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2.bin"/><Relationship Id="rId11" Type="http://schemas.openxmlformats.org/officeDocument/2006/relationships/image" Target="../media/image204.wmf"/><Relationship Id="rId5" Type="http://schemas.openxmlformats.org/officeDocument/2006/relationships/image" Target="../media/image201.wmf"/><Relationship Id="rId15" Type="http://schemas.openxmlformats.org/officeDocument/2006/relationships/image" Target="../media/image206.wmf"/><Relationship Id="rId10" Type="http://schemas.openxmlformats.org/officeDocument/2006/relationships/oleObject" Target="../embeddings/oleObject204.bin"/><Relationship Id="rId4" Type="http://schemas.openxmlformats.org/officeDocument/2006/relationships/oleObject" Target="../embeddings/oleObject201.bin"/><Relationship Id="rId9" Type="http://schemas.openxmlformats.org/officeDocument/2006/relationships/image" Target="../media/image203.wmf"/><Relationship Id="rId14" Type="http://schemas.openxmlformats.org/officeDocument/2006/relationships/oleObject" Target="../embeddings/oleObject206.bin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214.wmf"/><Relationship Id="rId26" Type="http://schemas.openxmlformats.org/officeDocument/2006/relationships/image" Target="../media/image218.wmf"/><Relationship Id="rId3" Type="http://schemas.openxmlformats.org/officeDocument/2006/relationships/oleObject" Target="../embeddings/oleObject207.bin"/><Relationship Id="rId21" Type="http://schemas.openxmlformats.org/officeDocument/2006/relationships/oleObject" Target="../embeddings/oleObject216.bin"/><Relationship Id="rId34" Type="http://schemas.openxmlformats.org/officeDocument/2006/relationships/image" Target="../media/image222.wmf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211.wmf"/><Relationship Id="rId17" Type="http://schemas.openxmlformats.org/officeDocument/2006/relationships/oleObject" Target="../embeddings/oleObject214.bin"/><Relationship Id="rId25" Type="http://schemas.openxmlformats.org/officeDocument/2006/relationships/oleObject" Target="../embeddings/oleObject218.bin"/><Relationship Id="rId33" Type="http://schemas.openxmlformats.org/officeDocument/2006/relationships/oleObject" Target="../embeddings/oleObject222.bin"/><Relationship Id="rId2" Type="http://schemas.openxmlformats.org/officeDocument/2006/relationships/image" Target="../media/image72.png"/><Relationship Id="rId16" Type="http://schemas.openxmlformats.org/officeDocument/2006/relationships/image" Target="../media/image213.wmf"/><Relationship Id="rId20" Type="http://schemas.openxmlformats.org/officeDocument/2006/relationships/image" Target="../media/image215.wmf"/><Relationship Id="rId29" Type="http://schemas.openxmlformats.org/officeDocument/2006/relationships/oleObject" Target="../embeddings/oleObject22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8.wmf"/><Relationship Id="rId11" Type="http://schemas.openxmlformats.org/officeDocument/2006/relationships/oleObject" Target="../embeddings/oleObject211.bin"/><Relationship Id="rId24" Type="http://schemas.openxmlformats.org/officeDocument/2006/relationships/image" Target="../media/image217.wmf"/><Relationship Id="rId32" Type="http://schemas.openxmlformats.org/officeDocument/2006/relationships/image" Target="../media/image221.wmf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3.bin"/><Relationship Id="rId23" Type="http://schemas.openxmlformats.org/officeDocument/2006/relationships/oleObject" Target="../embeddings/oleObject217.bin"/><Relationship Id="rId28" Type="http://schemas.openxmlformats.org/officeDocument/2006/relationships/image" Target="../media/image219.wmf"/><Relationship Id="rId10" Type="http://schemas.openxmlformats.org/officeDocument/2006/relationships/image" Target="../media/image210.wmf"/><Relationship Id="rId19" Type="http://schemas.openxmlformats.org/officeDocument/2006/relationships/oleObject" Target="../embeddings/oleObject215.bin"/><Relationship Id="rId31" Type="http://schemas.openxmlformats.org/officeDocument/2006/relationships/oleObject" Target="../embeddings/oleObject221.bin"/><Relationship Id="rId4" Type="http://schemas.openxmlformats.org/officeDocument/2006/relationships/image" Target="../media/image207.w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212.wmf"/><Relationship Id="rId22" Type="http://schemas.openxmlformats.org/officeDocument/2006/relationships/image" Target="../media/image216.wmf"/><Relationship Id="rId27" Type="http://schemas.openxmlformats.org/officeDocument/2006/relationships/oleObject" Target="../embeddings/oleObject219.bin"/><Relationship Id="rId30" Type="http://schemas.openxmlformats.org/officeDocument/2006/relationships/image" Target="../media/image220.wmf"/><Relationship Id="rId8" Type="http://schemas.openxmlformats.org/officeDocument/2006/relationships/image" Target="../media/image209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6.bin"/><Relationship Id="rId13" Type="http://schemas.openxmlformats.org/officeDocument/2006/relationships/image" Target="../media/image228.wmf"/><Relationship Id="rId18" Type="http://schemas.openxmlformats.org/officeDocument/2006/relationships/oleObject" Target="../embeddings/oleObject231.bin"/><Relationship Id="rId3" Type="http://schemas.openxmlformats.org/officeDocument/2006/relationships/image" Target="../media/image223.wmf"/><Relationship Id="rId7" Type="http://schemas.openxmlformats.org/officeDocument/2006/relationships/image" Target="../media/image225.wmf"/><Relationship Id="rId12" Type="http://schemas.openxmlformats.org/officeDocument/2006/relationships/oleObject" Target="../embeddings/oleObject228.bin"/><Relationship Id="rId17" Type="http://schemas.openxmlformats.org/officeDocument/2006/relationships/image" Target="../media/image230.wmf"/><Relationship Id="rId2" Type="http://schemas.openxmlformats.org/officeDocument/2006/relationships/oleObject" Target="../embeddings/oleObject223.bin"/><Relationship Id="rId16" Type="http://schemas.openxmlformats.org/officeDocument/2006/relationships/oleObject" Target="../embeddings/oleObject2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5.bin"/><Relationship Id="rId11" Type="http://schemas.openxmlformats.org/officeDocument/2006/relationships/image" Target="../media/image227.wmf"/><Relationship Id="rId5" Type="http://schemas.openxmlformats.org/officeDocument/2006/relationships/image" Target="../media/image224.wmf"/><Relationship Id="rId15" Type="http://schemas.openxmlformats.org/officeDocument/2006/relationships/image" Target="../media/image229.wmf"/><Relationship Id="rId10" Type="http://schemas.openxmlformats.org/officeDocument/2006/relationships/oleObject" Target="../embeddings/oleObject227.bin"/><Relationship Id="rId19" Type="http://schemas.openxmlformats.org/officeDocument/2006/relationships/image" Target="../media/image231.wmf"/><Relationship Id="rId4" Type="http://schemas.openxmlformats.org/officeDocument/2006/relationships/oleObject" Target="../embeddings/oleObject224.bin"/><Relationship Id="rId9" Type="http://schemas.openxmlformats.org/officeDocument/2006/relationships/image" Target="../media/image226.wmf"/><Relationship Id="rId14" Type="http://schemas.openxmlformats.org/officeDocument/2006/relationships/oleObject" Target="../embeddings/oleObject22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5.bin"/><Relationship Id="rId13" Type="http://schemas.openxmlformats.org/officeDocument/2006/relationships/image" Target="../media/image237.wmf"/><Relationship Id="rId3" Type="http://schemas.openxmlformats.org/officeDocument/2006/relationships/image" Target="../media/image232.wmf"/><Relationship Id="rId7" Type="http://schemas.openxmlformats.org/officeDocument/2006/relationships/image" Target="../media/image234.wmf"/><Relationship Id="rId12" Type="http://schemas.openxmlformats.org/officeDocument/2006/relationships/oleObject" Target="../embeddings/oleObject237.bin"/><Relationship Id="rId2" Type="http://schemas.openxmlformats.org/officeDocument/2006/relationships/oleObject" Target="../embeddings/oleObject2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4.bin"/><Relationship Id="rId11" Type="http://schemas.openxmlformats.org/officeDocument/2006/relationships/image" Target="../media/image236.wmf"/><Relationship Id="rId5" Type="http://schemas.openxmlformats.org/officeDocument/2006/relationships/image" Target="../media/image233.wmf"/><Relationship Id="rId10" Type="http://schemas.openxmlformats.org/officeDocument/2006/relationships/oleObject" Target="../embeddings/oleObject236.bin"/><Relationship Id="rId4" Type="http://schemas.openxmlformats.org/officeDocument/2006/relationships/oleObject" Target="../embeddings/oleObject233.bin"/><Relationship Id="rId9" Type="http://schemas.openxmlformats.org/officeDocument/2006/relationships/image" Target="../media/image235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1.bin"/><Relationship Id="rId13" Type="http://schemas.openxmlformats.org/officeDocument/2006/relationships/image" Target="../media/image243.wmf"/><Relationship Id="rId18" Type="http://schemas.openxmlformats.org/officeDocument/2006/relationships/oleObject" Target="../embeddings/oleObject246.bin"/><Relationship Id="rId3" Type="http://schemas.openxmlformats.org/officeDocument/2006/relationships/image" Target="../media/image238.wmf"/><Relationship Id="rId21" Type="http://schemas.openxmlformats.org/officeDocument/2006/relationships/image" Target="../media/image247.wmf"/><Relationship Id="rId7" Type="http://schemas.openxmlformats.org/officeDocument/2006/relationships/image" Target="../media/image240.wmf"/><Relationship Id="rId12" Type="http://schemas.openxmlformats.org/officeDocument/2006/relationships/oleObject" Target="../embeddings/oleObject243.bin"/><Relationship Id="rId17" Type="http://schemas.openxmlformats.org/officeDocument/2006/relationships/image" Target="../media/image245.wmf"/><Relationship Id="rId25" Type="http://schemas.openxmlformats.org/officeDocument/2006/relationships/image" Target="../media/image248.wmf"/><Relationship Id="rId2" Type="http://schemas.openxmlformats.org/officeDocument/2006/relationships/oleObject" Target="../embeddings/oleObject238.bin"/><Relationship Id="rId16" Type="http://schemas.openxmlformats.org/officeDocument/2006/relationships/oleObject" Target="../embeddings/oleObject245.bin"/><Relationship Id="rId20" Type="http://schemas.openxmlformats.org/officeDocument/2006/relationships/oleObject" Target="../embeddings/oleObject2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0.bin"/><Relationship Id="rId11" Type="http://schemas.openxmlformats.org/officeDocument/2006/relationships/image" Target="../media/image242.wmf"/><Relationship Id="rId24" Type="http://schemas.openxmlformats.org/officeDocument/2006/relationships/oleObject" Target="../embeddings/oleObject248.bin"/><Relationship Id="rId5" Type="http://schemas.openxmlformats.org/officeDocument/2006/relationships/image" Target="../media/image239.wmf"/><Relationship Id="rId15" Type="http://schemas.openxmlformats.org/officeDocument/2006/relationships/image" Target="../media/image244.wmf"/><Relationship Id="rId23" Type="http://schemas.openxmlformats.org/officeDocument/2006/relationships/image" Target="../media/image240.png"/><Relationship Id="rId10" Type="http://schemas.openxmlformats.org/officeDocument/2006/relationships/oleObject" Target="../embeddings/oleObject242.bin"/><Relationship Id="rId19" Type="http://schemas.openxmlformats.org/officeDocument/2006/relationships/image" Target="../media/image246.wmf"/><Relationship Id="rId4" Type="http://schemas.openxmlformats.org/officeDocument/2006/relationships/oleObject" Target="../embeddings/oleObject239.bin"/><Relationship Id="rId9" Type="http://schemas.openxmlformats.org/officeDocument/2006/relationships/image" Target="../media/image241.wmf"/><Relationship Id="rId14" Type="http://schemas.openxmlformats.org/officeDocument/2006/relationships/oleObject" Target="../embeddings/oleObject244.bin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55.bin"/><Relationship Id="rId18" Type="http://schemas.openxmlformats.org/officeDocument/2006/relationships/image" Target="../media/image256.wmf"/><Relationship Id="rId26" Type="http://schemas.openxmlformats.org/officeDocument/2006/relationships/image" Target="../media/image260.wmf"/><Relationship Id="rId3" Type="http://schemas.openxmlformats.org/officeDocument/2006/relationships/image" Target="../media/image249.wmf"/><Relationship Id="rId21" Type="http://schemas.openxmlformats.org/officeDocument/2006/relationships/oleObject" Target="../embeddings/oleObject259.bin"/><Relationship Id="rId34" Type="http://schemas.openxmlformats.org/officeDocument/2006/relationships/image" Target="../media/image264.wmf"/><Relationship Id="rId7" Type="http://schemas.openxmlformats.org/officeDocument/2006/relationships/image" Target="../media/image251.wmf"/><Relationship Id="rId12" Type="http://schemas.openxmlformats.org/officeDocument/2006/relationships/image" Target="../media/image253.wmf"/><Relationship Id="rId17" Type="http://schemas.openxmlformats.org/officeDocument/2006/relationships/oleObject" Target="../embeddings/oleObject257.bin"/><Relationship Id="rId25" Type="http://schemas.openxmlformats.org/officeDocument/2006/relationships/oleObject" Target="../embeddings/oleObject261.bin"/><Relationship Id="rId33" Type="http://schemas.openxmlformats.org/officeDocument/2006/relationships/oleObject" Target="../embeddings/oleObject265.bin"/><Relationship Id="rId2" Type="http://schemas.openxmlformats.org/officeDocument/2006/relationships/oleObject" Target="../embeddings/oleObject249.bin"/><Relationship Id="rId16" Type="http://schemas.openxmlformats.org/officeDocument/2006/relationships/image" Target="../media/image255.wmf"/><Relationship Id="rId20" Type="http://schemas.openxmlformats.org/officeDocument/2006/relationships/image" Target="../media/image257.wmf"/><Relationship Id="rId29" Type="http://schemas.openxmlformats.org/officeDocument/2006/relationships/oleObject" Target="../embeddings/oleObject2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1.bin"/><Relationship Id="rId11" Type="http://schemas.openxmlformats.org/officeDocument/2006/relationships/oleObject" Target="../embeddings/oleObject254.bin"/><Relationship Id="rId24" Type="http://schemas.openxmlformats.org/officeDocument/2006/relationships/image" Target="../media/image259.wmf"/><Relationship Id="rId32" Type="http://schemas.openxmlformats.org/officeDocument/2006/relationships/image" Target="../media/image263.wmf"/><Relationship Id="rId5" Type="http://schemas.openxmlformats.org/officeDocument/2006/relationships/image" Target="../media/image250.wmf"/><Relationship Id="rId15" Type="http://schemas.openxmlformats.org/officeDocument/2006/relationships/oleObject" Target="../embeddings/oleObject256.bin"/><Relationship Id="rId23" Type="http://schemas.openxmlformats.org/officeDocument/2006/relationships/oleObject" Target="../embeddings/oleObject260.bin"/><Relationship Id="rId28" Type="http://schemas.openxmlformats.org/officeDocument/2006/relationships/image" Target="../media/image261.wmf"/><Relationship Id="rId36" Type="http://schemas.openxmlformats.org/officeDocument/2006/relationships/image" Target="../media/image265.wmf"/><Relationship Id="rId10" Type="http://schemas.openxmlformats.org/officeDocument/2006/relationships/image" Target="../media/image252.wmf"/><Relationship Id="rId19" Type="http://schemas.openxmlformats.org/officeDocument/2006/relationships/oleObject" Target="../embeddings/oleObject258.bin"/><Relationship Id="rId31" Type="http://schemas.openxmlformats.org/officeDocument/2006/relationships/oleObject" Target="../embeddings/oleObject264.bin"/><Relationship Id="rId4" Type="http://schemas.openxmlformats.org/officeDocument/2006/relationships/oleObject" Target="../embeddings/oleObject250.bin"/><Relationship Id="rId9" Type="http://schemas.openxmlformats.org/officeDocument/2006/relationships/oleObject" Target="../embeddings/oleObject253.bin"/><Relationship Id="rId14" Type="http://schemas.openxmlformats.org/officeDocument/2006/relationships/image" Target="../media/image254.wmf"/><Relationship Id="rId22" Type="http://schemas.openxmlformats.org/officeDocument/2006/relationships/image" Target="../media/image258.wmf"/><Relationship Id="rId27" Type="http://schemas.openxmlformats.org/officeDocument/2006/relationships/oleObject" Target="../embeddings/oleObject262.bin"/><Relationship Id="rId30" Type="http://schemas.openxmlformats.org/officeDocument/2006/relationships/image" Target="../media/image262.wmf"/><Relationship Id="rId35" Type="http://schemas.openxmlformats.org/officeDocument/2006/relationships/oleObject" Target="../embeddings/oleObject266.bin"/><Relationship Id="rId8" Type="http://schemas.openxmlformats.org/officeDocument/2006/relationships/oleObject" Target="../embeddings/oleObject252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0.bin"/><Relationship Id="rId3" Type="http://schemas.openxmlformats.org/officeDocument/2006/relationships/image" Target="../media/image266.wmf"/><Relationship Id="rId7" Type="http://schemas.openxmlformats.org/officeDocument/2006/relationships/image" Target="../media/image268.wmf"/><Relationship Id="rId2" Type="http://schemas.openxmlformats.org/officeDocument/2006/relationships/oleObject" Target="../embeddings/oleObject2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9.bin"/><Relationship Id="rId5" Type="http://schemas.openxmlformats.org/officeDocument/2006/relationships/image" Target="../media/image267.wmf"/><Relationship Id="rId4" Type="http://schemas.openxmlformats.org/officeDocument/2006/relationships/oleObject" Target="../embeddings/oleObject268.bin"/><Relationship Id="rId9" Type="http://schemas.openxmlformats.org/officeDocument/2006/relationships/image" Target="../media/image269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4.bin"/><Relationship Id="rId13" Type="http://schemas.openxmlformats.org/officeDocument/2006/relationships/image" Target="../media/image275.wmf"/><Relationship Id="rId18" Type="http://schemas.openxmlformats.org/officeDocument/2006/relationships/oleObject" Target="../embeddings/oleObject279.bin"/><Relationship Id="rId3" Type="http://schemas.openxmlformats.org/officeDocument/2006/relationships/image" Target="../media/image270.wmf"/><Relationship Id="rId21" Type="http://schemas.openxmlformats.org/officeDocument/2006/relationships/image" Target="../media/image279.wmf"/><Relationship Id="rId7" Type="http://schemas.openxmlformats.org/officeDocument/2006/relationships/image" Target="../media/image272.wmf"/><Relationship Id="rId12" Type="http://schemas.openxmlformats.org/officeDocument/2006/relationships/oleObject" Target="../embeddings/oleObject276.bin"/><Relationship Id="rId17" Type="http://schemas.openxmlformats.org/officeDocument/2006/relationships/image" Target="../media/image277.wmf"/><Relationship Id="rId2" Type="http://schemas.openxmlformats.org/officeDocument/2006/relationships/oleObject" Target="../embeddings/oleObject271.bin"/><Relationship Id="rId16" Type="http://schemas.openxmlformats.org/officeDocument/2006/relationships/oleObject" Target="../embeddings/oleObject278.bin"/><Relationship Id="rId20" Type="http://schemas.openxmlformats.org/officeDocument/2006/relationships/oleObject" Target="../embeddings/oleObject28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3.bin"/><Relationship Id="rId11" Type="http://schemas.openxmlformats.org/officeDocument/2006/relationships/image" Target="../media/image274.wmf"/><Relationship Id="rId5" Type="http://schemas.openxmlformats.org/officeDocument/2006/relationships/image" Target="../media/image271.wmf"/><Relationship Id="rId15" Type="http://schemas.openxmlformats.org/officeDocument/2006/relationships/image" Target="../media/image276.wmf"/><Relationship Id="rId10" Type="http://schemas.openxmlformats.org/officeDocument/2006/relationships/oleObject" Target="../embeddings/oleObject275.bin"/><Relationship Id="rId19" Type="http://schemas.openxmlformats.org/officeDocument/2006/relationships/image" Target="../media/image278.wmf"/><Relationship Id="rId4" Type="http://schemas.openxmlformats.org/officeDocument/2006/relationships/oleObject" Target="../embeddings/oleObject272.bin"/><Relationship Id="rId9" Type="http://schemas.openxmlformats.org/officeDocument/2006/relationships/image" Target="../media/image273.wmf"/><Relationship Id="rId14" Type="http://schemas.openxmlformats.org/officeDocument/2006/relationships/oleObject" Target="../embeddings/oleObject277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4.bin"/><Relationship Id="rId13" Type="http://schemas.openxmlformats.org/officeDocument/2006/relationships/image" Target="../media/image284.wmf"/><Relationship Id="rId18" Type="http://schemas.openxmlformats.org/officeDocument/2006/relationships/oleObject" Target="../embeddings/oleObject289.bin"/><Relationship Id="rId3" Type="http://schemas.openxmlformats.org/officeDocument/2006/relationships/image" Target="../media/image280.wmf"/><Relationship Id="rId21" Type="http://schemas.openxmlformats.org/officeDocument/2006/relationships/image" Target="../media/image288.emf"/><Relationship Id="rId7" Type="http://schemas.openxmlformats.org/officeDocument/2006/relationships/image" Target="../media/image244.wmf"/><Relationship Id="rId12" Type="http://schemas.openxmlformats.org/officeDocument/2006/relationships/oleObject" Target="../embeddings/oleObject286.bin"/><Relationship Id="rId17" Type="http://schemas.openxmlformats.org/officeDocument/2006/relationships/image" Target="../media/image286.wmf"/><Relationship Id="rId2" Type="http://schemas.openxmlformats.org/officeDocument/2006/relationships/oleObject" Target="../embeddings/oleObject281.bin"/><Relationship Id="rId16" Type="http://schemas.openxmlformats.org/officeDocument/2006/relationships/oleObject" Target="../embeddings/oleObject288.bin"/><Relationship Id="rId20" Type="http://schemas.openxmlformats.org/officeDocument/2006/relationships/oleObject" Target="../embeddings/oleObject2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3.bin"/><Relationship Id="rId11" Type="http://schemas.openxmlformats.org/officeDocument/2006/relationships/image" Target="../media/image283.wmf"/><Relationship Id="rId5" Type="http://schemas.openxmlformats.org/officeDocument/2006/relationships/image" Target="../media/image281.wmf"/><Relationship Id="rId15" Type="http://schemas.openxmlformats.org/officeDocument/2006/relationships/image" Target="../media/image285.wmf"/><Relationship Id="rId10" Type="http://schemas.openxmlformats.org/officeDocument/2006/relationships/oleObject" Target="../embeddings/oleObject285.bin"/><Relationship Id="rId19" Type="http://schemas.openxmlformats.org/officeDocument/2006/relationships/image" Target="../media/image287.wmf"/><Relationship Id="rId4" Type="http://schemas.openxmlformats.org/officeDocument/2006/relationships/oleObject" Target="../embeddings/oleObject282.bin"/><Relationship Id="rId9" Type="http://schemas.openxmlformats.org/officeDocument/2006/relationships/image" Target="../media/image282.wmf"/><Relationship Id="rId14" Type="http://schemas.openxmlformats.org/officeDocument/2006/relationships/oleObject" Target="../embeddings/oleObject287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4.bin"/><Relationship Id="rId13" Type="http://schemas.openxmlformats.org/officeDocument/2006/relationships/image" Target="../media/image294.wmf"/><Relationship Id="rId18" Type="http://schemas.openxmlformats.org/officeDocument/2006/relationships/oleObject" Target="../embeddings/oleObject299.bin"/><Relationship Id="rId26" Type="http://schemas.openxmlformats.org/officeDocument/2006/relationships/oleObject" Target="../embeddings/oleObject303.bin"/><Relationship Id="rId3" Type="http://schemas.openxmlformats.org/officeDocument/2006/relationships/image" Target="../media/image289.wmf"/><Relationship Id="rId21" Type="http://schemas.openxmlformats.org/officeDocument/2006/relationships/image" Target="../media/image298.wmf"/><Relationship Id="rId7" Type="http://schemas.openxmlformats.org/officeDocument/2006/relationships/image" Target="../media/image291.wmf"/><Relationship Id="rId12" Type="http://schemas.openxmlformats.org/officeDocument/2006/relationships/oleObject" Target="../embeddings/oleObject296.bin"/><Relationship Id="rId17" Type="http://schemas.openxmlformats.org/officeDocument/2006/relationships/image" Target="../media/image296.wmf"/><Relationship Id="rId25" Type="http://schemas.openxmlformats.org/officeDocument/2006/relationships/image" Target="../media/image285.wmf"/><Relationship Id="rId2" Type="http://schemas.openxmlformats.org/officeDocument/2006/relationships/oleObject" Target="../embeddings/oleObject291.bin"/><Relationship Id="rId16" Type="http://schemas.openxmlformats.org/officeDocument/2006/relationships/oleObject" Target="../embeddings/oleObject298.bin"/><Relationship Id="rId20" Type="http://schemas.openxmlformats.org/officeDocument/2006/relationships/oleObject" Target="../embeddings/oleObject30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3.bin"/><Relationship Id="rId11" Type="http://schemas.openxmlformats.org/officeDocument/2006/relationships/image" Target="../media/image293.wmf"/><Relationship Id="rId24" Type="http://schemas.openxmlformats.org/officeDocument/2006/relationships/oleObject" Target="../embeddings/oleObject302.bin"/><Relationship Id="rId5" Type="http://schemas.openxmlformats.org/officeDocument/2006/relationships/image" Target="../media/image290.wmf"/><Relationship Id="rId15" Type="http://schemas.openxmlformats.org/officeDocument/2006/relationships/image" Target="../media/image295.wmf"/><Relationship Id="rId23" Type="http://schemas.openxmlformats.org/officeDocument/2006/relationships/image" Target="../media/image299.wmf"/><Relationship Id="rId10" Type="http://schemas.openxmlformats.org/officeDocument/2006/relationships/oleObject" Target="../embeddings/oleObject295.bin"/><Relationship Id="rId19" Type="http://schemas.openxmlformats.org/officeDocument/2006/relationships/image" Target="../media/image297.wmf"/><Relationship Id="rId4" Type="http://schemas.openxmlformats.org/officeDocument/2006/relationships/oleObject" Target="../embeddings/oleObject292.bin"/><Relationship Id="rId9" Type="http://schemas.openxmlformats.org/officeDocument/2006/relationships/image" Target="../media/image292.wmf"/><Relationship Id="rId14" Type="http://schemas.openxmlformats.org/officeDocument/2006/relationships/oleObject" Target="../embeddings/oleObject297.bin"/><Relationship Id="rId22" Type="http://schemas.openxmlformats.org/officeDocument/2006/relationships/oleObject" Target="../embeddings/oleObject301.bin"/><Relationship Id="rId27" Type="http://schemas.openxmlformats.org/officeDocument/2006/relationships/image" Target="../media/image300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7.bin"/><Relationship Id="rId13" Type="http://schemas.openxmlformats.org/officeDocument/2006/relationships/image" Target="../media/image305.wmf"/><Relationship Id="rId18" Type="http://schemas.openxmlformats.org/officeDocument/2006/relationships/oleObject" Target="../embeddings/oleObject312.bin"/><Relationship Id="rId3" Type="http://schemas.openxmlformats.org/officeDocument/2006/relationships/image" Target="../media/image301.wmf"/><Relationship Id="rId7" Type="http://schemas.openxmlformats.org/officeDocument/2006/relationships/image" Target="../media/image303.wmf"/><Relationship Id="rId12" Type="http://schemas.openxmlformats.org/officeDocument/2006/relationships/oleObject" Target="../embeddings/oleObject309.bin"/><Relationship Id="rId17" Type="http://schemas.openxmlformats.org/officeDocument/2006/relationships/image" Target="../media/image307.wmf"/><Relationship Id="rId2" Type="http://schemas.openxmlformats.org/officeDocument/2006/relationships/oleObject" Target="../embeddings/oleObject304.bin"/><Relationship Id="rId16" Type="http://schemas.openxmlformats.org/officeDocument/2006/relationships/oleObject" Target="../embeddings/oleObject3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6.bin"/><Relationship Id="rId11" Type="http://schemas.openxmlformats.org/officeDocument/2006/relationships/image" Target="../media/image304.wmf"/><Relationship Id="rId5" Type="http://schemas.openxmlformats.org/officeDocument/2006/relationships/image" Target="../media/image302.wmf"/><Relationship Id="rId15" Type="http://schemas.openxmlformats.org/officeDocument/2006/relationships/image" Target="../media/image306.wmf"/><Relationship Id="rId10" Type="http://schemas.openxmlformats.org/officeDocument/2006/relationships/oleObject" Target="../embeddings/oleObject308.bin"/><Relationship Id="rId19" Type="http://schemas.openxmlformats.org/officeDocument/2006/relationships/image" Target="../media/image308.wmf"/><Relationship Id="rId4" Type="http://schemas.openxmlformats.org/officeDocument/2006/relationships/oleObject" Target="../embeddings/oleObject305.bin"/><Relationship Id="rId9" Type="http://schemas.openxmlformats.org/officeDocument/2006/relationships/image" Target="../media/image225.wmf"/><Relationship Id="rId14" Type="http://schemas.openxmlformats.org/officeDocument/2006/relationships/oleObject" Target="../embeddings/oleObject310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wmf"/><Relationship Id="rId13" Type="http://schemas.openxmlformats.org/officeDocument/2006/relationships/oleObject" Target="../embeddings/oleObject318.bin"/><Relationship Id="rId18" Type="http://schemas.openxmlformats.org/officeDocument/2006/relationships/image" Target="../media/image316.wmf"/><Relationship Id="rId26" Type="http://schemas.openxmlformats.org/officeDocument/2006/relationships/image" Target="../media/image320.wmf"/><Relationship Id="rId3" Type="http://schemas.openxmlformats.org/officeDocument/2006/relationships/oleObject" Target="../embeddings/oleObject313.bin"/><Relationship Id="rId21" Type="http://schemas.openxmlformats.org/officeDocument/2006/relationships/oleObject" Target="../embeddings/oleObject322.bin"/><Relationship Id="rId7" Type="http://schemas.openxmlformats.org/officeDocument/2006/relationships/oleObject" Target="../embeddings/oleObject315.bin"/><Relationship Id="rId12" Type="http://schemas.openxmlformats.org/officeDocument/2006/relationships/image" Target="../media/image313.wmf"/><Relationship Id="rId17" Type="http://schemas.openxmlformats.org/officeDocument/2006/relationships/oleObject" Target="../embeddings/oleObject320.bin"/><Relationship Id="rId25" Type="http://schemas.openxmlformats.org/officeDocument/2006/relationships/oleObject" Target="../embeddings/oleObject324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15.wmf"/><Relationship Id="rId20" Type="http://schemas.openxmlformats.org/officeDocument/2006/relationships/image" Target="../media/image317.wmf"/><Relationship Id="rId29" Type="http://schemas.openxmlformats.org/officeDocument/2006/relationships/oleObject" Target="../embeddings/oleObject32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0.wmf"/><Relationship Id="rId11" Type="http://schemas.openxmlformats.org/officeDocument/2006/relationships/oleObject" Target="../embeddings/oleObject317.bin"/><Relationship Id="rId24" Type="http://schemas.openxmlformats.org/officeDocument/2006/relationships/image" Target="../media/image319.wmf"/><Relationship Id="rId32" Type="http://schemas.openxmlformats.org/officeDocument/2006/relationships/image" Target="../media/image323.wmf"/><Relationship Id="rId5" Type="http://schemas.openxmlformats.org/officeDocument/2006/relationships/oleObject" Target="../embeddings/oleObject314.bin"/><Relationship Id="rId15" Type="http://schemas.openxmlformats.org/officeDocument/2006/relationships/oleObject" Target="../embeddings/oleObject319.bin"/><Relationship Id="rId23" Type="http://schemas.openxmlformats.org/officeDocument/2006/relationships/oleObject" Target="../embeddings/oleObject323.bin"/><Relationship Id="rId28" Type="http://schemas.openxmlformats.org/officeDocument/2006/relationships/image" Target="../media/image321.wmf"/><Relationship Id="rId10" Type="http://schemas.openxmlformats.org/officeDocument/2006/relationships/image" Target="../media/image312.wmf"/><Relationship Id="rId19" Type="http://schemas.openxmlformats.org/officeDocument/2006/relationships/oleObject" Target="../embeddings/oleObject321.bin"/><Relationship Id="rId31" Type="http://schemas.openxmlformats.org/officeDocument/2006/relationships/oleObject" Target="../embeddings/oleObject327.bin"/><Relationship Id="rId4" Type="http://schemas.openxmlformats.org/officeDocument/2006/relationships/image" Target="../media/image309.wmf"/><Relationship Id="rId9" Type="http://schemas.openxmlformats.org/officeDocument/2006/relationships/oleObject" Target="../embeddings/oleObject316.bin"/><Relationship Id="rId14" Type="http://schemas.openxmlformats.org/officeDocument/2006/relationships/image" Target="../media/image314.wmf"/><Relationship Id="rId22" Type="http://schemas.openxmlformats.org/officeDocument/2006/relationships/image" Target="../media/image318.wmf"/><Relationship Id="rId27" Type="http://schemas.openxmlformats.org/officeDocument/2006/relationships/oleObject" Target="../embeddings/oleObject325.bin"/><Relationship Id="rId30" Type="http://schemas.openxmlformats.org/officeDocument/2006/relationships/image" Target="../media/image322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wmf"/><Relationship Id="rId13" Type="http://schemas.openxmlformats.org/officeDocument/2006/relationships/oleObject" Target="../embeddings/oleObject333.bin"/><Relationship Id="rId3" Type="http://schemas.openxmlformats.org/officeDocument/2006/relationships/oleObject" Target="../embeddings/oleObject328.bin"/><Relationship Id="rId7" Type="http://schemas.openxmlformats.org/officeDocument/2006/relationships/oleObject" Target="../embeddings/oleObject330.bin"/><Relationship Id="rId12" Type="http://schemas.openxmlformats.org/officeDocument/2006/relationships/image" Target="../media/image328.wmf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5.wmf"/><Relationship Id="rId11" Type="http://schemas.openxmlformats.org/officeDocument/2006/relationships/oleObject" Target="../embeddings/oleObject332.bin"/><Relationship Id="rId5" Type="http://schemas.openxmlformats.org/officeDocument/2006/relationships/oleObject" Target="../embeddings/oleObject329.bin"/><Relationship Id="rId10" Type="http://schemas.openxmlformats.org/officeDocument/2006/relationships/image" Target="../media/image327.wmf"/><Relationship Id="rId4" Type="http://schemas.openxmlformats.org/officeDocument/2006/relationships/image" Target="../media/image324.wmf"/><Relationship Id="rId9" Type="http://schemas.openxmlformats.org/officeDocument/2006/relationships/oleObject" Target="../embeddings/oleObject331.bin"/><Relationship Id="rId14" Type="http://schemas.openxmlformats.org/officeDocument/2006/relationships/image" Target="../media/image329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wmf"/><Relationship Id="rId13" Type="http://schemas.openxmlformats.org/officeDocument/2006/relationships/oleObject" Target="../embeddings/oleObject339.bin"/><Relationship Id="rId18" Type="http://schemas.openxmlformats.org/officeDocument/2006/relationships/image" Target="../media/image337.wmf"/><Relationship Id="rId26" Type="http://schemas.openxmlformats.org/officeDocument/2006/relationships/image" Target="../media/image328.wmf"/><Relationship Id="rId3" Type="http://schemas.openxmlformats.org/officeDocument/2006/relationships/oleObject" Target="../embeddings/oleObject334.bin"/><Relationship Id="rId21" Type="http://schemas.openxmlformats.org/officeDocument/2006/relationships/oleObject" Target="../embeddings/oleObject343.bin"/><Relationship Id="rId7" Type="http://schemas.openxmlformats.org/officeDocument/2006/relationships/oleObject" Target="../embeddings/oleObject336.bin"/><Relationship Id="rId12" Type="http://schemas.openxmlformats.org/officeDocument/2006/relationships/image" Target="../media/image334.wmf"/><Relationship Id="rId17" Type="http://schemas.openxmlformats.org/officeDocument/2006/relationships/oleObject" Target="../embeddings/oleObject341.bin"/><Relationship Id="rId25" Type="http://schemas.openxmlformats.org/officeDocument/2006/relationships/oleObject" Target="../embeddings/oleObject345.bin"/><Relationship Id="rId2" Type="http://schemas.openxmlformats.org/officeDocument/2006/relationships/image" Target="../media/image72.png"/><Relationship Id="rId16" Type="http://schemas.openxmlformats.org/officeDocument/2006/relationships/image" Target="../media/image336.wmf"/><Relationship Id="rId20" Type="http://schemas.openxmlformats.org/officeDocument/2006/relationships/image" Target="../media/image33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1.wmf"/><Relationship Id="rId11" Type="http://schemas.openxmlformats.org/officeDocument/2006/relationships/oleObject" Target="../embeddings/oleObject338.bin"/><Relationship Id="rId24" Type="http://schemas.openxmlformats.org/officeDocument/2006/relationships/image" Target="../media/image340.wmf"/><Relationship Id="rId5" Type="http://schemas.openxmlformats.org/officeDocument/2006/relationships/oleObject" Target="../embeddings/oleObject335.bin"/><Relationship Id="rId15" Type="http://schemas.openxmlformats.org/officeDocument/2006/relationships/oleObject" Target="../embeddings/oleObject340.bin"/><Relationship Id="rId23" Type="http://schemas.openxmlformats.org/officeDocument/2006/relationships/oleObject" Target="../embeddings/oleObject344.bin"/><Relationship Id="rId10" Type="http://schemas.openxmlformats.org/officeDocument/2006/relationships/image" Target="../media/image333.wmf"/><Relationship Id="rId19" Type="http://schemas.openxmlformats.org/officeDocument/2006/relationships/oleObject" Target="../embeddings/oleObject342.bin"/><Relationship Id="rId4" Type="http://schemas.openxmlformats.org/officeDocument/2006/relationships/image" Target="../media/image330.wmf"/><Relationship Id="rId9" Type="http://schemas.openxmlformats.org/officeDocument/2006/relationships/oleObject" Target="../embeddings/oleObject337.bin"/><Relationship Id="rId14" Type="http://schemas.openxmlformats.org/officeDocument/2006/relationships/image" Target="../media/image335.wmf"/><Relationship Id="rId22" Type="http://schemas.openxmlformats.org/officeDocument/2006/relationships/image" Target="../media/image339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9.bin"/><Relationship Id="rId3" Type="http://schemas.openxmlformats.org/officeDocument/2006/relationships/image" Target="../media/image341.emf"/><Relationship Id="rId7" Type="http://schemas.openxmlformats.org/officeDocument/2006/relationships/image" Target="../media/image343.wmf"/><Relationship Id="rId2" Type="http://schemas.openxmlformats.org/officeDocument/2006/relationships/oleObject" Target="../embeddings/oleObject34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48.bin"/><Relationship Id="rId11" Type="http://schemas.openxmlformats.org/officeDocument/2006/relationships/image" Target="../media/image345.wmf"/><Relationship Id="rId5" Type="http://schemas.openxmlformats.org/officeDocument/2006/relationships/image" Target="../media/image342.wmf"/><Relationship Id="rId10" Type="http://schemas.openxmlformats.org/officeDocument/2006/relationships/oleObject" Target="../embeddings/oleObject350.bin"/><Relationship Id="rId4" Type="http://schemas.openxmlformats.org/officeDocument/2006/relationships/oleObject" Target="../embeddings/oleObject347.bin"/><Relationship Id="rId9" Type="http://schemas.openxmlformats.org/officeDocument/2006/relationships/image" Target="../media/image344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wmf"/><Relationship Id="rId13" Type="http://schemas.openxmlformats.org/officeDocument/2006/relationships/oleObject" Target="../embeddings/oleObject356.bin"/><Relationship Id="rId18" Type="http://schemas.openxmlformats.org/officeDocument/2006/relationships/image" Target="../media/image353.wmf"/><Relationship Id="rId3" Type="http://schemas.openxmlformats.org/officeDocument/2006/relationships/oleObject" Target="../embeddings/oleObject351.bin"/><Relationship Id="rId21" Type="http://schemas.openxmlformats.org/officeDocument/2006/relationships/oleObject" Target="../embeddings/oleObject360.bin"/><Relationship Id="rId7" Type="http://schemas.openxmlformats.org/officeDocument/2006/relationships/oleObject" Target="../embeddings/oleObject353.bin"/><Relationship Id="rId12" Type="http://schemas.openxmlformats.org/officeDocument/2006/relationships/image" Target="../media/image350.wmf"/><Relationship Id="rId17" Type="http://schemas.openxmlformats.org/officeDocument/2006/relationships/oleObject" Target="../embeddings/oleObject358.bin"/><Relationship Id="rId2" Type="http://schemas.openxmlformats.org/officeDocument/2006/relationships/image" Target="../media/image72.png"/><Relationship Id="rId16" Type="http://schemas.openxmlformats.org/officeDocument/2006/relationships/image" Target="../media/image352.wmf"/><Relationship Id="rId20" Type="http://schemas.openxmlformats.org/officeDocument/2006/relationships/image" Target="../media/image35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7.wmf"/><Relationship Id="rId11" Type="http://schemas.openxmlformats.org/officeDocument/2006/relationships/oleObject" Target="../embeddings/oleObject355.bin"/><Relationship Id="rId5" Type="http://schemas.openxmlformats.org/officeDocument/2006/relationships/oleObject" Target="../embeddings/oleObject352.bin"/><Relationship Id="rId15" Type="http://schemas.openxmlformats.org/officeDocument/2006/relationships/oleObject" Target="../embeddings/oleObject357.bin"/><Relationship Id="rId10" Type="http://schemas.openxmlformats.org/officeDocument/2006/relationships/image" Target="../media/image349.wmf"/><Relationship Id="rId19" Type="http://schemas.openxmlformats.org/officeDocument/2006/relationships/oleObject" Target="../embeddings/oleObject359.bin"/><Relationship Id="rId4" Type="http://schemas.openxmlformats.org/officeDocument/2006/relationships/image" Target="../media/image346.wmf"/><Relationship Id="rId9" Type="http://schemas.openxmlformats.org/officeDocument/2006/relationships/oleObject" Target="../embeddings/oleObject354.bin"/><Relationship Id="rId14" Type="http://schemas.openxmlformats.org/officeDocument/2006/relationships/image" Target="../media/image351.wmf"/><Relationship Id="rId22" Type="http://schemas.openxmlformats.org/officeDocument/2006/relationships/image" Target="../media/image355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4.bin"/><Relationship Id="rId13" Type="http://schemas.openxmlformats.org/officeDocument/2006/relationships/image" Target="../media/image361.wmf"/><Relationship Id="rId18" Type="http://schemas.openxmlformats.org/officeDocument/2006/relationships/oleObject" Target="../embeddings/oleObject369.bin"/><Relationship Id="rId26" Type="http://schemas.openxmlformats.org/officeDocument/2006/relationships/oleObject" Target="../embeddings/oleObject373.bin"/><Relationship Id="rId3" Type="http://schemas.openxmlformats.org/officeDocument/2006/relationships/image" Target="../media/image356.wmf"/><Relationship Id="rId21" Type="http://schemas.openxmlformats.org/officeDocument/2006/relationships/image" Target="../media/image365.wmf"/><Relationship Id="rId7" Type="http://schemas.openxmlformats.org/officeDocument/2006/relationships/image" Target="../media/image358.wmf"/><Relationship Id="rId12" Type="http://schemas.openxmlformats.org/officeDocument/2006/relationships/oleObject" Target="../embeddings/oleObject366.bin"/><Relationship Id="rId17" Type="http://schemas.openxmlformats.org/officeDocument/2006/relationships/image" Target="../media/image363.wmf"/><Relationship Id="rId25" Type="http://schemas.openxmlformats.org/officeDocument/2006/relationships/image" Target="../media/image367.wmf"/><Relationship Id="rId2" Type="http://schemas.openxmlformats.org/officeDocument/2006/relationships/oleObject" Target="../embeddings/oleObject361.bin"/><Relationship Id="rId16" Type="http://schemas.openxmlformats.org/officeDocument/2006/relationships/oleObject" Target="../embeddings/oleObject368.bin"/><Relationship Id="rId20" Type="http://schemas.openxmlformats.org/officeDocument/2006/relationships/oleObject" Target="../embeddings/oleObject3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3.bin"/><Relationship Id="rId11" Type="http://schemas.openxmlformats.org/officeDocument/2006/relationships/image" Target="../media/image360.wmf"/><Relationship Id="rId24" Type="http://schemas.openxmlformats.org/officeDocument/2006/relationships/oleObject" Target="../embeddings/oleObject372.bin"/><Relationship Id="rId5" Type="http://schemas.openxmlformats.org/officeDocument/2006/relationships/image" Target="../media/image357.wmf"/><Relationship Id="rId15" Type="http://schemas.openxmlformats.org/officeDocument/2006/relationships/image" Target="../media/image362.wmf"/><Relationship Id="rId23" Type="http://schemas.openxmlformats.org/officeDocument/2006/relationships/image" Target="../media/image366.wmf"/><Relationship Id="rId10" Type="http://schemas.openxmlformats.org/officeDocument/2006/relationships/oleObject" Target="../embeddings/oleObject365.bin"/><Relationship Id="rId19" Type="http://schemas.openxmlformats.org/officeDocument/2006/relationships/image" Target="../media/image364.wmf"/><Relationship Id="rId4" Type="http://schemas.openxmlformats.org/officeDocument/2006/relationships/oleObject" Target="../embeddings/oleObject362.bin"/><Relationship Id="rId9" Type="http://schemas.openxmlformats.org/officeDocument/2006/relationships/image" Target="../media/image359.wmf"/><Relationship Id="rId14" Type="http://schemas.openxmlformats.org/officeDocument/2006/relationships/oleObject" Target="../embeddings/oleObject367.bin"/><Relationship Id="rId22" Type="http://schemas.openxmlformats.org/officeDocument/2006/relationships/oleObject" Target="../embeddings/oleObject371.bin"/><Relationship Id="rId27" Type="http://schemas.openxmlformats.org/officeDocument/2006/relationships/image" Target="../media/image368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7.bin"/><Relationship Id="rId13" Type="http://schemas.openxmlformats.org/officeDocument/2006/relationships/image" Target="../media/image374.wmf"/><Relationship Id="rId3" Type="http://schemas.openxmlformats.org/officeDocument/2006/relationships/image" Target="../media/image369.wmf"/><Relationship Id="rId7" Type="http://schemas.openxmlformats.org/officeDocument/2006/relationships/image" Target="../media/image371.wmf"/><Relationship Id="rId12" Type="http://schemas.openxmlformats.org/officeDocument/2006/relationships/oleObject" Target="../embeddings/oleObject379.bin"/><Relationship Id="rId17" Type="http://schemas.openxmlformats.org/officeDocument/2006/relationships/image" Target="../media/image376.wmf"/><Relationship Id="rId2" Type="http://schemas.openxmlformats.org/officeDocument/2006/relationships/oleObject" Target="../embeddings/oleObject374.bin"/><Relationship Id="rId16" Type="http://schemas.openxmlformats.org/officeDocument/2006/relationships/oleObject" Target="../embeddings/oleObject38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6.bin"/><Relationship Id="rId11" Type="http://schemas.openxmlformats.org/officeDocument/2006/relationships/image" Target="../media/image373.wmf"/><Relationship Id="rId5" Type="http://schemas.openxmlformats.org/officeDocument/2006/relationships/image" Target="../media/image370.wmf"/><Relationship Id="rId15" Type="http://schemas.openxmlformats.org/officeDocument/2006/relationships/image" Target="../media/image375.wmf"/><Relationship Id="rId10" Type="http://schemas.openxmlformats.org/officeDocument/2006/relationships/oleObject" Target="../embeddings/oleObject378.bin"/><Relationship Id="rId4" Type="http://schemas.openxmlformats.org/officeDocument/2006/relationships/oleObject" Target="../embeddings/oleObject375.bin"/><Relationship Id="rId9" Type="http://schemas.openxmlformats.org/officeDocument/2006/relationships/image" Target="../media/image372.wmf"/><Relationship Id="rId14" Type="http://schemas.openxmlformats.org/officeDocument/2006/relationships/oleObject" Target="../embeddings/oleObject380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9.wmf"/><Relationship Id="rId13" Type="http://schemas.openxmlformats.org/officeDocument/2006/relationships/oleObject" Target="../embeddings/oleObject387.bin"/><Relationship Id="rId18" Type="http://schemas.openxmlformats.org/officeDocument/2006/relationships/image" Target="../media/image384.wmf"/><Relationship Id="rId3" Type="http://schemas.openxmlformats.org/officeDocument/2006/relationships/oleObject" Target="../embeddings/oleObject382.bin"/><Relationship Id="rId21" Type="http://schemas.openxmlformats.org/officeDocument/2006/relationships/oleObject" Target="../embeddings/oleObject391.bin"/><Relationship Id="rId7" Type="http://schemas.openxmlformats.org/officeDocument/2006/relationships/oleObject" Target="../embeddings/oleObject384.bin"/><Relationship Id="rId12" Type="http://schemas.openxmlformats.org/officeDocument/2006/relationships/image" Target="../media/image381.wmf"/><Relationship Id="rId17" Type="http://schemas.openxmlformats.org/officeDocument/2006/relationships/oleObject" Target="../embeddings/oleObject389.bin"/><Relationship Id="rId2" Type="http://schemas.openxmlformats.org/officeDocument/2006/relationships/image" Target="../media/image72.png"/><Relationship Id="rId16" Type="http://schemas.openxmlformats.org/officeDocument/2006/relationships/image" Target="../media/image383.wmf"/><Relationship Id="rId20" Type="http://schemas.openxmlformats.org/officeDocument/2006/relationships/image" Target="../media/image38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8.wmf"/><Relationship Id="rId11" Type="http://schemas.openxmlformats.org/officeDocument/2006/relationships/oleObject" Target="../embeddings/oleObject386.bin"/><Relationship Id="rId5" Type="http://schemas.openxmlformats.org/officeDocument/2006/relationships/oleObject" Target="../embeddings/oleObject383.bin"/><Relationship Id="rId15" Type="http://schemas.openxmlformats.org/officeDocument/2006/relationships/oleObject" Target="../embeddings/oleObject388.bin"/><Relationship Id="rId10" Type="http://schemas.openxmlformats.org/officeDocument/2006/relationships/image" Target="../media/image380.wmf"/><Relationship Id="rId19" Type="http://schemas.openxmlformats.org/officeDocument/2006/relationships/oleObject" Target="../embeddings/oleObject390.bin"/><Relationship Id="rId4" Type="http://schemas.openxmlformats.org/officeDocument/2006/relationships/image" Target="../media/image377.wmf"/><Relationship Id="rId9" Type="http://schemas.openxmlformats.org/officeDocument/2006/relationships/oleObject" Target="../embeddings/oleObject385.bin"/><Relationship Id="rId14" Type="http://schemas.openxmlformats.org/officeDocument/2006/relationships/image" Target="../media/image382.wmf"/><Relationship Id="rId22" Type="http://schemas.openxmlformats.org/officeDocument/2006/relationships/image" Target="../media/image386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5.bin"/><Relationship Id="rId13" Type="http://schemas.openxmlformats.org/officeDocument/2006/relationships/image" Target="../media/image392.wmf"/><Relationship Id="rId18" Type="http://schemas.openxmlformats.org/officeDocument/2006/relationships/oleObject" Target="../embeddings/oleObject400.bin"/><Relationship Id="rId3" Type="http://schemas.openxmlformats.org/officeDocument/2006/relationships/image" Target="../media/image387.wmf"/><Relationship Id="rId21" Type="http://schemas.openxmlformats.org/officeDocument/2006/relationships/image" Target="../media/image396.wmf"/><Relationship Id="rId7" Type="http://schemas.openxmlformats.org/officeDocument/2006/relationships/image" Target="../media/image389.wmf"/><Relationship Id="rId12" Type="http://schemas.openxmlformats.org/officeDocument/2006/relationships/oleObject" Target="../embeddings/oleObject397.bin"/><Relationship Id="rId17" Type="http://schemas.openxmlformats.org/officeDocument/2006/relationships/image" Target="../media/image394.wmf"/><Relationship Id="rId2" Type="http://schemas.openxmlformats.org/officeDocument/2006/relationships/oleObject" Target="../embeddings/oleObject392.bin"/><Relationship Id="rId16" Type="http://schemas.openxmlformats.org/officeDocument/2006/relationships/oleObject" Target="../embeddings/oleObject399.bin"/><Relationship Id="rId20" Type="http://schemas.openxmlformats.org/officeDocument/2006/relationships/oleObject" Target="../embeddings/oleObject40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4.bin"/><Relationship Id="rId11" Type="http://schemas.openxmlformats.org/officeDocument/2006/relationships/image" Target="../media/image391.wmf"/><Relationship Id="rId5" Type="http://schemas.openxmlformats.org/officeDocument/2006/relationships/image" Target="../media/image388.wmf"/><Relationship Id="rId15" Type="http://schemas.openxmlformats.org/officeDocument/2006/relationships/image" Target="../media/image393.wmf"/><Relationship Id="rId23" Type="http://schemas.openxmlformats.org/officeDocument/2006/relationships/image" Target="../media/image397.wmf"/><Relationship Id="rId10" Type="http://schemas.openxmlformats.org/officeDocument/2006/relationships/oleObject" Target="../embeddings/oleObject396.bin"/><Relationship Id="rId19" Type="http://schemas.openxmlformats.org/officeDocument/2006/relationships/image" Target="../media/image395.wmf"/><Relationship Id="rId4" Type="http://schemas.openxmlformats.org/officeDocument/2006/relationships/oleObject" Target="../embeddings/oleObject393.bin"/><Relationship Id="rId9" Type="http://schemas.openxmlformats.org/officeDocument/2006/relationships/image" Target="../media/image390.wmf"/><Relationship Id="rId14" Type="http://schemas.openxmlformats.org/officeDocument/2006/relationships/oleObject" Target="../embeddings/oleObject398.bin"/><Relationship Id="rId22" Type="http://schemas.openxmlformats.org/officeDocument/2006/relationships/oleObject" Target="../embeddings/oleObject402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6.bin"/><Relationship Id="rId13" Type="http://schemas.openxmlformats.org/officeDocument/2006/relationships/image" Target="../media/image403.wmf"/><Relationship Id="rId18" Type="http://schemas.openxmlformats.org/officeDocument/2006/relationships/oleObject" Target="../embeddings/oleObject411.bin"/><Relationship Id="rId3" Type="http://schemas.openxmlformats.org/officeDocument/2006/relationships/image" Target="../media/image398.wmf"/><Relationship Id="rId7" Type="http://schemas.openxmlformats.org/officeDocument/2006/relationships/image" Target="../media/image400.wmf"/><Relationship Id="rId12" Type="http://schemas.openxmlformats.org/officeDocument/2006/relationships/oleObject" Target="../embeddings/oleObject408.bin"/><Relationship Id="rId17" Type="http://schemas.openxmlformats.org/officeDocument/2006/relationships/image" Target="../media/image405.wmf"/><Relationship Id="rId2" Type="http://schemas.openxmlformats.org/officeDocument/2006/relationships/oleObject" Target="../embeddings/oleObject403.bin"/><Relationship Id="rId16" Type="http://schemas.openxmlformats.org/officeDocument/2006/relationships/oleObject" Target="../embeddings/oleObject4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5.bin"/><Relationship Id="rId11" Type="http://schemas.openxmlformats.org/officeDocument/2006/relationships/image" Target="../media/image402.wmf"/><Relationship Id="rId5" Type="http://schemas.openxmlformats.org/officeDocument/2006/relationships/image" Target="../media/image399.wmf"/><Relationship Id="rId15" Type="http://schemas.openxmlformats.org/officeDocument/2006/relationships/image" Target="../media/image404.wmf"/><Relationship Id="rId10" Type="http://schemas.openxmlformats.org/officeDocument/2006/relationships/oleObject" Target="../embeddings/oleObject407.bin"/><Relationship Id="rId19" Type="http://schemas.openxmlformats.org/officeDocument/2006/relationships/image" Target="../media/image406.wmf"/><Relationship Id="rId4" Type="http://schemas.openxmlformats.org/officeDocument/2006/relationships/oleObject" Target="../embeddings/oleObject404.bin"/><Relationship Id="rId9" Type="http://schemas.openxmlformats.org/officeDocument/2006/relationships/image" Target="../media/image401.wmf"/><Relationship Id="rId14" Type="http://schemas.openxmlformats.org/officeDocument/2006/relationships/oleObject" Target="../embeddings/oleObject409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5.bin"/><Relationship Id="rId13" Type="http://schemas.openxmlformats.org/officeDocument/2006/relationships/image" Target="../media/image412.wmf"/><Relationship Id="rId3" Type="http://schemas.openxmlformats.org/officeDocument/2006/relationships/image" Target="../media/image407.wmf"/><Relationship Id="rId7" Type="http://schemas.openxmlformats.org/officeDocument/2006/relationships/image" Target="../media/image409.wmf"/><Relationship Id="rId12" Type="http://schemas.openxmlformats.org/officeDocument/2006/relationships/oleObject" Target="../embeddings/oleObject417.bin"/><Relationship Id="rId2" Type="http://schemas.openxmlformats.org/officeDocument/2006/relationships/oleObject" Target="../embeddings/oleObject4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4.bin"/><Relationship Id="rId11" Type="http://schemas.openxmlformats.org/officeDocument/2006/relationships/image" Target="../media/image411.wmf"/><Relationship Id="rId5" Type="http://schemas.openxmlformats.org/officeDocument/2006/relationships/image" Target="../media/image408.wmf"/><Relationship Id="rId15" Type="http://schemas.openxmlformats.org/officeDocument/2006/relationships/image" Target="../media/image413.wmf"/><Relationship Id="rId10" Type="http://schemas.openxmlformats.org/officeDocument/2006/relationships/oleObject" Target="../embeddings/oleObject416.bin"/><Relationship Id="rId4" Type="http://schemas.openxmlformats.org/officeDocument/2006/relationships/oleObject" Target="../embeddings/oleObject413.bin"/><Relationship Id="rId9" Type="http://schemas.openxmlformats.org/officeDocument/2006/relationships/image" Target="../media/image410.wmf"/><Relationship Id="rId14" Type="http://schemas.openxmlformats.org/officeDocument/2006/relationships/oleObject" Target="../embeddings/oleObject418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2.bin"/><Relationship Id="rId13" Type="http://schemas.openxmlformats.org/officeDocument/2006/relationships/image" Target="../media/image419.wmf"/><Relationship Id="rId3" Type="http://schemas.openxmlformats.org/officeDocument/2006/relationships/image" Target="../media/image414.wmf"/><Relationship Id="rId7" Type="http://schemas.openxmlformats.org/officeDocument/2006/relationships/image" Target="../media/image416.wmf"/><Relationship Id="rId12" Type="http://schemas.openxmlformats.org/officeDocument/2006/relationships/oleObject" Target="../embeddings/oleObject424.bin"/><Relationship Id="rId2" Type="http://schemas.openxmlformats.org/officeDocument/2006/relationships/oleObject" Target="../embeddings/oleObject4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1.bin"/><Relationship Id="rId11" Type="http://schemas.openxmlformats.org/officeDocument/2006/relationships/image" Target="../media/image418.wmf"/><Relationship Id="rId5" Type="http://schemas.openxmlformats.org/officeDocument/2006/relationships/image" Target="../media/image415.wmf"/><Relationship Id="rId15" Type="http://schemas.openxmlformats.org/officeDocument/2006/relationships/image" Target="../media/image420.wmf"/><Relationship Id="rId10" Type="http://schemas.openxmlformats.org/officeDocument/2006/relationships/oleObject" Target="../embeddings/oleObject423.bin"/><Relationship Id="rId4" Type="http://schemas.openxmlformats.org/officeDocument/2006/relationships/oleObject" Target="../embeddings/oleObject420.bin"/><Relationship Id="rId9" Type="http://schemas.openxmlformats.org/officeDocument/2006/relationships/image" Target="../media/image417.wmf"/><Relationship Id="rId14" Type="http://schemas.openxmlformats.org/officeDocument/2006/relationships/oleObject" Target="../embeddings/oleObject425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9.bin"/><Relationship Id="rId13" Type="http://schemas.openxmlformats.org/officeDocument/2006/relationships/image" Target="../media/image426.wmf"/><Relationship Id="rId18" Type="http://schemas.openxmlformats.org/officeDocument/2006/relationships/oleObject" Target="../embeddings/oleObject434.bin"/><Relationship Id="rId3" Type="http://schemas.openxmlformats.org/officeDocument/2006/relationships/image" Target="../media/image421.wmf"/><Relationship Id="rId21" Type="http://schemas.openxmlformats.org/officeDocument/2006/relationships/image" Target="../media/image430.wmf"/><Relationship Id="rId7" Type="http://schemas.openxmlformats.org/officeDocument/2006/relationships/image" Target="../media/image423.wmf"/><Relationship Id="rId12" Type="http://schemas.openxmlformats.org/officeDocument/2006/relationships/oleObject" Target="../embeddings/oleObject431.bin"/><Relationship Id="rId17" Type="http://schemas.openxmlformats.org/officeDocument/2006/relationships/image" Target="../media/image428.wmf"/><Relationship Id="rId2" Type="http://schemas.openxmlformats.org/officeDocument/2006/relationships/oleObject" Target="../embeddings/oleObject426.bin"/><Relationship Id="rId16" Type="http://schemas.openxmlformats.org/officeDocument/2006/relationships/oleObject" Target="../embeddings/oleObject433.bin"/><Relationship Id="rId20" Type="http://schemas.openxmlformats.org/officeDocument/2006/relationships/oleObject" Target="../embeddings/oleObject4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8.bin"/><Relationship Id="rId11" Type="http://schemas.openxmlformats.org/officeDocument/2006/relationships/image" Target="../media/image425.wmf"/><Relationship Id="rId5" Type="http://schemas.openxmlformats.org/officeDocument/2006/relationships/image" Target="../media/image422.wmf"/><Relationship Id="rId15" Type="http://schemas.openxmlformats.org/officeDocument/2006/relationships/image" Target="../media/image427.wmf"/><Relationship Id="rId10" Type="http://schemas.openxmlformats.org/officeDocument/2006/relationships/oleObject" Target="../embeddings/oleObject430.bin"/><Relationship Id="rId19" Type="http://schemas.openxmlformats.org/officeDocument/2006/relationships/image" Target="../media/image429.wmf"/><Relationship Id="rId4" Type="http://schemas.openxmlformats.org/officeDocument/2006/relationships/oleObject" Target="../embeddings/oleObject427.bin"/><Relationship Id="rId9" Type="http://schemas.openxmlformats.org/officeDocument/2006/relationships/image" Target="../media/image424.wmf"/><Relationship Id="rId14" Type="http://schemas.openxmlformats.org/officeDocument/2006/relationships/oleObject" Target="../embeddings/oleObject432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9.bin"/><Relationship Id="rId13" Type="http://schemas.openxmlformats.org/officeDocument/2006/relationships/image" Target="../media/image435.wmf"/><Relationship Id="rId18" Type="http://schemas.openxmlformats.org/officeDocument/2006/relationships/oleObject" Target="../embeddings/oleObject444.bin"/><Relationship Id="rId3" Type="http://schemas.openxmlformats.org/officeDocument/2006/relationships/image" Target="../media/image431.wmf"/><Relationship Id="rId7" Type="http://schemas.openxmlformats.org/officeDocument/2006/relationships/image" Target="../media/image433.wmf"/><Relationship Id="rId12" Type="http://schemas.openxmlformats.org/officeDocument/2006/relationships/oleObject" Target="../embeddings/oleObject441.bin"/><Relationship Id="rId17" Type="http://schemas.openxmlformats.org/officeDocument/2006/relationships/image" Target="../media/image437.wmf"/><Relationship Id="rId2" Type="http://schemas.openxmlformats.org/officeDocument/2006/relationships/oleObject" Target="../embeddings/oleObject436.bin"/><Relationship Id="rId16" Type="http://schemas.openxmlformats.org/officeDocument/2006/relationships/oleObject" Target="../embeddings/oleObject44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8.bin"/><Relationship Id="rId11" Type="http://schemas.openxmlformats.org/officeDocument/2006/relationships/image" Target="../media/image434.wmf"/><Relationship Id="rId5" Type="http://schemas.openxmlformats.org/officeDocument/2006/relationships/image" Target="../media/image432.wmf"/><Relationship Id="rId15" Type="http://schemas.openxmlformats.org/officeDocument/2006/relationships/image" Target="../media/image436.wmf"/><Relationship Id="rId10" Type="http://schemas.openxmlformats.org/officeDocument/2006/relationships/oleObject" Target="../embeddings/oleObject440.bin"/><Relationship Id="rId19" Type="http://schemas.openxmlformats.org/officeDocument/2006/relationships/image" Target="../media/image438.wmf"/><Relationship Id="rId4" Type="http://schemas.openxmlformats.org/officeDocument/2006/relationships/oleObject" Target="../embeddings/oleObject437.bin"/><Relationship Id="rId9" Type="http://schemas.openxmlformats.org/officeDocument/2006/relationships/image" Target="../media/image424.wmf"/><Relationship Id="rId14" Type="http://schemas.openxmlformats.org/officeDocument/2006/relationships/oleObject" Target="../embeddings/oleObject442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8.bin"/><Relationship Id="rId13" Type="http://schemas.openxmlformats.org/officeDocument/2006/relationships/image" Target="../media/image444.wmf"/><Relationship Id="rId18" Type="http://schemas.openxmlformats.org/officeDocument/2006/relationships/oleObject" Target="../embeddings/oleObject453.bin"/><Relationship Id="rId26" Type="http://schemas.openxmlformats.org/officeDocument/2006/relationships/oleObject" Target="../embeddings/oleObject457.bin"/><Relationship Id="rId3" Type="http://schemas.openxmlformats.org/officeDocument/2006/relationships/image" Target="../media/image439.wmf"/><Relationship Id="rId21" Type="http://schemas.openxmlformats.org/officeDocument/2006/relationships/image" Target="../media/image448.wmf"/><Relationship Id="rId7" Type="http://schemas.openxmlformats.org/officeDocument/2006/relationships/image" Target="../media/image441.wmf"/><Relationship Id="rId12" Type="http://schemas.openxmlformats.org/officeDocument/2006/relationships/oleObject" Target="../embeddings/oleObject450.bin"/><Relationship Id="rId17" Type="http://schemas.openxmlformats.org/officeDocument/2006/relationships/image" Target="../media/image446.wmf"/><Relationship Id="rId25" Type="http://schemas.openxmlformats.org/officeDocument/2006/relationships/image" Target="../media/image450.wmf"/><Relationship Id="rId2" Type="http://schemas.openxmlformats.org/officeDocument/2006/relationships/oleObject" Target="../embeddings/oleObject445.bin"/><Relationship Id="rId16" Type="http://schemas.openxmlformats.org/officeDocument/2006/relationships/oleObject" Target="../embeddings/oleObject452.bin"/><Relationship Id="rId20" Type="http://schemas.openxmlformats.org/officeDocument/2006/relationships/oleObject" Target="../embeddings/oleObject454.bin"/><Relationship Id="rId29" Type="http://schemas.openxmlformats.org/officeDocument/2006/relationships/image" Target="../media/image45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7.bin"/><Relationship Id="rId11" Type="http://schemas.openxmlformats.org/officeDocument/2006/relationships/image" Target="../media/image443.wmf"/><Relationship Id="rId24" Type="http://schemas.openxmlformats.org/officeDocument/2006/relationships/oleObject" Target="../embeddings/oleObject456.bin"/><Relationship Id="rId5" Type="http://schemas.openxmlformats.org/officeDocument/2006/relationships/image" Target="../media/image440.wmf"/><Relationship Id="rId15" Type="http://schemas.openxmlformats.org/officeDocument/2006/relationships/image" Target="../media/image445.wmf"/><Relationship Id="rId23" Type="http://schemas.openxmlformats.org/officeDocument/2006/relationships/image" Target="../media/image449.wmf"/><Relationship Id="rId28" Type="http://schemas.openxmlformats.org/officeDocument/2006/relationships/oleObject" Target="../embeddings/oleObject458.bin"/><Relationship Id="rId10" Type="http://schemas.openxmlformats.org/officeDocument/2006/relationships/oleObject" Target="../embeddings/oleObject449.bin"/><Relationship Id="rId19" Type="http://schemas.openxmlformats.org/officeDocument/2006/relationships/image" Target="../media/image447.wmf"/><Relationship Id="rId4" Type="http://schemas.openxmlformats.org/officeDocument/2006/relationships/oleObject" Target="../embeddings/oleObject446.bin"/><Relationship Id="rId9" Type="http://schemas.openxmlformats.org/officeDocument/2006/relationships/image" Target="../media/image442.wmf"/><Relationship Id="rId14" Type="http://schemas.openxmlformats.org/officeDocument/2006/relationships/oleObject" Target="../embeddings/oleObject451.bin"/><Relationship Id="rId22" Type="http://schemas.openxmlformats.org/officeDocument/2006/relationships/oleObject" Target="../embeddings/oleObject455.bin"/><Relationship Id="rId27" Type="http://schemas.openxmlformats.org/officeDocument/2006/relationships/image" Target="../media/image45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719736" y="2492896"/>
            <a:ext cx="4906888" cy="978024"/>
          </a:xfrm>
          <a:ln w="60325" cmpd="thickThin">
            <a:solidFill>
              <a:srgbClr val="FF0000"/>
            </a:solidFill>
          </a:ln>
        </p:spPr>
        <p:txBody>
          <a:bodyPr/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第三节、定积分的计算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300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734508"/>
              </p:ext>
            </p:extLst>
          </p:nvPr>
        </p:nvGraphicFramePr>
        <p:xfrm>
          <a:off x="2711624" y="2932352"/>
          <a:ext cx="3724771" cy="948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330120" progId="Equation.DSMT4">
                  <p:embed/>
                </p:oleObj>
              </mc:Choice>
              <mc:Fallback>
                <p:oleObj name="Equation" r:id="rId2" imgW="1333440" imgH="330120" progId="Equation.DSMT4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2932352"/>
                        <a:ext cx="3724771" cy="9488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4752135"/>
              </p:ext>
            </p:extLst>
          </p:nvPr>
        </p:nvGraphicFramePr>
        <p:xfrm>
          <a:off x="6436395" y="3090844"/>
          <a:ext cx="1634207" cy="709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240" imgH="279360" progId="Equation.DSMT4">
                  <p:embed/>
                </p:oleObj>
              </mc:Choice>
              <mc:Fallback>
                <p:oleObj name="Equation" r:id="rId4" imgW="660240" imgH="279360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6395" y="3090844"/>
                        <a:ext cx="1634207" cy="7098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5521288" y="3883131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第一类换元公式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凑微分法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2207568" y="4543025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说明</a:t>
            </a: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3359696" y="4552488"/>
            <a:ext cx="432318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使用此公式的关键在于将</a:t>
            </a:r>
          </a:p>
        </p:txBody>
      </p:sp>
      <p:graphicFrame>
        <p:nvGraphicFramePr>
          <p:cNvPr id="33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237543"/>
              </p:ext>
            </p:extLst>
          </p:nvPr>
        </p:nvGraphicFramePr>
        <p:xfrm>
          <a:off x="2448136" y="5062138"/>
          <a:ext cx="1676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0240" imgH="330120" progId="Equation.DSMT4">
                  <p:embed/>
                </p:oleObj>
              </mc:Choice>
              <mc:Fallback>
                <p:oleObj name="Equation" r:id="rId6" imgW="660240" imgH="330120" progId="Equation.DSMT4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8136" y="5062138"/>
                        <a:ext cx="1676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4154922" y="5269963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化为</a:t>
            </a:r>
          </a:p>
        </p:txBody>
      </p:sp>
      <p:graphicFrame>
        <p:nvGraphicFramePr>
          <p:cNvPr id="338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345310"/>
              </p:ext>
            </p:extLst>
          </p:nvPr>
        </p:nvGraphicFramePr>
        <p:xfrm>
          <a:off x="5046824" y="5089337"/>
          <a:ext cx="3324944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44520" imgH="330120" progId="Equation.DSMT4">
                  <p:embed/>
                </p:oleObj>
              </mc:Choice>
              <mc:Fallback>
                <p:oleObj name="Equation" r:id="rId8" imgW="1244520" imgH="330120" progId="Equation.DSMT4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6824" y="5089337"/>
                        <a:ext cx="3324944" cy="877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208101"/>
              </p:ext>
            </p:extLst>
          </p:nvPr>
        </p:nvGraphicFramePr>
        <p:xfrm>
          <a:off x="7712174" y="1805682"/>
          <a:ext cx="2995613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3011265" imgH="601582" progId="">
                  <p:embed/>
                </p:oleObj>
              </mc:Choice>
              <mc:Fallback>
                <p:oleObj name="Document" r:id="rId10" imgW="3011265" imgH="601582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2174" y="1805682"/>
                        <a:ext cx="2995613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571479"/>
              </p:ext>
            </p:extLst>
          </p:nvPr>
        </p:nvGraphicFramePr>
        <p:xfrm>
          <a:off x="2311103" y="2394653"/>
          <a:ext cx="292735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3024586" imgH="615982" progId="">
                  <p:embed/>
                </p:oleObj>
              </mc:Choice>
              <mc:Fallback>
                <p:oleObj name="Document" r:id="rId12" imgW="3024586" imgH="615982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103" y="2394653"/>
                        <a:ext cx="292735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2239318" y="1787849"/>
            <a:ext cx="1644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定理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341BC90-9C74-4E9E-93E2-657091786925}"/>
              </a:ext>
            </a:extLst>
          </p:cNvPr>
          <p:cNvGrpSpPr/>
          <p:nvPr/>
        </p:nvGrpSpPr>
        <p:grpSpPr>
          <a:xfrm>
            <a:off x="3647728" y="1805585"/>
            <a:ext cx="3963901" cy="544887"/>
            <a:chOff x="3608276" y="1093309"/>
            <a:chExt cx="3963901" cy="544887"/>
          </a:xfrm>
        </p:grpSpPr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896B84D1-F83D-410B-B937-0C87031363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7607654"/>
                </p:ext>
              </p:extLst>
            </p:nvPr>
          </p:nvGraphicFramePr>
          <p:xfrm>
            <a:off x="4106391" y="1160027"/>
            <a:ext cx="8128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812447" imgH="406224" progId="Equation.DSMT4">
                    <p:embed/>
                  </p:oleObj>
                </mc:Choice>
                <mc:Fallback>
                  <p:oleObj name="Equation" r:id="rId14" imgW="812447" imgH="406224" progId="Equation.DSMT4">
                    <p:embed/>
                    <p:pic>
                      <p:nvPicPr>
                        <p:cNvPr id="0" name="Picture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6391" y="1160027"/>
                          <a:ext cx="8128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83733D2A-A9D6-4653-AB3D-BE9645E037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659680"/>
                </p:ext>
              </p:extLst>
            </p:nvPr>
          </p:nvGraphicFramePr>
          <p:xfrm>
            <a:off x="6672064" y="1185672"/>
            <a:ext cx="900113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06080" imgH="203040" progId="Equation.DSMT4">
                    <p:embed/>
                  </p:oleObj>
                </mc:Choice>
                <mc:Fallback>
                  <p:oleObj name="Equation" r:id="rId16" imgW="406080" imgH="203040" progId="Equation.DSMT4">
                    <p:embed/>
                    <p:pic>
                      <p:nvPicPr>
                        <p:cNvPr id="0" name="Picture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72064" y="1185672"/>
                          <a:ext cx="900113" cy="447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2E428C1-5FEE-437C-94AC-8C7673E46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276" y="1093309"/>
              <a:ext cx="55138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474F6DB-F058-4CF5-8EDB-D379B2E0A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9306" y="1114976"/>
              <a:ext cx="206355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具有原函数</a:t>
              </a: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1" name="Rectangle 2">
            <a:extLst>
              <a:ext uri="{FF2B5EF4-FFF2-40B4-BE49-F238E27FC236}">
                <a16:creationId xmlns:a16="http://schemas.microsoft.com/office/drawing/2014/main" id="{0039665A-B6D1-44F3-B6FB-6A99AB8CC7DD}"/>
              </a:ext>
            </a:extLst>
          </p:cNvPr>
          <p:cNvSpPr txBox="1">
            <a:spLocks noChangeArrowheads="1"/>
          </p:cNvSpPr>
          <p:nvPr/>
        </p:nvSpPr>
        <p:spPr>
          <a:xfrm>
            <a:off x="2311103" y="748506"/>
            <a:ext cx="4018854" cy="701565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 b="0" kern="120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l" eaLnBrk="1" hangingPunct="1"/>
            <a:r>
              <a:rPr kumimoji="1"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kumimoji="1"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凑微分积分法</a:t>
            </a:r>
            <a:endParaRPr kumimoji="1"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016638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autoUpdateAnimBg="0"/>
      <p:bldP spid="33798" grpId="0" autoUpdateAnimBg="0"/>
      <p:bldP spid="33799" grpId="0" autoUpdateAnimBg="0"/>
      <p:bldP spid="33801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5" name="Object 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20586164"/>
              </p:ext>
            </p:extLst>
          </p:nvPr>
        </p:nvGraphicFramePr>
        <p:xfrm>
          <a:off x="4400550" y="1972190"/>
          <a:ext cx="22320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342900" progId="Equation.DSMT4">
                  <p:embed/>
                </p:oleObj>
              </mc:Choice>
              <mc:Fallback>
                <p:oleObj name="Equation" r:id="rId2" imgW="1143000" imgH="342900" progId="Equation.DSMT4">
                  <p:embed/>
                  <p:pic>
                    <p:nvPicPr>
                      <p:cNvPr id="0" name="Picture 15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0" y="1972190"/>
                        <a:ext cx="2232025" cy="669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2544387" y="2075892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计算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077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024412"/>
              </p:ext>
            </p:extLst>
          </p:nvPr>
        </p:nvGraphicFramePr>
        <p:xfrm>
          <a:off x="4635501" y="3501008"/>
          <a:ext cx="1762125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669" imgH="495085" progId="Equation.DSMT4">
                  <p:embed/>
                </p:oleObj>
              </mc:Choice>
              <mc:Fallback>
                <p:oleObj name="Equation" r:id="rId4" imgW="761669" imgH="495085" progId="Equation.DSMT4">
                  <p:embed/>
                  <p:pic>
                    <p:nvPicPr>
                      <p:cNvPr id="0" name="Picture 15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1" y="3501008"/>
                        <a:ext cx="1762125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566988" y="3933826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计算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B45CD-C86B-48D4-829F-F0E1BCAACD99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5714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2208213" y="1270466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计算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935028"/>
              </p:ext>
            </p:extLst>
          </p:nvPr>
        </p:nvGraphicFramePr>
        <p:xfrm>
          <a:off x="4007768" y="1168866"/>
          <a:ext cx="254000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40000" imgH="723900" progId="Equation.DSMT4">
                  <p:embed/>
                </p:oleObj>
              </mc:Choice>
              <mc:Fallback>
                <p:oleObj name="Equation" r:id="rId2" imgW="2540000" imgH="723900" progId="Equation.DSMT4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768" y="1168866"/>
                        <a:ext cx="2540000" cy="722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477079"/>
              </p:ext>
            </p:extLst>
          </p:nvPr>
        </p:nvGraphicFramePr>
        <p:xfrm>
          <a:off x="2927648" y="2183140"/>
          <a:ext cx="5445125" cy="197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87600" imgH="889000" progId="Equation.DSMT4">
                  <p:embed/>
                </p:oleObj>
              </mc:Choice>
              <mc:Fallback>
                <p:oleObj name="Equation" r:id="rId4" imgW="2387600" imgH="889000" progId="Equation.DSMT4">
                  <p:embed/>
                  <p:pic>
                    <p:nvPicPr>
                      <p:cNvPr id="0" name="Picture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2183140"/>
                        <a:ext cx="5445125" cy="197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2208213" y="2276475"/>
            <a:ext cx="10795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2063552" y="4546789"/>
            <a:ext cx="813638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凑微分的特点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是不要明显地换元，也就不要更换积分的上下限</a:t>
            </a:r>
            <a:r>
              <a:rPr kumimoji="1"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.</a:t>
            </a:r>
            <a:endParaRPr kumimoji="1"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6793239"/>
      </p:ext>
    </p:extLst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987352" y="1268760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计算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2063552" y="2862658"/>
            <a:ext cx="57606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2781300" y="2881313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原式</a:t>
            </a:r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1629130"/>
              </p:ext>
            </p:extLst>
          </p:nvPr>
        </p:nvGraphicFramePr>
        <p:xfrm>
          <a:off x="3647728" y="2458718"/>
          <a:ext cx="6049963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0880" imgH="507960" progId="Equation.DSMT4">
                  <p:embed/>
                </p:oleObj>
              </mc:Choice>
              <mc:Fallback>
                <p:oleObj name="Equation" r:id="rId2" imgW="2450880" imgH="507960" progId="Equation.DSMT4">
                  <p:embed/>
                  <p:pic>
                    <p:nvPicPr>
                      <p:cNvPr id="0" name="Picture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2458718"/>
                        <a:ext cx="6049963" cy="1254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43523"/>
              </p:ext>
            </p:extLst>
          </p:nvPr>
        </p:nvGraphicFramePr>
        <p:xfrm>
          <a:off x="3756314" y="899161"/>
          <a:ext cx="1831279" cy="1189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669" imgH="495085" progId="Equation.DSMT4">
                  <p:embed/>
                </p:oleObj>
              </mc:Choice>
              <mc:Fallback>
                <p:oleObj name="Equation" r:id="rId4" imgW="761669" imgH="495085" progId="Equation.DSMT4">
                  <p:embed/>
                  <p:pic>
                    <p:nvPicPr>
                      <p:cNvPr id="0" name="Picture 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6314" y="899161"/>
                        <a:ext cx="1831279" cy="118995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</a:t>
            </a:fld>
            <a:endParaRPr lang="en-US" altLang="zh-CN"/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AA8A7A97-8E1D-4001-8FB4-89385F0CED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365749"/>
              </p:ext>
            </p:extLst>
          </p:nvPr>
        </p:nvGraphicFramePr>
        <p:xfrm>
          <a:off x="3503712" y="4005897"/>
          <a:ext cx="4043362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38000" imgH="444240" progId="Equation.DSMT4">
                  <p:embed/>
                </p:oleObj>
              </mc:Choice>
              <mc:Fallback>
                <p:oleObj name="Equation" r:id="rId6" imgW="1638000" imgH="444240" progId="Equation.DSMT4">
                  <p:embed/>
                  <p:pic>
                    <p:nvPicPr>
                      <p:cNvPr id="0" name="Picture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4005897"/>
                        <a:ext cx="4043362" cy="1096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227156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75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autoUpdateAnimBg="0"/>
      <p:bldP spid="3379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1"/>
          <p:cNvSpPr txBox="1">
            <a:spLocks noChangeArrowheads="1"/>
          </p:cNvSpPr>
          <p:nvPr/>
        </p:nvSpPr>
        <p:spPr bwMode="auto">
          <a:xfrm>
            <a:off x="1991544" y="1023936"/>
            <a:ext cx="1865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rgbClr val="FF0000"/>
                </a:solidFill>
              </a:rPr>
              <a:t>    </a:t>
            </a:r>
            <a:r>
              <a:rPr lang="zh-CN" altLang="en-US" sz="2800" b="1" dirty="0"/>
              <a:t>计算</a:t>
            </a:r>
          </a:p>
        </p:txBody>
      </p:sp>
      <p:graphicFrame>
        <p:nvGraphicFramePr>
          <p:cNvPr id="7171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487212"/>
              </p:ext>
            </p:extLst>
          </p:nvPr>
        </p:nvGraphicFramePr>
        <p:xfrm>
          <a:off x="4079776" y="922337"/>
          <a:ext cx="23749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500" imgH="330200" progId="Equation.DSMT4">
                  <p:embed/>
                </p:oleObj>
              </mc:Choice>
              <mc:Fallback>
                <p:oleObj name="Equation" r:id="rId2" imgW="1079500" imgH="330200" progId="Equation.DSMT4">
                  <p:embed/>
                  <p:pic>
                    <p:nvPicPr>
                      <p:cNvPr id="0" name="Picture 3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776" y="922337"/>
                        <a:ext cx="2374900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425152"/>
              </p:ext>
            </p:extLst>
          </p:nvPr>
        </p:nvGraphicFramePr>
        <p:xfrm>
          <a:off x="3215680" y="1954708"/>
          <a:ext cx="47244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73300" imgH="406400" progId="Equation.DSMT4">
                  <p:embed/>
                </p:oleObj>
              </mc:Choice>
              <mc:Fallback>
                <p:oleObj name="Equation" r:id="rId4" imgW="2273300" imgH="406400" progId="Equation.DSMT4">
                  <p:embed/>
                  <p:pic>
                    <p:nvPicPr>
                      <p:cNvPr id="0" name="Picture 3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1954708"/>
                        <a:ext cx="4724400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1302207"/>
              </p:ext>
            </p:extLst>
          </p:nvPr>
        </p:nvGraphicFramePr>
        <p:xfrm>
          <a:off x="2855640" y="2967037"/>
          <a:ext cx="456882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97080" imgH="444240" progId="Equation.DSMT4">
                  <p:embed/>
                </p:oleObj>
              </mc:Choice>
              <mc:Fallback>
                <p:oleObj name="Equation" r:id="rId6" imgW="2197080" imgH="444240" progId="Equation.DSMT4">
                  <p:embed/>
                  <p:pic>
                    <p:nvPicPr>
                      <p:cNvPr id="0" name="Picture 3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2967037"/>
                        <a:ext cx="4568825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473483"/>
              </p:ext>
            </p:extLst>
          </p:nvPr>
        </p:nvGraphicFramePr>
        <p:xfrm>
          <a:off x="2838004" y="4077072"/>
          <a:ext cx="39909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90700" imgH="444500" progId="Equation.DSMT4">
                  <p:embed/>
                </p:oleObj>
              </mc:Choice>
              <mc:Fallback>
                <p:oleObj name="Equation" r:id="rId8" imgW="1790700" imgH="444500" progId="Equation.DSMT4">
                  <p:embed/>
                  <p:pic>
                    <p:nvPicPr>
                      <p:cNvPr id="0" name="Picture 3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004" y="4077072"/>
                        <a:ext cx="3990975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452697"/>
              </p:ext>
            </p:extLst>
          </p:nvPr>
        </p:nvGraphicFramePr>
        <p:xfrm>
          <a:off x="2805783" y="5157192"/>
          <a:ext cx="97948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69900" imgH="228600" progId="Equation.DSMT4">
                  <p:embed/>
                </p:oleObj>
              </mc:Choice>
              <mc:Fallback>
                <p:oleObj name="Equation" r:id="rId10" imgW="469900" imgH="228600" progId="Equation.DSMT4">
                  <p:embed/>
                  <p:pic>
                    <p:nvPicPr>
                      <p:cNvPr id="0" name="Picture 3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783" y="5157192"/>
                        <a:ext cx="979487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919536" y="2060848"/>
            <a:ext cx="64807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345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"/>
          <p:cNvSpPr txBox="1">
            <a:spLocks noChangeArrowheads="1"/>
          </p:cNvSpPr>
          <p:nvPr/>
        </p:nvSpPr>
        <p:spPr bwMode="auto">
          <a:xfrm>
            <a:off x="2780230" y="659607"/>
            <a:ext cx="16658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b="1" dirty="0"/>
              <a:t>  </a:t>
            </a:r>
            <a:r>
              <a:rPr lang="zh-CN" altLang="en-US" sz="2800" b="1" dirty="0"/>
              <a:t>计算</a:t>
            </a:r>
          </a:p>
        </p:txBody>
      </p:sp>
      <p:graphicFrame>
        <p:nvGraphicFramePr>
          <p:cNvPr id="8195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091991"/>
              </p:ext>
            </p:extLst>
          </p:nvPr>
        </p:nvGraphicFramePr>
        <p:xfrm>
          <a:off x="4797994" y="490923"/>
          <a:ext cx="2805113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330120" progId="Equation.DSMT4">
                  <p:embed/>
                </p:oleObj>
              </mc:Choice>
              <mc:Fallback>
                <p:oleObj name="Equation" r:id="rId2" imgW="1143000" imgH="330120" progId="Equation.DSMT4">
                  <p:embed/>
                  <p:pic>
                    <p:nvPicPr>
                      <p:cNvPr id="0" name="Picture 5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7994" y="490923"/>
                        <a:ext cx="2805113" cy="811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209801" y="1371600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21369"/>
              </p:ext>
            </p:extLst>
          </p:nvPr>
        </p:nvGraphicFramePr>
        <p:xfrm>
          <a:off x="2962587" y="1409700"/>
          <a:ext cx="6096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65400" imgH="228600" progId="Equation.DSMT4">
                  <p:embed/>
                </p:oleObj>
              </mc:Choice>
              <mc:Fallback>
                <p:oleObj name="Equation" r:id="rId4" imgW="2565400" imgH="228600" progId="Equation.DSMT4">
                  <p:embed/>
                  <p:pic>
                    <p:nvPicPr>
                      <p:cNvPr id="0" name="Picture 5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587" y="1409700"/>
                        <a:ext cx="609600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209800" y="1952625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所以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244015"/>
              </p:ext>
            </p:extLst>
          </p:nvPr>
        </p:nvGraphicFramePr>
        <p:xfrm>
          <a:off x="2070100" y="2536825"/>
          <a:ext cx="80772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06480" imgH="330120" progId="Equation.DSMT4">
                  <p:embed/>
                </p:oleObj>
              </mc:Choice>
              <mc:Fallback>
                <p:oleObj name="Equation" r:id="rId6" imgW="3606480" imgH="330120" progId="Equation.DSMT4">
                  <p:embed/>
                  <p:pic>
                    <p:nvPicPr>
                      <p:cNvPr id="0" name="Picture 5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2536825"/>
                        <a:ext cx="8077200" cy="739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672094"/>
              </p:ext>
            </p:extLst>
          </p:nvPr>
        </p:nvGraphicFramePr>
        <p:xfrm>
          <a:off x="2279576" y="3260325"/>
          <a:ext cx="708818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73320" imgH="330120" progId="Equation.DSMT4">
                  <p:embed/>
                </p:oleObj>
              </mc:Choice>
              <mc:Fallback>
                <p:oleObj name="Equation" r:id="rId8" imgW="3073320" imgH="330120" progId="Equation.DSMT4">
                  <p:embed/>
                  <p:pic>
                    <p:nvPicPr>
                      <p:cNvPr id="0" name="Picture 5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3260325"/>
                        <a:ext cx="7088188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728391"/>
              </p:ext>
            </p:extLst>
          </p:nvPr>
        </p:nvGraphicFramePr>
        <p:xfrm>
          <a:off x="2312988" y="4030663"/>
          <a:ext cx="7834312" cy="921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54200" imgH="406080" progId="Equation.DSMT4">
                  <p:embed/>
                </p:oleObj>
              </mc:Choice>
              <mc:Fallback>
                <p:oleObj name="Equation" r:id="rId10" imgW="3454200" imgH="406080" progId="Equation.DSMT4">
                  <p:embed/>
                  <p:pic>
                    <p:nvPicPr>
                      <p:cNvPr id="0" name="Picture 5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2988" y="4030663"/>
                        <a:ext cx="7834312" cy="9217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79499"/>
              </p:ext>
            </p:extLst>
          </p:nvPr>
        </p:nvGraphicFramePr>
        <p:xfrm>
          <a:off x="2295474" y="5013810"/>
          <a:ext cx="3046736" cy="862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34960" imgH="406080" progId="Equation.DSMT4">
                  <p:embed/>
                </p:oleObj>
              </mc:Choice>
              <mc:Fallback>
                <p:oleObj name="Equation" r:id="rId12" imgW="1434960" imgH="406080" progId="Equation.DSMT4">
                  <p:embed/>
                  <p:pic>
                    <p:nvPicPr>
                      <p:cNvPr id="0" name="Picture 5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474" y="5013810"/>
                        <a:ext cx="3046736" cy="8629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821588"/>
              </p:ext>
            </p:extLst>
          </p:nvPr>
        </p:nvGraphicFramePr>
        <p:xfrm>
          <a:off x="5692775" y="5037138"/>
          <a:ext cx="2965450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09400" imgH="406080" progId="Equation.DSMT4">
                  <p:embed/>
                </p:oleObj>
              </mc:Choice>
              <mc:Fallback>
                <p:oleObj name="Equation" r:id="rId14" imgW="1409400" imgH="406080" progId="Equation.DSMT4">
                  <p:embed/>
                  <p:pic>
                    <p:nvPicPr>
                      <p:cNvPr id="0" name="Picture 5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2775" y="5037138"/>
                        <a:ext cx="2965450" cy="855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35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1"/>
          <p:cNvSpPr txBox="1">
            <a:spLocks noChangeArrowheads="1"/>
          </p:cNvSpPr>
          <p:nvPr/>
        </p:nvSpPr>
        <p:spPr bwMode="auto">
          <a:xfrm>
            <a:off x="2635599" y="653090"/>
            <a:ext cx="2225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b="1" dirty="0"/>
              <a:t>    </a:t>
            </a:r>
            <a:r>
              <a:rPr lang="zh-CN" altLang="en-US" sz="2800" b="1" dirty="0"/>
              <a:t>求积分</a:t>
            </a:r>
          </a:p>
        </p:txBody>
      </p:sp>
      <p:graphicFrame>
        <p:nvGraphicFramePr>
          <p:cNvPr id="9219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746592"/>
              </p:ext>
            </p:extLst>
          </p:nvPr>
        </p:nvGraphicFramePr>
        <p:xfrm>
          <a:off x="4861274" y="567871"/>
          <a:ext cx="1666774" cy="774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342900" progId="Equation.DSMT4">
                  <p:embed/>
                </p:oleObj>
              </mc:Choice>
              <mc:Fallback>
                <p:oleObj name="Equation" r:id="rId2" imgW="736600" imgH="342900" progId="Equation.DSMT4">
                  <p:embed/>
                  <p:pic>
                    <p:nvPicPr>
                      <p:cNvPr id="0" name="Picture 4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1274" y="567871"/>
                        <a:ext cx="1666774" cy="7749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TextBox 3"/>
          <p:cNvSpPr txBox="1">
            <a:spLocks noChangeArrowheads="1"/>
          </p:cNvSpPr>
          <p:nvPr/>
        </p:nvSpPr>
        <p:spPr bwMode="auto">
          <a:xfrm>
            <a:off x="2119314" y="1311276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9221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83104"/>
              </p:ext>
            </p:extLst>
          </p:nvPr>
        </p:nvGraphicFramePr>
        <p:xfrm>
          <a:off x="2971800" y="1311276"/>
          <a:ext cx="4492351" cy="756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43100" imgH="342900" progId="Equation.DSMT4">
                  <p:embed/>
                </p:oleObj>
              </mc:Choice>
              <mc:Fallback>
                <p:oleObj name="Equation" r:id="rId4" imgW="1943100" imgH="342900" progId="Equation.DSMT4">
                  <p:embed/>
                  <p:pic>
                    <p:nvPicPr>
                      <p:cNvPr id="0" name="Picture 4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311276"/>
                        <a:ext cx="4492351" cy="7564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10921"/>
              </p:ext>
            </p:extLst>
          </p:nvPr>
        </p:nvGraphicFramePr>
        <p:xfrm>
          <a:off x="2819400" y="2057401"/>
          <a:ext cx="3636640" cy="77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900" imgH="342900" progId="Equation.DSMT4">
                  <p:embed/>
                </p:oleObj>
              </mc:Choice>
              <mc:Fallback>
                <p:oleObj name="Equation" r:id="rId6" imgW="1612900" imgH="342900" progId="Equation.DSMT4">
                  <p:embed/>
                  <p:pic>
                    <p:nvPicPr>
                      <p:cNvPr id="0" name="Picture 4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057401"/>
                        <a:ext cx="3636640" cy="77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415558"/>
              </p:ext>
            </p:extLst>
          </p:nvPr>
        </p:nvGraphicFramePr>
        <p:xfrm>
          <a:off x="2819400" y="2881739"/>
          <a:ext cx="5163807" cy="815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71700" imgH="342900" progId="Equation.DSMT4">
                  <p:embed/>
                </p:oleObj>
              </mc:Choice>
              <mc:Fallback>
                <p:oleObj name="Equation" r:id="rId8" imgW="2171700" imgH="342900" progId="Equation.DSMT4">
                  <p:embed/>
                  <p:pic>
                    <p:nvPicPr>
                      <p:cNvPr id="0" name="Picture 4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881739"/>
                        <a:ext cx="5163807" cy="8156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737442"/>
              </p:ext>
            </p:extLst>
          </p:nvPr>
        </p:nvGraphicFramePr>
        <p:xfrm>
          <a:off x="2819400" y="3748312"/>
          <a:ext cx="5287560" cy="904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73870" imgH="406224" progId="Equation.DSMT4">
                  <p:embed/>
                </p:oleObj>
              </mc:Choice>
              <mc:Fallback>
                <p:oleObj name="Equation" r:id="rId10" imgW="2373870" imgH="406224" progId="Equation.DSMT4">
                  <p:embed/>
                  <p:pic>
                    <p:nvPicPr>
                      <p:cNvPr id="0" name="Picture 4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748312"/>
                        <a:ext cx="5287560" cy="9048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1297307"/>
              </p:ext>
            </p:extLst>
          </p:nvPr>
        </p:nvGraphicFramePr>
        <p:xfrm>
          <a:off x="3719736" y="4941168"/>
          <a:ext cx="3142198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58310" imgH="342751" progId="Equation.DSMT4">
                  <p:embed/>
                </p:oleObj>
              </mc:Choice>
              <mc:Fallback>
                <p:oleObj name="Equation" r:id="rId12" imgW="1358310" imgH="342751" progId="Equation.DSMT4">
                  <p:embed/>
                  <p:pic>
                    <p:nvPicPr>
                      <p:cNvPr id="0" name="Picture 4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736" y="4941168"/>
                        <a:ext cx="3142198" cy="7920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444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1"/>
          <p:cNvSpPr txBox="1">
            <a:spLocks noChangeArrowheads="1"/>
          </p:cNvSpPr>
          <p:nvPr/>
        </p:nvSpPr>
        <p:spPr bwMode="auto">
          <a:xfrm>
            <a:off x="2085657" y="774093"/>
            <a:ext cx="13051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800" b="1" dirty="0"/>
              <a:t>  设</a:t>
            </a:r>
          </a:p>
        </p:txBody>
      </p:sp>
      <p:graphicFrame>
        <p:nvGraphicFramePr>
          <p:cNvPr id="1024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88752"/>
              </p:ext>
            </p:extLst>
          </p:nvPr>
        </p:nvGraphicFramePr>
        <p:xfrm>
          <a:off x="3187382" y="638342"/>
          <a:ext cx="3684537" cy="84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7950" imgH="342751" progId="Equation.DSMT4">
                  <p:embed/>
                </p:oleObj>
              </mc:Choice>
              <mc:Fallback>
                <p:oleObj name="Equation" r:id="rId2" imgW="1497950" imgH="342751" progId="Equation.DSMT4">
                  <p:embed/>
                  <p:pic>
                    <p:nvPicPr>
                      <p:cNvPr id="0" name="Picture 6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382" y="638342"/>
                        <a:ext cx="3684537" cy="8422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Box 3"/>
          <p:cNvSpPr txBox="1">
            <a:spLocks noChangeArrowheads="1"/>
          </p:cNvSpPr>
          <p:nvPr/>
        </p:nvSpPr>
        <p:spPr bwMode="auto">
          <a:xfrm>
            <a:off x="7035731" y="838491"/>
            <a:ext cx="9032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计算</a:t>
            </a:r>
          </a:p>
        </p:txBody>
      </p:sp>
      <p:graphicFrame>
        <p:nvGraphicFramePr>
          <p:cNvPr id="1024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8782247"/>
              </p:ext>
            </p:extLst>
          </p:nvPr>
        </p:nvGraphicFramePr>
        <p:xfrm>
          <a:off x="7832162" y="898689"/>
          <a:ext cx="13335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600" imgH="228600" progId="Equation.DSMT4">
                  <p:embed/>
                </p:oleObj>
              </mc:Choice>
              <mc:Fallback>
                <p:oleObj name="Equation" r:id="rId4" imgW="609600" imgH="228600" progId="Equation.DSMT4">
                  <p:embed/>
                  <p:pic>
                    <p:nvPicPr>
                      <p:cNvPr id="0" name="Picture 6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2162" y="898689"/>
                        <a:ext cx="1333500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TextBox 5"/>
          <p:cNvSpPr txBox="1">
            <a:spLocks noChangeArrowheads="1"/>
          </p:cNvSpPr>
          <p:nvPr/>
        </p:nvSpPr>
        <p:spPr bwMode="auto">
          <a:xfrm>
            <a:off x="2227139" y="1480626"/>
            <a:ext cx="1262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并证明</a:t>
            </a:r>
          </a:p>
        </p:txBody>
      </p:sp>
      <p:graphicFrame>
        <p:nvGraphicFramePr>
          <p:cNvPr id="1024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520212"/>
              </p:ext>
            </p:extLst>
          </p:nvPr>
        </p:nvGraphicFramePr>
        <p:xfrm>
          <a:off x="3675107" y="1257173"/>
          <a:ext cx="3455044" cy="970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36700" imgH="431800" progId="Equation.DSMT4">
                  <p:embed/>
                </p:oleObj>
              </mc:Choice>
              <mc:Fallback>
                <p:oleObj name="Equation" r:id="rId6" imgW="1536700" imgH="431800" progId="Equation.DSMT4">
                  <p:embed/>
                  <p:pic>
                    <p:nvPicPr>
                      <p:cNvPr id="0" name="Picture 6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5107" y="1257173"/>
                        <a:ext cx="3455044" cy="9707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085657" y="2420888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331125"/>
              </p:ext>
            </p:extLst>
          </p:nvPr>
        </p:nvGraphicFramePr>
        <p:xfrm>
          <a:off x="2858171" y="2146365"/>
          <a:ext cx="5802300" cy="911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25700" imgH="381000" progId="Equation.DSMT4">
                  <p:embed/>
                </p:oleObj>
              </mc:Choice>
              <mc:Fallback>
                <p:oleObj name="Equation" r:id="rId8" imgW="2425700" imgH="381000" progId="Equation.DSMT4">
                  <p:embed/>
                  <p:pic>
                    <p:nvPicPr>
                      <p:cNvPr id="0" name="Picture 6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8171" y="2146365"/>
                        <a:ext cx="5802300" cy="9115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264969"/>
              </p:ext>
            </p:extLst>
          </p:nvPr>
        </p:nvGraphicFramePr>
        <p:xfrm>
          <a:off x="3052286" y="3016647"/>
          <a:ext cx="4123833" cy="811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39900" imgH="342900" progId="Equation.DSMT4">
                  <p:embed/>
                </p:oleObj>
              </mc:Choice>
              <mc:Fallback>
                <p:oleObj name="Equation" r:id="rId10" imgW="1739900" imgH="342900" progId="Equation.DSMT4">
                  <p:embed/>
                  <p:pic>
                    <p:nvPicPr>
                      <p:cNvPr id="0" name="Picture 6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286" y="3016647"/>
                        <a:ext cx="4123833" cy="8117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073805"/>
              </p:ext>
            </p:extLst>
          </p:nvPr>
        </p:nvGraphicFramePr>
        <p:xfrm>
          <a:off x="3062933" y="3843837"/>
          <a:ext cx="3068975" cy="745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09088" imgH="342751" progId="Equation.DSMT4">
                  <p:embed/>
                </p:oleObj>
              </mc:Choice>
              <mc:Fallback>
                <p:oleObj name="Equation" r:id="rId12" imgW="1409088" imgH="342751" progId="Equation.DSMT4">
                  <p:embed/>
                  <p:pic>
                    <p:nvPicPr>
                      <p:cNvPr id="0" name="Picture 6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933" y="3843837"/>
                        <a:ext cx="3068975" cy="7458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660969"/>
              </p:ext>
            </p:extLst>
          </p:nvPr>
        </p:nvGraphicFramePr>
        <p:xfrm>
          <a:off x="3068639" y="4526383"/>
          <a:ext cx="2403772" cy="1103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79032" imgH="495085" progId="Equation.DSMT4">
                  <p:embed/>
                </p:oleObj>
              </mc:Choice>
              <mc:Fallback>
                <p:oleObj name="Equation" r:id="rId14" imgW="1079032" imgH="495085" progId="Equation.DSMT4">
                  <p:embed/>
                  <p:pic>
                    <p:nvPicPr>
                      <p:cNvPr id="0" name="Picture 6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639" y="4526383"/>
                        <a:ext cx="2403772" cy="11036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116738"/>
              </p:ext>
            </p:extLst>
          </p:nvPr>
        </p:nvGraphicFramePr>
        <p:xfrm>
          <a:off x="5472411" y="4589690"/>
          <a:ext cx="1216718" cy="927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33169" imgH="406224" progId="Equation.DSMT4">
                  <p:embed/>
                </p:oleObj>
              </mc:Choice>
              <mc:Fallback>
                <p:oleObj name="Equation" r:id="rId16" imgW="533169" imgH="406224" progId="Equation.DSMT4">
                  <p:embed/>
                  <p:pic>
                    <p:nvPicPr>
                      <p:cNvPr id="0" name="Picture 6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411" y="4589690"/>
                        <a:ext cx="1216718" cy="9275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795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2057400" y="790317"/>
            <a:ext cx="23383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因此，我们有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8365439"/>
              </p:ext>
            </p:extLst>
          </p:nvPr>
        </p:nvGraphicFramePr>
        <p:xfrm>
          <a:off x="4520777" y="572731"/>
          <a:ext cx="2608312" cy="959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421" imgH="406224" progId="Equation.DSMT4">
                  <p:embed/>
                </p:oleObj>
              </mc:Choice>
              <mc:Fallback>
                <p:oleObj name="Equation" r:id="rId2" imgW="1104421" imgH="406224" progId="Equation.DSMT4">
                  <p:embed/>
                  <p:pic>
                    <p:nvPicPr>
                      <p:cNvPr id="0" name="Picture 5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0777" y="572731"/>
                        <a:ext cx="2608312" cy="9590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2014933" y="1502077"/>
            <a:ext cx="3578225" cy="860425"/>
            <a:chOff x="685800" y="1279104"/>
            <a:chExt cx="3578224" cy="860612"/>
          </a:xfrm>
        </p:grpSpPr>
        <p:sp>
          <p:nvSpPr>
            <p:cNvPr id="11278" name="TextBox 3"/>
            <p:cNvSpPr txBox="1">
              <a:spLocks noChangeArrowheads="1"/>
            </p:cNvSpPr>
            <p:nvPr/>
          </p:nvSpPr>
          <p:spPr bwMode="auto">
            <a:xfrm>
              <a:off x="685800" y="1447800"/>
              <a:ext cx="357822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因为当               时，</a:t>
              </a:r>
            </a:p>
          </p:txBody>
        </p:sp>
        <p:graphicFrame>
          <p:nvGraphicFramePr>
            <p:cNvPr id="11279" name="对象 4"/>
            <p:cNvGraphicFramePr>
              <a:graphicFrameLocks noChangeAspect="1"/>
            </p:cNvGraphicFramePr>
            <p:nvPr/>
          </p:nvGraphicFramePr>
          <p:xfrm>
            <a:off x="1905000" y="1279104"/>
            <a:ext cx="1371600" cy="860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7419" imgH="406224" progId="Equation.DSMT4">
                    <p:embed/>
                  </p:oleObj>
                </mc:Choice>
                <mc:Fallback>
                  <p:oleObj name="Equation" r:id="rId4" imgW="647419" imgH="406224" progId="Equation.DSMT4">
                    <p:embed/>
                    <p:pic>
                      <p:nvPicPr>
                        <p:cNvPr id="0" name="Picture 5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5000" y="1279104"/>
                          <a:ext cx="1371600" cy="8606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235659"/>
              </p:ext>
            </p:extLst>
          </p:nvPr>
        </p:nvGraphicFramePr>
        <p:xfrm>
          <a:off x="5560615" y="1741109"/>
          <a:ext cx="2087017" cy="499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531" imgH="203112" progId="Equation.DSMT4">
                  <p:embed/>
                </p:oleObj>
              </mc:Choice>
              <mc:Fallback>
                <p:oleObj name="Equation" r:id="rId6" imgW="850531" imgH="203112" progId="Equation.DSMT4">
                  <p:embed/>
                  <p:pic>
                    <p:nvPicPr>
                      <p:cNvPr id="0" name="Picture 5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0615" y="1741109"/>
                        <a:ext cx="2087017" cy="4990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896200" y="1741109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所以，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605692"/>
              </p:ext>
            </p:extLst>
          </p:nvPr>
        </p:nvGraphicFramePr>
        <p:xfrm>
          <a:off x="3324225" y="2362502"/>
          <a:ext cx="4323407" cy="551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90700" imgH="228600" progId="Equation.DSMT4">
                  <p:embed/>
                </p:oleObj>
              </mc:Choice>
              <mc:Fallback>
                <p:oleObj name="Equation" r:id="rId8" imgW="1790700" imgH="228600" progId="Equation.DSMT4">
                  <p:embed/>
                  <p:pic>
                    <p:nvPicPr>
                      <p:cNvPr id="0" name="Picture 5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225" y="2362502"/>
                        <a:ext cx="4323407" cy="551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932384" y="2904297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从而可得，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220833"/>
              </p:ext>
            </p:extLst>
          </p:nvPr>
        </p:nvGraphicFramePr>
        <p:xfrm>
          <a:off x="4079776" y="3286178"/>
          <a:ext cx="22812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77900" imgH="228600" progId="Equation.DSMT4">
                  <p:embed/>
                </p:oleObj>
              </mc:Choice>
              <mc:Fallback>
                <p:oleObj name="Equation" r:id="rId10" imgW="977900" imgH="228600" progId="Equation.DSMT4">
                  <p:embed/>
                  <p:pic>
                    <p:nvPicPr>
                      <p:cNvPr id="0" name="Picture 5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776" y="3286178"/>
                        <a:ext cx="228123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057401" y="3767958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于是，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590275"/>
              </p:ext>
            </p:extLst>
          </p:nvPr>
        </p:nvGraphicFramePr>
        <p:xfrm>
          <a:off x="3784202" y="4224336"/>
          <a:ext cx="361791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25600" imgH="228600" progId="Equation.DSMT4">
                  <p:embed/>
                </p:oleObj>
              </mc:Choice>
              <mc:Fallback>
                <p:oleObj name="Equation" r:id="rId12" imgW="1625600" imgH="228600" progId="Equation.DSMT4">
                  <p:embed/>
                  <p:pic>
                    <p:nvPicPr>
                      <p:cNvPr id="0" name="Picture 5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202" y="4224336"/>
                        <a:ext cx="3617913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057400" y="5013176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亦即，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738072"/>
              </p:ext>
            </p:extLst>
          </p:nvPr>
        </p:nvGraphicFramePr>
        <p:xfrm>
          <a:off x="3808371" y="5024949"/>
          <a:ext cx="32543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36700" imgH="431800" progId="Equation.DSMT4">
                  <p:embed/>
                </p:oleObj>
              </mc:Choice>
              <mc:Fallback>
                <p:oleObj name="Equation" r:id="rId14" imgW="1536700" imgH="431800" progId="Equation.DSMT4">
                  <p:embed/>
                  <p:pic>
                    <p:nvPicPr>
                      <p:cNvPr id="0" name="Picture 5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371" y="5024949"/>
                        <a:ext cx="3254375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603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/>
      <p:bldP spid="12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969379" y="1430190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定理</a:t>
            </a:r>
          </a:p>
        </p:txBody>
      </p:sp>
      <p:graphicFrame>
        <p:nvGraphicFramePr>
          <p:cNvPr id="61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4861376"/>
              </p:ext>
            </p:extLst>
          </p:nvPr>
        </p:nvGraphicFramePr>
        <p:xfrm>
          <a:off x="2063750" y="1446213"/>
          <a:ext cx="5399088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274753" imgH="1189123" progId="">
                  <p:embed/>
                </p:oleObj>
              </mc:Choice>
              <mc:Fallback>
                <p:oleObj name="Document" r:id="rId2" imgW="5274753" imgH="1189123" progId="">
                  <p:embed/>
                  <p:pic>
                    <p:nvPicPr>
                      <p:cNvPr id="0" name="Picture 3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446213"/>
                        <a:ext cx="5399088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228792"/>
              </p:ext>
            </p:extLst>
          </p:nvPr>
        </p:nvGraphicFramePr>
        <p:xfrm>
          <a:off x="2052993" y="2626308"/>
          <a:ext cx="7419975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521030" imgH="1189049" progId="">
                  <p:embed/>
                </p:oleObj>
              </mc:Choice>
              <mc:Fallback>
                <p:oleObj name="Document" r:id="rId4" imgW="7521030" imgH="1189049" progId="">
                  <p:embed/>
                  <p:pic>
                    <p:nvPicPr>
                      <p:cNvPr id="0" name="Picture 3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993" y="2626308"/>
                        <a:ext cx="7419975" cy="1166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492763"/>
              </p:ext>
            </p:extLst>
          </p:nvPr>
        </p:nvGraphicFramePr>
        <p:xfrm>
          <a:off x="2083949" y="3741239"/>
          <a:ext cx="7358062" cy="145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7460908" imgH="1477761" progId="">
                  <p:embed/>
                </p:oleObj>
              </mc:Choice>
              <mc:Fallback>
                <p:oleObj name="Document" r:id="rId6" imgW="7460908" imgH="1477761" progId="">
                  <p:embed/>
                  <p:pic>
                    <p:nvPicPr>
                      <p:cNvPr id="0" name="Picture 3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3949" y="3741239"/>
                        <a:ext cx="7358062" cy="145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881202"/>
              </p:ext>
            </p:extLst>
          </p:nvPr>
        </p:nvGraphicFramePr>
        <p:xfrm>
          <a:off x="2575191" y="4941168"/>
          <a:ext cx="72548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7256421" imgH="990694" progId="">
                  <p:embed/>
                </p:oleObj>
              </mc:Choice>
              <mc:Fallback>
                <p:oleObj name="Document" r:id="rId8" imgW="7256421" imgH="990694" progId="">
                  <p:embed/>
                  <p:pic>
                    <p:nvPicPr>
                      <p:cNvPr id="0" name="Picture 3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5191" y="4941168"/>
                        <a:ext cx="725487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xfrm>
            <a:off x="2387236" y="592138"/>
            <a:ext cx="4032448" cy="850900"/>
          </a:xfrm>
        </p:spPr>
        <p:txBody>
          <a:bodyPr/>
          <a:lstStyle/>
          <a:p>
            <a:pPr algn="l" eaLnBrk="1" hangingPunct="1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</a:t>
            </a: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换元积分法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871398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2362200" y="99060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3200400" y="1066800"/>
          <a:ext cx="5029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4801749" imgH="445713" progId="Word.Document.8">
                  <p:embed/>
                </p:oleObj>
              </mc:Choice>
              <mc:Fallback>
                <p:oleObj name="文档" r:id="rId2" imgW="4801749" imgH="445713" progId="Word.Document.8">
                  <p:embed/>
                  <p:pic>
                    <p:nvPicPr>
                      <p:cNvPr id="0" name="Picture 6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066800"/>
                        <a:ext cx="5029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3149600" y="1739900"/>
          <a:ext cx="3873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73500" imgH="685800" progId="Equation.3">
                  <p:embed/>
                </p:oleObj>
              </mc:Choice>
              <mc:Fallback>
                <p:oleObj name="公式" r:id="rId4" imgW="3873500" imgH="685800" progId="Equation.3">
                  <p:embed/>
                  <p:pic>
                    <p:nvPicPr>
                      <p:cNvPr id="0" name="Picture 6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1739900"/>
                        <a:ext cx="38735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3200400" y="2667001"/>
          <a:ext cx="27178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17800" imgH="406400" progId="Equation.3">
                  <p:embed/>
                </p:oleObj>
              </mc:Choice>
              <mc:Fallback>
                <p:oleObj name="公式" r:id="rId6" imgW="2717800" imgH="406400" progId="Equation.3">
                  <p:embed/>
                  <p:pic>
                    <p:nvPicPr>
                      <p:cNvPr id="0" name="Picture 6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667001"/>
                        <a:ext cx="271780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3124200" y="3327400"/>
          <a:ext cx="234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49500" imgH="889000" progId="Equation.3">
                  <p:embed/>
                </p:oleObj>
              </mc:Choice>
              <mc:Fallback>
                <p:oleObj name="公式" r:id="rId8" imgW="2349500" imgH="889000" progId="Equation.3">
                  <p:embed/>
                  <p:pic>
                    <p:nvPicPr>
                      <p:cNvPr id="0" name="Picture 6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327400"/>
                        <a:ext cx="23495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/>
        </p:nvGraphicFramePr>
        <p:xfrm>
          <a:off x="5562600" y="3582988"/>
          <a:ext cx="18923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92300" imgH="431800" progId="Equation.3">
                  <p:embed/>
                </p:oleObj>
              </mc:Choice>
              <mc:Fallback>
                <p:oleObj name="公式" r:id="rId10" imgW="1892300" imgH="431800" progId="Equation.3">
                  <p:embed/>
                  <p:pic>
                    <p:nvPicPr>
                      <p:cNvPr id="0" name="Picture 6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582988"/>
                        <a:ext cx="1892300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7461250" y="3582988"/>
          <a:ext cx="23241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324100" imgH="431800" progId="Equation.3">
                  <p:embed/>
                </p:oleObj>
              </mc:Choice>
              <mc:Fallback>
                <p:oleObj name="公式" r:id="rId12" imgW="2324100" imgH="431800" progId="Equation.3">
                  <p:embed/>
                  <p:pic>
                    <p:nvPicPr>
                      <p:cNvPr id="0" name="Picture 6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3582988"/>
                        <a:ext cx="2324100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011304"/>
              </p:ext>
            </p:extLst>
          </p:nvPr>
        </p:nvGraphicFramePr>
        <p:xfrm>
          <a:off x="3969267" y="4972844"/>
          <a:ext cx="5367093" cy="840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08160" imgH="330120" progId="Equation.DSMT4">
                  <p:embed/>
                </p:oleObj>
              </mc:Choice>
              <mc:Fallback>
                <p:oleObj name="Equation" r:id="rId14" imgW="2108160" imgH="330120" progId="Equation.DSMT4">
                  <p:embed/>
                  <p:pic>
                    <p:nvPicPr>
                      <p:cNvPr id="0" name="Picture 6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9267" y="4972844"/>
                        <a:ext cx="5367093" cy="8406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10"/>
          <p:cNvGraphicFramePr>
            <a:graphicFrameLocks noChangeAspect="1"/>
          </p:cNvGraphicFramePr>
          <p:nvPr/>
        </p:nvGraphicFramePr>
        <p:xfrm>
          <a:off x="3246439" y="4478338"/>
          <a:ext cx="67087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6" imgW="6314440" imgH="472440" progId="Word.Document.8">
                  <p:embed/>
                </p:oleObj>
              </mc:Choice>
              <mc:Fallback>
                <p:oleObj name="文档" r:id="rId16" imgW="6314440" imgH="472440" progId="Word.Document.8">
                  <p:embed/>
                  <p:pic>
                    <p:nvPicPr>
                      <p:cNvPr id="0" name="Picture 6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9" y="4478338"/>
                        <a:ext cx="6708775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82888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2978150" y="1066800"/>
          <a:ext cx="346075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3439160" imgH="447040" progId="Word.Document.8">
                  <p:embed/>
                </p:oleObj>
              </mc:Choice>
              <mc:Fallback>
                <p:oleObj name="文档" r:id="rId2" imgW="3439160" imgH="447040" progId="Word.Document.8">
                  <p:embed/>
                  <p:pic>
                    <p:nvPicPr>
                      <p:cNvPr id="0" name="Picture 5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1066800"/>
                        <a:ext cx="346075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3073400" y="1919289"/>
          <a:ext cx="19304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30400" imgH="393700" progId="Equation.3">
                  <p:embed/>
                </p:oleObj>
              </mc:Choice>
              <mc:Fallback>
                <p:oleObj name="公式" r:id="rId4" imgW="1930400" imgH="393700" progId="Equation.3">
                  <p:embed/>
                  <p:pic>
                    <p:nvPicPr>
                      <p:cNvPr id="0" name="Picture 5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1919289"/>
                        <a:ext cx="193040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5181600" y="1919289"/>
          <a:ext cx="31369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36900" imgH="393700" progId="Equation.3">
                  <p:embed/>
                </p:oleObj>
              </mc:Choice>
              <mc:Fallback>
                <p:oleObj name="公式" r:id="rId6" imgW="3136900" imgH="393700" progId="Equation.3">
                  <p:embed/>
                  <p:pic>
                    <p:nvPicPr>
                      <p:cNvPr id="0" name="Picture 5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919289"/>
                        <a:ext cx="313690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5200650" y="2749551"/>
          <a:ext cx="21971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197100" imgH="393700" progId="Equation.3">
                  <p:embed/>
                </p:oleObj>
              </mc:Choice>
              <mc:Fallback>
                <p:oleObj name="公式" r:id="rId8" imgW="2197100" imgH="393700" progId="Equation.3">
                  <p:embed/>
                  <p:pic>
                    <p:nvPicPr>
                      <p:cNvPr id="0" name="Picture 5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0650" y="2749551"/>
                        <a:ext cx="21971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6"/>
          <p:cNvGraphicFramePr>
            <a:graphicFrameLocks noChangeAspect="1"/>
          </p:cNvGraphicFramePr>
          <p:nvPr/>
        </p:nvGraphicFramePr>
        <p:xfrm>
          <a:off x="2819400" y="3352800"/>
          <a:ext cx="37719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771900" imgH="660400" progId="Equation.3">
                  <p:embed/>
                </p:oleObj>
              </mc:Choice>
              <mc:Fallback>
                <p:oleObj name="公式" r:id="rId10" imgW="3771900" imgH="660400" progId="Equation.3">
                  <p:embed/>
                  <p:pic>
                    <p:nvPicPr>
                      <p:cNvPr id="0" name="Picture 5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352800"/>
                        <a:ext cx="37719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7"/>
          <p:cNvGraphicFramePr>
            <a:graphicFrameLocks noChangeAspect="1"/>
          </p:cNvGraphicFramePr>
          <p:nvPr/>
        </p:nvGraphicFramePr>
        <p:xfrm>
          <a:off x="6667500" y="3505200"/>
          <a:ext cx="2362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362200" imgH="419100" progId="Equation.3">
                  <p:embed/>
                </p:oleObj>
              </mc:Choice>
              <mc:Fallback>
                <p:oleObj name="公式" r:id="rId12" imgW="2362200" imgH="419100" progId="Equation.3">
                  <p:embed/>
                  <p:pic>
                    <p:nvPicPr>
                      <p:cNvPr id="0" name="Picture 5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3505200"/>
                        <a:ext cx="2362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4387850" y="4197350"/>
          <a:ext cx="2857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857500" imgH="698500" progId="Equation.3">
                  <p:embed/>
                </p:oleObj>
              </mc:Choice>
              <mc:Fallback>
                <p:oleObj name="公式" r:id="rId14" imgW="2857500" imgH="698500" progId="Equation.3">
                  <p:embed/>
                  <p:pic>
                    <p:nvPicPr>
                      <p:cNvPr id="0" name="Picture 6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850" y="4197350"/>
                        <a:ext cx="2857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9"/>
          <p:cNvGraphicFramePr>
            <a:graphicFrameLocks noChangeAspect="1"/>
          </p:cNvGraphicFramePr>
          <p:nvPr/>
        </p:nvGraphicFramePr>
        <p:xfrm>
          <a:off x="2600326" y="5197476"/>
          <a:ext cx="55292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6" imgW="5460120" imgH="372960" progId="Word.Document.8">
                  <p:embed/>
                </p:oleObj>
              </mc:Choice>
              <mc:Fallback>
                <p:oleObj name="文档" r:id="rId16" imgW="5460120" imgH="372960" progId="Word.Document.8">
                  <p:embed/>
                  <p:pic>
                    <p:nvPicPr>
                      <p:cNvPr id="0" name="Picture 6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326" y="5197476"/>
                        <a:ext cx="5529263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834152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919536" y="897392"/>
            <a:ext cx="6096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应用换元公式时应注意</a:t>
            </a:r>
            <a:r>
              <a:rPr kumimoji="1"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92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764608"/>
              </p:ext>
            </p:extLst>
          </p:nvPr>
        </p:nvGraphicFramePr>
        <p:xfrm>
          <a:off x="2635424" y="2812731"/>
          <a:ext cx="6938590" cy="192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362119" imgH="1773739" progId="Word.Document.8">
                  <p:embed/>
                </p:oleObj>
              </mc:Choice>
              <mc:Fallback>
                <p:oleObj name="文档" r:id="rId2" imgW="6362119" imgH="1773739" progId="Word.Document.8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424" y="2812731"/>
                        <a:ext cx="6938590" cy="19213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1950862" y="2786422"/>
            <a:ext cx="78529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(2)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23403" y="1733849"/>
            <a:ext cx="7700988" cy="1052573"/>
            <a:chOff x="1923403" y="1733849"/>
            <a:chExt cx="7700988" cy="1052573"/>
          </a:xfrm>
        </p:grpSpPr>
        <p:sp>
          <p:nvSpPr>
            <p:cNvPr id="15363" name="Text Box 3"/>
            <p:cNvSpPr txBox="1">
              <a:spLocks noChangeArrowheads="1"/>
            </p:cNvSpPr>
            <p:nvPr/>
          </p:nvSpPr>
          <p:spPr bwMode="auto">
            <a:xfrm>
              <a:off x="1923403" y="1733849"/>
              <a:ext cx="713284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dirty="0">
                  <a:latin typeface="Times New Roman" panose="02020603050405020304" pitchFamily="18" charset="0"/>
                </a:rPr>
                <a:t>(1)</a:t>
              </a:r>
              <a:endParaRPr kumimoji="1" lang="zh-CN" altLang="en-US" sz="28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5366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8374676"/>
                </p:ext>
              </p:extLst>
            </p:nvPr>
          </p:nvGraphicFramePr>
          <p:xfrm>
            <a:off x="2585048" y="1779703"/>
            <a:ext cx="7039343" cy="10067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档" r:id="rId4" imgW="6729997" imgH="875224" progId="Word.Document.8">
                    <p:embed/>
                  </p:oleObj>
                </mc:Choice>
                <mc:Fallback>
                  <p:oleObj name="文档" r:id="rId4" imgW="6729997" imgH="875224" progId="Word.Document.8">
                    <p:embed/>
                    <p:pic>
                      <p:nvPicPr>
                        <p:cNvPr id="0" name="Picture 1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5048" y="1779703"/>
                          <a:ext cx="7039343" cy="10067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753543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>
            <a:extLst>
              <a:ext uri="{FF2B5EF4-FFF2-40B4-BE49-F238E27FC236}">
                <a16:creationId xmlns:a16="http://schemas.microsoft.com/office/drawing/2014/main" id="{5B67E8CE-8EE3-4283-9D38-F4331C39A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440" y="1650284"/>
            <a:ext cx="10081120" cy="3014369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935760" y="1069141"/>
            <a:ext cx="4056451" cy="581143"/>
          </a:xfrm>
        </p:spPr>
        <p:txBody>
          <a:bodyPr/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三角代换和根式代换</a:t>
            </a:r>
          </a:p>
        </p:txBody>
      </p:sp>
      <p:graphicFrame>
        <p:nvGraphicFramePr>
          <p:cNvPr id="14339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6931418"/>
              </p:ext>
            </p:extLst>
          </p:nvPr>
        </p:nvGraphicFramePr>
        <p:xfrm>
          <a:off x="2423592" y="2204864"/>
          <a:ext cx="7205663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58548" imgH="1582159" progId="">
                  <p:embed/>
                </p:oleObj>
              </mc:Choice>
              <mc:Fallback>
                <p:oleObj name="Document" r:id="rId3" imgW="6358548" imgH="1582159" progId="">
                  <p:embed/>
                  <p:pic>
                    <p:nvPicPr>
                      <p:cNvPr id="0" name="Picture 7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2204864"/>
                        <a:ext cx="7205663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805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544148"/>
              </p:ext>
            </p:extLst>
          </p:nvPr>
        </p:nvGraphicFramePr>
        <p:xfrm>
          <a:off x="3152621" y="722087"/>
          <a:ext cx="5345566" cy="79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33360" imgH="342720" progId="Equation.DSMT4">
                  <p:embed/>
                </p:oleObj>
              </mc:Choice>
              <mc:Fallback>
                <p:oleObj name="Equation" r:id="rId2" imgW="2133360" imgH="342720" progId="Equation.DSMT4">
                  <p:embed/>
                  <p:pic>
                    <p:nvPicPr>
                      <p:cNvPr id="0" name="Picture 4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621" y="722087"/>
                        <a:ext cx="5345566" cy="795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017868"/>
              </p:ext>
            </p:extLst>
          </p:nvPr>
        </p:nvGraphicFramePr>
        <p:xfrm>
          <a:off x="3011149" y="1279905"/>
          <a:ext cx="4020955" cy="96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01800" imgH="406400" progId="Equation.3">
                  <p:embed/>
                </p:oleObj>
              </mc:Choice>
              <mc:Fallback>
                <p:oleObj name="公式" r:id="rId4" imgW="1701800" imgH="406400" progId="Equation.3">
                  <p:embed/>
                  <p:pic>
                    <p:nvPicPr>
                      <p:cNvPr id="0" name="Picture 4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149" y="1279905"/>
                        <a:ext cx="4020955" cy="965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500470"/>
              </p:ext>
            </p:extLst>
          </p:nvPr>
        </p:nvGraphicFramePr>
        <p:xfrm>
          <a:off x="2876085" y="2022521"/>
          <a:ext cx="5329491" cy="90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49500" imgH="406400" progId="Equation.3">
                  <p:embed/>
                </p:oleObj>
              </mc:Choice>
              <mc:Fallback>
                <p:oleObj name="公式" r:id="rId6" imgW="2349500" imgH="406400" progId="Equation.3">
                  <p:embed/>
                  <p:pic>
                    <p:nvPicPr>
                      <p:cNvPr id="0" name="Picture 4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085" y="2022521"/>
                        <a:ext cx="5329491" cy="90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983265"/>
              </p:ext>
            </p:extLst>
          </p:nvPr>
        </p:nvGraphicFramePr>
        <p:xfrm>
          <a:off x="2366638" y="2803136"/>
          <a:ext cx="5309976" cy="650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272314" imgH="266584" progId="Equation.3">
                  <p:embed/>
                </p:oleObj>
              </mc:Choice>
              <mc:Fallback>
                <p:oleObj name="公式" r:id="rId8" imgW="2272314" imgH="266584" progId="Equation.3">
                  <p:embed/>
                  <p:pic>
                    <p:nvPicPr>
                      <p:cNvPr id="0" name="Picture 4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638" y="2803136"/>
                        <a:ext cx="5309976" cy="6509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716548"/>
              </p:ext>
            </p:extLst>
          </p:nvPr>
        </p:nvGraphicFramePr>
        <p:xfrm>
          <a:off x="2354946" y="3905890"/>
          <a:ext cx="4677158" cy="819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04174" imgH="355446" progId="Equation.3">
                  <p:embed/>
                </p:oleObj>
              </mc:Choice>
              <mc:Fallback>
                <p:oleObj name="公式" r:id="rId10" imgW="1904174" imgH="355446" progId="Equation.3">
                  <p:embed/>
                  <p:pic>
                    <p:nvPicPr>
                      <p:cNvPr id="0" name="Picture 4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946" y="3905890"/>
                        <a:ext cx="4677158" cy="8196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6442"/>
              </p:ext>
            </p:extLst>
          </p:nvPr>
        </p:nvGraphicFramePr>
        <p:xfrm>
          <a:off x="2975573" y="4596747"/>
          <a:ext cx="6532283" cy="945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946400" imgH="419100" progId="Equation.3">
                  <p:embed/>
                </p:oleObj>
              </mc:Choice>
              <mc:Fallback>
                <p:oleObj name="公式" r:id="rId12" imgW="2946400" imgH="419100" progId="Equation.3">
                  <p:embed/>
                  <p:pic>
                    <p:nvPicPr>
                      <p:cNvPr id="0" name="Picture 4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5573" y="4596747"/>
                        <a:ext cx="6532283" cy="9453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2204734" y="1472084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kumimoji="1" lang="en-US" altLang="zh-CN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2228497" y="3442843"/>
            <a:ext cx="3657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于是由换元公式</a:t>
            </a:r>
          </a:p>
        </p:txBody>
      </p:sp>
      <p:sp>
        <p:nvSpPr>
          <p:cNvPr id="17418" name="Rectangle 11"/>
          <p:cNvSpPr>
            <a:spLocks noChangeArrowheads="1"/>
          </p:cNvSpPr>
          <p:nvPr/>
        </p:nvSpPr>
        <p:spPr bwMode="auto">
          <a:xfrm>
            <a:off x="1524001" y="3010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2228497" y="889172"/>
            <a:ext cx="724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60811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2221981" y="777237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计算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2298700" y="1614488"/>
            <a:ext cx="977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709438"/>
              </p:ext>
            </p:extLst>
          </p:nvPr>
        </p:nvGraphicFramePr>
        <p:xfrm>
          <a:off x="4295774" y="461964"/>
          <a:ext cx="2613025" cy="1050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900" imgH="444500" progId="Equation.DSMT4">
                  <p:embed/>
                </p:oleObj>
              </mc:Choice>
              <mc:Fallback>
                <p:oleObj name="Equation" r:id="rId2" imgW="1104900" imgH="444500" progId="Equation.DSMT4">
                  <p:embed/>
                  <p:pic>
                    <p:nvPicPr>
                      <p:cNvPr id="0" name="Picture 6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4" y="461964"/>
                        <a:ext cx="2613025" cy="1050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3156868" y="168751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令</a:t>
            </a:r>
          </a:p>
        </p:txBody>
      </p:sp>
      <p:graphicFrame>
        <p:nvGraphicFramePr>
          <p:cNvPr id="174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78909"/>
              </p:ext>
            </p:extLst>
          </p:nvPr>
        </p:nvGraphicFramePr>
        <p:xfrm>
          <a:off x="3748549" y="1709674"/>
          <a:ext cx="1555364" cy="529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6880" imgH="203040" progId="Equation.DSMT4">
                  <p:embed/>
                </p:oleObj>
              </mc:Choice>
              <mc:Fallback>
                <p:oleObj name="Equation" r:id="rId4" imgW="596880" imgH="203040" progId="Equation.DSMT4">
                  <p:embed/>
                  <p:pic>
                    <p:nvPicPr>
                      <p:cNvPr id="0" name="Picture 6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8549" y="1709674"/>
                        <a:ext cx="1555364" cy="5296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975641"/>
              </p:ext>
            </p:extLst>
          </p:nvPr>
        </p:nvGraphicFramePr>
        <p:xfrm>
          <a:off x="3547544" y="2444626"/>
          <a:ext cx="8080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138" imgH="177569" progId="Equation.DSMT4">
                  <p:embed/>
                </p:oleObj>
              </mc:Choice>
              <mc:Fallback>
                <p:oleObj name="Equation" r:id="rId6" imgW="355138" imgH="177569" progId="Equation.DSMT4">
                  <p:embed/>
                  <p:pic>
                    <p:nvPicPr>
                      <p:cNvPr id="0" name="Picture 6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7544" y="2444626"/>
                        <a:ext cx="808037" cy="40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8645665"/>
              </p:ext>
            </p:extLst>
          </p:nvPr>
        </p:nvGraphicFramePr>
        <p:xfrm>
          <a:off x="4432300" y="2192647"/>
          <a:ext cx="1397551" cy="912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30" imgH="406224" progId="Equation.DSMT4">
                  <p:embed/>
                </p:oleObj>
              </mc:Choice>
              <mc:Fallback>
                <p:oleObj name="Equation" r:id="rId8" imgW="622030" imgH="406224" progId="Equation.DSMT4">
                  <p:embed/>
                  <p:pic>
                    <p:nvPicPr>
                      <p:cNvPr id="0" name="Picture 6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300" y="2192647"/>
                        <a:ext cx="1397551" cy="9126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878700"/>
              </p:ext>
            </p:extLst>
          </p:nvPr>
        </p:nvGraphicFramePr>
        <p:xfrm>
          <a:off x="5983288" y="2168525"/>
          <a:ext cx="925512" cy="955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359" imgH="406048" progId="Equation.DSMT4">
                  <p:embed/>
                </p:oleObj>
              </mc:Choice>
              <mc:Fallback>
                <p:oleObj name="Equation" r:id="rId10" imgW="393359" imgH="406048" progId="Equation.DSMT4">
                  <p:embed/>
                  <p:pic>
                    <p:nvPicPr>
                      <p:cNvPr id="0" name="Picture 6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3288" y="2168525"/>
                        <a:ext cx="925512" cy="9554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511244"/>
              </p:ext>
            </p:extLst>
          </p:nvPr>
        </p:nvGraphicFramePr>
        <p:xfrm>
          <a:off x="6908800" y="2168525"/>
          <a:ext cx="1275432" cy="902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1252" imgH="406224" progId="Equation.DSMT4">
                  <p:embed/>
                </p:oleObj>
              </mc:Choice>
              <mc:Fallback>
                <p:oleObj name="Equation" r:id="rId12" imgW="571252" imgH="406224" progId="Equation.DSMT4">
                  <p:embed/>
                  <p:pic>
                    <p:nvPicPr>
                      <p:cNvPr id="0" name="Picture 6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8800" y="2168525"/>
                        <a:ext cx="1275432" cy="9021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816960"/>
              </p:ext>
            </p:extLst>
          </p:nvPr>
        </p:nvGraphicFramePr>
        <p:xfrm>
          <a:off x="5499720" y="1730634"/>
          <a:ext cx="2053624" cy="529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87320" imgH="203040" progId="Equation.DSMT4">
                  <p:embed/>
                </p:oleObj>
              </mc:Choice>
              <mc:Fallback>
                <p:oleObj name="Equation" r:id="rId14" imgW="787320" imgH="203040" progId="Equation.DSMT4">
                  <p:embed/>
                  <p:pic>
                    <p:nvPicPr>
                      <p:cNvPr id="0" name="Picture 6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720" y="1730634"/>
                        <a:ext cx="2053624" cy="5296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2057400" y="3320146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原式</a:t>
            </a:r>
          </a:p>
        </p:txBody>
      </p:sp>
      <p:graphicFrame>
        <p:nvGraphicFramePr>
          <p:cNvPr id="174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648041"/>
              </p:ext>
            </p:extLst>
          </p:nvPr>
        </p:nvGraphicFramePr>
        <p:xfrm>
          <a:off x="2927648" y="2998249"/>
          <a:ext cx="640873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90560" imgH="495000" progId="Equation.DSMT4">
                  <p:embed/>
                </p:oleObj>
              </mc:Choice>
              <mc:Fallback>
                <p:oleObj name="Equation" r:id="rId16" imgW="2590560" imgH="495000" progId="Equation.DSMT4">
                  <p:embed/>
                  <p:pic>
                    <p:nvPicPr>
                      <p:cNvPr id="0" name="Picture 6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2998249"/>
                        <a:ext cx="6408738" cy="115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2045317" y="5025805"/>
            <a:ext cx="1967136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明显换元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17</a:t>
            </a:fld>
            <a:endParaRPr lang="en-US" altLang="zh-CN"/>
          </a:p>
        </p:txBody>
      </p:sp>
      <p:graphicFrame>
        <p:nvGraphicFramePr>
          <p:cNvPr id="16" name="Object 13">
            <a:extLst>
              <a:ext uri="{FF2B5EF4-FFF2-40B4-BE49-F238E27FC236}">
                <a16:creationId xmlns:a16="http://schemas.microsoft.com/office/drawing/2014/main" id="{78C24F67-996F-4518-B670-604290AD0A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003546"/>
              </p:ext>
            </p:extLst>
          </p:nvPr>
        </p:nvGraphicFramePr>
        <p:xfrm>
          <a:off x="3259633" y="4146695"/>
          <a:ext cx="565467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86000" imgH="406080" progId="Equation.DSMT4">
                  <p:embed/>
                </p:oleObj>
              </mc:Choice>
              <mc:Fallback>
                <p:oleObj name="Equation" r:id="rId18" imgW="2286000" imgH="406080" progId="Equation.DSMT4">
                  <p:embed/>
                  <p:pic>
                    <p:nvPicPr>
                      <p:cNvPr id="0" name="Picture 6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9633" y="4146695"/>
                        <a:ext cx="5654675" cy="947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784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utoUpdateAnimBg="0"/>
      <p:bldP spid="17413" grpId="0" autoUpdateAnimBg="0"/>
      <p:bldP spid="17420" grpId="0" autoUpdateAnimBg="0"/>
      <p:bldP spid="184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1524001" y="3010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7895" name="Object 7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583318094"/>
              </p:ext>
            </p:extLst>
          </p:nvPr>
        </p:nvGraphicFramePr>
        <p:xfrm>
          <a:off x="3503712" y="463128"/>
          <a:ext cx="3963988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59866" imgH="482391" progId="Equation.DSMT4">
                  <p:embed/>
                </p:oleObj>
              </mc:Choice>
              <mc:Fallback>
                <p:oleObj name="Equation" r:id="rId2" imgW="1459866" imgH="482391" progId="Equation.DSMT4">
                  <p:embed/>
                  <p:pic>
                    <p:nvPicPr>
                      <p:cNvPr id="0" name="Picture 33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463128"/>
                        <a:ext cx="3963988" cy="130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1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134350" y="25844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4151" imgH="215619" progId="Equation.3">
                  <p:embed/>
                </p:oleObj>
              </mc:Choice>
              <mc:Fallback>
                <p:oleObj name="公式" r:id="rId4" imgW="114151" imgH="215619" progId="Equation.3">
                  <p:embed/>
                  <p:pic>
                    <p:nvPicPr>
                      <p:cNvPr id="0" name="Picture 33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0" y="25844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8" name="Rectangle 10"/>
          <p:cNvSpPr>
            <a:spLocks noChangeArrowheads="1"/>
          </p:cNvSpPr>
          <p:nvPr/>
        </p:nvSpPr>
        <p:spPr bwMode="auto">
          <a:xfrm>
            <a:off x="2419479" y="1970009"/>
            <a:ext cx="9906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9462" name="Rectangle 12"/>
          <p:cNvSpPr>
            <a:spLocks noChangeArrowheads="1"/>
          </p:cNvSpPr>
          <p:nvPr/>
        </p:nvSpPr>
        <p:spPr bwMode="auto">
          <a:xfrm>
            <a:off x="1524001" y="30014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78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615528"/>
              </p:ext>
            </p:extLst>
          </p:nvPr>
        </p:nvGraphicFramePr>
        <p:xfrm>
          <a:off x="3302000" y="1759767"/>
          <a:ext cx="56261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11200" imgH="469800" progId="Equation.DSMT4">
                  <p:embed/>
                </p:oleObj>
              </mc:Choice>
              <mc:Fallback>
                <p:oleObj name="Equation" r:id="rId6" imgW="2311200" imgH="469800" progId="Equation.DSMT4">
                  <p:embed/>
                  <p:pic>
                    <p:nvPicPr>
                      <p:cNvPr id="0" name="Picture 3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1759767"/>
                        <a:ext cx="5626100" cy="1149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Rectangle 14"/>
          <p:cNvSpPr>
            <a:spLocks noChangeArrowheads="1"/>
          </p:cNvSpPr>
          <p:nvPr/>
        </p:nvSpPr>
        <p:spPr bwMode="auto">
          <a:xfrm>
            <a:off x="1524001" y="3015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7909" name="Object 21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483967012"/>
              </p:ext>
            </p:extLst>
          </p:nvPr>
        </p:nvGraphicFramePr>
        <p:xfrm>
          <a:off x="2860952" y="5085184"/>
          <a:ext cx="4737100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17360" imgH="457200" progId="Equation.DSMT4">
                  <p:embed/>
                </p:oleObj>
              </mc:Choice>
              <mc:Fallback>
                <p:oleObj name="Equation" r:id="rId8" imgW="1917360" imgH="457200" progId="Equation.DSMT4">
                  <p:embed/>
                  <p:pic>
                    <p:nvPicPr>
                      <p:cNvPr id="0" name="Picture 33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0952" y="5085184"/>
                        <a:ext cx="4737100" cy="1128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TextBox 1"/>
          <p:cNvSpPr txBox="1">
            <a:spLocks noChangeArrowheads="1"/>
          </p:cNvSpPr>
          <p:nvPr/>
        </p:nvSpPr>
        <p:spPr bwMode="auto">
          <a:xfrm>
            <a:off x="2419479" y="825872"/>
            <a:ext cx="8239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8EE3C-0D10-4908-84C6-E211F20AC9D3}" type="slidenum">
              <a:rPr lang="en-US" altLang="zh-CN" smtClean="0"/>
              <a:pPr/>
              <a:t>18</a:t>
            </a:fld>
            <a:endParaRPr lang="en-US" altLang="zh-CN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BF8F2A55-DB4F-4203-B1B1-CB199B51BA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020786"/>
              </p:ext>
            </p:extLst>
          </p:nvPr>
        </p:nvGraphicFramePr>
        <p:xfrm>
          <a:off x="3396338" y="2952282"/>
          <a:ext cx="5130800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08160" imgH="457200" progId="Equation.DSMT4">
                  <p:embed/>
                </p:oleObj>
              </mc:Choice>
              <mc:Fallback>
                <p:oleObj name="Equation" r:id="rId10" imgW="2108160" imgH="457200" progId="Equation.DSMT4">
                  <p:embed/>
                  <p:pic>
                    <p:nvPicPr>
                      <p:cNvPr id="0" name="Picture 3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338" y="2952282"/>
                        <a:ext cx="5130800" cy="1119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35D00ACF-67E3-4ADB-B026-5822C414EF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0897981"/>
              </p:ext>
            </p:extLst>
          </p:nvPr>
        </p:nvGraphicFramePr>
        <p:xfrm>
          <a:off x="3335164" y="4018733"/>
          <a:ext cx="2874963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80800" imgH="457200" progId="Equation.DSMT4">
                  <p:embed/>
                </p:oleObj>
              </mc:Choice>
              <mc:Fallback>
                <p:oleObj name="Equation" r:id="rId12" imgW="1180800" imgH="457200" progId="Equation.DSMT4">
                  <p:embed/>
                  <p:pic>
                    <p:nvPicPr>
                      <p:cNvPr id="0" name="Picture 3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164" y="4018733"/>
                        <a:ext cx="2874963" cy="1119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035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582442"/>
              </p:ext>
            </p:extLst>
          </p:nvPr>
        </p:nvGraphicFramePr>
        <p:xfrm>
          <a:off x="3863752" y="1015452"/>
          <a:ext cx="291782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087" imgH="342751" progId="Equation.DSMT4">
                  <p:embed/>
                </p:oleObj>
              </mc:Choice>
              <mc:Fallback>
                <p:oleObj name="Equation" r:id="rId2" imgW="952087" imgH="342751" progId="Equation.DSMT4">
                  <p:embed/>
                  <p:pic>
                    <p:nvPicPr>
                      <p:cNvPr id="0" name="Picture 3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752" y="1015452"/>
                        <a:ext cx="2917825" cy="973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846523"/>
              </p:ext>
            </p:extLst>
          </p:nvPr>
        </p:nvGraphicFramePr>
        <p:xfrm>
          <a:off x="3186113" y="2160931"/>
          <a:ext cx="207168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52087" imgH="266584" progId="Equation.3">
                  <p:embed/>
                </p:oleObj>
              </mc:Choice>
              <mc:Fallback>
                <p:oleObj name="公式" r:id="rId4" imgW="952087" imgH="266584" progId="Equation.3">
                  <p:embed/>
                  <p:pic>
                    <p:nvPicPr>
                      <p:cNvPr id="0" name="Picture 3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3" y="2160931"/>
                        <a:ext cx="2071687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346324"/>
              </p:ext>
            </p:extLst>
          </p:nvPr>
        </p:nvGraphicFramePr>
        <p:xfrm>
          <a:off x="5638800" y="2257768"/>
          <a:ext cx="2713038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30300" imgH="228600" progId="Equation.3">
                  <p:embed/>
                </p:oleObj>
              </mc:Choice>
              <mc:Fallback>
                <p:oleObj name="公式" r:id="rId6" imgW="1130300" imgH="228600" progId="Equation.3">
                  <p:embed/>
                  <p:pic>
                    <p:nvPicPr>
                      <p:cNvPr id="0" name="Picture 3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257768"/>
                        <a:ext cx="2713038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815137"/>
              </p:ext>
            </p:extLst>
          </p:nvPr>
        </p:nvGraphicFramePr>
        <p:xfrm>
          <a:off x="2366021" y="3773487"/>
          <a:ext cx="464820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90700" imgH="419100" progId="Equation.3">
                  <p:embed/>
                </p:oleObj>
              </mc:Choice>
              <mc:Fallback>
                <p:oleObj name="公式" r:id="rId8" imgW="1790700" imgH="419100" progId="Equation.3">
                  <p:embed/>
                  <p:pic>
                    <p:nvPicPr>
                      <p:cNvPr id="0" name="Picture 3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021" y="3773487"/>
                        <a:ext cx="4648200" cy="1023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455013"/>
              </p:ext>
            </p:extLst>
          </p:nvPr>
        </p:nvGraphicFramePr>
        <p:xfrm>
          <a:off x="2318848" y="4982367"/>
          <a:ext cx="643572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794000" imgH="393700" progId="Equation.3">
                  <p:embed/>
                </p:oleObj>
              </mc:Choice>
              <mc:Fallback>
                <p:oleObj name="公式" r:id="rId10" imgW="2794000" imgH="393700" progId="Equation.3">
                  <p:embed/>
                  <p:pic>
                    <p:nvPicPr>
                      <p:cNvPr id="0" name="Picture 3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8848" y="4982367"/>
                        <a:ext cx="6435725" cy="963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279576" y="2245071"/>
            <a:ext cx="5969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kumimoji="1"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2393157" y="3009107"/>
            <a:ext cx="3657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宋体" panose="02010600030101010101" pitchFamily="2" charset="-122"/>
              </a:rPr>
              <a:t>于是由换元公式得</a:t>
            </a:r>
          </a:p>
        </p:txBody>
      </p:sp>
      <p:sp>
        <p:nvSpPr>
          <p:cNvPr id="20489" name="TextBox 1"/>
          <p:cNvSpPr txBox="1">
            <a:spLocks noChangeArrowheads="1"/>
          </p:cNvSpPr>
          <p:nvPr/>
        </p:nvSpPr>
        <p:spPr bwMode="auto">
          <a:xfrm>
            <a:off x="2356422" y="1168241"/>
            <a:ext cx="15763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b="1" dirty="0"/>
              <a:t>   </a:t>
            </a:r>
            <a:r>
              <a:rPr lang="zh-CN" altLang="en-US" b="1" dirty="0"/>
              <a:t>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51144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/>
      <p:bldP spid="1639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7FA5B3F-A22E-4945-8B1F-071F6A80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20</a:t>
            </a:fld>
            <a:endParaRPr lang="en-US" altLang="zh-CN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09485E8-2526-45CB-AA32-3A6AACCABB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512" y="980728"/>
          <a:ext cx="2677050" cy="1083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431640" progId="Equation.DSMT4">
                  <p:embed/>
                </p:oleObj>
              </mc:Choice>
              <mc:Fallback>
                <p:oleObj name="Equation" r:id="rId2" imgW="1066680" imgH="431640" progId="Equation.DSMT4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980728"/>
                        <a:ext cx="2677050" cy="10835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E205CED-4550-447C-9919-BD2F23B1E1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138182"/>
              </p:ext>
            </p:extLst>
          </p:nvPr>
        </p:nvGraphicFramePr>
        <p:xfrm>
          <a:off x="1688314" y="1898450"/>
          <a:ext cx="2645179" cy="1083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431640" progId="Equation.DSMT4">
                  <p:embed/>
                </p:oleObj>
              </mc:Choice>
              <mc:Fallback>
                <p:oleObj name="Equation" r:id="rId4" imgW="1054080" imgH="431640" progId="Equation.DSMT4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8314" y="1898450"/>
                        <a:ext cx="2645179" cy="10835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2922EDB-A61C-4522-B0E2-7E8DDF5196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231959"/>
              </p:ext>
            </p:extLst>
          </p:nvPr>
        </p:nvGraphicFramePr>
        <p:xfrm>
          <a:off x="1641245" y="2852936"/>
          <a:ext cx="2619849" cy="1113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431640" progId="Equation.DSMT4">
                  <p:embed/>
                </p:oleObj>
              </mc:Choice>
              <mc:Fallback>
                <p:oleObj name="Equation" r:id="rId6" imgW="1015920" imgH="431640" progId="Equation.DSMT4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245" y="2852936"/>
                        <a:ext cx="2619849" cy="11134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1514148-758D-4779-9458-F03679961F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638854"/>
              </p:ext>
            </p:extLst>
          </p:nvPr>
        </p:nvGraphicFramePr>
        <p:xfrm>
          <a:off x="1664929" y="3936504"/>
          <a:ext cx="3547342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85720" imgH="482400" progId="Equation.DSMT4">
                  <p:embed/>
                </p:oleObj>
              </mc:Choice>
              <mc:Fallback>
                <p:oleObj name="Equation" r:id="rId8" imgW="1485720" imgH="482400" progId="Equation.DSMT4">
                  <p:embed/>
                  <p:pic>
                    <p:nvPicPr>
                      <p:cNvPr id="0" name="Picture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4929" y="3936504"/>
                        <a:ext cx="3547342" cy="1152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1514148-758D-4779-9458-F03679961F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178151"/>
              </p:ext>
            </p:extLst>
          </p:nvPr>
        </p:nvGraphicFramePr>
        <p:xfrm>
          <a:off x="1703512" y="5088632"/>
          <a:ext cx="209232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240" imgH="368280" progId="Equation.DSMT4">
                  <p:embed/>
                </p:oleObj>
              </mc:Choice>
              <mc:Fallback>
                <p:oleObj name="Equation" r:id="rId10" imgW="876240" imgH="368280" progId="Equation.DSMT4">
                  <p:embed/>
                  <p:pic>
                    <p:nvPicPr>
                      <p:cNvPr id="0" name="Picture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5088632"/>
                        <a:ext cx="2092325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99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3"/>
          <p:cNvSpPr txBox="1">
            <a:spLocks noChangeArrowheads="1"/>
          </p:cNvSpPr>
          <p:nvPr/>
        </p:nvSpPr>
        <p:spPr bwMode="auto">
          <a:xfrm>
            <a:off x="2174796" y="654049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当分母的阶较高时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可采用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倒代换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54171"/>
              </p:ext>
            </p:extLst>
          </p:nvPr>
        </p:nvGraphicFramePr>
        <p:xfrm>
          <a:off x="7608168" y="469105"/>
          <a:ext cx="965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65200" imgH="889000" progId="Equation.3">
                  <p:embed/>
                </p:oleObj>
              </mc:Choice>
              <mc:Fallback>
                <p:oleObj name="公式" r:id="rId2" imgW="965200" imgH="889000" progId="Equation.3">
                  <p:embed/>
                  <p:pic>
                    <p:nvPicPr>
                      <p:cNvPr id="0" name="Picture 8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168" y="469105"/>
                        <a:ext cx="9652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2754313" y="1984375"/>
            <a:ext cx="1371600" cy="889000"/>
            <a:chOff x="1056" y="1632"/>
            <a:chExt cx="864" cy="560"/>
          </a:xfrm>
        </p:grpSpPr>
        <p:sp>
          <p:nvSpPr>
            <p:cNvPr id="21519" name="Text Box 10"/>
            <p:cNvSpPr txBox="1">
              <a:spLocks noChangeArrowheads="1"/>
            </p:cNvSpPr>
            <p:nvPr/>
          </p:nvSpPr>
          <p:spPr bwMode="auto">
            <a:xfrm>
              <a:off x="1056" y="1737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21520" name="Object 11"/>
            <p:cNvGraphicFramePr>
              <a:graphicFrameLocks noChangeAspect="1"/>
            </p:cNvGraphicFramePr>
            <p:nvPr/>
          </p:nvGraphicFramePr>
          <p:xfrm>
            <a:off x="1392" y="1632"/>
            <a:ext cx="528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838200" imgH="889000" progId="Equation.3">
                    <p:embed/>
                  </p:oleObj>
                </mc:Choice>
                <mc:Fallback>
                  <p:oleObj name="公式" r:id="rId4" imgW="838200" imgH="889000" progId="Equation.3">
                    <p:embed/>
                    <p:pic>
                      <p:nvPicPr>
                        <p:cNvPr id="0" name="Picture 8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632"/>
                          <a:ext cx="528" cy="5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209801" y="2166939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406900" y="2005013"/>
          <a:ext cx="2324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24100" imgH="889000" progId="Equation.3">
                  <p:embed/>
                </p:oleObj>
              </mc:Choice>
              <mc:Fallback>
                <p:oleObj name="公式" r:id="rId6" imgW="2324100" imgH="889000" progId="Equation.3">
                  <p:embed/>
                  <p:pic>
                    <p:nvPicPr>
                      <p:cNvPr id="0" name="Picture 8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00" y="2005013"/>
                        <a:ext cx="23241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161240"/>
              </p:ext>
            </p:extLst>
          </p:nvPr>
        </p:nvGraphicFramePr>
        <p:xfrm>
          <a:off x="2230438" y="2814613"/>
          <a:ext cx="2156906" cy="965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65200" imgH="431800" progId="Equation.DSMT4">
                  <p:embed/>
                </p:oleObj>
              </mc:Choice>
              <mc:Fallback>
                <p:oleObj name="Equation" r:id="rId8" imgW="965200" imgH="431800" progId="Equation.DSMT4">
                  <p:embed/>
                  <p:pic>
                    <p:nvPicPr>
                      <p:cNvPr id="0" name="Picture 8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38" y="2814613"/>
                        <a:ext cx="2156906" cy="9651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113872"/>
              </p:ext>
            </p:extLst>
          </p:nvPr>
        </p:nvGraphicFramePr>
        <p:xfrm>
          <a:off x="4345175" y="2788161"/>
          <a:ext cx="3379415" cy="1533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11300" imgH="685800" progId="Equation.DSMT4">
                  <p:embed/>
                </p:oleObj>
              </mc:Choice>
              <mc:Fallback>
                <p:oleObj name="Equation" r:id="rId10" imgW="1511300" imgH="685800" progId="Equation.DSMT4">
                  <p:embed/>
                  <p:pic>
                    <p:nvPicPr>
                      <p:cNvPr id="0" name="Picture 8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5175" y="2788161"/>
                        <a:ext cx="3379415" cy="15333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466182"/>
              </p:ext>
            </p:extLst>
          </p:nvPr>
        </p:nvGraphicFramePr>
        <p:xfrm>
          <a:off x="7724590" y="2776512"/>
          <a:ext cx="19050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12447" imgH="444307" progId="Equation.DSMT4">
                  <p:embed/>
                </p:oleObj>
              </mc:Choice>
              <mc:Fallback>
                <p:oleObj name="Equation" r:id="rId12" imgW="812447" imgH="444307" progId="Equation.DSMT4">
                  <p:embed/>
                  <p:pic>
                    <p:nvPicPr>
                      <p:cNvPr id="0" name="Picture 8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4590" y="2776512"/>
                        <a:ext cx="19050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230438" y="4052889"/>
          <a:ext cx="2322512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90170" imgH="431613" progId="Equation.DSMT4">
                  <p:embed/>
                </p:oleObj>
              </mc:Choice>
              <mc:Fallback>
                <p:oleObj name="Equation" r:id="rId14" imgW="990170" imgH="431613" progId="Equation.DSMT4">
                  <p:embed/>
                  <p:pic>
                    <p:nvPicPr>
                      <p:cNvPr id="0" name="Picture 8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38" y="4052889"/>
                        <a:ext cx="2322512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419601" y="4114801"/>
          <a:ext cx="3097213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20227" imgH="431613" progId="Equation.DSMT4">
                  <p:embed/>
                </p:oleObj>
              </mc:Choice>
              <mc:Fallback>
                <p:oleObj name="Equation" r:id="rId16" imgW="1320227" imgH="431613" progId="Equation.DSMT4">
                  <p:embed/>
                  <p:pic>
                    <p:nvPicPr>
                      <p:cNvPr id="0" name="Picture 8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1" y="4114801"/>
                        <a:ext cx="3097213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806137"/>
              </p:ext>
            </p:extLst>
          </p:nvPr>
        </p:nvGraphicFramePr>
        <p:xfrm>
          <a:off x="2876045" y="5209099"/>
          <a:ext cx="2177543" cy="904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77760" imgH="406080" progId="Equation.DSMT4">
                  <p:embed/>
                </p:oleObj>
              </mc:Choice>
              <mc:Fallback>
                <p:oleObj name="Equation" r:id="rId18" imgW="977760" imgH="406080" progId="Equation.DSMT4">
                  <p:embed/>
                  <p:pic>
                    <p:nvPicPr>
                      <p:cNvPr id="0" name="Picture 8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045" y="5209099"/>
                        <a:ext cx="2177543" cy="9045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191689"/>
              </p:ext>
            </p:extLst>
          </p:nvPr>
        </p:nvGraphicFramePr>
        <p:xfrm>
          <a:off x="5077420" y="5235808"/>
          <a:ext cx="2659062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31560" imgH="406080" progId="Equation.DSMT4">
                  <p:embed/>
                </p:oleObj>
              </mc:Choice>
              <mc:Fallback>
                <p:oleObj name="Equation" r:id="rId20" imgW="1231560" imgH="406080" progId="Equation.DSMT4">
                  <p:embed/>
                  <p:pic>
                    <p:nvPicPr>
                      <p:cNvPr id="0" name="Picture 8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7420" y="5235808"/>
                        <a:ext cx="2659062" cy="877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209801" y="1046695"/>
            <a:ext cx="4013881" cy="997260"/>
            <a:chOff x="2209801" y="1046695"/>
            <a:chExt cx="4013881" cy="997260"/>
          </a:xfrm>
        </p:grpSpPr>
        <p:graphicFrame>
          <p:nvGraphicFramePr>
            <p:cNvPr id="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2501764"/>
                </p:ext>
              </p:extLst>
            </p:nvPr>
          </p:nvGraphicFramePr>
          <p:xfrm>
            <a:off x="3995130" y="1046695"/>
            <a:ext cx="2228552" cy="997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965200" imgH="431800" progId="Equation.DSMT4">
                    <p:embed/>
                  </p:oleObj>
                </mc:Choice>
                <mc:Fallback>
                  <p:oleObj name="Equation" r:id="rId22" imgW="965200" imgH="431800" progId="Equation.DSMT4">
                    <p:embed/>
                    <p:pic>
                      <p:nvPicPr>
                        <p:cNvPr id="0" name="Picture 8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5130" y="1046695"/>
                          <a:ext cx="2228552" cy="9972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Box 1"/>
            <p:cNvSpPr txBox="1">
              <a:spLocks noChangeArrowheads="1"/>
            </p:cNvSpPr>
            <p:nvPr/>
          </p:nvSpPr>
          <p:spPr bwMode="auto">
            <a:xfrm>
              <a:off x="2209801" y="1282841"/>
              <a:ext cx="1576387" cy="585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FF0000"/>
                  </a:solidFill>
                </a:rPr>
                <a:t>例</a:t>
              </a: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b="1" dirty="0"/>
                <a:t>   </a:t>
              </a:r>
              <a:r>
                <a:rPr lang="zh-CN" altLang="en-US" b="1" dirty="0"/>
                <a:t>求</a:t>
              </a:r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583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1"/>
          <p:cNvSpPr txBox="1">
            <a:spLocks noChangeArrowheads="1"/>
          </p:cNvSpPr>
          <p:nvPr/>
        </p:nvSpPr>
        <p:spPr bwMode="auto">
          <a:xfrm>
            <a:off x="1523680" y="750187"/>
            <a:ext cx="18646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800" b="1" dirty="0">
                <a:solidFill>
                  <a:srgbClr val="FF0000"/>
                </a:solidFill>
              </a:rPr>
              <a:t>  </a:t>
            </a:r>
            <a:r>
              <a:rPr lang="zh-CN" altLang="en-US" sz="2800" b="1" dirty="0"/>
              <a:t>  计算</a:t>
            </a:r>
          </a:p>
        </p:txBody>
      </p:sp>
      <p:graphicFrame>
        <p:nvGraphicFramePr>
          <p:cNvPr id="22531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289441"/>
              </p:ext>
            </p:extLst>
          </p:nvPr>
        </p:nvGraphicFramePr>
        <p:xfrm>
          <a:off x="3549579" y="439786"/>
          <a:ext cx="2428875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865" imgH="482391" progId="Equation.DSMT4">
                  <p:embed/>
                </p:oleObj>
              </mc:Choice>
              <mc:Fallback>
                <p:oleObj name="Equation" r:id="rId2" imgW="1002865" imgH="482391" progId="Equation.DSMT4">
                  <p:embed/>
                  <p:pic>
                    <p:nvPicPr>
                      <p:cNvPr id="0" name="Picture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579" y="439786"/>
                        <a:ext cx="2428875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499799" y="1491329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2614161" y="1486825"/>
            <a:ext cx="3325813" cy="568325"/>
            <a:chOff x="1066800" y="1486382"/>
            <a:chExt cx="3326180" cy="568225"/>
          </a:xfrm>
        </p:grpSpPr>
        <p:sp>
          <p:nvSpPr>
            <p:cNvPr id="22550" name="TextBox 4"/>
            <p:cNvSpPr txBox="1">
              <a:spLocks noChangeArrowheads="1"/>
            </p:cNvSpPr>
            <p:nvPr/>
          </p:nvSpPr>
          <p:spPr bwMode="auto">
            <a:xfrm>
              <a:off x="1066800" y="1508885"/>
              <a:ext cx="126188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做变换</a:t>
              </a:r>
            </a:p>
          </p:txBody>
        </p:sp>
        <p:graphicFrame>
          <p:nvGraphicFramePr>
            <p:cNvPr id="22551" name="对象 5"/>
            <p:cNvGraphicFramePr>
              <a:graphicFrameLocks noChangeAspect="1"/>
            </p:cNvGraphicFramePr>
            <p:nvPr/>
          </p:nvGraphicFramePr>
          <p:xfrm>
            <a:off x="2209800" y="1486382"/>
            <a:ext cx="2183180" cy="568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27100" imgH="241300" progId="Equation.DSMT4">
                    <p:embed/>
                  </p:oleObj>
                </mc:Choice>
                <mc:Fallback>
                  <p:oleObj name="Equation" r:id="rId4" imgW="927100" imgH="241300" progId="Equation.DSMT4">
                    <p:embed/>
                    <p:pic>
                      <p:nvPicPr>
                        <p:cNvPr id="0" name="Picture 1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9800" y="1486382"/>
                          <a:ext cx="2183180" cy="568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6020503" y="1524112"/>
            <a:ext cx="4006850" cy="525462"/>
            <a:chOff x="4572000" y="1522413"/>
            <a:chExt cx="4006850" cy="524807"/>
          </a:xfrm>
        </p:grpSpPr>
        <p:graphicFrame>
          <p:nvGraphicFramePr>
            <p:cNvPr id="22548" name="对象 6"/>
            <p:cNvGraphicFramePr>
              <a:graphicFrameLocks noChangeAspect="1"/>
            </p:cNvGraphicFramePr>
            <p:nvPr/>
          </p:nvGraphicFramePr>
          <p:xfrm>
            <a:off x="5157788" y="1522413"/>
            <a:ext cx="3421062" cy="509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36700" imgH="228600" progId="Equation.DSMT4">
                    <p:embed/>
                  </p:oleObj>
                </mc:Choice>
                <mc:Fallback>
                  <p:oleObj name="Equation" r:id="rId6" imgW="1536700" imgH="228600" progId="Equation.DSMT4">
                    <p:embed/>
                    <p:pic>
                      <p:nvPicPr>
                        <p:cNvPr id="0" name="Picture 1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7788" y="1522413"/>
                          <a:ext cx="3421062" cy="509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9" name="TextBox 7"/>
            <p:cNvSpPr txBox="1">
              <a:spLocks noChangeArrowheads="1"/>
            </p:cNvSpPr>
            <p:nvPr/>
          </p:nvSpPr>
          <p:spPr bwMode="auto">
            <a:xfrm>
              <a:off x="4572000" y="1524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则</a:t>
              </a:r>
            </a:p>
          </p:txBody>
        </p:sp>
      </p:grp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1735292" y="2024127"/>
            <a:ext cx="2955925" cy="917575"/>
            <a:chOff x="621714" y="2005728"/>
            <a:chExt cx="2956259" cy="917575"/>
          </a:xfrm>
        </p:grpSpPr>
        <p:sp>
          <p:nvSpPr>
            <p:cNvPr id="22545" name="TextBox 10"/>
            <p:cNvSpPr txBox="1">
              <a:spLocks noChangeArrowheads="1"/>
            </p:cNvSpPr>
            <p:nvPr/>
          </p:nvSpPr>
          <p:spPr bwMode="auto">
            <a:xfrm>
              <a:off x="621714" y="2209800"/>
              <a:ext cx="295625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当         时，        </a:t>
              </a:r>
            </a:p>
          </p:txBody>
        </p:sp>
        <p:graphicFrame>
          <p:nvGraphicFramePr>
            <p:cNvPr id="22546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4750424"/>
                </p:ext>
              </p:extLst>
            </p:nvPr>
          </p:nvGraphicFramePr>
          <p:xfrm>
            <a:off x="1043352" y="2005728"/>
            <a:ext cx="885825" cy="917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93480" imgH="406080" progId="Equation.DSMT4">
                    <p:embed/>
                  </p:oleObj>
                </mc:Choice>
                <mc:Fallback>
                  <p:oleObj name="Equation" r:id="rId8" imgW="393480" imgH="406080" progId="Equation.DSMT4">
                    <p:embed/>
                    <p:pic>
                      <p:nvPicPr>
                        <p:cNvPr id="0" name="Picture 10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352" y="2005728"/>
                          <a:ext cx="885825" cy="917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7" name="对象 12"/>
            <p:cNvGraphicFramePr>
              <a:graphicFrameLocks noChangeAspect="1"/>
            </p:cNvGraphicFramePr>
            <p:nvPr/>
          </p:nvGraphicFramePr>
          <p:xfrm>
            <a:off x="2461406" y="2032876"/>
            <a:ext cx="916643" cy="8627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31613" imgH="406224" progId="Equation.DSMT4">
                    <p:embed/>
                  </p:oleObj>
                </mc:Choice>
                <mc:Fallback>
                  <p:oleObj name="Equation" r:id="rId10" imgW="431613" imgH="406224" progId="Equation.DSMT4">
                    <p:embed/>
                    <p:pic>
                      <p:nvPicPr>
                        <p:cNvPr id="0" name="Picture 10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1406" y="2032876"/>
                          <a:ext cx="916643" cy="8627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4605852" y="2028905"/>
            <a:ext cx="2957512" cy="917575"/>
            <a:chOff x="621714" y="2005728"/>
            <a:chExt cx="2956259" cy="917575"/>
          </a:xfrm>
        </p:grpSpPr>
        <p:sp>
          <p:nvSpPr>
            <p:cNvPr id="22542" name="TextBox 15"/>
            <p:cNvSpPr txBox="1">
              <a:spLocks noChangeArrowheads="1"/>
            </p:cNvSpPr>
            <p:nvPr/>
          </p:nvSpPr>
          <p:spPr bwMode="auto">
            <a:xfrm>
              <a:off x="621714" y="2209800"/>
              <a:ext cx="295625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当         时，        </a:t>
              </a:r>
            </a:p>
          </p:txBody>
        </p:sp>
        <p:graphicFrame>
          <p:nvGraphicFramePr>
            <p:cNvPr id="22543" name="对象 16"/>
            <p:cNvGraphicFramePr>
              <a:graphicFrameLocks noChangeAspect="1"/>
            </p:cNvGraphicFramePr>
            <p:nvPr/>
          </p:nvGraphicFramePr>
          <p:xfrm>
            <a:off x="1043352" y="2005728"/>
            <a:ext cx="885825" cy="917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93359" imgH="406048" progId="Equation.DSMT4">
                    <p:embed/>
                  </p:oleObj>
                </mc:Choice>
                <mc:Fallback>
                  <p:oleObj name="Equation" r:id="rId12" imgW="393359" imgH="406048" progId="Equation.DSMT4">
                    <p:embed/>
                    <p:pic>
                      <p:nvPicPr>
                        <p:cNvPr id="0" name="Picture 10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352" y="2005728"/>
                          <a:ext cx="885825" cy="917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4" name="对象 17"/>
            <p:cNvGraphicFramePr>
              <a:graphicFrameLocks noChangeAspect="1"/>
            </p:cNvGraphicFramePr>
            <p:nvPr/>
          </p:nvGraphicFramePr>
          <p:xfrm>
            <a:off x="2470505" y="2040048"/>
            <a:ext cx="916643" cy="8627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31613" imgH="406224" progId="Equation.DSMT4">
                    <p:embed/>
                  </p:oleObj>
                </mc:Choice>
                <mc:Fallback>
                  <p:oleObj name="Equation" r:id="rId14" imgW="431613" imgH="406224" progId="Equation.DSMT4">
                    <p:embed/>
                    <p:pic>
                      <p:nvPicPr>
                        <p:cNvPr id="0" name="Picture 10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0505" y="2040048"/>
                          <a:ext cx="916643" cy="8627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7444255" y="2256903"/>
            <a:ext cx="1266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所以，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600374"/>
              </p:ext>
            </p:extLst>
          </p:nvPr>
        </p:nvGraphicFramePr>
        <p:xfrm>
          <a:off x="1453428" y="2830762"/>
          <a:ext cx="6241503" cy="1123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79700" imgH="482600" progId="Equation.DSMT4">
                  <p:embed/>
                </p:oleObj>
              </mc:Choice>
              <mc:Fallback>
                <p:oleObj name="Equation" r:id="rId16" imgW="2679700" imgH="482600" progId="Equation.DSMT4">
                  <p:embed/>
                  <p:pic>
                    <p:nvPicPr>
                      <p:cNvPr id="0" name="Picture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3428" y="2830762"/>
                        <a:ext cx="6241503" cy="11232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3902684"/>
              </p:ext>
            </p:extLst>
          </p:nvPr>
        </p:nvGraphicFramePr>
        <p:xfrm>
          <a:off x="7623146" y="2941702"/>
          <a:ext cx="1387351" cy="885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96900" imgH="381000" progId="Equation.DSMT4">
                  <p:embed/>
                </p:oleObj>
              </mc:Choice>
              <mc:Fallback>
                <p:oleObj name="Equation" r:id="rId18" imgW="596900" imgH="381000" progId="Equation.DSMT4">
                  <p:embed/>
                  <p:pic>
                    <p:nvPicPr>
                      <p:cNvPr id="0" name="Picture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3146" y="2941702"/>
                        <a:ext cx="1387351" cy="8856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055773"/>
              </p:ext>
            </p:extLst>
          </p:nvPr>
        </p:nvGraphicFramePr>
        <p:xfrm>
          <a:off x="8965565" y="2868868"/>
          <a:ext cx="1963831" cy="952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63225" imgH="418918" progId="Equation.DSMT4">
                  <p:embed/>
                </p:oleObj>
              </mc:Choice>
              <mc:Fallback>
                <p:oleObj name="Equation" r:id="rId20" imgW="863225" imgH="418918" progId="Equation.DSMT4">
                  <p:embed/>
                  <p:pic>
                    <p:nvPicPr>
                      <p:cNvPr id="0" name="Picture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5565" y="2868868"/>
                        <a:ext cx="1963831" cy="9529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1" name="TextBox 22"/>
          <p:cNvSpPr txBox="1">
            <a:spLocks noChangeArrowheads="1"/>
          </p:cNvSpPr>
          <p:nvPr/>
        </p:nvSpPr>
        <p:spPr bwMode="auto">
          <a:xfrm>
            <a:off x="6055667" y="755310"/>
            <a:ext cx="16273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00CC"/>
                </a:solidFill>
              </a:rPr>
              <a:t>上海交大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092015"/>
              </p:ext>
            </p:extLst>
          </p:nvPr>
        </p:nvGraphicFramePr>
        <p:xfrm>
          <a:off x="2599744" y="4114643"/>
          <a:ext cx="5693710" cy="1133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16120" imgH="520560" progId="Equation.DSMT4">
                  <p:embed/>
                </p:oleObj>
              </mc:Choice>
              <mc:Fallback>
                <p:oleObj name="Equation" r:id="rId22" imgW="2616120" imgH="520560" progId="Equation.DSMT4">
                  <p:embed/>
                  <p:pic>
                    <p:nvPicPr>
                      <p:cNvPr id="0" name="Picture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9744" y="4114643"/>
                        <a:ext cx="5693710" cy="11330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823408"/>
              </p:ext>
            </p:extLst>
          </p:nvPr>
        </p:nvGraphicFramePr>
        <p:xfrm>
          <a:off x="2462636" y="5208528"/>
          <a:ext cx="400843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41400" imgH="380880" progId="Equation.DSMT4">
                  <p:embed/>
                </p:oleObj>
              </mc:Choice>
              <mc:Fallback>
                <p:oleObj name="Equation" r:id="rId24" imgW="1841400" imgH="380880" progId="Equation.DSMT4">
                  <p:embed/>
                  <p:pic>
                    <p:nvPicPr>
                      <p:cNvPr id="0" name="Picture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636" y="5208528"/>
                        <a:ext cx="4008438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483886"/>
              </p:ext>
            </p:extLst>
          </p:nvPr>
        </p:nvGraphicFramePr>
        <p:xfrm>
          <a:off x="6549561" y="5179953"/>
          <a:ext cx="22669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41120" imgH="393480" progId="Equation.DSMT4">
                  <p:embed/>
                </p:oleObj>
              </mc:Choice>
              <mc:Fallback>
                <p:oleObj name="Equation" r:id="rId26" imgW="1041120" imgH="393480" progId="Equation.DSMT4">
                  <p:embed/>
                  <p:pic>
                    <p:nvPicPr>
                      <p:cNvPr id="0" name="Picture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9561" y="5179953"/>
                        <a:ext cx="2266950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528710" y="434978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另解</a:t>
            </a: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628636"/>
              </p:ext>
            </p:extLst>
          </p:nvPr>
        </p:nvGraphicFramePr>
        <p:xfrm>
          <a:off x="8894998" y="5179953"/>
          <a:ext cx="1007556" cy="851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95000" imgH="419040" progId="Equation.DSMT4">
                  <p:embed/>
                </p:oleObj>
              </mc:Choice>
              <mc:Fallback>
                <p:oleObj name="Equation" r:id="rId28" imgW="495000" imgH="419040" progId="Equation.DSMT4">
                  <p:embed/>
                  <p:pic>
                    <p:nvPicPr>
                      <p:cNvPr id="0" name="Picture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4998" y="5179953"/>
                        <a:ext cx="1007556" cy="8514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057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47528" y="764704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683842" y="584100"/>
          <a:ext cx="694055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24080" imgH="406080" progId="Equation.DSMT4">
                  <p:embed/>
                </p:oleObj>
              </mc:Choice>
              <mc:Fallback>
                <p:oleObj name="Equation" r:id="rId2" imgW="3124080" imgH="406080" progId="Equation.DSMT4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3842" y="584100"/>
                        <a:ext cx="6940550" cy="903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775520" y="1556792"/>
          <a:ext cx="2232248" cy="474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920" imgH="215640" progId="Equation.DSMT4">
                  <p:embed/>
                </p:oleObj>
              </mc:Choice>
              <mc:Fallback>
                <p:oleObj name="Equation" r:id="rId4" imgW="1015920" imgH="215640" progId="Equation.DSMT4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0" y="1556792"/>
                        <a:ext cx="2232248" cy="4743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151785" y="1536669"/>
          <a:ext cx="4680519" cy="473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33360" imgH="215640" progId="Equation.DSMT4">
                  <p:embed/>
                </p:oleObj>
              </mc:Choice>
              <mc:Fallback>
                <p:oleObj name="Equation" r:id="rId6" imgW="2133360" imgH="215640" progId="Equation.DSMT4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785" y="1536669"/>
                        <a:ext cx="4680519" cy="4736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703512" y="211017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解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351584" y="2141606"/>
          <a:ext cx="4104456" cy="487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15840" imgH="215640" progId="Equation.DSMT4">
                  <p:embed/>
                </p:oleObj>
              </mc:Choice>
              <mc:Fallback>
                <p:oleObj name="Equation" r:id="rId8" imgW="1815840" imgH="215640" progId="Equation.DSMT4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2141606"/>
                        <a:ext cx="4104456" cy="487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492043" y="2123431"/>
          <a:ext cx="1764197" cy="468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12520" imgH="215640" progId="Equation.DSMT4">
                  <p:embed/>
                </p:oleObj>
              </mc:Choice>
              <mc:Fallback>
                <p:oleObj name="Equation" r:id="rId10" imgW="812520" imgH="215640" progId="Equation.DSMT4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043" y="2123431"/>
                        <a:ext cx="1764197" cy="4686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233919" y="2108727"/>
          <a:ext cx="1478384" cy="483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0240" imgH="215640" progId="Equation.DSMT4">
                  <p:embed/>
                </p:oleObj>
              </mc:Choice>
              <mc:Fallback>
                <p:oleObj name="Equation" r:id="rId12" imgW="660240" imgH="215640" progId="Equation.DSMT4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3919" y="2108727"/>
                        <a:ext cx="1478384" cy="4833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775519" y="2674139"/>
          <a:ext cx="3348101" cy="9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98320" imgH="406080" progId="Equation.DSMT4">
                  <p:embed/>
                </p:oleObj>
              </mc:Choice>
              <mc:Fallback>
                <p:oleObj name="Equation" r:id="rId14" imgW="1498320" imgH="406080" progId="Equation.DSMT4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19" y="2674139"/>
                        <a:ext cx="3348101" cy="907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159896" y="2924944"/>
          <a:ext cx="2376264" cy="469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91880" imgH="215640" progId="Equation.DSMT4">
                  <p:embed/>
                </p:oleObj>
              </mc:Choice>
              <mc:Fallback>
                <p:oleObj name="Equation" r:id="rId16" imgW="1091880" imgH="215640" progId="Equation.DSMT4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896" y="2924944"/>
                        <a:ext cx="2376264" cy="4697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747946" y="3376190"/>
          <a:ext cx="4607337" cy="933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06280" imgH="406080" progId="Equation.DSMT4">
                  <p:embed/>
                </p:oleObj>
              </mc:Choice>
              <mc:Fallback>
                <p:oleObj name="Equation" r:id="rId18" imgW="2006280" imgH="406080" progId="Equation.DSMT4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46" y="3376190"/>
                        <a:ext cx="4607337" cy="9331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861766" y="4318445"/>
          <a:ext cx="1772359" cy="470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12520" imgH="215640" progId="Equation.DSMT4">
                  <p:embed/>
                </p:oleObj>
              </mc:Choice>
              <mc:Fallback>
                <p:oleObj name="Equation" r:id="rId20" imgW="812520" imgH="215640" progId="Equation.DSMT4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1766" y="4318445"/>
                        <a:ext cx="1772359" cy="4707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011614" y="4622038"/>
          <a:ext cx="3245022" cy="887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85720" imgH="406080" progId="Equation.DSMT4">
                  <p:embed/>
                </p:oleObj>
              </mc:Choice>
              <mc:Fallback>
                <p:oleObj name="Equation" r:id="rId22" imgW="1485720" imgH="406080" progId="Equation.DSMT4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614" y="4622038"/>
                        <a:ext cx="3245022" cy="8875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172261" y="4625014"/>
          <a:ext cx="2639564" cy="861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44520" imgH="406080" progId="Equation.DSMT4">
                  <p:embed/>
                </p:oleObj>
              </mc:Choice>
              <mc:Fallback>
                <p:oleObj name="Equation" r:id="rId24" imgW="1244520" imgH="406080" progId="Equation.DSMT4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261" y="4625014"/>
                        <a:ext cx="2639564" cy="8618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811925" y="4618655"/>
          <a:ext cx="1538036" cy="834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49160" imgH="406080" progId="Equation.DSMT4">
                  <p:embed/>
                </p:oleObj>
              </mc:Choice>
              <mc:Fallback>
                <p:oleObj name="Equation" r:id="rId26" imgW="749160" imgH="406080" progId="Equation.DSMT4">
                  <p:embed/>
                  <p:pic>
                    <p:nvPicPr>
                      <p:cNvPr id="0" name="Picture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1925" y="4618655"/>
                        <a:ext cx="1538036" cy="8341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9264353" y="4614573"/>
          <a:ext cx="720079" cy="822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55320" imgH="406080" progId="Equation.DSMT4">
                  <p:embed/>
                </p:oleObj>
              </mc:Choice>
              <mc:Fallback>
                <p:oleObj name="Equation" r:id="rId28" imgW="355320" imgH="406080" progId="Equation.DSMT4">
                  <p:embed/>
                  <p:pic>
                    <p:nvPicPr>
                      <p:cNvPr id="0" name="Picture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4353" y="4614573"/>
                        <a:ext cx="720079" cy="8229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1861766" y="5538255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因为，</a:t>
            </a:r>
          </a:p>
        </p:txBody>
      </p:sp>
    </p:spTree>
    <p:extLst>
      <p:ext uri="{BB962C8B-B14F-4D97-AF65-F5344CB8AC3E}">
        <p14:creationId xmlns:p14="http://schemas.microsoft.com/office/powerpoint/2010/main" val="15107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703512" y="620688"/>
          <a:ext cx="4680520" cy="1088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120" imgH="507960" progId="Equation.DSMT4">
                  <p:embed/>
                </p:oleObj>
              </mc:Choice>
              <mc:Fallback>
                <p:oleObj name="Equation" r:id="rId2" imgW="2184120" imgH="507960" progId="Equation.DSMT4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620688"/>
                        <a:ext cx="4680520" cy="10884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999655" y="1628800"/>
          <a:ext cx="3836941" cy="1088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640" imgH="507960" progId="Equation.DSMT4">
                  <p:embed/>
                </p:oleObj>
              </mc:Choice>
              <mc:Fallback>
                <p:oleObj name="Equation" r:id="rId4" imgW="1790640" imgH="507960" progId="Equation.DSMT4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5" y="1628800"/>
                        <a:ext cx="3836941" cy="10884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022682" y="2717293"/>
          <a:ext cx="2088231" cy="845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960" imgH="406080" progId="Equation.DSMT4">
                  <p:embed/>
                </p:oleObj>
              </mc:Choice>
              <mc:Fallback>
                <p:oleObj name="Equation" r:id="rId6" imgW="1002960" imgH="406080" progId="Equation.DSMT4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82" y="2717293"/>
                        <a:ext cx="2088231" cy="8458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2927648" y="2686805"/>
            <a:ext cx="415498" cy="369332"/>
            <a:chOff x="5852247" y="4380783"/>
            <a:chExt cx="415498" cy="369332"/>
          </a:xfrm>
        </p:grpSpPr>
        <p:sp>
          <p:nvSpPr>
            <p:cNvPr id="11" name="椭圆 10"/>
            <p:cNvSpPr/>
            <p:nvPr/>
          </p:nvSpPr>
          <p:spPr>
            <a:xfrm>
              <a:off x="5879976" y="4405754"/>
              <a:ext cx="360040" cy="31939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400" b="1" i="0" u="none" strike="noStrike" kern="1200" cap="none" spc="0" normalizeH="0" baseline="0" noProof="0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852247" y="438078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洛</a:t>
              </a:r>
            </a:p>
          </p:txBody>
        </p:sp>
      </p:grp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036559" y="3501008"/>
          <a:ext cx="613173" cy="817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60" imgH="406080" progId="Equation.DSMT4">
                  <p:embed/>
                </p:oleObj>
              </mc:Choice>
              <mc:Fallback>
                <p:oleObj name="Equation" r:id="rId8" imgW="304560" imgH="406080" progId="Equation.DSMT4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559" y="3501008"/>
                        <a:ext cx="613173" cy="8175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663609" y="3729834"/>
          <a:ext cx="1117865" cy="43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20560" imgH="203040" progId="Equation.DSMT4">
                  <p:embed/>
                </p:oleObj>
              </mc:Choice>
              <mc:Fallback>
                <p:oleObj name="Equation" r:id="rId10" imgW="520560" imgH="203040" progId="Equation.DSMT4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609" y="3729834"/>
                        <a:ext cx="1117865" cy="436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919537" y="4494923"/>
          <a:ext cx="4032448" cy="489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7680" imgH="215640" progId="Equation.DSMT4">
                  <p:embed/>
                </p:oleObj>
              </mc:Choice>
              <mc:Fallback>
                <p:oleObj name="Equation" r:id="rId12" imgW="1777680" imgH="215640" progId="Equation.DSMT4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7" y="4494923"/>
                        <a:ext cx="4032448" cy="4896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0F23E57-7EB0-4EC9-98CF-4E2DAFDE4C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026089"/>
              </p:ext>
            </p:extLst>
          </p:nvPr>
        </p:nvGraphicFramePr>
        <p:xfrm>
          <a:off x="6528048" y="5193357"/>
          <a:ext cx="4032448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25400" imgH="406080" progId="Equation.DSMT4">
                  <p:embed/>
                </p:oleObj>
              </mc:Choice>
              <mc:Fallback>
                <p:oleObj name="Equation" r:id="rId14" imgW="1625400" imgH="406080" progId="Equation.DSMT4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8048" y="5193357"/>
                        <a:ext cx="4032448" cy="100811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059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461229"/>
              </p:ext>
            </p:extLst>
          </p:nvPr>
        </p:nvGraphicFramePr>
        <p:xfrm>
          <a:off x="2063552" y="1991955"/>
          <a:ext cx="7173912" cy="280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87069" imgH="2773867" progId="">
                  <p:embed/>
                </p:oleObj>
              </mc:Choice>
              <mc:Fallback>
                <p:oleObj name="Document" r:id="rId2" imgW="7087069" imgH="2773867" progId="">
                  <p:embed/>
                  <p:pic>
                    <p:nvPicPr>
                      <p:cNvPr id="0" name="Picture 2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1991955"/>
                        <a:ext cx="7173912" cy="280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2207568" y="4803637"/>
            <a:ext cx="816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73278"/>
              </p:ext>
            </p:extLst>
          </p:nvPr>
        </p:nvGraphicFramePr>
        <p:xfrm>
          <a:off x="3249364" y="4751307"/>
          <a:ext cx="5651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651500" imgH="685800" progId="Equation.3">
                  <p:embed/>
                </p:oleObj>
              </mc:Choice>
              <mc:Fallback>
                <p:oleObj name="公式" r:id="rId4" imgW="5651500" imgH="685800" progId="Equation.3">
                  <p:embed/>
                  <p:pic>
                    <p:nvPicPr>
                      <p:cNvPr id="0" name="Picture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364" y="4751307"/>
                        <a:ext cx="56515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794407"/>
              </p:ext>
            </p:extLst>
          </p:nvPr>
        </p:nvGraphicFramePr>
        <p:xfrm>
          <a:off x="2927648" y="5364373"/>
          <a:ext cx="57150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5275031" imgH="790336" progId="Word.Document.8">
                  <p:embed/>
                </p:oleObj>
              </mc:Choice>
              <mc:Fallback>
                <p:oleObj name="文档" r:id="rId6" imgW="5275031" imgH="790336" progId="Word.Document.8">
                  <p:embed/>
                  <p:pic>
                    <p:nvPicPr>
                      <p:cNvPr id="0" name="Picture 2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5364373"/>
                        <a:ext cx="5715000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TextBox 2"/>
          <p:cNvSpPr txBox="1">
            <a:spLocks noChangeArrowheads="1"/>
          </p:cNvSpPr>
          <p:nvPr/>
        </p:nvSpPr>
        <p:spPr bwMode="auto">
          <a:xfrm>
            <a:off x="1847528" y="1316451"/>
            <a:ext cx="647965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一、对称区间上奇偶函数积分方法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25</a:t>
            </a:fld>
            <a:endParaRPr lang="en-US" altLang="zh-CN"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FA5DEAB7-A5B4-4C3A-8DE8-841ED99F1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872" y="519831"/>
            <a:ext cx="413090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一些特殊代换举例</a:t>
            </a:r>
          </a:p>
        </p:txBody>
      </p:sp>
      <p:sp>
        <p:nvSpPr>
          <p:cNvPr id="3" name="矩形: 棱台 2">
            <a:extLst>
              <a:ext uri="{FF2B5EF4-FFF2-40B4-BE49-F238E27FC236}">
                <a16:creationId xmlns:a16="http://schemas.microsoft.com/office/drawing/2014/main" id="{2E03715C-7648-4EBA-8122-18C1C90EC16A}"/>
              </a:ext>
            </a:extLst>
          </p:cNvPr>
          <p:cNvSpPr/>
          <p:nvPr/>
        </p:nvSpPr>
        <p:spPr>
          <a:xfrm>
            <a:off x="4420004" y="321789"/>
            <a:ext cx="5132380" cy="1042416"/>
          </a:xfrm>
          <a:prstGeom prst="bevel">
            <a:avLst/>
          </a:prstGeom>
          <a:noFill/>
          <a:ln w="25400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559225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utoUpdateAnimBg="0"/>
      <p:bldP spid="2355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976275"/>
              </p:ext>
            </p:extLst>
          </p:nvPr>
        </p:nvGraphicFramePr>
        <p:xfrm>
          <a:off x="2844800" y="1675607"/>
          <a:ext cx="1955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55800" imgH="660400" progId="Equation.3">
                  <p:embed/>
                </p:oleObj>
              </mc:Choice>
              <mc:Fallback>
                <p:oleObj name="公式" r:id="rId2" imgW="1955800" imgH="660400" progId="Equation.3">
                  <p:embed/>
                  <p:pic>
                    <p:nvPicPr>
                      <p:cNvPr id="0" name="Picture 9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1675607"/>
                        <a:ext cx="19558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624614"/>
              </p:ext>
            </p:extLst>
          </p:nvPr>
        </p:nvGraphicFramePr>
        <p:xfrm>
          <a:off x="4821150" y="1675607"/>
          <a:ext cx="21717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71700" imgH="660400" progId="Equation.3">
                  <p:embed/>
                </p:oleObj>
              </mc:Choice>
              <mc:Fallback>
                <p:oleObj name="公式" r:id="rId4" imgW="2171700" imgH="660400" progId="Equation.3">
                  <p:embed/>
                  <p:pic>
                    <p:nvPicPr>
                      <p:cNvPr id="0" name="Picture 9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150" y="1675607"/>
                        <a:ext cx="21717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621269"/>
              </p:ext>
            </p:extLst>
          </p:nvPr>
        </p:nvGraphicFramePr>
        <p:xfrm>
          <a:off x="6959600" y="1626312"/>
          <a:ext cx="1727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27200" imgH="685800" progId="Equation.3">
                  <p:embed/>
                </p:oleObj>
              </mc:Choice>
              <mc:Fallback>
                <p:oleObj name="公式" r:id="rId6" imgW="1727200" imgH="685800" progId="Equation.3">
                  <p:embed/>
                  <p:pic>
                    <p:nvPicPr>
                      <p:cNvPr id="0" name="Picture 9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0" y="1626312"/>
                        <a:ext cx="1727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317443"/>
              </p:ext>
            </p:extLst>
          </p:nvPr>
        </p:nvGraphicFramePr>
        <p:xfrm>
          <a:off x="2657577" y="2691625"/>
          <a:ext cx="35623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3427851" imgH="459497" progId="Word.Document.8">
                  <p:embed/>
                </p:oleObj>
              </mc:Choice>
              <mc:Fallback>
                <p:oleObj name="文档" r:id="rId8" imgW="3427851" imgH="459497" progId="Word.Document.8">
                  <p:embed/>
                  <p:pic>
                    <p:nvPicPr>
                      <p:cNvPr id="0" name="Picture 9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577" y="2691625"/>
                        <a:ext cx="356235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27852"/>
              </p:ext>
            </p:extLst>
          </p:nvPr>
        </p:nvGraphicFramePr>
        <p:xfrm>
          <a:off x="6159500" y="2700322"/>
          <a:ext cx="21463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45369" imgH="406224" progId="Equation.3">
                  <p:embed/>
                </p:oleObj>
              </mc:Choice>
              <mc:Fallback>
                <p:oleObj name="公式" r:id="rId10" imgW="2145369" imgH="406224" progId="Equation.3">
                  <p:embed/>
                  <p:pic>
                    <p:nvPicPr>
                      <p:cNvPr id="0" name="Picture 9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0" y="2700322"/>
                        <a:ext cx="2146300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654807"/>
              </p:ext>
            </p:extLst>
          </p:nvPr>
        </p:nvGraphicFramePr>
        <p:xfrm>
          <a:off x="3223419" y="3260693"/>
          <a:ext cx="5643562" cy="671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549900" imgH="660400" progId="Equation.3">
                  <p:embed/>
                </p:oleObj>
              </mc:Choice>
              <mc:Fallback>
                <p:oleObj name="公式" r:id="rId12" imgW="5549900" imgH="660400" progId="Equation.3">
                  <p:embed/>
                  <p:pic>
                    <p:nvPicPr>
                      <p:cNvPr id="0" name="Picture 9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3419" y="3260693"/>
                        <a:ext cx="5643562" cy="6713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01864"/>
              </p:ext>
            </p:extLst>
          </p:nvPr>
        </p:nvGraphicFramePr>
        <p:xfrm>
          <a:off x="4965700" y="3948164"/>
          <a:ext cx="1993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93900" imgH="685800" progId="Equation.3">
                  <p:embed/>
                </p:oleObj>
              </mc:Choice>
              <mc:Fallback>
                <p:oleObj name="公式" r:id="rId14" imgW="1993900" imgH="685800" progId="Equation.3">
                  <p:embed/>
                  <p:pic>
                    <p:nvPicPr>
                      <p:cNvPr id="0" name="Picture 9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5700" y="3948164"/>
                        <a:ext cx="19939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572578"/>
              </p:ext>
            </p:extLst>
          </p:nvPr>
        </p:nvGraphicFramePr>
        <p:xfrm>
          <a:off x="2667000" y="4728369"/>
          <a:ext cx="34925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6" imgW="3257837" imgH="445713" progId="Word.Document.8">
                  <p:embed/>
                </p:oleObj>
              </mc:Choice>
              <mc:Fallback>
                <p:oleObj name="文档" r:id="rId16" imgW="3257837" imgH="445713" progId="Word.Document.8">
                  <p:embed/>
                  <p:pic>
                    <p:nvPicPr>
                      <p:cNvPr id="0" name="Picture 9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728369"/>
                        <a:ext cx="34925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499041"/>
              </p:ext>
            </p:extLst>
          </p:nvPr>
        </p:nvGraphicFramePr>
        <p:xfrm>
          <a:off x="6229350" y="4728369"/>
          <a:ext cx="23749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373870" imgH="406224" progId="Equation.3">
                  <p:embed/>
                </p:oleObj>
              </mc:Choice>
              <mc:Fallback>
                <p:oleObj name="公式" r:id="rId18" imgW="2373870" imgH="406224" progId="Equation.3">
                  <p:embed/>
                  <p:pic>
                    <p:nvPicPr>
                      <p:cNvPr id="0" name="Picture 9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9350" y="4728369"/>
                        <a:ext cx="2374900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355834"/>
              </p:ext>
            </p:extLst>
          </p:nvPr>
        </p:nvGraphicFramePr>
        <p:xfrm>
          <a:off x="3200400" y="5214938"/>
          <a:ext cx="55514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5549900" imgH="660400" progId="Equation.3">
                  <p:embed/>
                </p:oleObj>
              </mc:Choice>
              <mc:Fallback>
                <p:oleObj name="公式" r:id="rId20" imgW="5549900" imgH="660400" progId="Equation.3">
                  <p:embed/>
                  <p:pic>
                    <p:nvPicPr>
                      <p:cNvPr id="0" name="Picture 9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214938"/>
                        <a:ext cx="555148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625065"/>
              </p:ext>
            </p:extLst>
          </p:nvPr>
        </p:nvGraphicFramePr>
        <p:xfrm>
          <a:off x="8731692" y="5380038"/>
          <a:ext cx="609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609600" imgH="330200" progId="Equation.3">
                  <p:embed/>
                </p:oleObj>
              </mc:Choice>
              <mc:Fallback>
                <p:oleObj name="公式" r:id="rId21" imgW="609600" imgH="330200" progId="Equation.3">
                  <p:embed/>
                  <p:pic>
                    <p:nvPicPr>
                      <p:cNvPr id="0" name="Picture 9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692" y="5380038"/>
                        <a:ext cx="6096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812361"/>
              </p:ext>
            </p:extLst>
          </p:nvPr>
        </p:nvGraphicFramePr>
        <p:xfrm>
          <a:off x="2816732" y="699219"/>
          <a:ext cx="57150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3" imgW="5275031" imgH="790336" progId="Word.Document.8">
                  <p:embed/>
                </p:oleObj>
              </mc:Choice>
              <mc:Fallback>
                <p:oleObj name="文档" r:id="rId23" imgW="5275031" imgH="790336" progId="Word.Document.8">
                  <p:embed/>
                  <p:pic>
                    <p:nvPicPr>
                      <p:cNvPr id="0" name="Picture 9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732" y="699219"/>
                        <a:ext cx="5715000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647445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6991350" y="4679950"/>
            <a:ext cx="2286000" cy="762000"/>
          </a:xfrm>
          <a:prstGeom prst="rect">
            <a:avLst/>
          </a:prstGeom>
          <a:solidFill>
            <a:srgbClr val="93FFD3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7721600" y="1968500"/>
            <a:ext cx="1752600" cy="1066800"/>
          </a:xfrm>
          <a:prstGeom prst="rect">
            <a:avLst/>
          </a:prstGeom>
          <a:solidFill>
            <a:srgbClr val="FFE7E7"/>
          </a:solidFill>
          <a:ln w="9525">
            <a:solidFill>
              <a:srgbClr val="FF99CC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7950200" y="29591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奇函数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4673600" y="1968500"/>
            <a:ext cx="1752600" cy="1066800"/>
          </a:xfrm>
          <a:prstGeom prst="rect">
            <a:avLst/>
          </a:prstGeom>
          <a:solidFill>
            <a:srgbClr val="97FFFF"/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2362200" y="9017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计算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387600" y="2211388"/>
            <a:ext cx="96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4070350" y="692150"/>
          <a:ext cx="3086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86100" imgH="965200" progId="Equation.3">
                  <p:embed/>
                </p:oleObj>
              </mc:Choice>
              <mc:Fallback>
                <p:oleObj name="公式" r:id="rId2" imgW="3086100" imgH="965200" progId="Equation.3">
                  <p:embed/>
                  <p:pic>
                    <p:nvPicPr>
                      <p:cNvPr id="0" name="Picture 6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350" y="692150"/>
                        <a:ext cx="30861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Text Box 9"/>
          <p:cNvSpPr txBox="1">
            <a:spLocks noChangeArrowheads="1"/>
          </p:cNvSpPr>
          <p:nvPr/>
        </p:nvSpPr>
        <p:spPr bwMode="auto">
          <a:xfrm>
            <a:off x="3073400" y="219710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原式</a:t>
            </a:r>
          </a:p>
        </p:txBody>
      </p:sp>
      <p:graphicFrame>
        <p:nvGraphicFramePr>
          <p:cNvPr id="20490" name="Object 10"/>
          <p:cNvGraphicFramePr>
            <a:graphicFrameLocks noChangeAspect="1"/>
          </p:cNvGraphicFramePr>
          <p:nvPr/>
        </p:nvGraphicFramePr>
        <p:xfrm>
          <a:off x="3917950" y="1981200"/>
          <a:ext cx="2984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984500" imgH="977900" progId="Equation.3">
                  <p:embed/>
                </p:oleObj>
              </mc:Choice>
              <mc:Fallback>
                <p:oleObj name="公式" r:id="rId4" imgW="2984500" imgH="977900" progId="Equation.3">
                  <p:embed/>
                  <p:pic>
                    <p:nvPicPr>
                      <p:cNvPr id="0" name="Picture 6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7950" y="1981200"/>
                        <a:ext cx="298450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Object 11"/>
          <p:cNvGraphicFramePr>
            <a:graphicFrameLocks noChangeAspect="1"/>
          </p:cNvGraphicFramePr>
          <p:nvPr/>
        </p:nvGraphicFramePr>
        <p:xfrm>
          <a:off x="6959600" y="2012950"/>
          <a:ext cx="2971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71800" imgH="939800" progId="Equation.3">
                  <p:embed/>
                </p:oleObj>
              </mc:Choice>
              <mc:Fallback>
                <p:oleObj name="公式" r:id="rId6" imgW="2971800" imgH="939800" progId="Equation.3">
                  <p:embed/>
                  <p:pic>
                    <p:nvPicPr>
                      <p:cNvPr id="0" name="Picture 6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0" y="2012950"/>
                        <a:ext cx="29718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4902200" y="29718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偶函数</a:t>
            </a:r>
          </a:p>
        </p:txBody>
      </p:sp>
      <p:graphicFrame>
        <p:nvGraphicFramePr>
          <p:cNvPr id="20493" name="Object 13"/>
          <p:cNvGraphicFramePr>
            <a:graphicFrameLocks noChangeAspect="1"/>
          </p:cNvGraphicFramePr>
          <p:nvPr/>
        </p:nvGraphicFramePr>
        <p:xfrm>
          <a:off x="2844800" y="3492500"/>
          <a:ext cx="3086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86100" imgH="977900" progId="Equation.3">
                  <p:embed/>
                </p:oleObj>
              </mc:Choice>
              <mc:Fallback>
                <p:oleObj name="公式" r:id="rId8" imgW="3086100" imgH="977900" progId="Equation.3">
                  <p:embed/>
                  <p:pic>
                    <p:nvPicPr>
                      <p:cNvPr id="0" name="Picture 6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3492500"/>
                        <a:ext cx="308610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14"/>
          <p:cNvGraphicFramePr>
            <a:graphicFrameLocks noChangeAspect="1"/>
          </p:cNvGraphicFramePr>
          <p:nvPr/>
        </p:nvGraphicFramePr>
        <p:xfrm>
          <a:off x="5937250" y="3492500"/>
          <a:ext cx="37592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759200" imgH="1041400" progId="Equation.3">
                  <p:embed/>
                </p:oleObj>
              </mc:Choice>
              <mc:Fallback>
                <p:oleObj name="公式" r:id="rId10" imgW="3759200" imgH="1041400" progId="Equation.3">
                  <p:embed/>
                  <p:pic>
                    <p:nvPicPr>
                      <p:cNvPr id="0" name="Picture 6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3492500"/>
                        <a:ext cx="37592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Object 15"/>
          <p:cNvGraphicFramePr>
            <a:graphicFrameLocks noChangeAspect="1"/>
          </p:cNvGraphicFramePr>
          <p:nvPr/>
        </p:nvGraphicFramePr>
        <p:xfrm>
          <a:off x="2844800" y="4749800"/>
          <a:ext cx="32893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289300" imgH="660400" progId="Equation.3">
                  <p:embed/>
                </p:oleObj>
              </mc:Choice>
              <mc:Fallback>
                <p:oleObj name="公式" r:id="rId12" imgW="3289300" imgH="660400" progId="Equation.3">
                  <p:embed/>
                  <p:pic>
                    <p:nvPicPr>
                      <p:cNvPr id="0" name="Picture 6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4749800"/>
                        <a:ext cx="328930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6" name="Object 16"/>
          <p:cNvGraphicFramePr>
            <a:graphicFrameLocks noChangeAspect="1"/>
          </p:cNvGraphicFramePr>
          <p:nvPr/>
        </p:nvGraphicFramePr>
        <p:xfrm>
          <a:off x="6197600" y="4756150"/>
          <a:ext cx="3022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022600" imgH="660400" progId="Equation.3">
                  <p:embed/>
                </p:oleObj>
              </mc:Choice>
              <mc:Fallback>
                <p:oleObj name="公式" r:id="rId14" imgW="3022600" imgH="660400" progId="Equation.3">
                  <p:embed/>
                  <p:pic>
                    <p:nvPicPr>
                      <p:cNvPr id="0" name="Picture 6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600" y="4756150"/>
                        <a:ext cx="302260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803638"/>
              </p:ext>
            </p:extLst>
          </p:nvPr>
        </p:nvGraphicFramePr>
        <p:xfrm>
          <a:off x="2816493" y="5605565"/>
          <a:ext cx="1253857" cy="344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04900" imgH="304800" progId="Equation.3">
                  <p:embed/>
                </p:oleObj>
              </mc:Choice>
              <mc:Fallback>
                <p:oleObj name="公式" r:id="rId16" imgW="1104900" imgH="304800" progId="Equation.3">
                  <p:embed/>
                  <p:pic>
                    <p:nvPicPr>
                      <p:cNvPr id="0" name="Picture 6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493" y="5605565"/>
                        <a:ext cx="1253857" cy="3440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7124700" y="5411788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单位圆的面积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074642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nimBg="1"/>
      <p:bldP spid="20483" grpId="0" animBg="1"/>
      <p:bldP spid="20484" grpId="0" autoUpdateAnimBg="0"/>
      <p:bldP spid="20485" grpId="0" animBg="1"/>
      <p:bldP spid="20487" grpId="0" autoUpdateAnimBg="0"/>
      <p:bldP spid="20489" grpId="0" autoUpdateAnimBg="0"/>
      <p:bldP spid="20492" grpId="0" autoUpdateAnimBg="0"/>
      <p:bldP spid="2049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1"/>
          <p:cNvSpPr txBox="1">
            <a:spLocks noChangeArrowheads="1"/>
          </p:cNvSpPr>
          <p:nvPr/>
        </p:nvSpPr>
        <p:spPr bwMode="auto">
          <a:xfrm>
            <a:off x="3126582" y="744845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计算积分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566550"/>
              </p:ext>
            </p:extLst>
          </p:nvPr>
        </p:nvGraphicFramePr>
        <p:xfrm>
          <a:off x="4971421" y="581819"/>
          <a:ext cx="296545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227" imgH="330057" progId="Equation.DSMT4">
                  <p:embed/>
                </p:oleObj>
              </mc:Choice>
              <mc:Fallback>
                <p:oleObj name="Equation" r:id="rId2" imgW="1320227" imgH="330057" progId="Equation.DSMT4">
                  <p:embed/>
                  <p:pic>
                    <p:nvPicPr>
                      <p:cNvPr id="0" name="Picture 8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1421" y="581819"/>
                        <a:ext cx="2965450" cy="741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657600" y="1371600"/>
          <a:ext cx="33670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72561" imgH="266584" progId="Equation.DSMT4">
                  <p:embed/>
                </p:oleObj>
              </mc:Choice>
              <mc:Fallback>
                <p:oleObj name="Equation" r:id="rId4" imgW="1472561" imgH="266584" progId="Equation.DSMT4">
                  <p:embed/>
                  <p:pic>
                    <p:nvPicPr>
                      <p:cNvPr id="0" name="Picture 8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371600"/>
                        <a:ext cx="3367088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055939" y="2166938"/>
          <a:ext cx="35702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100" imgH="266700" progId="Equation.DSMT4">
                  <p:embed/>
                </p:oleObj>
              </mc:Choice>
              <mc:Fallback>
                <p:oleObj name="Equation" r:id="rId6" imgW="1562100" imgH="266700" progId="Equation.DSMT4">
                  <p:embed/>
                  <p:pic>
                    <p:nvPicPr>
                      <p:cNvPr id="0" name="Picture 8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5939" y="2166938"/>
                        <a:ext cx="3570287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881780"/>
              </p:ext>
            </p:extLst>
          </p:nvPr>
        </p:nvGraphicFramePr>
        <p:xfrm>
          <a:off x="6629400" y="1951039"/>
          <a:ext cx="266700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06360" imgH="495000" progId="Equation.DSMT4">
                  <p:embed/>
                </p:oleObj>
              </mc:Choice>
              <mc:Fallback>
                <p:oleObj name="Equation" r:id="rId8" imgW="1206360" imgH="495000" progId="Equation.DSMT4">
                  <p:embed/>
                  <p:pic>
                    <p:nvPicPr>
                      <p:cNvPr id="0" name="Picture 8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951039"/>
                        <a:ext cx="2667000" cy="1095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522664" y="2819400"/>
          <a:ext cx="40925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90700" imgH="266700" progId="Equation.DSMT4">
                  <p:embed/>
                </p:oleObj>
              </mc:Choice>
              <mc:Fallback>
                <p:oleObj name="Equation" r:id="rId10" imgW="1790700" imgH="266700" progId="Equation.DSMT4">
                  <p:embed/>
                  <p:pic>
                    <p:nvPicPr>
                      <p:cNvPr id="0" name="Picture 8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664" y="2819400"/>
                        <a:ext cx="4092575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172493"/>
              </p:ext>
            </p:extLst>
          </p:nvPr>
        </p:nvGraphicFramePr>
        <p:xfrm>
          <a:off x="4211638" y="3449782"/>
          <a:ext cx="35814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49400" imgH="330200" progId="Equation.DSMT4">
                  <p:embed/>
                </p:oleObj>
              </mc:Choice>
              <mc:Fallback>
                <p:oleObj name="Equation" r:id="rId12" imgW="1549400" imgH="330200" progId="Equation.DSMT4">
                  <p:embed/>
                  <p:pic>
                    <p:nvPicPr>
                      <p:cNvPr id="0" name="Picture 8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449782"/>
                        <a:ext cx="3581400" cy="763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091135" y="1518983"/>
            <a:ext cx="615553" cy="446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024189" y="1481139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设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435226" y="2209801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则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378763" y="3538539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由对称性，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398911" y="4156877"/>
            <a:ext cx="1989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更一般地，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261549" y="4213370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若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7393144" y="4148288"/>
            <a:ext cx="5445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则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8519"/>
              </p:ext>
            </p:extLst>
          </p:nvPr>
        </p:nvGraphicFramePr>
        <p:xfrm>
          <a:off x="2639616" y="4590863"/>
          <a:ext cx="55975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25700" imgH="330200" progId="Equation.DSMT4">
                  <p:embed/>
                </p:oleObj>
              </mc:Choice>
              <mc:Fallback>
                <p:oleObj name="Equation" r:id="rId14" imgW="2425700" imgH="330200" progId="Equation.DSMT4">
                  <p:embed/>
                  <p:pic>
                    <p:nvPicPr>
                      <p:cNvPr id="0" name="Picture 8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616" y="4590863"/>
                        <a:ext cx="5597525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655319"/>
              </p:ext>
            </p:extLst>
          </p:nvPr>
        </p:nvGraphicFramePr>
        <p:xfrm>
          <a:off x="4798312" y="4175044"/>
          <a:ext cx="24320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39392" imgH="203112" progId="Equation.DSMT4">
                  <p:embed/>
                </p:oleObj>
              </mc:Choice>
              <mc:Fallback>
                <p:oleObj name="Equation" r:id="rId16" imgW="939392" imgH="203112" progId="Equation.DSMT4">
                  <p:embed/>
                  <p:pic>
                    <p:nvPicPr>
                      <p:cNvPr id="0" name="Picture 9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8312" y="4175044"/>
                        <a:ext cx="2432050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919536" y="747220"/>
            <a:ext cx="9893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771970" y="6420255"/>
            <a:ext cx="2844800" cy="365125"/>
          </a:xfrm>
        </p:spPr>
        <p:txBody>
          <a:bodyPr/>
          <a:lstStyle/>
          <a:p>
            <a:fld id="{44FDD63B-992A-4963-B4FF-3D8E2E9E157C}" type="slidenum">
              <a:rPr lang="zh-CN" altLang="en-US" smtClean="0"/>
              <a:pPr/>
              <a:t>28</a:t>
            </a:fld>
            <a:endParaRPr lang="en-US" altLang="zh-CN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D791D84-235A-49B0-B0C4-6829C388E3E3}"/>
              </a:ext>
            </a:extLst>
          </p:cNvPr>
          <p:cNvGrpSpPr/>
          <p:nvPr/>
        </p:nvGrpSpPr>
        <p:grpSpPr>
          <a:xfrm>
            <a:off x="1559496" y="5373688"/>
            <a:ext cx="6208142" cy="762000"/>
            <a:chOff x="1982640" y="5281102"/>
            <a:chExt cx="6208142" cy="762000"/>
          </a:xfrm>
        </p:grpSpPr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9A3B4A9F-AA15-4CAE-A884-41AD95356E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9813873"/>
                </p:ext>
              </p:extLst>
            </p:nvPr>
          </p:nvGraphicFramePr>
          <p:xfrm>
            <a:off x="4118844" y="5281102"/>
            <a:ext cx="4071938" cy="76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765080" imgH="330120" progId="Equation.DSMT4">
                    <p:embed/>
                  </p:oleObj>
                </mc:Choice>
                <mc:Fallback>
                  <p:oleObj name="Equation" r:id="rId18" imgW="1765080" imgH="330120" progId="Equation.DSMT4">
                    <p:embed/>
                    <p:pic>
                      <p:nvPicPr>
                        <p:cNvPr id="0" name="Picture 9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8844" y="5281102"/>
                          <a:ext cx="4071938" cy="762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Box 3">
              <a:extLst>
                <a:ext uri="{FF2B5EF4-FFF2-40B4-BE49-F238E27FC236}">
                  <a16:creationId xmlns:a16="http://schemas.microsoft.com/office/drawing/2014/main" id="{C2AA3103-577F-49FD-B3D4-55084B8DE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2640" y="5394637"/>
              <a:ext cx="214674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</a:rPr>
                <a:t>练习</a:t>
              </a:r>
              <a:r>
                <a:rPr lang="zh-CN" altLang="en-US" sz="2800" b="1"/>
                <a:t> 计算</a:t>
              </a:r>
              <a:r>
                <a: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endParaRPr lang="zh-CN" altLang="en-US" sz="2800" b="1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A855586-6984-4C7F-A39A-0CCB2E8277EB}"/>
              </a:ext>
            </a:extLst>
          </p:cNvPr>
          <p:cNvGrpSpPr/>
          <p:nvPr/>
        </p:nvGrpSpPr>
        <p:grpSpPr>
          <a:xfrm>
            <a:off x="2810142" y="6006670"/>
            <a:ext cx="6384392" cy="762000"/>
            <a:chOff x="4958049" y="4701192"/>
            <a:chExt cx="6384392" cy="762000"/>
          </a:xfrm>
        </p:grpSpPr>
        <p:graphicFrame>
          <p:nvGraphicFramePr>
            <p:cNvPr id="22" name="对象 2">
              <a:extLst>
                <a:ext uri="{FF2B5EF4-FFF2-40B4-BE49-F238E27FC236}">
                  <a16:creationId xmlns:a16="http://schemas.microsoft.com/office/drawing/2014/main" id="{1DD2704C-2C71-4376-83DA-6BA069B75A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433471"/>
                </p:ext>
              </p:extLst>
            </p:nvPr>
          </p:nvGraphicFramePr>
          <p:xfrm>
            <a:off x="4958049" y="4701192"/>
            <a:ext cx="4837112" cy="76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095200" imgH="330120" progId="Equation.DSMT4">
                    <p:embed/>
                  </p:oleObj>
                </mc:Choice>
                <mc:Fallback>
                  <p:oleObj name="Equation" r:id="rId20" imgW="2095200" imgH="330120" progId="Equation.DSMT4">
                    <p:embed/>
                    <p:pic>
                      <p:nvPicPr>
                        <p:cNvPr id="0" name="Picture 9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8049" y="4701192"/>
                          <a:ext cx="4837112" cy="762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Box 5">
              <a:extLst>
                <a:ext uri="{FF2B5EF4-FFF2-40B4-BE49-F238E27FC236}">
                  <a16:creationId xmlns:a16="http://schemas.microsoft.com/office/drawing/2014/main" id="{1C77FFA7-AEAD-425A-9410-807D4FCC7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1378" y="4829594"/>
              <a:ext cx="16210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天津大学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AB101F1-4F3A-43C7-BBB1-3D7A739481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410359"/>
              </p:ext>
            </p:extLst>
          </p:nvPr>
        </p:nvGraphicFramePr>
        <p:xfrm>
          <a:off x="7955359" y="5157534"/>
          <a:ext cx="31940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07880" imgH="419040" progId="Equation.DSMT4">
                  <p:embed/>
                </p:oleObj>
              </mc:Choice>
              <mc:Fallback>
                <p:oleObj name="Equation" r:id="rId22" imgW="1307880" imgH="419040" progId="Equation.DSMT4">
                  <p:embed/>
                  <p:pic>
                    <p:nvPicPr>
                      <p:cNvPr id="0" name="Picture 9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5359" y="5157534"/>
                        <a:ext cx="3194050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739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7BBDC4-22A8-4848-9A87-0D3AF3627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29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00E46A-660D-47F2-8EF5-94F1E5DACD23}"/>
              </a:ext>
            </a:extLst>
          </p:cNvPr>
          <p:cNvSpPr txBox="1"/>
          <p:nvPr/>
        </p:nvSpPr>
        <p:spPr>
          <a:xfrm>
            <a:off x="1443917" y="609132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二、平移代换</a:t>
            </a:r>
          </a:p>
        </p:txBody>
      </p:sp>
      <p:graphicFrame>
        <p:nvGraphicFramePr>
          <p:cNvPr id="6" name="对象 1">
            <a:extLst>
              <a:ext uri="{FF2B5EF4-FFF2-40B4-BE49-F238E27FC236}">
                <a16:creationId xmlns:a16="http://schemas.microsoft.com/office/drawing/2014/main" id="{B4DDF771-DF73-4827-93EB-44ACB0E731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568738"/>
              </p:ext>
            </p:extLst>
          </p:nvPr>
        </p:nvGraphicFramePr>
        <p:xfrm>
          <a:off x="3117850" y="1079500"/>
          <a:ext cx="5778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440" imgH="330120" progId="Equation.DSMT4">
                  <p:embed/>
                </p:oleObj>
              </mc:Choice>
              <mc:Fallback>
                <p:oleObj name="Equation" r:id="rId2" imgW="2476440" imgH="330120" progId="Equation.DSMT4">
                  <p:embed/>
                  <p:pic>
                    <p:nvPicPr>
                      <p:cNvPr id="0" name="Picture 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1079500"/>
                        <a:ext cx="5778500" cy="762000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2">
            <a:extLst>
              <a:ext uri="{FF2B5EF4-FFF2-40B4-BE49-F238E27FC236}">
                <a16:creationId xmlns:a16="http://schemas.microsoft.com/office/drawing/2014/main" id="{BFA6C3B6-6F00-4B56-A345-F11098EC8A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970469"/>
              </p:ext>
            </p:extLst>
          </p:nvPr>
        </p:nvGraphicFramePr>
        <p:xfrm>
          <a:off x="3082473" y="1828337"/>
          <a:ext cx="5872162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65360" imgH="330120" progId="Equation.DSMT4">
                  <p:embed/>
                </p:oleObj>
              </mc:Choice>
              <mc:Fallback>
                <p:oleObj name="Equation" r:id="rId4" imgW="2565360" imgH="330120" progId="Equation.DSMT4">
                  <p:embed/>
                  <p:pic>
                    <p:nvPicPr>
                      <p:cNvPr id="0" name="Picture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473" y="1828337"/>
                        <a:ext cx="5872162" cy="750887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6D576101-57C7-4DEB-8168-A4574168C249}"/>
              </a:ext>
            </a:extLst>
          </p:cNvPr>
          <p:cNvSpPr/>
          <p:nvPr/>
        </p:nvSpPr>
        <p:spPr>
          <a:xfrm>
            <a:off x="2013931" y="2779511"/>
            <a:ext cx="9336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A2353D4-01D8-42BD-A3F7-66B5333EA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686342"/>
              </p:ext>
            </p:extLst>
          </p:nvPr>
        </p:nvGraphicFramePr>
        <p:xfrm>
          <a:off x="3087832" y="2660121"/>
          <a:ext cx="333851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47560" imgH="330120" progId="Equation.DSMT4">
                  <p:embed/>
                </p:oleObj>
              </mc:Choice>
              <mc:Fallback>
                <p:oleObj name="Equation" r:id="rId6" imgW="1447560" imgH="330120" progId="Equation.DSMT4">
                  <p:embed/>
                  <p:pic>
                    <p:nvPicPr>
                      <p:cNvPr id="0" name="Picture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832" y="2660121"/>
                        <a:ext cx="3338512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DF0A01E-EF05-457A-9E51-EB8D19D9ED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757193"/>
              </p:ext>
            </p:extLst>
          </p:nvPr>
        </p:nvGraphicFramePr>
        <p:xfrm>
          <a:off x="2022910" y="3341227"/>
          <a:ext cx="741521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13000" imgH="330120" progId="Equation.DSMT4">
                  <p:embed/>
                </p:oleObj>
              </mc:Choice>
              <mc:Fallback>
                <p:oleObj name="Equation" r:id="rId8" imgW="3213000" imgH="330120" progId="Equation.DSMT4">
                  <p:embed/>
                  <p:pic>
                    <p:nvPicPr>
                      <p:cNvPr id="0" name="Picture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910" y="3341227"/>
                        <a:ext cx="7415212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B4B4389-11BB-4ACC-B206-44C09C7D06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201603"/>
              </p:ext>
            </p:extLst>
          </p:nvPr>
        </p:nvGraphicFramePr>
        <p:xfrm>
          <a:off x="2719052" y="4027747"/>
          <a:ext cx="1152129" cy="590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58720" imgH="241200" progId="Equation.DSMT4">
                  <p:embed/>
                </p:oleObj>
              </mc:Choice>
              <mc:Fallback>
                <p:oleObj name="Equation" r:id="rId10" imgW="558720" imgH="241200" progId="Equation.DSMT4">
                  <p:embed/>
                  <p:pic>
                    <p:nvPicPr>
                      <p:cNvPr id="0" name="Picture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9052" y="4027747"/>
                        <a:ext cx="1152129" cy="5906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6C96DFF-2E2B-41BC-B3BD-A52CEE018D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0380"/>
              </p:ext>
            </p:extLst>
          </p:nvPr>
        </p:nvGraphicFramePr>
        <p:xfrm>
          <a:off x="3987618" y="4014948"/>
          <a:ext cx="39274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01720" imgH="330120" progId="Equation.DSMT4">
                  <p:embed/>
                </p:oleObj>
              </mc:Choice>
              <mc:Fallback>
                <p:oleObj name="Equation" r:id="rId12" imgW="1701720" imgH="330120" progId="Equation.DSMT4">
                  <p:embed/>
                  <p:pic>
                    <p:nvPicPr>
                      <p:cNvPr id="0" name="Picture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618" y="4014948"/>
                        <a:ext cx="3927475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C544B6F-33FC-4CAD-ACA6-02BF121FFB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566532"/>
              </p:ext>
            </p:extLst>
          </p:nvPr>
        </p:nvGraphicFramePr>
        <p:xfrm>
          <a:off x="4129960" y="4748564"/>
          <a:ext cx="1564799" cy="962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0240" imgH="406080" progId="Equation.DSMT4">
                  <p:embed/>
                </p:oleObj>
              </mc:Choice>
              <mc:Fallback>
                <p:oleObj name="Equation" r:id="rId14" imgW="660240" imgH="406080" progId="Equation.DSMT4">
                  <p:embed/>
                  <p:pic>
                    <p:nvPicPr>
                      <p:cNvPr id="0" name="Picture 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9960" y="4748564"/>
                        <a:ext cx="1564799" cy="9629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6BA08E72-FA4B-42BD-AC8F-0F759E1B6645}"/>
              </a:ext>
            </a:extLst>
          </p:cNvPr>
          <p:cNvGrpSpPr/>
          <p:nvPr/>
        </p:nvGrpSpPr>
        <p:grpSpPr>
          <a:xfrm>
            <a:off x="2489936" y="4760510"/>
            <a:ext cx="1601721" cy="951007"/>
            <a:chOff x="2414819" y="5405180"/>
            <a:chExt cx="1601721" cy="951007"/>
          </a:xfrm>
        </p:grpSpPr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EDC4806A-731D-40D0-BE94-0660E9CFEE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3904596"/>
                </p:ext>
              </p:extLst>
            </p:nvPr>
          </p:nvGraphicFramePr>
          <p:xfrm>
            <a:off x="2462250" y="5405180"/>
            <a:ext cx="1506860" cy="579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60240" imgH="253800" progId="Equation.DSMT4">
                    <p:embed/>
                  </p:oleObj>
                </mc:Choice>
                <mc:Fallback>
                  <p:oleObj name="Equation" r:id="rId16" imgW="660240" imgH="253800" progId="Equation.DSMT4">
                    <p:embed/>
                    <p:pic>
                      <p:nvPicPr>
                        <p:cNvPr id="0" name="Picture 1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2250" y="5405180"/>
                          <a:ext cx="1506860" cy="5795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7ABAE4B-98D9-4377-ADC0-A406E5E80DF1}"/>
                </a:ext>
              </a:extLst>
            </p:cNvPr>
            <p:cNvSpPr txBox="1"/>
            <p:nvPr/>
          </p:nvSpPr>
          <p:spPr>
            <a:xfrm>
              <a:off x="2414819" y="5894522"/>
              <a:ext cx="16017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>
                  <a:solidFill>
                    <a:srgbClr val="FF0000"/>
                  </a:solidFill>
                </a:rPr>
                <a:t>+</a:t>
              </a:r>
              <a:r>
                <a:rPr lang="zh-CN" altLang="en-US" sz="2400" b="1">
                  <a:solidFill>
                    <a:srgbClr val="FF0000"/>
                  </a:solidFill>
                </a:rPr>
                <a:t>几何意义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624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30</a:t>
            </a:fld>
            <a:endParaRPr lang="en-US" altLang="zh-CN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A2353D4-01D8-42BD-A3F7-66B5333EA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7912170"/>
              </p:ext>
            </p:extLst>
          </p:nvPr>
        </p:nvGraphicFramePr>
        <p:xfrm>
          <a:off x="2234516" y="790082"/>
          <a:ext cx="60325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16120" imgH="215640" progId="Equation.DSMT4">
                  <p:embed/>
                </p:oleObj>
              </mc:Choice>
              <mc:Fallback>
                <p:oleObj name="Equation" r:id="rId2" imgW="2616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4516" y="790082"/>
                        <a:ext cx="6032500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A2353D4-01D8-42BD-A3F7-66B5333EA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882775"/>
              </p:ext>
            </p:extLst>
          </p:nvPr>
        </p:nvGraphicFramePr>
        <p:xfrm>
          <a:off x="8328248" y="650776"/>
          <a:ext cx="21955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2200" imgH="330120" progId="Equation.DSMT4">
                  <p:embed/>
                </p:oleObj>
              </mc:Choice>
              <mc:Fallback>
                <p:oleObj name="Equation" r:id="rId4" imgW="952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248" y="650776"/>
                        <a:ext cx="219551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A2353D4-01D8-42BD-A3F7-66B5333EA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082218"/>
              </p:ext>
            </p:extLst>
          </p:nvPr>
        </p:nvGraphicFramePr>
        <p:xfrm>
          <a:off x="1199456" y="1412776"/>
          <a:ext cx="351313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3880" imgH="330120" progId="Equation.DSMT4">
                  <p:embed/>
                </p:oleObj>
              </mc:Choice>
              <mc:Fallback>
                <p:oleObj name="Equation" r:id="rId6" imgW="15238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9456" y="1412776"/>
                        <a:ext cx="3513137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A2353D4-01D8-42BD-A3F7-66B5333EA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695794"/>
              </p:ext>
            </p:extLst>
          </p:nvPr>
        </p:nvGraphicFramePr>
        <p:xfrm>
          <a:off x="2185888" y="2271803"/>
          <a:ext cx="52117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60440" imgH="330120" progId="Equation.DSMT4">
                  <p:embed/>
                </p:oleObj>
              </mc:Choice>
              <mc:Fallback>
                <p:oleObj name="Equation" r:id="rId8" imgW="22604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888" y="2271803"/>
                        <a:ext cx="521176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A2353D4-01D8-42BD-A3F7-66B5333EA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628483"/>
              </p:ext>
            </p:extLst>
          </p:nvPr>
        </p:nvGraphicFramePr>
        <p:xfrm>
          <a:off x="3679131" y="3046221"/>
          <a:ext cx="415766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03240" imgH="330120" progId="Equation.DSMT4">
                  <p:embed/>
                </p:oleObj>
              </mc:Choice>
              <mc:Fallback>
                <p:oleObj name="Equation" r:id="rId10" imgW="18032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131" y="3046221"/>
                        <a:ext cx="4157662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A2353D4-01D8-42BD-A3F7-66B5333EA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887933"/>
              </p:ext>
            </p:extLst>
          </p:nvPr>
        </p:nvGraphicFramePr>
        <p:xfrm>
          <a:off x="3679131" y="3836029"/>
          <a:ext cx="4508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55520" imgH="330120" progId="Equation.DSMT4">
                  <p:embed/>
                </p:oleObj>
              </mc:Choice>
              <mc:Fallback>
                <p:oleObj name="Equation" r:id="rId12" imgW="19555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131" y="3836029"/>
                        <a:ext cx="45085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A2353D4-01D8-42BD-A3F7-66B5333EA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975757"/>
              </p:ext>
            </p:extLst>
          </p:nvPr>
        </p:nvGraphicFramePr>
        <p:xfrm>
          <a:off x="3683904" y="4725144"/>
          <a:ext cx="31337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58640" imgH="330120" progId="Equation.DSMT4">
                  <p:embed/>
                </p:oleObj>
              </mc:Choice>
              <mc:Fallback>
                <p:oleObj name="Equation" r:id="rId14" imgW="13586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904" y="4725144"/>
                        <a:ext cx="3133725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A2353D4-01D8-42BD-A3F7-66B5333EA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409757"/>
              </p:ext>
            </p:extLst>
          </p:nvPr>
        </p:nvGraphicFramePr>
        <p:xfrm>
          <a:off x="3679131" y="5346708"/>
          <a:ext cx="1846262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99920" imgH="406080" progId="Equation.DSMT4">
                  <p:embed/>
                </p:oleObj>
              </mc:Choice>
              <mc:Fallback>
                <p:oleObj name="Equation" r:id="rId16" imgW="799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131" y="5346708"/>
                        <a:ext cx="1846262" cy="938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A2353D4-01D8-42BD-A3F7-66B5333EA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821605"/>
              </p:ext>
            </p:extLst>
          </p:nvPr>
        </p:nvGraphicFramePr>
        <p:xfrm>
          <a:off x="3575720" y="1201114"/>
          <a:ext cx="399675" cy="900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2280" imgH="406080" progId="Equation.DSMT4">
                  <p:embed/>
                </p:oleObj>
              </mc:Choice>
              <mc:Fallback>
                <p:oleObj name="Equation" r:id="rId18" imgW="152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20" y="1201114"/>
                        <a:ext cx="399675" cy="9003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127448" y="242088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199456" y="76533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067791" y="1549347"/>
            <a:ext cx="1933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(2023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数一二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78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0911274"/>
              </p:ext>
            </p:extLst>
          </p:nvPr>
        </p:nvGraphicFramePr>
        <p:xfrm>
          <a:off x="2462213" y="1365250"/>
          <a:ext cx="6789737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08080" imgH="330120" progId="Equation.DSMT4">
                  <p:embed/>
                </p:oleObj>
              </mc:Choice>
              <mc:Fallback>
                <p:oleObj name="Equation" r:id="rId2" imgW="2908080" imgH="330120" progId="Equation.DSMT4">
                  <p:embed/>
                  <p:pic>
                    <p:nvPicPr>
                      <p:cNvPr id="0" name="Picture 1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213" y="1365250"/>
                        <a:ext cx="6789737" cy="771525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067060"/>
              </p:ext>
            </p:extLst>
          </p:nvPr>
        </p:nvGraphicFramePr>
        <p:xfrm>
          <a:off x="2970213" y="2222500"/>
          <a:ext cx="563245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76440" imgH="330120" progId="Equation.DSMT4">
                  <p:embed/>
                </p:oleObj>
              </mc:Choice>
              <mc:Fallback>
                <p:oleObj name="Equation" r:id="rId4" imgW="2476440" imgH="330120" progId="Equation.DSMT4">
                  <p:embed/>
                  <p:pic>
                    <p:nvPicPr>
                      <p:cNvPr id="0" name="Picture 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213" y="2222500"/>
                        <a:ext cx="5632450" cy="750888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723749"/>
              </p:ext>
            </p:extLst>
          </p:nvPr>
        </p:nvGraphicFramePr>
        <p:xfrm>
          <a:off x="3154843" y="2964078"/>
          <a:ext cx="52752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0" imgH="330120" progId="Equation.DSMT4">
                  <p:embed/>
                </p:oleObj>
              </mc:Choice>
              <mc:Fallback>
                <p:oleObj name="Equation" r:id="rId6" imgW="2286000" imgH="330120" progId="Equation.DSMT4">
                  <p:embed/>
                  <p:pic>
                    <p:nvPicPr>
                      <p:cNvPr id="0" name="Picture 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843" y="2964078"/>
                        <a:ext cx="527526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651068"/>
              </p:ext>
            </p:extLst>
          </p:nvPr>
        </p:nvGraphicFramePr>
        <p:xfrm>
          <a:off x="3308252" y="3595506"/>
          <a:ext cx="3687687" cy="79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880" imgH="330120" progId="Equation.DSMT4">
                  <p:embed/>
                </p:oleObj>
              </mc:Choice>
              <mc:Fallback>
                <p:oleObj name="Equation" r:id="rId8" imgW="1523880" imgH="330120" progId="Equation.DSMT4">
                  <p:embed/>
                  <p:pic>
                    <p:nvPicPr>
                      <p:cNvPr id="0" name="Picture 1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252" y="3595506"/>
                        <a:ext cx="3687687" cy="799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704106"/>
              </p:ext>
            </p:extLst>
          </p:nvPr>
        </p:nvGraphicFramePr>
        <p:xfrm>
          <a:off x="3308252" y="4314056"/>
          <a:ext cx="3232469" cy="915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34960" imgH="406080" progId="Equation.DSMT4">
                  <p:embed/>
                </p:oleObj>
              </mc:Choice>
              <mc:Fallback>
                <p:oleObj name="Equation" r:id="rId10" imgW="1434960" imgH="406080" progId="Equation.DSMT4">
                  <p:embed/>
                  <p:pic>
                    <p:nvPicPr>
                      <p:cNvPr id="0" name="Picture 1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252" y="4314056"/>
                        <a:ext cx="3232469" cy="9151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450748"/>
              </p:ext>
            </p:extLst>
          </p:nvPr>
        </p:nvGraphicFramePr>
        <p:xfrm>
          <a:off x="3287688" y="5157407"/>
          <a:ext cx="3856486" cy="957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09400" imgH="406080" progId="Equation.DSMT4">
                  <p:embed/>
                </p:oleObj>
              </mc:Choice>
              <mc:Fallback>
                <p:oleObj name="Equation" r:id="rId12" imgW="1409400" imgH="406080" progId="Equation.DSMT4">
                  <p:embed/>
                  <p:pic>
                    <p:nvPicPr>
                      <p:cNvPr id="0" name="Picture 1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5157407"/>
                        <a:ext cx="3856486" cy="9570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31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736427-8583-4E1C-8005-C963D061187B}"/>
              </a:ext>
            </a:extLst>
          </p:cNvPr>
          <p:cNvSpPr txBox="1"/>
          <p:nvPr/>
        </p:nvSpPr>
        <p:spPr>
          <a:xfrm>
            <a:off x="2495600" y="743529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三、倒序代换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D6B0AE-C207-4455-A3B1-ED7C78644084}"/>
              </a:ext>
            </a:extLst>
          </p:cNvPr>
          <p:cNvSpPr/>
          <p:nvPr/>
        </p:nvSpPr>
        <p:spPr>
          <a:xfrm>
            <a:off x="2207568" y="3119028"/>
            <a:ext cx="9336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FEAC17C-A965-47D4-B2C2-39E23D1257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918585"/>
              </p:ext>
            </p:extLst>
          </p:nvPr>
        </p:nvGraphicFramePr>
        <p:xfrm>
          <a:off x="8442325" y="5130800"/>
          <a:ext cx="316547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43000" imgH="342720" progId="Equation.DSMT4">
                  <p:embed/>
                </p:oleObj>
              </mc:Choice>
              <mc:Fallback>
                <p:oleObj name="Equation" r:id="rId14" imgW="1143000" imgH="342720" progId="Equation.DSMT4">
                  <p:embed/>
                  <p:pic>
                    <p:nvPicPr>
                      <p:cNvPr id="0" name="Picture 1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2325" y="5130800"/>
                        <a:ext cx="3165475" cy="9493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35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AutoShape 2">
            <a:extLst>
              <a:ext uri="{FF2B5EF4-FFF2-40B4-BE49-F238E27FC236}">
                <a16:creationId xmlns:a16="http://schemas.microsoft.com/office/drawing/2014/main" id="{5B67E8CE-8EE3-4283-9D38-F4331C39A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324" y="4643548"/>
            <a:ext cx="10207244" cy="1849327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2530" name="TextBox 1"/>
          <p:cNvSpPr txBox="1">
            <a:spLocks noChangeArrowheads="1"/>
          </p:cNvSpPr>
          <p:nvPr/>
        </p:nvSpPr>
        <p:spPr bwMode="auto">
          <a:xfrm>
            <a:off x="1523680" y="750187"/>
            <a:ext cx="23839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en-US" sz="2800" b="1">
                <a:solidFill>
                  <a:srgbClr val="FF0000"/>
                </a:solidFill>
              </a:rPr>
              <a:t>  </a:t>
            </a:r>
            <a:r>
              <a:rPr lang="zh-CN" altLang="en-US" sz="2800" b="1"/>
              <a:t>  </a:t>
            </a:r>
            <a:r>
              <a:rPr lang="zh-CN" altLang="en-US" sz="2800" b="1" dirty="0"/>
              <a:t>求极限</a:t>
            </a:r>
          </a:p>
        </p:txBody>
      </p:sp>
      <p:graphicFrame>
        <p:nvGraphicFramePr>
          <p:cNvPr id="22531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009909"/>
              </p:ext>
            </p:extLst>
          </p:nvPr>
        </p:nvGraphicFramePr>
        <p:xfrm>
          <a:off x="3822700" y="260350"/>
          <a:ext cx="2767013" cy="132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545760" progId="Equation.DSMT4">
                  <p:embed/>
                </p:oleObj>
              </mc:Choice>
              <mc:Fallback>
                <p:oleObj name="Equation" r:id="rId3" imgW="1143000" imgH="545760" progId="Equation.DSMT4">
                  <p:embed/>
                  <p:pic>
                    <p:nvPicPr>
                      <p:cNvPr id="0" name="Picture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0" y="260350"/>
                        <a:ext cx="2767013" cy="1322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496373" y="1603928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2039298" y="1588626"/>
            <a:ext cx="2776695" cy="523312"/>
            <a:chOff x="1066800" y="1508885"/>
            <a:chExt cx="2777001" cy="523220"/>
          </a:xfrm>
        </p:grpSpPr>
        <p:sp>
          <p:nvSpPr>
            <p:cNvPr id="22550" name="TextBox 4"/>
            <p:cNvSpPr txBox="1">
              <a:spLocks noChangeArrowheads="1"/>
            </p:cNvSpPr>
            <p:nvPr/>
          </p:nvSpPr>
          <p:spPr bwMode="auto">
            <a:xfrm>
              <a:off x="1066800" y="1508885"/>
              <a:ext cx="126188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做变换</a:t>
              </a:r>
            </a:p>
          </p:txBody>
        </p:sp>
        <p:graphicFrame>
          <p:nvGraphicFramePr>
            <p:cNvPr id="22551" name="对象 5"/>
            <p:cNvGraphicFramePr>
              <a:graphicFrameLocks noChangeAspect="1"/>
            </p:cNvGraphicFramePr>
            <p:nvPr/>
          </p:nvGraphicFramePr>
          <p:xfrm>
            <a:off x="2378377" y="1572937"/>
            <a:ext cx="1465424" cy="447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22080" imgH="190440" progId="Equation.DSMT4">
                    <p:embed/>
                  </p:oleObj>
                </mc:Choice>
                <mc:Fallback>
                  <p:oleObj name="Equation" r:id="rId5" imgW="622080" imgH="190440" progId="Equation.DSMT4">
                    <p:embed/>
                    <p:pic>
                      <p:nvPicPr>
                        <p:cNvPr id="0" name="Picture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8377" y="1572937"/>
                          <a:ext cx="1465424" cy="4475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4812371" y="1612792"/>
            <a:ext cx="1886064" cy="523873"/>
            <a:chOff x="4572000" y="1524000"/>
            <a:chExt cx="1886064" cy="523220"/>
          </a:xfrm>
        </p:grpSpPr>
        <p:graphicFrame>
          <p:nvGraphicFramePr>
            <p:cNvPr id="22548" name="对象 6"/>
            <p:cNvGraphicFramePr>
              <a:graphicFrameLocks noChangeAspect="1"/>
            </p:cNvGraphicFramePr>
            <p:nvPr/>
          </p:nvGraphicFramePr>
          <p:xfrm>
            <a:off x="5072177" y="1575754"/>
            <a:ext cx="1385887" cy="453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622080" imgH="203040" progId="Equation.DSMT4">
                    <p:embed/>
                  </p:oleObj>
                </mc:Choice>
                <mc:Fallback>
                  <p:oleObj name="Equation" r:id="rId7" imgW="622080" imgH="203040" progId="Equation.DSMT4">
                    <p:embed/>
                    <p:pic>
                      <p:nvPicPr>
                        <p:cNvPr id="0" name="Picture 1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2177" y="1575754"/>
                          <a:ext cx="1385887" cy="4534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9" name="TextBox 7"/>
            <p:cNvSpPr txBox="1">
              <a:spLocks noChangeArrowheads="1"/>
            </p:cNvSpPr>
            <p:nvPr/>
          </p:nvSpPr>
          <p:spPr bwMode="auto">
            <a:xfrm>
              <a:off x="4572000" y="1524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则</a:t>
              </a:r>
            </a:p>
          </p:txBody>
        </p:sp>
      </p:grp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6720403" y="1628522"/>
            <a:ext cx="2955925" cy="523220"/>
            <a:chOff x="621714" y="2209800"/>
            <a:chExt cx="2956259" cy="523220"/>
          </a:xfrm>
        </p:grpSpPr>
        <p:sp>
          <p:nvSpPr>
            <p:cNvPr id="22545" name="TextBox 10"/>
            <p:cNvSpPr txBox="1">
              <a:spLocks noChangeArrowheads="1"/>
            </p:cNvSpPr>
            <p:nvPr/>
          </p:nvSpPr>
          <p:spPr bwMode="auto">
            <a:xfrm>
              <a:off x="621714" y="2209800"/>
              <a:ext cx="295625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当         时，        </a:t>
              </a:r>
            </a:p>
          </p:txBody>
        </p:sp>
        <p:graphicFrame>
          <p:nvGraphicFramePr>
            <p:cNvPr id="22546" name="对象 11"/>
            <p:cNvGraphicFramePr>
              <a:graphicFrameLocks noChangeAspect="1"/>
            </p:cNvGraphicFramePr>
            <p:nvPr/>
          </p:nvGraphicFramePr>
          <p:xfrm>
            <a:off x="1115811" y="2292089"/>
            <a:ext cx="743034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30120" imgH="177480" progId="Equation.DSMT4">
                    <p:embed/>
                  </p:oleObj>
                </mc:Choice>
                <mc:Fallback>
                  <p:oleObj name="Equation" r:id="rId9" imgW="330120" imgH="177480" progId="Equation.DSMT4">
                    <p:embed/>
                    <p:pic>
                      <p:nvPicPr>
                        <p:cNvPr id="0" name="Picture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811" y="2292089"/>
                          <a:ext cx="743034" cy="401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7" name="对象 12"/>
            <p:cNvGraphicFramePr>
              <a:graphicFrameLocks noChangeAspect="1"/>
            </p:cNvGraphicFramePr>
            <p:nvPr/>
          </p:nvGraphicFramePr>
          <p:xfrm>
            <a:off x="2492479" y="2335869"/>
            <a:ext cx="1005963" cy="395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419040" imgH="164880" progId="Equation.DSMT4">
                    <p:embed/>
                  </p:oleObj>
                </mc:Choice>
                <mc:Fallback>
                  <p:oleObj name="Equation" r:id="rId11" imgW="419040" imgH="164880" progId="Equation.DSMT4">
                    <p:embed/>
                    <p:pic>
                      <p:nvPicPr>
                        <p:cNvPr id="0" name="Picture 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2479" y="2335869"/>
                          <a:ext cx="1005963" cy="3951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1313200" y="2127240"/>
            <a:ext cx="2957512" cy="523220"/>
            <a:chOff x="621714" y="2209800"/>
            <a:chExt cx="2956259" cy="523220"/>
          </a:xfrm>
        </p:grpSpPr>
        <p:sp>
          <p:nvSpPr>
            <p:cNvPr id="22542" name="TextBox 15"/>
            <p:cNvSpPr txBox="1">
              <a:spLocks noChangeArrowheads="1"/>
            </p:cNvSpPr>
            <p:nvPr/>
          </p:nvSpPr>
          <p:spPr bwMode="auto">
            <a:xfrm>
              <a:off x="621714" y="2209800"/>
              <a:ext cx="295625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当         时，        </a:t>
              </a:r>
            </a:p>
          </p:txBody>
        </p:sp>
        <p:graphicFrame>
          <p:nvGraphicFramePr>
            <p:cNvPr id="22543" name="对象 16"/>
            <p:cNvGraphicFramePr>
              <a:graphicFrameLocks noChangeAspect="1"/>
            </p:cNvGraphicFramePr>
            <p:nvPr/>
          </p:nvGraphicFramePr>
          <p:xfrm>
            <a:off x="1104651" y="2311508"/>
            <a:ext cx="801347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355320" imgH="164880" progId="Equation.DSMT4">
                    <p:embed/>
                  </p:oleObj>
                </mc:Choice>
                <mc:Fallback>
                  <p:oleObj name="Equation" r:id="rId13" imgW="355320" imgH="164880" progId="Equation.DSMT4">
                    <p:embed/>
                    <p:pic>
                      <p:nvPicPr>
                        <p:cNvPr id="0" name="Picture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651" y="2311508"/>
                          <a:ext cx="801347" cy="373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4" name="对象 17"/>
            <p:cNvGraphicFramePr>
              <a:graphicFrameLocks noChangeAspect="1"/>
            </p:cNvGraphicFramePr>
            <p:nvPr/>
          </p:nvGraphicFramePr>
          <p:xfrm>
            <a:off x="2497886" y="2254358"/>
            <a:ext cx="861647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406080" imgH="203040" progId="Equation.DSMT4">
                    <p:embed/>
                  </p:oleObj>
                </mc:Choice>
                <mc:Fallback>
                  <p:oleObj name="Equation" r:id="rId15" imgW="406080" imgH="203040" progId="Equation.DSMT4">
                    <p:embed/>
                    <p:pic>
                      <p:nvPicPr>
                        <p:cNvPr id="0" name="Picture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7886" y="2254358"/>
                          <a:ext cx="861647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4234999" y="2120627"/>
            <a:ext cx="1266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所以，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1360466" y="2686241"/>
          <a:ext cx="464502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93680" imgH="330120" progId="Equation.DSMT4">
                  <p:embed/>
                </p:oleObj>
              </mc:Choice>
              <mc:Fallback>
                <p:oleObj name="Equation" r:id="rId17" imgW="1993680" imgH="330120" progId="Equation.DSMT4">
                  <p:embed/>
                  <p:pic>
                    <p:nvPicPr>
                      <p:cNvPr id="0" name="Picture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466" y="2686241"/>
                        <a:ext cx="4645025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1" name="TextBox 22"/>
          <p:cNvSpPr txBox="1">
            <a:spLocks noChangeArrowheads="1"/>
          </p:cNvSpPr>
          <p:nvPr/>
        </p:nvSpPr>
        <p:spPr bwMode="auto">
          <a:xfrm>
            <a:off x="7113115" y="842318"/>
            <a:ext cx="1933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(2017</a:t>
            </a:r>
            <a:r>
              <a:rPr lang="zh-CN" altLang="en-US" sz="2400" b="1" dirty="0">
                <a:solidFill>
                  <a:srgbClr val="0000CC"/>
                </a:solidFill>
              </a:rPr>
              <a:t>年数二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" name="对象 2"/>
          <p:cNvGraphicFramePr>
            <a:graphicFrameLocks noChangeAspect="1"/>
          </p:cNvGraphicFramePr>
          <p:nvPr/>
        </p:nvGraphicFramePr>
        <p:xfrm>
          <a:off x="1274311" y="3311589"/>
          <a:ext cx="3594100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50960" imgH="545760" progId="Equation.DSMT4">
                  <p:embed/>
                </p:oleObj>
              </mc:Choice>
              <mc:Fallback>
                <p:oleObj name="Equation" r:id="rId19" imgW="1650960" imgH="545760" progId="Equation.DSMT4">
                  <p:embed/>
                  <p:pic>
                    <p:nvPicPr>
                      <p:cNvPr id="0" name="Picture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311" y="3311589"/>
                        <a:ext cx="3594100" cy="1189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0351864" y="3542870"/>
          <a:ext cx="646112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17160" imgH="406080" progId="Equation.DSMT4">
                  <p:embed/>
                </p:oleObj>
              </mc:Choice>
              <mc:Fallback>
                <p:oleObj name="Equation" r:id="rId21" imgW="317160" imgH="406080" progId="Equation.DSMT4">
                  <p:embed/>
                  <p:pic>
                    <p:nvPicPr>
                      <p:cNvPr id="0" name="Picture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1864" y="3542870"/>
                        <a:ext cx="646112" cy="823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32</a:t>
            </a:fld>
            <a:endParaRPr lang="en-US" altLang="zh-CN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5965188" y="2659818"/>
          <a:ext cx="219075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39600" imgH="330120" progId="Equation.DSMT4">
                  <p:embed/>
                </p:oleObj>
              </mc:Choice>
              <mc:Fallback>
                <p:oleObj name="Equation" r:id="rId23" imgW="939600" imgH="330120" progId="Equation.DSMT4">
                  <p:embed/>
                  <p:pic>
                    <p:nvPicPr>
                      <p:cNvPr id="0" name="Picture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188" y="2659818"/>
                        <a:ext cx="2190750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8136431" y="2631598"/>
          <a:ext cx="239712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028520" imgH="330120" progId="Equation.DSMT4">
                  <p:embed/>
                </p:oleObj>
              </mc:Choice>
              <mc:Fallback>
                <p:oleObj name="Equation" r:id="rId25" imgW="1028520" imgH="330120" progId="Equation.DSMT4">
                  <p:embed/>
                  <p:pic>
                    <p:nvPicPr>
                      <p:cNvPr id="0" name="Picture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6431" y="2631598"/>
                        <a:ext cx="2397125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2"/>
          <p:cNvGraphicFramePr>
            <a:graphicFrameLocks noChangeAspect="1"/>
          </p:cNvGraphicFramePr>
          <p:nvPr/>
        </p:nvGraphicFramePr>
        <p:xfrm>
          <a:off x="4887097" y="3311589"/>
          <a:ext cx="3622675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663560" imgH="545760" progId="Equation.DSMT4">
                  <p:embed/>
                </p:oleObj>
              </mc:Choice>
              <mc:Fallback>
                <p:oleObj name="Equation" r:id="rId27" imgW="1663560" imgH="545760" progId="Equation.DSMT4">
                  <p:embed/>
                  <p:pic>
                    <p:nvPicPr>
                      <p:cNvPr id="0" name="Picture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097" y="3311589"/>
                        <a:ext cx="3622675" cy="1189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2"/>
          <p:cNvGraphicFramePr>
            <a:graphicFrameLocks noChangeAspect="1"/>
          </p:cNvGraphicFramePr>
          <p:nvPr/>
        </p:nvGraphicFramePr>
        <p:xfrm>
          <a:off x="8472264" y="3481420"/>
          <a:ext cx="1879600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863280" imgH="622080" progId="Equation.DSMT4">
                  <p:embed/>
                </p:oleObj>
              </mc:Choice>
              <mc:Fallback>
                <p:oleObj name="Equation" r:id="rId29" imgW="863280" imgH="622080" progId="Equation.DSMT4">
                  <p:embed/>
                  <p:pic>
                    <p:nvPicPr>
                      <p:cNvPr id="0" name="Picture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264" y="3481420"/>
                        <a:ext cx="1879600" cy="1354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35A9D638-7042-4998-9A14-2FBBB107A3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795941"/>
              </p:ext>
            </p:extLst>
          </p:nvPr>
        </p:nvGraphicFramePr>
        <p:xfrm>
          <a:off x="1296531" y="4825018"/>
          <a:ext cx="59483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831760" imgH="330120" progId="Equation.DSMT4">
                  <p:embed/>
                </p:oleObj>
              </mc:Choice>
              <mc:Fallback>
                <p:oleObj name="Equation" r:id="rId31" imgW="2831760" imgH="330120" progId="Equation.DSMT4">
                  <p:embed/>
                  <p:pic>
                    <p:nvPicPr>
                      <p:cNvPr id="0" name="Picture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531" y="4825018"/>
                        <a:ext cx="5948362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C9301C12-2683-4AC9-9CB6-2ADE9DCB78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713857"/>
              </p:ext>
            </p:extLst>
          </p:nvPr>
        </p:nvGraphicFramePr>
        <p:xfrm>
          <a:off x="1274311" y="5542457"/>
          <a:ext cx="983932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4673520" imgH="330120" progId="Equation.DSMT4">
                  <p:embed/>
                </p:oleObj>
              </mc:Choice>
              <mc:Fallback>
                <p:oleObj name="Equation" r:id="rId33" imgW="4673520" imgH="330120" progId="Equation.DSMT4">
                  <p:embed/>
                  <p:pic>
                    <p:nvPicPr>
                      <p:cNvPr id="0" name="Picture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311" y="5542457"/>
                        <a:ext cx="9839325" cy="719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841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" grpId="0"/>
      <p:bldP spid="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50B6411-B14B-48A0-883A-E784D8B0E188}"/>
              </a:ext>
            </a:extLst>
          </p:cNvPr>
          <p:cNvGrpSpPr/>
          <p:nvPr/>
        </p:nvGrpSpPr>
        <p:grpSpPr>
          <a:xfrm>
            <a:off x="1833664" y="1022018"/>
            <a:ext cx="6562404" cy="533290"/>
            <a:chOff x="1833664" y="1022018"/>
            <a:chExt cx="6562404" cy="533290"/>
          </a:xfrm>
        </p:grpSpPr>
        <p:sp>
          <p:nvSpPr>
            <p:cNvPr id="30722" name="TextBox 1"/>
            <p:cNvSpPr txBox="1">
              <a:spLocks noChangeArrowheads="1"/>
            </p:cNvSpPr>
            <p:nvPr/>
          </p:nvSpPr>
          <p:spPr bwMode="auto">
            <a:xfrm>
              <a:off x="1833664" y="1022018"/>
              <a:ext cx="90441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</a:rPr>
                <a:t>例</a:t>
              </a: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723" name="组合 5"/>
            <p:cNvGrpSpPr>
              <a:grpSpLocks/>
            </p:cNvGrpSpPr>
            <p:nvPr/>
          </p:nvGrpSpPr>
          <p:grpSpPr bwMode="auto">
            <a:xfrm>
              <a:off x="2768381" y="1031433"/>
              <a:ext cx="5627687" cy="523875"/>
              <a:chOff x="1447800" y="559161"/>
              <a:chExt cx="5628464" cy="523220"/>
            </a:xfrm>
          </p:grpSpPr>
          <p:sp>
            <p:nvSpPr>
              <p:cNvPr id="30741" name="TextBox 2"/>
              <p:cNvSpPr txBox="1">
                <a:spLocks noChangeArrowheads="1"/>
              </p:cNvSpPr>
              <p:nvPr/>
            </p:nvSpPr>
            <p:spPr bwMode="auto">
              <a:xfrm>
                <a:off x="1447800" y="559161"/>
                <a:ext cx="562846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b="1" dirty="0"/>
                  <a:t>设         在                        上连续，</a:t>
                </a:r>
              </a:p>
            </p:txBody>
          </p:sp>
          <p:graphicFrame>
            <p:nvGraphicFramePr>
              <p:cNvPr id="30742" name="对象 3"/>
              <p:cNvGraphicFramePr>
                <a:graphicFrameLocks noChangeAspect="1"/>
              </p:cNvGraphicFramePr>
              <p:nvPr/>
            </p:nvGraphicFramePr>
            <p:xfrm>
              <a:off x="1905000" y="584922"/>
              <a:ext cx="901644" cy="4974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368140" imgH="203112" progId="Equation.DSMT4">
                      <p:embed/>
                    </p:oleObj>
                  </mc:Choice>
                  <mc:Fallback>
                    <p:oleObj name="Equation" r:id="rId2" imgW="368140" imgH="203112" progId="Equation.DSMT4">
                      <p:embed/>
                      <p:pic>
                        <p:nvPicPr>
                          <p:cNvPr id="0" name="Picture 20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05000" y="584922"/>
                            <a:ext cx="901644" cy="49745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43" name="对象 4"/>
              <p:cNvGraphicFramePr>
                <a:graphicFrameLocks noChangeAspect="1"/>
              </p:cNvGraphicFramePr>
              <p:nvPr/>
            </p:nvGraphicFramePr>
            <p:xfrm>
              <a:off x="3200400" y="576746"/>
              <a:ext cx="2220493" cy="4737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952087" imgH="203112" progId="Equation.DSMT4">
                      <p:embed/>
                    </p:oleObj>
                  </mc:Choice>
                  <mc:Fallback>
                    <p:oleObj name="Equation" r:id="rId4" imgW="952087" imgH="203112" progId="Equation.DSMT4">
                      <p:embed/>
                      <p:pic>
                        <p:nvPicPr>
                          <p:cNvPr id="0" name="Picture 20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00400" y="576746"/>
                            <a:ext cx="2220493" cy="47370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0724" name="组合 8"/>
          <p:cNvGrpSpPr>
            <a:grpSpLocks/>
          </p:cNvGrpSpPr>
          <p:nvPr/>
        </p:nvGrpSpPr>
        <p:grpSpPr bwMode="auto">
          <a:xfrm>
            <a:off x="1837785" y="1677526"/>
            <a:ext cx="5724525" cy="715962"/>
            <a:chOff x="609600" y="1219200"/>
            <a:chExt cx="5723792" cy="716460"/>
          </a:xfrm>
        </p:grpSpPr>
        <p:graphicFrame>
          <p:nvGraphicFramePr>
            <p:cNvPr id="30739" name="对象 6"/>
            <p:cNvGraphicFramePr>
              <a:graphicFrameLocks noChangeAspect="1"/>
            </p:cNvGraphicFramePr>
            <p:nvPr/>
          </p:nvGraphicFramePr>
          <p:xfrm>
            <a:off x="1676400" y="1219200"/>
            <a:ext cx="4656992" cy="716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46300" imgH="330200" progId="Equation.DSMT4">
                    <p:embed/>
                  </p:oleObj>
                </mc:Choice>
                <mc:Fallback>
                  <p:oleObj name="Equation" r:id="rId6" imgW="2146300" imgH="330200" progId="Equation.DSMT4">
                    <p:embed/>
                    <p:pic>
                      <p:nvPicPr>
                        <p:cNvPr id="0" name="Picture 2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6400" y="1219200"/>
                          <a:ext cx="4656992" cy="716460"/>
                        </a:xfrm>
                        <a:prstGeom prst="rect">
                          <a:avLst/>
                        </a:prstGeom>
                        <a:solidFill>
                          <a:srgbClr val="0099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0" name="TextBox 7"/>
            <p:cNvSpPr txBox="1">
              <a:spLocks noChangeArrowheads="1"/>
            </p:cNvSpPr>
            <p:nvPr/>
          </p:nvSpPr>
          <p:spPr bwMode="auto">
            <a:xfrm>
              <a:off x="609600" y="1316687"/>
              <a:ext cx="9028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证明</a:t>
              </a:r>
            </a:p>
          </p:txBody>
        </p:sp>
      </p:grpSp>
      <p:grpSp>
        <p:nvGrpSpPr>
          <p:cNvPr id="30725" name="组合 11"/>
          <p:cNvGrpSpPr>
            <a:grpSpLocks/>
          </p:cNvGrpSpPr>
          <p:nvPr/>
        </p:nvGrpSpPr>
        <p:grpSpPr bwMode="auto">
          <a:xfrm>
            <a:off x="7698651" y="1659153"/>
            <a:ext cx="3049496" cy="812800"/>
            <a:chOff x="611147" y="1922185"/>
            <a:chExt cx="3049324" cy="812800"/>
          </a:xfrm>
        </p:grpSpPr>
        <p:sp>
          <p:nvSpPr>
            <p:cNvPr id="30737" name="TextBox 9"/>
            <p:cNvSpPr txBox="1">
              <a:spLocks noChangeArrowheads="1"/>
            </p:cNvSpPr>
            <p:nvPr/>
          </p:nvSpPr>
          <p:spPr bwMode="auto">
            <a:xfrm>
              <a:off x="611147" y="2057400"/>
              <a:ext cx="126188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并计算</a:t>
              </a:r>
            </a:p>
          </p:txBody>
        </p:sp>
        <p:graphicFrame>
          <p:nvGraphicFramePr>
            <p:cNvPr id="30738" name="对象 10"/>
            <p:cNvGraphicFramePr>
              <a:graphicFrameLocks noChangeAspect="1"/>
            </p:cNvGraphicFramePr>
            <p:nvPr/>
          </p:nvGraphicFramePr>
          <p:xfrm>
            <a:off x="1755471" y="1922185"/>
            <a:ext cx="19050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52087" imgH="406224" progId="Equation.DSMT4">
                    <p:embed/>
                  </p:oleObj>
                </mc:Choice>
                <mc:Fallback>
                  <p:oleObj name="Equation" r:id="rId8" imgW="952087" imgH="406224" progId="Equation.DSMT4">
                    <p:embed/>
                    <p:pic>
                      <p:nvPicPr>
                        <p:cNvPr id="0" name="Picture 2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5471" y="1922185"/>
                          <a:ext cx="1905000" cy="812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883780" y="2443713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2756886" y="2387904"/>
            <a:ext cx="5452576" cy="1058245"/>
            <a:chOff x="1141556" y="2990950"/>
            <a:chExt cx="5451939" cy="1057292"/>
          </a:xfrm>
        </p:grpSpPr>
        <p:grpSp>
          <p:nvGrpSpPr>
            <p:cNvPr id="30733" name="组合 18"/>
            <p:cNvGrpSpPr>
              <a:grpSpLocks/>
            </p:cNvGrpSpPr>
            <p:nvPr/>
          </p:nvGrpSpPr>
          <p:grpSpPr bwMode="auto">
            <a:xfrm>
              <a:off x="1153050" y="2990950"/>
              <a:ext cx="5440445" cy="523220"/>
              <a:chOff x="1153050" y="2990950"/>
              <a:chExt cx="5440445" cy="523220"/>
            </a:xfrm>
          </p:grpSpPr>
          <p:sp>
            <p:nvSpPr>
              <p:cNvPr id="30735" name="TextBox 13"/>
              <p:cNvSpPr txBox="1">
                <a:spLocks noChangeArrowheads="1"/>
              </p:cNvSpPr>
              <p:nvPr/>
            </p:nvSpPr>
            <p:spPr bwMode="auto">
              <a:xfrm>
                <a:off x="1153050" y="2990950"/>
                <a:ext cx="902811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b="1"/>
                  <a:t>因为</a:t>
                </a:r>
              </a:p>
            </p:txBody>
          </p:sp>
          <p:graphicFrame>
            <p:nvGraphicFramePr>
              <p:cNvPr id="30736" name="对象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6045383"/>
                  </p:ext>
                </p:extLst>
              </p:nvPr>
            </p:nvGraphicFramePr>
            <p:xfrm>
              <a:off x="2197395" y="3014421"/>
              <a:ext cx="4396100" cy="4784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866090" imgH="203112" progId="Equation.DSMT4">
                      <p:embed/>
                    </p:oleObj>
                  </mc:Choice>
                  <mc:Fallback>
                    <p:oleObj name="Equation" r:id="rId10" imgW="1866090" imgH="203112" progId="Equation.DSMT4">
                      <p:embed/>
                      <p:pic>
                        <p:nvPicPr>
                          <p:cNvPr id="0" name="Picture 20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97395" y="3014421"/>
                            <a:ext cx="4396100" cy="47848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734" name="矩形 16"/>
            <p:cNvSpPr>
              <a:spLocks noChangeArrowheads="1"/>
            </p:cNvSpPr>
            <p:nvPr/>
          </p:nvSpPr>
          <p:spPr bwMode="auto">
            <a:xfrm>
              <a:off x="1141556" y="3525022"/>
              <a:ext cx="3251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</a:rPr>
                <a:t>分别为偶、奇函数，</a:t>
              </a:r>
            </a:p>
          </p:txBody>
        </p:sp>
      </p:grp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5975164" y="2950905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所以</a:t>
            </a: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25759"/>
              </p:ext>
            </p:extLst>
          </p:nvPr>
        </p:nvGraphicFramePr>
        <p:xfrm>
          <a:off x="2140474" y="3458905"/>
          <a:ext cx="69151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25800" imgH="406400" progId="Equation.DSMT4">
                  <p:embed/>
                </p:oleObj>
              </mc:Choice>
              <mc:Fallback>
                <p:oleObj name="Equation" r:id="rId12" imgW="3225800" imgH="406400" progId="Equation.DSMT4">
                  <p:embed/>
                  <p:pic>
                    <p:nvPicPr>
                      <p:cNvPr id="0" name="Picture 2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474" y="3458905"/>
                        <a:ext cx="6915150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359531"/>
              </p:ext>
            </p:extLst>
          </p:nvPr>
        </p:nvGraphicFramePr>
        <p:xfrm>
          <a:off x="3640379" y="4141233"/>
          <a:ext cx="6618287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149600" imgH="406400" progId="Equation.DSMT4">
                  <p:embed/>
                </p:oleObj>
              </mc:Choice>
              <mc:Fallback>
                <p:oleObj name="Equation" r:id="rId14" imgW="3149600" imgH="406400" progId="Equation.DSMT4">
                  <p:embed/>
                  <p:pic>
                    <p:nvPicPr>
                      <p:cNvPr id="0" name="Picture 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0379" y="4141233"/>
                        <a:ext cx="6618287" cy="854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960834"/>
              </p:ext>
            </p:extLst>
          </p:nvPr>
        </p:nvGraphicFramePr>
        <p:xfrm>
          <a:off x="3645924" y="4890062"/>
          <a:ext cx="48863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71700" imgH="406400" progId="Equation.DSMT4">
                  <p:embed/>
                </p:oleObj>
              </mc:Choice>
              <mc:Fallback>
                <p:oleObj name="Equation" r:id="rId16" imgW="2171700" imgH="406400" progId="Equation.DSMT4">
                  <p:embed/>
                  <p:pic>
                    <p:nvPicPr>
                      <p:cNvPr id="0" name="Picture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5924" y="4890062"/>
                        <a:ext cx="4886325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738329"/>
              </p:ext>
            </p:extLst>
          </p:nvPr>
        </p:nvGraphicFramePr>
        <p:xfrm>
          <a:off x="3647728" y="5635541"/>
          <a:ext cx="2925762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73200" imgH="330200" progId="Equation.DSMT4">
                  <p:embed/>
                </p:oleObj>
              </mc:Choice>
              <mc:Fallback>
                <p:oleObj name="Equation" r:id="rId18" imgW="1473200" imgH="330200" progId="Equation.DSMT4">
                  <p:embed/>
                  <p:pic>
                    <p:nvPicPr>
                      <p:cNvPr id="0" name="Picture 2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5635541"/>
                        <a:ext cx="2925762" cy="731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33</a:t>
            </a:fld>
            <a:endParaRPr lang="en-US" altLang="zh-CN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DC0D56F-88E1-43AE-92B2-23297F6B7373}"/>
              </a:ext>
            </a:extLst>
          </p:cNvPr>
          <p:cNvSpPr txBox="1"/>
          <p:nvPr/>
        </p:nvSpPr>
        <p:spPr>
          <a:xfrm>
            <a:off x="1697466" y="331804"/>
            <a:ext cx="2656496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四、折半代换</a:t>
            </a:r>
          </a:p>
        </p:txBody>
      </p:sp>
    </p:spTree>
    <p:extLst>
      <p:ext uri="{BB962C8B-B14F-4D97-AF65-F5344CB8AC3E}">
        <p14:creationId xmlns:p14="http://schemas.microsoft.com/office/powerpoint/2010/main" val="205844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对象 1"/>
          <p:cNvGraphicFramePr>
            <a:graphicFrameLocks noChangeAspect="1"/>
          </p:cNvGraphicFramePr>
          <p:nvPr/>
        </p:nvGraphicFramePr>
        <p:xfrm>
          <a:off x="2567608" y="1052736"/>
          <a:ext cx="60515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57500" imgH="431800" progId="Equation.DSMT4">
                  <p:embed/>
                </p:oleObj>
              </mc:Choice>
              <mc:Fallback>
                <p:oleObj name="Equation" r:id="rId2" imgW="2857500" imgH="431800" progId="Equation.DSMT4">
                  <p:embed/>
                  <p:pic>
                    <p:nvPicPr>
                      <p:cNvPr id="0" name="Picture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1052736"/>
                        <a:ext cx="605155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995022" y="2078436"/>
          <a:ext cx="39719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64534" imgH="406224" progId="Equation.DSMT4">
                  <p:embed/>
                </p:oleObj>
              </mc:Choice>
              <mc:Fallback>
                <p:oleObj name="Equation" r:id="rId4" imgW="1764534" imgH="406224" progId="Equation.DSMT4">
                  <p:embed/>
                  <p:pic>
                    <p:nvPicPr>
                      <p:cNvPr id="0" name="Picture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022" y="2078436"/>
                        <a:ext cx="3971925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995022" y="3069036"/>
          <a:ext cx="37147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1000" imgH="406400" progId="Equation.DSMT4">
                  <p:embed/>
                </p:oleObj>
              </mc:Choice>
              <mc:Fallback>
                <p:oleObj name="Equation" r:id="rId6" imgW="1651000" imgH="406400" progId="Equation.DSMT4">
                  <p:embed/>
                  <p:pic>
                    <p:nvPicPr>
                      <p:cNvPr id="0" name="Picture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022" y="3069036"/>
                        <a:ext cx="371475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949778" y="4059636"/>
          <a:ext cx="22098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64781" imgH="406224" progId="Equation.DSMT4">
                  <p:embed/>
                </p:oleObj>
              </mc:Choice>
              <mc:Fallback>
                <p:oleObj name="Equation" r:id="rId8" imgW="964781" imgH="406224" progId="Equation.DSMT4">
                  <p:embed/>
                  <p:pic>
                    <p:nvPicPr>
                      <p:cNvPr id="0" name="Picture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778" y="4059636"/>
                        <a:ext cx="2209800" cy="930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995022" y="5013176"/>
          <a:ext cx="21193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6698" imgH="266584" progId="Equation.DSMT4">
                  <p:embed/>
                </p:oleObj>
              </mc:Choice>
              <mc:Fallback>
                <p:oleObj name="Equation" r:id="rId10" imgW="926698" imgH="266584" progId="Equation.DSMT4">
                  <p:embed/>
                  <p:pic>
                    <p:nvPicPr>
                      <p:cNvPr id="0" name="Picture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022" y="5013176"/>
                        <a:ext cx="211931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34</a:t>
            </a:fld>
            <a:endParaRPr lang="en-US" altLang="zh-CN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30B72D4-CD9F-4150-A0D8-85B5506D17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3383" y="4866323"/>
          <a:ext cx="5039121" cy="1328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79560" imgH="495000" progId="Equation.DSMT4">
                  <p:embed/>
                </p:oleObj>
              </mc:Choice>
              <mc:Fallback>
                <p:oleObj name="Equation" r:id="rId12" imgW="1879560" imgH="495000" progId="Equation.DSMT4">
                  <p:embed/>
                  <p:pic>
                    <p:nvPicPr>
                      <p:cNvPr id="0" name="Picture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3383" y="4866323"/>
                        <a:ext cx="5039121" cy="132854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453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3276600" y="4800601"/>
          <a:ext cx="19558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55800" imgH="723900" progId="Equation.3">
                  <p:embed/>
                </p:oleObj>
              </mc:Choice>
              <mc:Fallback>
                <p:oleObj name="公式" r:id="rId2" imgW="1955800" imgH="723900" progId="Equation.3">
                  <p:embed/>
                  <p:pic>
                    <p:nvPicPr>
                      <p:cNvPr id="0" name="Picture 2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800601"/>
                        <a:ext cx="19558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5334000" y="4724400"/>
          <a:ext cx="3213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13100" imgH="939800" progId="Equation.3">
                  <p:embed/>
                </p:oleObj>
              </mc:Choice>
              <mc:Fallback>
                <p:oleObj name="公式" r:id="rId4" imgW="3213100" imgH="939800" progId="Equation.3">
                  <p:embed/>
                  <p:pic>
                    <p:nvPicPr>
                      <p:cNvPr id="0" name="Picture 2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724400"/>
                        <a:ext cx="32131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3357563" y="5638801"/>
          <a:ext cx="21209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20900" imgH="723900" progId="Equation.3">
                  <p:embed/>
                </p:oleObj>
              </mc:Choice>
              <mc:Fallback>
                <p:oleObj name="公式" r:id="rId6" imgW="2120900" imgH="723900" progId="Equation.3">
                  <p:embed/>
                  <p:pic>
                    <p:nvPicPr>
                      <p:cNvPr id="0" name="Picture 2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5638801"/>
                        <a:ext cx="21209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5486400" y="5638801"/>
          <a:ext cx="23749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74900" imgH="723900" progId="Equation.3">
                  <p:embed/>
                </p:oleObj>
              </mc:Choice>
              <mc:Fallback>
                <p:oleObj name="公式" r:id="rId8" imgW="2374900" imgH="723900" progId="Equation.3">
                  <p:embed/>
                  <p:pic>
                    <p:nvPicPr>
                      <p:cNvPr id="0" name="Picture 2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638801"/>
                        <a:ext cx="23749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965450" y="35052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038600" y="3352800"/>
          <a:ext cx="1295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95400" imgH="838200" progId="Equation.3">
                  <p:embed/>
                </p:oleObj>
              </mc:Choice>
              <mc:Fallback>
                <p:oleObj name="公式" r:id="rId10" imgW="1295400" imgH="838200" progId="Equation.3">
                  <p:embed/>
                  <p:pic>
                    <p:nvPicPr>
                      <p:cNvPr id="0" name="Picture 2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352800"/>
                        <a:ext cx="1295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638800" y="3581400"/>
          <a:ext cx="1816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16100" imgH="368300" progId="Equation.3">
                  <p:embed/>
                </p:oleObj>
              </mc:Choice>
              <mc:Fallback>
                <p:oleObj name="公式" r:id="rId12" imgW="1816100" imgH="368300" progId="Equation.3">
                  <p:embed/>
                  <p:pic>
                    <p:nvPicPr>
                      <p:cNvPr id="0" name="Picture 2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581400"/>
                        <a:ext cx="18161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56000" y="4267200"/>
          <a:ext cx="838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838200" imgH="330200" progId="Equation.3">
                  <p:embed/>
                </p:oleObj>
              </mc:Choice>
              <mc:Fallback>
                <p:oleObj name="公式" r:id="rId14" imgW="838200" imgH="330200" progId="Equation.3">
                  <p:embed/>
                  <p:pic>
                    <p:nvPicPr>
                      <p:cNvPr id="0" name="Picture 2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0" y="4267200"/>
                        <a:ext cx="8382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724400" y="3992563"/>
          <a:ext cx="1320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20800" imgH="838200" progId="Equation.3">
                  <p:embed/>
                </p:oleObj>
              </mc:Choice>
              <mc:Fallback>
                <p:oleObj name="公式" r:id="rId16" imgW="1320800" imgH="838200" progId="Equation.3">
                  <p:embed/>
                  <p:pic>
                    <p:nvPicPr>
                      <p:cNvPr id="0" name="Picture 2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992563"/>
                        <a:ext cx="1320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248400" y="3962400"/>
          <a:ext cx="850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50900" imgH="838200" progId="Equation.3">
                  <p:embed/>
                </p:oleObj>
              </mc:Choice>
              <mc:Fallback>
                <p:oleObj name="公式" r:id="rId18" imgW="850900" imgH="838200" progId="Equation.3">
                  <p:embed/>
                  <p:pic>
                    <p:nvPicPr>
                      <p:cNvPr id="0" name="Picture 2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962400"/>
                        <a:ext cx="8509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239000" y="4191000"/>
          <a:ext cx="1244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244600" imgH="368300" progId="Equation.3">
                  <p:embed/>
                </p:oleObj>
              </mc:Choice>
              <mc:Fallback>
                <p:oleObj name="公式" r:id="rId20" imgW="1244600" imgH="368300" progId="Equation.3">
                  <p:embed/>
                  <p:pic>
                    <p:nvPicPr>
                      <p:cNvPr id="0" name="Picture 2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191000"/>
                        <a:ext cx="12446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046288" y="3490914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86" name="TextBox 13"/>
              <p:cNvSpPr txBox="1">
                <a:spLocks noChangeArrowheads="1"/>
              </p:cNvSpPr>
              <p:nvPr/>
            </p:nvSpPr>
            <p:spPr bwMode="auto">
              <a:xfrm>
                <a:off x="1605506" y="323954"/>
                <a:ext cx="7558587" cy="7444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五、</a:t>
                </a:r>
                <a:r>
                  <a:rPr lang="en-US" altLang="zh-CN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[0, </a:t>
                </a:r>
                <a14:m>
                  <m:oMath xmlns:m="http://schemas.openxmlformats.org/officeDocument/2006/math">
                    <m:r>
                      <a:rPr lang="pt-BR" altLang="zh-CN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altLang="zh-CN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pt-BR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] </a:t>
                </a:r>
                <a:r>
                  <a:rPr lang="zh-CN" altLang="en-US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区间上三角函数的积分转换</a:t>
                </a:r>
                <a:endParaRPr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8686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5506" y="323954"/>
                <a:ext cx="7558587" cy="744435"/>
              </a:xfrm>
              <a:prstGeom prst="rect">
                <a:avLst/>
              </a:prstGeom>
              <a:blipFill>
                <a:blip r:embed="rId23" cstate="print"/>
                <a:stretch>
                  <a:fillRect l="-2097" t="-9016" b="-163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687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301605"/>
              </p:ext>
            </p:extLst>
          </p:nvPr>
        </p:nvGraphicFramePr>
        <p:xfrm>
          <a:off x="1919536" y="1184276"/>
          <a:ext cx="6302375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908300" imgH="1054100" progId="Equation.DSMT4">
                  <p:embed/>
                </p:oleObj>
              </mc:Choice>
              <mc:Fallback>
                <p:oleObj name="Equation" r:id="rId24" imgW="2908300" imgH="1054100" progId="Equation.DSMT4">
                  <p:embed/>
                  <p:pic>
                    <p:nvPicPr>
                      <p:cNvPr id="0" name="Picture 2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1184276"/>
                        <a:ext cx="6302375" cy="2282825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9" name="TextBox 11"/>
          <p:cNvSpPr txBox="1">
            <a:spLocks noChangeArrowheads="1"/>
          </p:cNvSpPr>
          <p:nvPr/>
        </p:nvSpPr>
        <p:spPr bwMode="auto">
          <a:xfrm>
            <a:off x="8648700" y="5664200"/>
            <a:ext cx="26558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(2),(3)</a:t>
            </a:r>
            <a:r>
              <a:rPr lang="zh-CN" altLang="en-US" sz="2800" b="1" dirty="0"/>
              <a:t>类似证明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386355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9" grpId="0"/>
      <p:bldP spid="2868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Box 1"/>
          <p:cNvSpPr txBox="1">
            <a:spLocks noChangeArrowheads="1"/>
          </p:cNvSpPr>
          <p:nvPr/>
        </p:nvSpPr>
        <p:spPr bwMode="auto">
          <a:xfrm>
            <a:off x="1665806" y="823522"/>
            <a:ext cx="15231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altLang="en-US" sz="2800" b="1"/>
              <a:t> 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699" name="对象 2"/>
          <p:cNvGraphicFramePr>
            <a:graphicFrameLocks noChangeAspect="1"/>
          </p:cNvGraphicFramePr>
          <p:nvPr/>
        </p:nvGraphicFramePr>
        <p:xfrm>
          <a:off x="3215680" y="732707"/>
          <a:ext cx="3233738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74800" imgH="342900" progId="Equation.DSMT4">
                  <p:embed/>
                </p:oleObj>
              </mc:Choice>
              <mc:Fallback>
                <p:oleObj name="Equation" r:id="rId2" imgW="1574800" imgH="342900" progId="Equation.DSMT4">
                  <p:embed/>
                  <p:pic>
                    <p:nvPicPr>
                      <p:cNvPr id="0" name="Picture 3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732707"/>
                        <a:ext cx="3233738" cy="704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449418" y="732707"/>
          <a:ext cx="3262313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86811" imgH="406224" progId="Equation.DSMT4">
                  <p:embed/>
                </p:oleObj>
              </mc:Choice>
              <mc:Fallback>
                <p:oleObj name="Equation" r:id="rId4" imgW="1586811" imgH="406224" progId="Equation.DSMT4">
                  <p:embed/>
                  <p:pic>
                    <p:nvPicPr>
                      <p:cNvPr id="0" name="Picture 3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9418" y="732707"/>
                        <a:ext cx="3262313" cy="83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238591"/>
              </p:ext>
            </p:extLst>
          </p:nvPr>
        </p:nvGraphicFramePr>
        <p:xfrm>
          <a:off x="2470603" y="1446952"/>
          <a:ext cx="57404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4000" imgH="406400" progId="Equation.DSMT4">
                  <p:embed/>
                </p:oleObj>
              </mc:Choice>
              <mc:Fallback>
                <p:oleObj name="Equation" r:id="rId6" imgW="2794000" imgH="406400" progId="Equation.DSMT4">
                  <p:embed/>
                  <p:pic>
                    <p:nvPicPr>
                      <p:cNvPr id="0" name="Picture 3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603" y="1446952"/>
                        <a:ext cx="5740400" cy="83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353997"/>
              </p:ext>
            </p:extLst>
          </p:nvPr>
        </p:nvGraphicFramePr>
        <p:xfrm>
          <a:off x="2470603" y="2237713"/>
          <a:ext cx="57404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4000" imgH="406400" progId="Equation.DSMT4">
                  <p:embed/>
                </p:oleObj>
              </mc:Choice>
              <mc:Fallback>
                <p:oleObj name="Equation" r:id="rId8" imgW="2794000" imgH="406400" progId="Equation.DSMT4">
                  <p:embed/>
                  <p:pic>
                    <p:nvPicPr>
                      <p:cNvPr id="0" name="Picture 3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603" y="2237713"/>
                        <a:ext cx="5740400" cy="83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722478"/>
              </p:ext>
            </p:extLst>
          </p:nvPr>
        </p:nvGraphicFramePr>
        <p:xfrm>
          <a:off x="2470603" y="3003070"/>
          <a:ext cx="3103563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11300" imgH="444500" progId="Equation.DSMT4">
                  <p:embed/>
                </p:oleObj>
              </mc:Choice>
              <mc:Fallback>
                <p:oleObj name="Equation" r:id="rId9" imgW="1511300" imgH="444500" progId="Equation.DSMT4">
                  <p:embed/>
                  <p:pic>
                    <p:nvPicPr>
                      <p:cNvPr id="0" name="Picture 3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603" y="3003070"/>
                        <a:ext cx="3103563" cy="912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240362"/>
              </p:ext>
            </p:extLst>
          </p:nvPr>
        </p:nvGraphicFramePr>
        <p:xfrm>
          <a:off x="5513864" y="3014714"/>
          <a:ext cx="3624263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64534" imgH="444307" progId="Equation.DSMT4">
                  <p:embed/>
                </p:oleObj>
              </mc:Choice>
              <mc:Fallback>
                <p:oleObj name="Equation" r:id="rId11" imgW="1764534" imgH="444307" progId="Equation.DSMT4">
                  <p:embed/>
                  <p:pic>
                    <p:nvPicPr>
                      <p:cNvPr id="0" name="Picture 3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864" y="3014714"/>
                        <a:ext cx="3624263" cy="912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678012"/>
              </p:ext>
            </p:extLst>
          </p:nvPr>
        </p:nvGraphicFramePr>
        <p:xfrm>
          <a:off x="9069661" y="3026992"/>
          <a:ext cx="919163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31613" imgH="406224" progId="Equation.DSMT4">
                  <p:embed/>
                </p:oleObj>
              </mc:Choice>
              <mc:Fallback>
                <p:oleObj name="Equation" r:id="rId13" imgW="431613" imgH="406224" progId="Equation.DSMT4">
                  <p:embed/>
                  <p:pic>
                    <p:nvPicPr>
                      <p:cNvPr id="0" name="Picture 3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9661" y="3026992"/>
                        <a:ext cx="919163" cy="86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954494"/>
              </p:ext>
            </p:extLst>
          </p:nvPr>
        </p:nvGraphicFramePr>
        <p:xfrm>
          <a:off x="2045948" y="3847405"/>
          <a:ext cx="25908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44600" imgH="419100" progId="Equation.DSMT4">
                  <p:embed/>
                </p:oleObj>
              </mc:Choice>
              <mc:Fallback>
                <p:oleObj name="Equation" r:id="rId15" imgW="1244600" imgH="419100" progId="Equation.DSMT4">
                  <p:embed/>
                  <p:pic>
                    <p:nvPicPr>
                      <p:cNvPr id="0" name="Picture 3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5948" y="3847405"/>
                        <a:ext cx="2590800" cy="873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358188"/>
              </p:ext>
            </p:extLst>
          </p:nvPr>
        </p:nvGraphicFramePr>
        <p:xfrm>
          <a:off x="4558115" y="3847404"/>
          <a:ext cx="24574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80588" imgH="418918" progId="Equation.DSMT4">
                  <p:embed/>
                </p:oleObj>
              </mc:Choice>
              <mc:Fallback>
                <p:oleObj name="Equation" r:id="rId17" imgW="1180588" imgH="418918" progId="Equation.DSMT4">
                  <p:embed/>
                  <p:pic>
                    <p:nvPicPr>
                      <p:cNvPr id="0" name="Picture 3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8115" y="3847404"/>
                        <a:ext cx="2457450" cy="873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640847"/>
              </p:ext>
            </p:extLst>
          </p:nvPr>
        </p:nvGraphicFramePr>
        <p:xfrm>
          <a:off x="7004093" y="3863499"/>
          <a:ext cx="2616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08100" imgH="419100" progId="Equation.DSMT4">
                  <p:embed/>
                </p:oleObj>
              </mc:Choice>
              <mc:Fallback>
                <p:oleObj name="Equation" r:id="rId19" imgW="1308100" imgH="419100" progId="Equation.DSMT4">
                  <p:embed/>
                  <p:pic>
                    <p:nvPicPr>
                      <p:cNvPr id="0" name="Picture 3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4093" y="3863499"/>
                        <a:ext cx="26162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538222"/>
              </p:ext>
            </p:extLst>
          </p:nvPr>
        </p:nvGraphicFramePr>
        <p:xfrm>
          <a:off x="9630842" y="3873077"/>
          <a:ext cx="715963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42603" imgH="406048" progId="Equation.DSMT4">
                  <p:embed/>
                </p:oleObj>
              </mc:Choice>
              <mc:Fallback>
                <p:oleObj name="Equation" r:id="rId21" imgW="342603" imgH="406048" progId="Equation.DSMT4">
                  <p:embed/>
                  <p:pic>
                    <p:nvPicPr>
                      <p:cNvPr id="0" name="Picture 3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0842" y="3873077"/>
                        <a:ext cx="715963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682699"/>
              </p:ext>
            </p:extLst>
          </p:nvPr>
        </p:nvGraphicFramePr>
        <p:xfrm>
          <a:off x="2099078" y="4686422"/>
          <a:ext cx="245903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180588" imgH="406224" progId="Equation.DSMT4">
                  <p:embed/>
                </p:oleObj>
              </mc:Choice>
              <mc:Fallback>
                <p:oleObj name="Equation" r:id="rId23" imgW="1180588" imgH="406224" progId="Equation.DSMT4">
                  <p:embed/>
                  <p:pic>
                    <p:nvPicPr>
                      <p:cNvPr id="0" name="Picture 3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9078" y="4686422"/>
                        <a:ext cx="2459037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153938"/>
              </p:ext>
            </p:extLst>
          </p:nvPr>
        </p:nvGraphicFramePr>
        <p:xfrm>
          <a:off x="4513652" y="4684090"/>
          <a:ext cx="2300288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104421" imgH="406224" progId="Equation.DSMT4">
                  <p:embed/>
                </p:oleObj>
              </mc:Choice>
              <mc:Fallback>
                <p:oleObj name="Equation" r:id="rId25" imgW="1104421" imgH="406224" progId="Equation.DSMT4">
                  <p:embed/>
                  <p:pic>
                    <p:nvPicPr>
                      <p:cNvPr id="0" name="Picture 3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652" y="4684090"/>
                        <a:ext cx="2300288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896934"/>
              </p:ext>
            </p:extLst>
          </p:nvPr>
        </p:nvGraphicFramePr>
        <p:xfrm>
          <a:off x="6777389" y="4670595"/>
          <a:ext cx="2325688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117600" imgH="419100" progId="Equation.DSMT4">
                  <p:embed/>
                </p:oleObj>
              </mc:Choice>
              <mc:Fallback>
                <p:oleObj name="Equation" r:id="rId27" imgW="1117600" imgH="419100" progId="Equation.DSMT4">
                  <p:embed/>
                  <p:pic>
                    <p:nvPicPr>
                      <p:cNvPr id="0" name="Picture 3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7389" y="4670595"/>
                        <a:ext cx="2325688" cy="874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016718"/>
              </p:ext>
            </p:extLst>
          </p:nvPr>
        </p:nvGraphicFramePr>
        <p:xfrm>
          <a:off x="9069661" y="4682941"/>
          <a:ext cx="715963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342603" imgH="406048" progId="Equation.DSMT4">
                  <p:embed/>
                </p:oleObj>
              </mc:Choice>
              <mc:Fallback>
                <p:oleObj name="Equation" r:id="rId29" imgW="342603" imgH="406048" progId="Equation.DSMT4">
                  <p:embed/>
                  <p:pic>
                    <p:nvPicPr>
                      <p:cNvPr id="0" name="Picture 3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9661" y="4682941"/>
                        <a:ext cx="715963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36</a:t>
            </a:fld>
            <a:endParaRPr lang="en-US" altLang="zh-CN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669143"/>
              </p:ext>
            </p:extLst>
          </p:nvPr>
        </p:nvGraphicFramePr>
        <p:xfrm>
          <a:off x="2091052" y="5477092"/>
          <a:ext cx="3119438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498320" imgH="419040" progId="Equation.DSMT4">
                  <p:embed/>
                </p:oleObj>
              </mc:Choice>
              <mc:Fallback>
                <p:oleObj name="Equation" r:id="rId31" imgW="1498320" imgH="419040" progId="Equation.DSMT4">
                  <p:embed/>
                  <p:pic>
                    <p:nvPicPr>
                      <p:cNvPr id="0" name="Picture 3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1052" y="5477092"/>
                        <a:ext cx="3119438" cy="87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260469"/>
              </p:ext>
            </p:extLst>
          </p:nvPr>
        </p:nvGraphicFramePr>
        <p:xfrm>
          <a:off x="5224915" y="5495195"/>
          <a:ext cx="2986088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434960" imgH="419040" progId="Equation.DSMT4">
                  <p:embed/>
                </p:oleObj>
              </mc:Choice>
              <mc:Fallback>
                <p:oleObj name="Equation" r:id="rId33" imgW="1434960" imgH="419040" progId="Equation.DSMT4">
                  <p:embed/>
                  <p:pic>
                    <p:nvPicPr>
                      <p:cNvPr id="0" name="Picture 3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915" y="5495195"/>
                        <a:ext cx="2986088" cy="874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274592"/>
              </p:ext>
            </p:extLst>
          </p:nvPr>
        </p:nvGraphicFramePr>
        <p:xfrm>
          <a:off x="8211003" y="5747607"/>
          <a:ext cx="58102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79360" imgH="177480" progId="Equation.DSMT4">
                  <p:embed/>
                </p:oleObj>
              </mc:Choice>
              <mc:Fallback>
                <p:oleObj name="Equation" r:id="rId35" imgW="279360" imgH="177480" progId="Equation.DSMT4">
                  <p:embed/>
                  <p:pic>
                    <p:nvPicPr>
                      <p:cNvPr id="0" name="Picture 3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1003" y="5747607"/>
                        <a:ext cx="581025" cy="36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686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074076"/>
              </p:ext>
            </p:extLst>
          </p:nvPr>
        </p:nvGraphicFramePr>
        <p:xfrm>
          <a:off x="2405311" y="1601758"/>
          <a:ext cx="6172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45369" imgH="215806" progId="Equation.3">
                  <p:embed/>
                </p:oleObj>
              </mc:Choice>
              <mc:Fallback>
                <p:oleObj name="公式" r:id="rId2" imgW="2145369" imgH="215806" progId="Equation.3">
                  <p:embed/>
                  <p:pic>
                    <p:nvPicPr>
                      <p:cNvPr id="0" name="Picture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311" y="1601758"/>
                        <a:ext cx="6172200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518248"/>
              </p:ext>
            </p:extLst>
          </p:nvPr>
        </p:nvGraphicFramePr>
        <p:xfrm>
          <a:off x="2351584" y="2275292"/>
          <a:ext cx="672465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457200" progId="Equation.DSMT4">
                  <p:embed/>
                </p:oleObj>
              </mc:Choice>
              <mc:Fallback>
                <p:oleObj name="Equation" r:id="rId4" imgW="2286000" imgH="457200" progId="Equation.DSMT4">
                  <p:embed/>
                  <p:pic>
                    <p:nvPicPr>
                      <p:cNvPr id="0" name="Picture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2275292"/>
                        <a:ext cx="6724650" cy="1155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709107"/>
              </p:ext>
            </p:extLst>
          </p:nvPr>
        </p:nvGraphicFramePr>
        <p:xfrm>
          <a:off x="2351584" y="4653136"/>
          <a:ext cx="6840760" cy="841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90560" imgH="330120" progId="Equation.DSMT4">
                  <p:embed/>
                </p:oleObj>
              </mc:Choice>
              <mc:Fallback>
                <p:oleObj name="Equation" r:id="rId6" imgW="2590560" imgH="330120" progId="Equation.DSMT4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4653136"/>
                        <a:ext cx="6840760" cy="841603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37</a:t>
            </a:fld>
            <a:endParaRPr lang="en-US" altLang="zh-CN"/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F4FF909E-A222-4317-AD0D-B3C12879F4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223993"/>
              </p:ext>
            </p:extLst>
          </p:nvPr>
        </p:nvGraphicFramePr>
        <p:xfrm>
          <a:off x="3081586" y="3523501"/>
          <a:ext cx="4819650" cy="841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8000" imgH="342720" progId="Equation.DSMT4">
                  <p:embed/>
                </p:oleObj>
              </mc:Choice>
              <mc:Fallback>
                <p:oleObj name="Equation" r:id="rId8" imgW="1638000" imgH="342720" progId="Equation.DSMT4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586" y="3523501"/>
                        <a:ext cx="4819650" cy="841603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13">
            <a:extLst>
              <a:ext uri="{FF2B5EF4-FFF2-40B4-BE49-F238E27FC236}">
                <a16:creationId xmlns:a16="http://schemas.microsoft.com/office/drawing/2014/main" id="{56C5D18E-E97D-475F-AA54-8B93FE288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3592" y="675547"/>
            <a:ext cx="4680520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六、周期函数积分转换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6135618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1"/>
          <p:cNvSpPr txBox="1">
            <a:spLocks noChangeArrowheads="1"/>
          </p:cNvSpPr>
          <p:nvPr/>
        </p:nvSpPr>
        <p:spPr bwMode="auto">
          <a:xfrm>
            <a:off x="1919536" y="764704"/>
            <a:ext cx="14857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800" b="1" dirty="0">
                <a:solidFill>
                  <a:srgbClr val="FF0000"/>
                </a:solidFill>
              </a:rPr>
              <a:t>  </a:t>
            </a:r>
            <a:r>
              <a:rPr lang="zh-CN" altLang="en-US" sz="2800" b="1" dirty="0"/>
              <a:t>求</a:t>
            </a:r>
          </a:p>
        </p:txBody>
      </p:sp>
      <p:graphicFrame>
        <p:nvGraphicFramePr>
          <p:cNvPr id="35843" name="对象 2"/>
          <p:cNvGraphicFramePr>
            <a:graphicFrameLocks noChangeAspect="1"/>
          </p:cNvGraphicFramePr>
          <p:nvPr/>
        </p:nvGraphicFramePr>
        <p:xfrm>
          <a:off x="3431704" y="620688"/>
          <a:ext cx="30670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380880" progId="Equation.DSMT4">
                  <p:embed/>
                </p:oleObj>
              </mc:Choice>
              <mc:Fallback>
                <p:oleObj name="Equation" r:id="rId2" imgW="1371600" imgH="380880" progId="Equation.DSMT4">
                  <p:embed/>
                  <p:pic>
                    <p:nvPicPr>
                      <p:cNvPr id="0" name="Picture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620688"/>
                        <a:ext cx="306705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919536" y="1412776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775520" y="1988840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所以，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07568" y="2420888"/>
          <a:ext cx="3129116" cy="868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380880" progId="Equation.DSMT4">
                  <p:embed/>
                </p:oleObj>
              </mc:Choice>
              <mc:Fallback>
                <p:oleObj name="Equation" r:id="rId4" imgW="1371600" imgH="380880" progId="Equation.DSMT4">
                  <p:embed/>
                  <p:pic>
                    <p:nvPicPr>
                      <p:cNvPr id="0" name="Picture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2420888"/>
                        <a:ext cx="3129116" cy="8681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375920" y="2420888"/>
          <a:ext cx="3067050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330120" progId="Equation.DSMT4">
                  <p:embed/>
                </p:oleObj>
              </mc:Choice>
              <mc:Fallback>
                <p:oleObj name="Equation" r:id="rId6" imgW="1371600" imgH="330120" progId="Equation.DSMT4">
                  <p:embed/>
                  <p:pic>
                    <p:nvPicPr>
                      <p:cNvPr id="0" name="Picture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920" y="2420888"/>
                        <a:ext cx="3067050" cy="738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423592" y="3140968"/>
          <a:ext cx="3422650" cy="753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98320" imgH="330120" progId="Equation.DSMT4">
                  <p:embed/>
                </p:oleObj>
              </mc:Choice>
              <mc:Fallback>
                <p:oleObj name="Equation" r:id="rId8" imgW="1498320" imgH="330120" progId="Equation.DSMT4">
                  <p:embed/>
                  <p:pic>
                    <p:nvPicPr>
                      <p:cNvPr id="0" name="Picture 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3140968"/>
                        <a:ext cx="3422650" cy="7539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879976" y="3140968"/>
          <a:ext cx="2925763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07880" imgH="330120" progId="Equation.DSMT4">
                  <p:embed/>
                </p:oleObj>
              </mc:Choice>
              <mc:Fallback>
                <p:oleObj name="Equation" r:id="rId10" imgW="1307880" imgH="330120" progId="Equation.DSMT4">
                  <p:embed/>
                  <p:pic>
                    <p:nvPicPr>
                      <p:cNvPr id="0" name="Picture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9976" y="3140968"/>
                        <a:ext cx="2925763" cy="738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351584" y="3861048"/>
          <a:ext cx="16351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400" imgH="215640" progId="Equation.DSMT4">
                  <p:embed/>
                </p:oleObj>
              </mc:Choice>
              <mc:Fallback>
                <p:oleObj name="Equation" r:id="rId12" imgW="698400" imgH="215640" progId="Equation.DSMT4">
                  <p:embed/>
                  <p:pic>
                    <p:nvPicPr>
                      <p:cNvPr id="0" name="Picture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3861048"/>
                        <a:ext cx="1635125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598738" y="4652963"/>
          <a:ext cx="3379787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11280" imgH="330120" progId="Equation.DSMT4">
                  <p:embed/>
                </p:oleObj>
              </mc:Choice>
              <mc:Fallback>
                <p:oleObj name="Equation" r:id="rId14" imgW="1511280" imgH="330120" progId="Equation.DSMT4">
                  <p:embed/>
                  <p:pic>
                    <p:nvPicPr>
                      <p:cNvPr id="0" name="Picture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8" y="4652963"/>
                        <a:ext cx="3379787" cy="738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023992" y="4581128"/>
          <a:ext cx="3378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11280" imgH="330120" progId="Equation.DSMT4">
                  <p:embed/>
                </p:oleObj>
              </mc:Choice>
              <mc:Fallback>
                <p:oleObj name="Equation" r:id="rId16" imgW="1511280" imgH="330120" progId="Equation.DSMT4">
                  <p:embed/>
                  <p:pic>
                    <p:nvPicPr>
                      <p:cNvPr id="0" name="Picture 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3992" y="4581128"/>
                        <a:ext cx="3378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9336360" y="4653136"/>
            <a:ext cx="16209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CC"/>
                </a:solidFill>
              </a:rPr>
              <a:t>(</a:t>
            </a:r>
            <a:r>
              <a:rPr lang="zh-CN" altLang="en-US" sz="2400" b="1" dirty="0">
                <a:solidFill>
                  <a:srgbClr val="0000CC"/>
                </a:solidFill>
              </a:rPr>
              <a:t>天津大学</a:t>
            </a:r>
            <a:r>
              <a:rPr lang="en-US" altLang="zh-CN" sz="2400" b="1" dirty="0">
                <a:solidFill>
                  <a:srgbClr val="0000CC"/>
                </a:solidFill>
              </a:rPr>
              <a:t>)</a:t>
            </a:r>
            <a:endParaRPr lang="zh-CN" altLang="en-US" sz="2400" b="1" dirty="0">
              <a:solidFill>
                <a:srgbClr val="0000CC"/>
              </a:solidFill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567608" y="1412776"/>
          <a:ext cx="7943676" cy="591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238200" imgH="241200" progId="Equation.DSMT4">
                  <p:embed/>
                </p:oleObj>
              </mc:Choice>
              <mc:Fallback>
                <p:oleObj name="Equation" r:id="rId18" imgW="3238200" imgH="241200" progId="Equation.DSMT4">
                  <p:embed/>
                  <p:pic>
                    <p:nvPicPr>
                      <p:cNvPr id="0" name="Picture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1412776"/>
                        <a:ext cx="7943676" cy="5918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38</a:t>
            </a:fld>
            <a:endParaRPr lang="en-US" altLang="zh-CN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487488" y="4797152"/>
            <a:ext cx="9361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63670" name="Object 182"/>
          <p:cNvGraphicFramePr>
            <a:graphicFrameLocks noChangeAspect="1"/>
          </p:cNvGraphicFramePr>
          <p:nvPr/>
        </p:nvGraphicFramePr>
        <p:xfrm>
          <a:off x="2567608" y="5373216"/>
          <a:ext cx="3322637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85720" imgH="330120" progId="Equation.DSMT4">
                  <p:embed/>
                </p:oleObj>
              </mc:Choice>
              <mc:Fallback>
                <p:oleObj name="Equation" r:id="rId20" imgW="1485720" imgH="330120" progId="Equation.DSMT4">
                  <p:embed/>
                  <p:pic>
                    <p:nvPicPr>
                      <p:cNvPr id="0" name="Picture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5373216"/>
                        <a:ext cx="3322637" cy="738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72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2" grpId="0"/>
      <p:bldP spid="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3511936" y="3907719"/>
          <a:ext cx="1270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70000" imgH="279400" progId="Equation.3">
                  <p:embed/>
                </p:oleObj>
              </mc:Choice>
              <mc:Fallback>
                <p:oleObj name="公式" r:id="rId2" imgW="1270000" imgH="279400" progId="Equation.3">
                  <p:embed/>
                  <p:pic>
                    <p:nvPicPr>
                      <p:cNvPr id="0" name="Picture 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936" y="3907719"/>
                        <a:ext cx="12700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5015880" y="3886432"/>
          <a:ext cx="1930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30400" imgH="406400" progId="Equation.3">
                  <p:embed/>
                </p:oleObj>
              </mc:Choice>
              <mc:Fallback>
                <p:oleObj name="公式" r:id="rId4" imgW="1930400" imgH="406400" progId="Equation.3">
                  <p:embed/>
                  <p:pic>
                    <p:nvPicPr>
                      <p:cNvPr id="0" name="Picture 2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880" y="3886432"/>
                        <a:ext cx="193040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2747971" y="4432471"/>
          <a:ext cx="838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38200" imgH="330200" progId="Equation.3">
                  <p:embed/>
                </p:oleObj>
              </mc:Choice>
              <mc:Fallback>
                <p:oleObj name="公式" r:id="rId6" imgW="838200" imgH="330200" progId="Equation.3">
                  <p:embed/>
                  <p:pic>
                    <p:nvPicPr>
                      <p:cNvPr id="0" name="Picture 2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71" y="4432471"/>
                        <a:ext cx="8382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3869453" y="4456515"/>
          <a:ext cx="1257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57300" imgH="330200" progId="Equation.3">
                  <p:embed/>
                </p:oleObj>
              </mc:Choice>
              <mc:Fallback>
                <p:oleObj name="公式" r:id="rId8" imgW="1257300" imgH="330200" progId="Equation.3">
                  <p:embed/>
                  <p:pic>
                    <p:nvPicPr>
                      <p:cNvPr id="0" name="Picture 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9453" y="4456515"/>
                        <a:ext cx="12573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/>
          <p:cNvGraphicFramePr>
            <a:graphicFrameLocks noChangeAspect="1"/>
          </p:cNvGraphicFramePr>
          <p:nvPr/>
        </p:nvGraphicFramePr>
        <p:xfrm>
          <a:off x="5591944" y="4534071"/>
          <a:ext cx="825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25500" imgH="228600" progId="Equation.3">
                  <p:embed/>
                </p:oleObj>
              </mc:Choice>
              <mc:Fallback>
                <p:oleObj name="公式" r:id="rId10" imgW="825500" imgH="228600" progId="Equation.3">
                  <p:embed/>
                  <p:pic>
                    <p:nvPicPr>
                      <p:cNvPr id="0" name="Picture 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4" y="4534071"/>
                        <a:ext cx="8255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/>
        </p:nvGraphicFramePr>
        <p:xfrm>
          <a:off x="6691156" y="4482420"/>
          <a:ext cx="1295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95400" imgH="393700" progId="Equation.3">
                  <p:embed/>
                </p:oleObj>
              </mc:Choice>
              <mc:Fallback>
                <p:oleObj name="公式" r:id="rId12" imgW="1295400" imgH="393700" progId="Equation.3">
                  <p:embed/>
                  <p:pic>
                    <p:nvPicPr>
                      <p:cNvPr id="0" name="Picture 2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1156" y="4482420"/>
                        <a:ext cx="1295400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/>
        </p:nvGraphicFramePr>
        <p:xfrm>
          <a:off x="2514600" y="4940641"/>
          <a:ext cx="2095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095500" imgH="698500" progId="Equation.3">
                  <p:embed/>
                </p:oleObj>
              </mc:Choice>
              <mc:Fallback>
                <p:oleObj name="公式" r:id="rId14" imgW="2095500" imgH="698500" progId="Equation.3">
                  <p:embed/>
                  <p:pic>
                    <p:nvPicPr>
                      <p:cNvPr id="0" name="Picture 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940641"/>
                        <a:ext cx="20955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0"/>
          <p:cNvGraphicFramePr>
            <a:graphicFrameLocks noChangeAspect="1"/>
          </p:cNvGraphicFramePr>
          <p:nvPr/>
        </p:nvGraphicFramePr>
        <p:xfrm>
          <a:off x="4768311" y="4927941"/>
          <a:ext cx="3860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860800" imgH="698500" progId="Equation.3">
                  <p:embed/>
                </p:oleObj>
              </mc:Choice>
              <mc:Fallback>
                <p:oleObj name="公式" r:id="rId16" imgW="3860800" imgH="698500" progId="Equation.3">
                  <p:embed/>
                  <p:pic>
                    <p:nvPicPr>
                      <p:cNvPr id="0" name="Picture 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311" y="4927941"/>
                        <a:ext cx="3860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11"/>
          <p:cNvGraphicFramePr>
            <a:graphicFrameLocks noChangeAspect="1"/>
          </p:cNvGraphicFramePr>
          <p:nvPr/>
        </p:nvGraphicFramePr>
        <p:xfrm>
          <a:off x="4804187" y="5733256"/>
          <a:ext cx="3098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098800" imgH="698500" progId="Equation.3">
                  <p:embed/>
                </p:oleObj>
              </mc:Choice>
              <mc:Fallback>
                <p:oleObj name="公式" r:id="rId18" imgW="3098800" imgH="698500" progId="Equation.3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4187" y="5733256"/>
                        <a:ext cx="3098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2895608" y="3809341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32780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053143"/>
              </p:ext>
            </p:extLst>
          </p:nvPr>
        </p:nvGraphicFramePr>
        <p:xfrm>
          <a:off x="1998913" y="1291280"/>
          <a:ext cx="7054850" cy="264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0" imgW="7027312" imgH="2638504" progId="">
                  <p:embed/>
                </p:oleObj>
              </mc:Choice>
              <mc:Fallback>
                <p:oleObj name="Document" r:id="rId20" imgW="7027312" imgH="2638504" progId="">
                  <p:embed/>
                  <p:pic>
                    <p:nvPicPr>
                      <p:cNvPr id="0" name="Picture 2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913" y="1291280"/>
                        <a:ext cx="7054850" cy="2643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1" name="TextBox 2"/>
          <p:cNvSpPr txBox="1">
            <a:spLocks noChangeArrowheads="1"/>
          </p:cNvSpPr>
          <p:nvPr/>
        </p:nvSpPr>
        <p:spPr bwMode="auto">
          <a:xfrm>
            <a:off x="2099566" y="3827694"/>
            <a:ext cx="5445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39</a:t>
            </a:fld>
            <a:endParaRPr lang="en-US" altLang="zh-CN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7AF2F2DD-96AE-4CF3-BB71-2E34CE708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700" y="634875"/>
            <a:ext cx="5009404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七、几种特殊积分代换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0797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1" grpId="0"/>
      <p:bldP spid="3278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/>
          <p:cNvGraphicFramePr>
            <a:graphicFrameLocks noChangeAspect="1"/>
          </p:cNvGraphicFramePr>
          <p:nvPr/>
        </p:nvGraphicFramePr>
        <p:xfrm>
          <a:off x="4794250" y="692150"/>
          <a:ext cx="2298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98700" imgH="698500" progId="Equation.3">
                  <p:embed/>
                </p:oleObj>
              </mc:Choice>
              <mc:Fallback>
                <p:oleObj name="公式" r:id="rId2" imgW="2298700" imgH="698500" progId="Equation.3">
                  <p:embed/>
                  <p:pic>
                    <p:nvPicPr>
                      <p:cNvPr id="0" name="Picture 2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0" y="692150"/>
                        <a:ext cx="2298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7270750" y="685800"/>
          <a:ext cx="2095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95500" imgH="698500" progId="Equation.3">
                  <p:embed/>
                </p:oleObj>
              </mc:Choice>
              <mc:Fallback>
                <p:oleObj name="公式" r:id="rId4" imgW="2095500" imgH="698500" progId="Equation.3">
                  <p:embed/>
                  <p:pic>
                    <p:nvPicPr>
                      <p:cNvPr id="0" name="Picture 2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0" y="685800"/>
                        <a:ext cx="2095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2597150" y="1511300"/>
          <a:ext cx="2463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63800" imgH="698500" progId="Equation.3">
                  <p:embed/>
                </p:oleObj>
              </mc:Choice>
              <mc:Fallback>
                <p:oleObj name="公式" r:id="rId6" imgW="2463800" imgH="698500" progId="Equation.3">
                  <p:embed/>
                  <p:pic>
                    <p:nvPicPr>
                      <p:cNvPr id="0" name="Picture 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0" y="1511300"/>
                        <a:ext cx="2463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5181600" y="1504950"/>
          <a:ext cx="2463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63800" imgH="698500" progId="Equation.3">
                  <p:embed/>
                </p:oleObj>
              </mc:Choice>
              <mc:Fallback>
                <p:oleObj name="公式" r:id="rId8" imgW="2463800" imgH="698500" progId="Equation.3">
                  <p:embed/>
                  <p:pic>
                    <p:nvPicPr>
                      <p:cNvPr id="0" name="Picture 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504950"/>
                        <a:ext cx="2463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2997200" y="2184400"/>
          <a:ext cx="5118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118100" imgH="838200" progId="Equation.3">
                  <p:embed/>
                </p:oleObj>
              </mc:Choice>
              <mc:Fallback>
                <p:oleObj name="公式" r:id="rId10" imgW="5118100" imgH="838200" progId="Equation.3">
                  <p:embed/>
                  <p:pic>
                    <p:nvPicPr>
                      <p:cNvPr id="0" name="Picture 2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2184400"/>
                        <a:ext cx="5118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2559050" y="3282950"/>
          <a:ext cx="2184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84400" imgH="850900" progId="Equation.3">
                  <p:embed/>
                </p:oleObj>
              </mc:Choice>
              <mc:Fallback>
                <p:oleObj name="公式" r:id="rId12" imgW="2184400" imgH="850900" progId="Equation.3">
                  <p:embed/>
                  <p:pic>
                    <p:nvPicPr>
                      <p:cNvPr id="0" name="Picture 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50" y="3282950"/>
                        <a:ext cx="2184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4876800" y="3282950"/>
          <a:ext cx="2743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43200" imgH="850900" progId="Equation.3">
                  <p:embed/>
                </p:oleObj>
              </mc:Choice>
              <mc:Fallback>
                <p:oleObj name="公式" r:id="rId14" imgW="2743200" imgH="850900" progId="Equation.3">
                  <p:embed/>
                  <p:pic>
                    <p:nvPicPr>
                      <p:cNvPr id="0" name="Picture 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282950"/>
                        <a:ext cx="2743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/>
        </p:nvGraphicFramePr>
        <p:xfrm>
          <a:off x="2628900" y="4349750"/>
          <a:ext cx="3810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810000" imgH="850900" progId="Equation.3">
                  <p:embed/>
                </p:oleObj>
              </mc:Choice>
              <mc:Fallback>
                <p:oleObj name="公式" r:id="rId16" imgW="3810000" imgH="850900" progId="Equation.3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4349750"/>
                        <a:ext cx="3810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/>
        </p:nvGraphicFramePr>
        <p:xfrm>
          <a:off x="6667500" y="4356100"/>
          <a:ext cx="3136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136900" imgH="838200" progId="Equation.3">
                  <p:embed/>
                </p:oleObj>
              </mc:Choice>
              <mc:Fallback>
                <p:oleObj name="公式" r:id="rId18" imgW="3136900" imgH="838200" progId="Equation.3">
                  <p:embed/>
                  <p:pic>
                    <p:nvPicPr>
                      <p:cNvPr id="0" name="Picture 2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4356100"/>
                        <a:ext cx="3136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11"/>
          <p:cNvGraphicFramePr>
            <a:graphicFrameLocks noChangeAspect="1"/>
          </p:cNvGraphicFramePr>
          <p:nvPr/>
        </p:nvGraphicFramePr>
        <p:xfrm>
          <a:off x="4864100" y="5270500"/>
          <a:ext cx="825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825500" imgH="889000" progId="Equation.3">
                  <p:embed/>
                </p:oleObj>
              </mc:Choice>
              <mc:Fallback>
                <p:oleObj name="公式" r:id="rId20" imgW="825500" imgH="889000" progId="Equation.3">
                  <p:embed/>
                  <p:pic>
                    <p:nvPicPr>
                      <p:cNvPr id="0" name="Picture 2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4100" y="5270500"/>
                        <a:ext cx="8255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12"/>
          <p:cNvGraphicFramePr>
            <a:graphicFrameLocks noChangeAspect="1"/>
          </p:cNvGraphicFramePr>
          <p:nvPr/>
        </p:nvGraphicFramePr>
        <p:xfrm>
          <a:off x="2616200" y="5346700"/>
          <a:ext cx="2120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120900" imgH="838200" progId="Equation.3">
                  <p:embed/>
                </p:oleObj>
              </mc:Choice>
              <mc:Fallback>
                <p:oleObj name="公式" r:id="rId22" imgW="2120900" imgH="838200" progId="Equation.3">
                  <p:embed/>
                  <p:pic>
                    <p:nvPicPr>
                      <p:cNvPr id="0" name="Picture 2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5346700"/>
                        <a:ext cx="21209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3"/>
          <p:cNvGraphicFramePr>
            <a:graphicFrameLocks noChangeAspect="1"/>
          </p:cNvGraphicFramePr>
          <p:nvPr/>
        </p:nvGraphicFramePr>
        <p:xfrm>
          <a:off x="2546350" y="692150"/>
          <a:ext cx="2095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095500" imgH="698500" progId="Equation.3">
                  <p:embed/>
                </p:oleObj>
              </mc:Choice>
              <mc:Fallback>
                <p:oleObj name="公式" r:id="rId24" imgW="2095500" imgH="698500" progId="Equation.3">
                  <p:embed/>
                  <p:pic>
                    <p:nvPicPr>
                      <p:cNvPr id="0" name="Picture 2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692150"/>
                        <a:ext cx="2095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299200" y="5291138"/>
          <a:ext cx="3873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638000" imgH="419040" progId="Equation.DSMT4">
                  <p:embed/>
                </p:oleObj>
              </mc:Choice>
              <mc:Fallback>
                <p:oleObj name="Equation" r:id="rId26" imgW="1638000" imgH="419040" progId="Equation.DSMT4">
                  <p:embed/>
                  <p:pic>
                    <p:nvPicPr>
                      <p:cNvPr id="0" name="Picture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5291138"/>
                        <a:ext cx="3873500" cy="990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158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DC2F2A-33EA-4838-AF94-324C208C6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41</a:t>
            </a:fld>
            <a:endParaRPr lang="en-US" altLang="zh-CN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10A968-0B68-4BEB-9F62-EAF1CE5B0489}"/>
              </a:ext>
            </a:extLst>
          </p:cNvPr>
          <p:cNvSpPr/>
          <p:nvPr/>
        </p:nvSpPr>
        <p:spPr>
          <a:xfrm>
            <a:off x="1328502" y="721660"/>
            <a:ext cx="9717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18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629FB29D-834F-40C8-ACD0-AAB5A41E6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86" y="721005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计算积分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675D936-9009-4E66-AC68-8A35C9C301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536149"/>
              </p:ext>
            </p:extLst>
          </p:nvPr>
        </p:nvGraphicFramePr>
        <p:xfrm>
          <a:off x="3791744" y="529711"/>
          <a:ext cx="3725862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419040" progId="Equation.DSMT4">
                  <p:embed/>
                </p:oleObj>
              </mc:Choice>
              <mc:Fallback>
                <p:oleObj name="Equation" r:id="rId2" imgW="1726920" imgH="419040" progId="Equation.DSMT4">
                  <p:embed/>
                  <p:pic>
                    <p:nvPicPr>
                      <p:cNvPr id="0" name="Picture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529711"/>
                        <a:ext cx="3725862" cy="906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7A13A37F-06B9-4047-B8B7-3F2BD18DBAD5}"/>
              </a:ext>
            </a:extLst>
          </p:cNvPr>
          <p:cNvSpPr txBox="1"/>
          <p:nvPr/>
        </p:nvSpPr>
        <p:spPr>
          <a:xfrm>
            <a:off x="1056632" y="172629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05D9ED7-1BAF-4124-92F3-81D7D1C0C0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8591184"/>
              </p:ext>
            </p:extLst>
          </p:nvPr>
        </p:nvGraphicFramePr>
        <p:xfrm>
          <a:off x="1628353" y="1518931"/>
          <a:ext cx="65754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7760" imgH="482400" progId="Equation.DSMT4">
                  <p:embed/>
                </p:oleObj>
              </mc:Choice>
              <mc:Fallback>
                <p:oleObj name="Equation" r:id="rId4" imgW="3047760" imgH="482400" progId="Equation.DSMT4">
                  <p:embed/>
                  <p:pic>
                    <p:nvPicPr>
                      <p:cNvPr id="0" name="Picture 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353" y="1518931"/>
                        <a:ext cx="6575425" cy="1044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5D88622-D6B9-4B68-8413-6FFC5F5ACB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572239"/>
              </p:ext>
            </p:extLst>
          </p:nvPr>
        </p:nvGraphicFramePr>
        <p:xfrm>
          <a:off x="2135560" y="2692972"/>
          <a:ext cx="556101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77960" imgH="406080" progId="Equation.DSMT4">
                  <p:embed/>
                </p:oleObj>
              </mc:Choice>
              <mc:Fallback>
                <p:oleObj name="Equation" r:id="rId6" imgW="2577960" imgH="406080" progId="Equation.DSMT4">
                  <p:embed/>
                  <p:pic>
                    <p:nvPicPr>
                      <p:cNvPr id="0" name="Picture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2692972"/>
                        <a:ext cx="5561012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6">
            <a:extLst>
              <a:ext uri="{FF2B5EF4-FFF2-40B4-BE49-F238E27FC236}">
                <a16:creationId xmlns:a16="http://schemas.microsoft.com/office/drawing/2014/main" id="{BDCB24BA-1F7B-4ED9-A597-D555E0327C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855001"/>
              </p:ext>
            </p:extLst>
          </p:nvPr>
        </p:nvGraphicFramePr>
        <p:xfrm>
          <a:off x="8687994" y="1726297"/>
          <a:ext cx="3312368" cy="629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46300" imgH="330200" progId="Equation.DSMT4">
                  <p:embed/>
                </p:oleObj>
              </mc:Choice>
              <mc:Fallback>
                <p:oleObj name="Equation" r:id="rId8" imgW="2146300" imgH="330200" progId="Equation.DSMT4">
                  <p:embed/>
                  <p:pic>
                    <p:nvPicPr>
                      <p:cNvPr id="0" name="Picture 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7994" y="1726297"/>
                        <a:ext cx="3312368" cy="629841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B135A1A-BC5E-439F-A405-CD8B16FD3A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658059"/>
              </p:ext>
            </p:extLst>
          </p:nvPr>
        </p:nvGraphicFramePr>
        <p:xfrm>
          <a:off x="8441796" y="2619494"/>
          <a:ext cx="3558566" cy="879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88760" imgH="406080" progId="Equation.DSMT4">
                  <p:embed/>
                </p:oleObj>
              </mc:Choice>
              <mc:Fallback>
                <p:oleObj name="Equation" r:id="rId10" imgW="1688760" imgH="406080" progId="Equation.DSMT4">
                  <p:embed/>
                  <p:pic>
                    <p:nvPicPr>
                      <p:cNvPr id="0" name="Picture 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1796" y="2619494"/>
                        <a:ext cx="3558566" cy="879474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B1E1141-BE8F-4304-8625-D5F080DE5A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359415"/>
              </p:ext>
            </p:extLst>
          </p:nvPr>
        </p:nvGraphicFramePr>
        <p:xfrm>
          <a:off x="2135560" y="3631203"/>
          <a:ext cx="2736304" cy="914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57120" imgH="406080" progId="Equation.DSMT4">
                  <p:embed/>
                </p:oleObj>
              </mc:Choice>
              <mc:Fallback>
                <p:oleObj name="Equation" r:id="rId12" imgW="1257120" imgH="406080" progId="Equation.DSMT4">
                  <p:embed/>
                  <p:pic>
                    <p:nvPicPr>
                      <p:cNvPr id="0" name="Picture 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3631203"/>
                        <a:ext cx="2736304" cy="9148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B9A0B94-C944-4E9A-9AF9-EA100B8459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0161295"/>
              </p:ext>
            </p:extLst>
          </p:nvPr>
        </p:nvGraphicFramePr>
        <p:xfrm>
          <a:off x="7824192" y="3801010"/>
          <a:ext cx="4104786" cy="745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635500" imgH="838200" progId="Equation.DSMT4">
                  <p:embed/>
                </p:oleObj>
              </mc:Choice>
              <mc:Fallback>
                <p:oleObj name="Equation" r:id="rId14" imgW="4635500" imgH="838200" progId="Equation.DSMT4">
                  <p:embed/>
                  <p:pic>
                    <p:nvPicPr>
                      <p:cNvPr id="0" name="Picture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192" y="3801010"/>
                        <a:ext cx="4104786" cy="745047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4F781F8-376A-46CD-A827-D5C172B823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489447"/>
              </p:ext>
            </p:extLst>
          </p:nvPr>
        </p:nvGraphicFramePr>
        <p:xfrm>
          <a:off x="2135560" y="4640144"/>
          <a:ext cx="3179763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60160" imgH="406080" progId="Equation.DSMT4">
                  <p:embed/>
                </p:oleObj>
              </mc:Choice>
              <mc:Fallback>
                <p:oleObj name="Equation" r:id="rId16" imgW="1460160" imgH="406080" progId="Equation.DSMT4">
                  <p:embed/>
                  <p:pic>
                    <p:nvPicPr>
                      <p:cNvPr id="0" name="Picture 1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4640144"/>
                        <a:ext cx="3179763" cy="915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0445EF1-4016-427F-9D13-1366E06EB3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267240"/>
              </p:ext>
            </p:extLst>
          </p:nvPr>
        </p:nvGraphicFramePr>
        <p:xfrm>
          <a:off x="2135560" y="5445224"/>
          <a:ext cx="4333105" cy="97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66600" imgH="419040" progId="Equation.DSMT4">
                  <p:embed/>
                </p:oleObj>
              </mc:Choice>
              <mc:Fallback>
                <p:oleObj name="Equation" r:id="rId18" imgW="1866600" imgH="419040" progId="Equation.DSMT4">
                  <p:embed/>
                  <p:pic>
                    <p:nvPicPr>
                      <p:cNvPr id="0" name="Picture 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5445224"/>
                        <a:ext cx="4333105" cy="97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36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28502" y="721660"/>
            <a:ext cx="9717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19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2295286" y="721005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计算积分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134246"/>
              </p:ext>
            </p:extLst>
          </p:nvPr>
        </p:nvGraphicFramePr>
        <p:xfrm>
          <a:off x="3868738" y="488950"/>
          <a:ext cx="25749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93760" imgH="457200" progId="Equation.DSMT4">
                  <p:embed/>
                </p:oleObj>
              </mc:Choice>
              <mc:Fallback>
                <p:oleObj name="Equation" r:id="rId3" imgW="1193760" imgH="457200" progId="Equation.DSMT4">
                  <p:embed/>
                  <p:pic>
                    <p:nvPicPr>
                      <p:cNvPr id="0" name="Picture 1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738" y="488950"/>
                        <a:ext cx="2574925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76803" y="162844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115115"/>
              </p:ext>
            </p:extLst>
          </p:nvPr>
        </p:nvGraphicFramePr>
        <p:xfrm>
          <a:off x="4251428" y="1461783"/>
          <a:ext cx="944740" cy="513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4240" imgH="241200" progId="Equation.DSMT4">
                  <p:embed/>
                </p:oleObj>
              </mc:Choice>
              <mc:Fallback>
                <p:oleObj name="Equation" r:id="rId5" imgW="444240" imgH="241200" progId="Equation.DSMT4">
                  <p:embed/>
                  <p:pic>
                    <p:nvPicPr>
                      <p:cNvPr id="0" name="Picture 1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1428" y="1461783"/>
                        <a:ext cx="944740" cy="5131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251391" y="311496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424194"/>
              </p:ext>
            </p:extLst>
          </p:nvPr>
        </p:nvGraphicFramePr>
        <p:xfrm>
          <a:off x="5910461" y="3495949"/>
          <a:ext cx="18415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88840" imgH="457200" progId="Equation.DSMT4">
                  <p:embed/>
                </p:oleObj>
              </mc:Choice>
              <mc:Fallback>
                <p:oleObj name="Equation" r:id="rId7" imgW="888840" imgH="457200" progId="Equation.DSMT4">
                  <p:embed/>
                  <p:pic>
                    <p:nvPicPr>
                      <p:cNvPr id="0" name="Picture 1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0461" y="3495949"/>
                        <a:ext cx="1841500" cy="947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387750" y="494424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710845"/>
              </p:ext>
            </p:extLst>
          </p:nvPr>
        </p:nvGraphicFramePr>
        <p:xfrm>
          <a:off x="2622458" y="5093571"/>
          <a:ext cx="117792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45760" imgH="406080" progId="Equation.DSMT4">
                  <p:embed/>
                </p:oleObj>
              </mc:Choice>
              <mc:Fallback>
                <p:oleObj name="Equation" r:id="rId9" imgW="545760" imgH="406080" progId="Equation.DSMT4">
                  <p:embed/>
                  <p:pic>
                    <p:nvPicPr>
                      <p:cNvPr id="0" name="Picture 1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458" y="5093571"/>
                        <a:ext cx="1177925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285586"/>
              </p:ext>
            </p:extLst>
          </p:nvPr>
        </p:nvGraphicFramePr>
        <p:xfrm>
          <a:off x="1802022" y="1396344"/>
          <a:ext cx="249237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55600" imgH="457200" progId="Equation.DSMT4">
                  <p:embed/>
                </p:oleObj>
              </mc:Choice>
              <mc:Fallback>
                <p:oleObj name="Equation" r:id="rId11" imgW="1155600" imgH="457200" progId="Equation.DSMT4">
                  <p:embed/>
                  <p:pic>
                    <p:nvPicPr>
                      <p:cNvPr id="0" name="Picture 1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2022" y="1396344"/>
                        <a:ext cx="2492375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104165"/>
              </p:ext>
            </p:extLst>
          </p:nvPr>
        </p:nvGraphicFramePr>
        <p:xfrm>
          <a:off x="5105916" y="1396343"/>
          <a:ext cx="263048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18960" imgH="457200" progId="Equation.DSMT4">
                  <p:embed/>
                </p:oleObj>
              </mc:Choice>
              <mc:Fallback>
                <p:oleObj name="Equation" r:id="rId13" imgW="1218960" imgH="457200" progId="Equation.DSMT4">
                  <p:embed/>
                  <p:pic>
                    <p:nvPicPr>
                      <p:cNvPr id="0" name="Picture 1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916" y="1396343"/>
                        <a:ext cx="2630488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242522"/>
              </p:ext>
            </p:extLst>
          </p:nvPr>
        </p:nvGraphicFramePr>
        <p:xfrm>
          <a:off x="2134116" y="2250465"/>
          <a:ext cx="180657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38080" imgH="457200" progId="Equation.DSMT4">
                  <p:embed/>
                </p:oleObj>
              </mc:Choice>
              <mc:Fallback>
                <p:oleObj name="Equation" r:id="rId15" imgW="838080" imgH="457200" progId="Equation.DSMT4">
                  <p:embed/>
                  <p:pic>
                    <p:nvPicPr>
                      <p:cNvPr id="0" name="Picture 1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4116" y="2250465"/>
                        <a:ext cx="1806575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689635"/>
              </p:ext>
            </p:extLst>
          </p:nvPr>
        </p:nvGraphicFramePr>
        <p:xfrm>
          <a:off x="3872122" y="2250464"/>
          <a:ext cx="19431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01440" imgH="457200" progId="Equation.DSMT4">
                  <p:embed/>
                </p:oleObj>
              </mc:Choice>
              <mc:Fallback>
                <p:oleObj name="Equation" r:id="rId17" imgW="901440" imgH="457200" progId="Equation.DSMT4">
                  <p:embed/>
                  <p:pic>
                    <p:nvPicPr>
                      <p:cNvPr id="0" name="Picture 1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2122" y="2250464"/>
                        <a:ext cx="194310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81103"/>
              </p:ext>
            </p:extLst>
          </p:nvPr>
        </p:nvGraphicFramePr>
        <p:xfrm>
          <a:off x="1387750" y="3476105"/>
          <a:ext cx="457358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120760" imgH="457200" progId="Equation.DSMT4">
                  <p:embed/>
                </p:oleObj>
              </mc:Choice>
              <mc:Fallback>
                <p:oleObj name="Equation" r:id="rId19" imgW="2120760" imgH="457200" progId="Equation.DSMT4">
                  <p:embed/>
                  <p:pic>
                    <p:nvPicPr>
                      <p:cNvPr id="0" name="Picture 1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750" y="3476105"/>
                        <a:ext cx="4573588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90139"/>
              </p:ext>
            </p:extLst>
          </p:nvPr>
        </p:nvGraphicFramePr>
        <p:xfrm>
          <a:off x="2214283" y="4284712"/>
          <a:ext cx="27368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20480" imgH="419040" progId="Equation.DSMT4">
                  <p:embed/>
                </p:oleObj>
              </mc:Choice>
              <mc:Fallback>
                <p:oleObj name="Equation" r:id="rId21" imgW="1320480" imgH="419040" progId="Equation.DSMT4">
                  <p:embed/>
                  <p:pic>
                    <p:nvPicPr>
                      <p:cNvPr id="0" name="Picture 1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283" y="4284712"/>
                        <a:ext cx="2736850" cy="868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682925"/>
              </p:ext>
            </p:extLst>
          </p:nvPr>
        </p:nvGraphicFramePr>
        <p:xfrm>
          <a:off x="8135938" y="1657350"/>
          <a:ext cx="32607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511280" imgH="457200" progId="Equation.DSMT4">
                  <p:embed/>
                </p:oleObj>
              </mc:Choice>
              <mc:Fallback>
                <p:oleObj name="Equation" r:id="rId23" imgW="1511280" imgH="457200" progId="Equation.DSMT4">
                  <p:embed/>
                  <p:pic>
                    <p:nvPicPr>
                      <p:cNvPr id="0" name="Picture 1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5938" y="1657350"/>
                        <a:ext cx="3260725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502319"/>
              </p:ext>
            </p:extLst>
          </p:nvPr>
        </p:nvGraphicFramePr>
        <p:xfrm>
          <a:off x="8135938" y="720725"/>
          <a:ext cx="306863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22360" imgH="457200" progId="Equation.DSMT4">
                  <p:embed/>
                </p:oleObj>
              </mc:Choice>
              <mc:Fallback>
                <p:oleObj name="Equation" r:id="rId25" imgW="1422360" imgH="457200" progId="Equation.DSMT4">
                  <p:embed/>
                  <p:pic>
                    <p:nvPicPr>
                      <p:cNvPr id="0" name="Picture 1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5938" y="720725"/>
                        <a:ext cx="3068637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093042"/>
              </p:ext>
            </p:extLst>
          </p:nvPr>
        </p:nvGraphicFramePr>
        <p:xfrm>
          <a:off x="8127825" y="2531555"/>
          <a:ext cx="342265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587240" imgH="469800" progId="Equation.DSMT4">
                  <p:embed/>
                </p:oleObj>
              </mc:Choice>
              <mc:Fallback>
                <p:oleObj name="Equation" r:id="rId27" imgW="1587240" imgH="469800" progId="Equation.DSMT4">
                  <p:embed/>
                  <p:pic>
                    <p:nvPicPr>
                      <p:cNvPr id="0" name="Picture 1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7825" y="2531555"/>
                        <a:ext cx="3422650" cy="1014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405792"/>
              </p:ext>
            </p:extLst>
          </p:nvPr>
        </p:nvGraphicFramePr>
        <p:xfrm>
          <a:off x="8107654" y="3581400"/>
          <a:ext cx="39465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828800" imgH="444240" progId="Equation.DSMT4">
                  <p:embed/>
                </p:oleObj>
              </mc:Choice>
              <mc:Fallback>
                <p:oleObj name="Equation" r:id="rId29" imgW="1828800" imgH="444240" progId="Equation.DSMT4">
                  <p:embed/>
                  <p:pic>
                    <p:nvPicPr>
                      <p:cNvPr id="0" name="Picture 1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7654" y="3581400"/>
                        <a:ext cx="3946525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471339"/>
              </p:ext>
            </p:extLst>
          </p:nvPr>
        </p:nvGraphicFramePr>
        <p:xfrm>
          <a:off x="8127825" y="4718893"/>
          <a:ext cx="3179763" cy="139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473120" imgH="647640" progId="Equation.DSMT4">
                  <p:embed/>
                </p:oleObj>
              </mc:Choice>
              <mc:Fallback>
                <p:oleObj name="Equation" r:id="rId31" imgW="1473120" imgH="647640" progId="Equation.DSMT4">
                  <p:embed/>
                  <p:pic>
                    <p:nvPicPr>
                      <p:cNvPr id="0" name="Picture 11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7825" y="4718893"/>
                        <a:ext cx="3179763" cy="1395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7896200" y="488950"/>
            <a:ext cx="0" cy="5673832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132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8154180C-D913-4A65-B9EE-4B3BBC70B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0376" y="929966"/>
            <a:ext cx="8750120" cy="2066986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7B73748-6DAD-499D-B4AF-3F91AC918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43</a:t>
            </a:fld>
            <a:endParaRPr lang="en-US" altLang="zh-CN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CB9A54A-3CAF-4C08-8B20-B0C7D59502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1516151"/>
              </p:ext>
            </p:extLst>
          </p:nvPr>
        </p:nvGraphicFramePr>
        <p:xfrm>
          <a:off x="2043279" y="1114299"/>
          <a:ext cx="836136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88960" imgH="215640" progId="Equation.DSMT4">
                  <p:embed/>
                </p:oleObj>
              </mc:Choice>
              <mc:Fallback>
                <p:oleObj name="Equation" r:id="rId3" imgW="3288960" imgH="215640" progId="Equation.DSMT4">
                  <p:embed/>
                  <p:pic>
                    <p:nvPicPr>
                      <p:cNvPr id="0" name="Picture 1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279" y="1114299"/>
                        <a:ext cx="8361363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5F7B697-2FA9-4087-8959-ED4B44A95B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846294"/>
              </p:ext>
            </p:extLst>
          </p:nvPr>
        </p:nvGraphicFramePr>
        <p:xfrm>
          <a:off x="3636704" y="1696486"/>
          <a:ext cx="5097463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93680" imgH="406080" progId="Equation.DSMT4">
                  <p:embed/>
                </p:oleObj>
              </mc:Choice>
              <mc:Fallback>
                <p:oleObj name="Equation" r:id="rId5" imgW="1993680" imgH="406080" progId="Equation.DSMT4">
                  <p:embed/>
                  <p:pic>
                    <p:nvPicPr>
                      <p:cNvPr id="0" name="Picture 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704" y="1696486"/>
                        <a:ext cx="5097463" cy="1004887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3">
            <a:extLst>
              <a:ext uri="{FF2B5EF4-FFF2-40B4-BE49-F238E27FC236}">
                <a16:creationId xmlns:a16="http://schemas.microsoft.com/office/drawing/2014/main" id="{08E00947-3329-4075-82C8-1960ED5EDC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983035"/>
              </p:ext>
            </p:extLst>
          </p:nvPr>
        </p:nvGraphicFramePr>
        <p:xfrm>
          <a:off x="3468067" y="4149080"/>
          <a:ext cx="3993203" cy="1230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85720" imgH="457200" progId="Equation.DSMT4">
                  <p:embed/>
                </p:oleObj>
              </mc:Choice>
              <mc:Fallback>
                <p:oleObj name="Equation" r:id="rId7" imgW="1485720" imgH="457200" progId="Equation.DSMT4">
                  <p:embed/>
                  <p:pic>
                    <p:nvPicPr>
                      <p:cNvPr id="0" name="Picture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067" y="4149080"/>
                        <a:ext cx="3993203" cy="12300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4C75D88-9A24-4E58-9BFA-1C2F32EA0C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121700"/>
              </p:ext>
            </p:extLst>
          </p:nvPr>
        </p:nvGraphicFramePr>
        <p:xfrm>
          <a:off x="3448050" y="3079353"/>
          <a:ext cx="2647950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90360" imgH="457200" progId="Equation.DSMT4">
                  <p:embed/>
                </p:oleObj>
              </mc:Choice>
              <mc:Fallback>
                <p:oleObj name="Equation" r:id="rId9" imgW="990360" imgH="457200" progId="Equation.DSMT4">
                  <p:embed/>
                  <p:pic>
                    <p:nvPicPr>
                      <p:cNvPr id="0" name="Picture 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050" y="3079353"/>
                        <a:ext cx="2647950" cy="1223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904BCECE-A1BB-43D5-8A24-10E32C1BD808}"/>
              </a:ext>
            </a:extLst>
          </p:cNvPr>
          <p:cNvSpPr txBox="1"/>
          <p:nvPr/>
        </p:nvSpPr>
        <p:spPr>
          <a:xfrm>
            <a:off x="2315939" y="3401667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练习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EC33F0A-5325-4C4D-96B0-D68A2B833C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991025"/>
              </p:ext>
            </p:extLst>
          </p:nvPr>
        </p:nvGraphicFramePr>
        <p:xfrm>
          <a:off x="8109303" y="2956880"/>
          <a:ext cx="3387297" cy="563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18960" imgH="203040" progId="Equation.DSMT4">
                  <p:embed/>
                </p:oleObj>
              </mc:Choice>
              <mc:Fallback>
                <p:oleObj name="Equation" r:id="rId11" imgW="1218960" imgH="203040" progId="Equation.DSMT4">
                  <p:embed/>
                  <p:pic>
                    <p:nvPicPr>
                      <p:cNvPr id="0" name="Picture 2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9303" y="2956880"/>
                        <a:ext cx="3387297" cy="563529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3">
            <a:extLst>
              <a:ext uri="{FF2B5EF4-FFF2-40B4-BE49-F238E27FC236}">
                <a16:creationId xmlns:a16="http://schemas.microsoft.com/office/drawing/2014/main" id="{280099FF-87DC-4CFA-B3A1-46CD6BF867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771850"/>
              </p:ext>
            </p:extLst>
          </p:nvPr>
        </p:nvGraphicFramePr>
        <p:xfrm>
          <a:off x="3468067" y="5231251"/>
          <a:ext cx="4094162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36480" imgH="457200" progId="Equation.DSMT4">
                  <p:embed/>
                </p:oleObj>
              </mc:Choice>
              <mc:Fallback>
                <p:oleObj name="Equation" r:id="rId13" imgW="1536480" imgH="457200" progId="Equation.DSMT4">
                  <p:embed/>
                  <p:pic>
                    <p:nvPicPr>
                      <p:cNvPr id="0" name="Picture 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067" y="5231251"/>
                        <a:ext cx="4094162" cy="1217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440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2">
            <a:extLst>
              <a:ext uri="{FF2B5EF4-FFF2-40B4-BE49-F238E27FC236}">
                <a16:creationId xmlns:a16="http://schemas.microsoft.com/office/drawing/2014/main" id="{6D018C4B-EAD6-46A0-AB40-35C114A38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440" y="3082687"/>
            <a:ext cx="9793088" cy="1704498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2824844" y="556580"/>
            <a:ext cx="6356350" cy="750888"/>
            <a:chOff x="2532844" y="5966721"/>
            <a:chExt cx="6356423" cy="751683"/>
          </a:xfrm>
        </p:grpSpPr>
        <p:graphicFrame>
          <p:nvGraphicFramePr>
            <p:cNvPr id="27664" name="对象 1"/>
            <p:cNvGraphicFramePr>
              <a:graphicFrameLocks noChangeAspect="1"/>
            </p:cNvGraphicFramePr>
            <p:nvPr/>
          </p:nvGraphicFramePr>
          <p:xfrm>
            <a:off x="2532844" y="5966721"/>
            <a:ext cx="2976304" cy="751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08100" imgH="330200" progId="Equation.DSMT4">
                    <p:embed/>
                  </p:oleObj>
                </mc:Choice>
                <mc:Fallback>
                  <p:oleObj name="Equation" r:id="rId3" imgW="1308100" imgH="330200" progId="Equation.DSMT4">
                    <p:embed/>
                    <p:pic>
                      <p:nvPicPr>
                        <p:cNvPr id="0" name="Picture 10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2844" y="5966721"/>
                          <a:ext cx="2976304" cy="751683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5" name="TextBox 2"/>
            <p:cNvSpPr txBox="1">
              <a:spLocks noChangeArrowheads="1"/>
            </p:cNvSpPr>
            <p:nvPr/>
          </p:nvSpPr>
          <p:spPr bwMode="auto">
            <a:xfrm>
              <a:off x="5715000" y="6139933"/>
              <a:ext cx="317426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solidFill>
                    <a:srgbClr val="0000CC"/>
                  </a:solidFill>
                </a:rPr>
                <a:t>清华大学冬令营试题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709604" y="2442970"/>
            <a:ext cx="3206750" cy="527050"/>
            <a:chOff x="2282826" y="3657600"/>
            <a:chExt cx="3206750" cy="527050"/>
          </a:xfrm>
        </p:grpSpPr>
        <p:sp>
          <p:nvSpPr>
            <p:cNvPr id="27651" name="TextBox 4"/>
            <p:cNvSpPr txBox="1">
              <a:spLocks noChangeArrowheads="1"/>
            </p:cNvSpPr>
            <p:nvPr/>
          </p:nvSpPr>
          <p:spPr bwMode="auto">
            <a:xfrm>
              <a:off x="2282826" y="3657600"/>
              <a:ext cx="542925" cy="52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若</a:t>
              </a:r>
            </a:p>
          </p:txBody>
        </p:sp>
        <p:graphicFrame>
          <p:nvGraphicFramePr>
            <p:cNvPr id="27652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1583163"/>
                </p:ext>
              </p:extLst>
            </p:nvPr>
          </p:nvGraphicFramePr>
          <p:xfrm>
            <a:off x="2827339" y="3657600"/>
            <a:ext cx="2662237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028254" imgH="203112" progId="Equation.DSMT4">
                    <p:embed/>
                  </p:oleObj>
                </mc:Choice>
                <mc:Fallback>
                  <p:oleObj name="Equation" r:id="rId5" imgW="1028254" imgH="203112" progId="Equation.DSMT4">
                    <p:embed/>
                    <p:pic>
                      <p:nvPicPr>
                        <p:cNvPr id="0" name="Picture 10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7339" y="3657600"/>
                          <a:ext cx="2662237" cy="527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53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330613"/>
              </p:ext>
            </p:extLst>
          </p:nvPr>
        </p:nvGraphicFramePr>
        <p:xfrm>
          <a:off x="946037" y="1442089"/>
          <a:ext cx="375761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36700" imgH="330200" progId="Equation.DSMT4">
                  <p:embed/>
                </p:oleObj>
              </mc:Choice>
              <mc:Fallback>
                <p:oleObj name="Equation" r:id="rId7" imgW="1536700" imgH="330200" progId="Equation.DSMT4">
                  <p:embed/>
                  <p:pic>
                    <p:nvPicPr>
                      <p:cNvPr id="0" name="Picture 10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037" y="1442089"/>
                        <a:ext cx="3757613" cy="8064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对象 7"/>
          <p:cNvGraphicFramePr>
            <a:graphicFrameLocks noChangeAspect="1"/>
          </p:cNvGraphicFramePr>
          <p:nvPr/>
        </p:nvGraphicFramePr>
        <p:xfrm>
          <a:off x="7670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37454" imgH="680484" progId="Equation.DSMT4">
                  <p:embed/>
                </p:oleObj>
              </mc:Choice>
              <mc:Fallback>
                <p:oleObj name="Equation" r:id="rId9" imgW="437454" imgH="680484" progId="Equation.DSMT4">
                  <p:embed/>
                  <p:pic>
                    <p:nvPicPr>
                      <p:cNvPr id="0" name="Picture 10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3352800"/>
                        <a:ext cx="9144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933758"/>
              </p:ext>
            </p:extLst>
          </p:nvPr>
        </p:nvGraphicFramePr>
        <p:xfrm>
          <a:off x="6080174" y="2290216"/>
          <a:ext cx="372745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4000" imgH="330200" progId="Equation.DSMT4">
                  <p:embed/>
                </p:oleObj>
              </mc:Choice>
              <mc:Fallback>
                <p:oleObj name="Equation" r:id="rId11" imgW="1524000" imgH="330200" progId="Equation.DSMT4">
                  <p:embed/>
                  <p:pic>
                    <p:nvPicPr>
                      <p:cNvPr id="0" name="Picture 10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74" y="2290216"/>
                        <a:ext cx="3727450" cy="8064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666199"/>
              </p:ext>
            </p:extLst>
          </p:nvPr>
        </p:nvGraphicFramePr>
        <p:xfrm>
          <a:off x="4943872" y="1423019"/>
          <a:ext cx="3725862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4000" imgH="330200" progId="Equation.DSMT4">
                  <p:embed/>
                </p:oleObj>
              </mc:Choice>
              <mc:Fallback>
                <p:oleObj name="Equation" r:id="rId13" imgW="1524000" imgH="330200" progId="Equation.DSMT4">
                  <p:embed/>
                  <p:pic>
                    <p:nvPicPr>
                      <p:cNvPr id="0" name="Picture 10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872" y="1423019"/>
                        <a:ext cx="3725862" cy="8064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778488"/>
              </p:ext>
            </p:extLst>
          </p:nvPr>
        </p:nvGraphicFramePr>
        <p:xfrm>
          <a:off x="946037" y="2553278"/>
          <a:ext cx="18859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71004" imgH="126890" progId="Equation.DSMT4">
                  <p:embed/>
                </p:oleObj>
              </mc:Choice>
              <mc:Fallback>
                <p:oleObj name="Equation" r:id="rId15" imgW="571004" imgH="126890" progId="Equation.DSMT4">
                  <p:embed/>
                  <p:pic>
                    <p:nvPicPr>
                      <p:cNvPr id="0" name="Picture 10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037" y="2553278"/>
                        <a:ext cx="188595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02054" y="6441104"/>
            <a:ext cx="2844800" cy="365125"/>
          </a:xfrm>
        </p:spPr>
        <p:txBody>
          <a:bodyPr/>
          <a:lstStyle/>
          <a:p>
            <a:fld id="{44FDD63B-992A-4963-B4FF-3D8E2E9E157C}" type="slidenum">
              <a:rPr lang="zh-CN" altLang="en-US" smtClean="0"/>
              <a:pPr/>
              <a:t>44</a:t>
            </a:fld>
            <a:endParaRPr lang="en-US" altLang="zh-CN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42EEE1C-83E9-4C2B-B75C-62395C2F07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214373"/>
              </p:ext>
            </p:extLst>
          </p:nvPr>
        </p:nvGraphicFramePr>
        <p:xfrm>
          <a:off x="1577181" y="3280276"/>
          <a:ext cx="8767291" cy="585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555720" imgH="215640" progId="Equation.DSMT4">
                  <p:embed/>
                </p:oleObj>
              </mc:Choice>
              <mc:Fallback>
                <p:oleObj name="Equation" r:id="rId17" imgW="3555720" imgH="215640" progId="Equation.DSMT4">
                  <p:embed/>
                  <p:pic>
                    <p:nvPicPr>
                      <p:cNvPr id="0" name="Picture 10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181" y="3280276"/>
                        <a:ext cx="8767291" cy="5852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7C0FC8E-7B02-4353-A436-AEE6660F89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129043"/>
              </p:ext>
            </p:extLst>
          </p:nvPr>
        </p:nvGraphicFramePr>
        <p:xfrm>
          <a:off x="3259050" y="3779958"/>
          <a:ext cx="5326150" cy="931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247840" imgH="406080" progId="Equation.DSMT4">
                  <p:embed/>
                </p:oleObj>
              </mc:Choice>
              <mc:Fallback>
                <p:oleObj name="Equation" r:id="rId19" imgW="2247840" imgH="406080" progId="Equation.DSMT4">
                  <p:embed/>
                  <p:pic>
                    <p:nvPicPr>
                      <p:cNvPr id="0" name="Picture 10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9050" y="3779958"/>
                        <a:ext cx="5326150" cy="931341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A780FB9A-9068-44D9-B4C7-61C1D95E8050}"/>
              </a:ext>
            </a:extLst>
          </p:cNvPr>
          <p:cNvGrpSpPr/>
          <p:nvPr/>
        </p:nvGrpSpPr>
        <p:grpSpPr>
          <a:xfrm>
            <a:off x="1487488" y="5400895"/>
            <a:ext cx="8172980" cy="1222772"/>
            <a:chOff x="1799333" y="5070691"/>
            <a:chExt cx="8172980" cy="1222772"/>
          </a:xfrm>
        </p:grpSpPr>
        <p:graphicFrame>
          <p:nvGraphicFramePr>
            <p:cNvPr id="17" name="对象 1">
              <a:extLst>
                <a:ext uri="{FF2B5EF4-FFF2-40B4-BE49-F238E27FC236}">
                  <a16:creationId xmlns:a16="http://schemas.microsoft.com/office/drawing/2014/main" id="{5C40B7D3-1F6D-4966-A048-9DE3EA2FFB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2704137"/>
                </p:ext>
              </p:extLst>
            </p:nvPr>
          </p:nvGraphicFramePr>
          <p:xfrm>
            <a:off x="2688319" y="5225795"/>
            <a:ext cx="3647518" cy="994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396800" imgH="380880" progId="Equation.DSMT4">
                    <p:embed/>
                  </p:oleObj>
                </mc:Choice>
                <mc:Fallback>
                  <p:oleObj name="Equation" r:id="rId21" imgW="1396800" imgH="380880" progId="Equation.DSMT4">
                    <p:embed/>
                    <p:pic>
                      <p:nvPicPr>
                        <p:cNvPr id="0" name="Picture 10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319" y="5225795"/>
                          <a:ext cx="3647518" cy="994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784C73DD-1AAD-4013-ACCD-21AAD33042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3399931"/>
                </p:ext>
              </p:extLst>
            </p:nvPr>
          </p:nvGraphicFramePr>
          <p:xfrm>
            <a:off x="6492116" y="5070691"/>
            <a:ext cx="3480197" cy="12227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409400" imgH="495000" progId="Equation.DSMT4">
                    <p:embed/>
                  </p:oleObj>
                </mc:Choice>
                <mc:Fallback>
                  <p:oleObj name="Equation" r:id="rId23" imgW="1409400" imgH="495000" progId="Equation.DSMT4">
                    <p:embed/>
                    <p:pic>
                      <p:nvPicPr>
                        <p:cNvPr id="0" name="Picture 10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92116" y="5070691"/>
                          <a:ext cx="3480197" cy="12227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87DEE55-29FF-472B-B544-19F1863595F7}"/>
                </a:ext>
              </a:extLst>
            </p:cNvPr>
            <p:cNvSpPr txBox="1"/>
            <p:nvPr/>
          </p:nvSpPr>
          <p:spPr>
            <a:xfrm>
              <a:off x="1799333" y="5479503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练习</a:t>
              </a:r>
            </a:p>
          </p:txBody>
        </p:sp>
      </p:grp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7FB7D48D-5F29-4769-93C8-2A69216D33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843871"/>
              </p:ext>
            </p:extLst>
          </p:nvPr>
        </p:nvGraphicFramePr>
        <p:xfrm>
          <a:off x="7717244" y="4773843"/>
          <a:ext cx="3144182" cy="523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18960" imgH="203040" progId="Equation.DSMT4">
                  <p:embed/>
                </p:oleObj>
              </mc:Choice>
              <mc:Fallback>
                <p:oleObj name="Equation" r:id="rId25" imgW="1218960" imgH="203040" progId="Equation.DSMT4">
                  <p:embed/>
                  <p:pic>
                    <p:nvPicPr>
                      <p:cNvPr id="0" name="Picture 10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7244" y="4773843"/>
                        <a:ext cx="3144182" cy="52308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281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312638"/>
              </p:ext>
            </p:extLst>
          </p:nvPr>
        </p:nvGraphicFramePr>
        <p:xfrm>
          <a:off x="2457450" y="1350663"/>
          <a:ext cx="7945672" cy="1763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137828" imgH="1585118" progId="">
                  <p:embed/>
                </p:oleObj>
              </mc:Choice>
              <mc:Fallback>
                <p:oleObj name="Document" r:id="rId2" imgW="7137828" imgH="1585118" progId="">
                  <p:embed/>
                  <p:pic>
                    <p:nvPicPr>
                      <p:cNvPr id="0" name="Picture 3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1350663"/>
                        <a:ext cx="7945672" cy="17632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27" name="Group 3"/>
          <p:cNvGrpSpPr>
            <a:grpSpLocks/>
          </p:cNvGrpSpPr>
          <p:nvPr/>
        </p:nvGrpSpPr>
        <p:grpSpPr bwMode="auto">
          <a:xfrm>
            <a:off x="4394994" y="2970704"/>
            <a:ext cx="3771900" cy="519112"/>
            <a:chOff x="2112" y="1977"/>
            <a:chExt cx="2376" cy="327"/>
          </a:xfrm>
        </p:grpSpPr>
        <p:sp>
          <p:nvSpPr>
            <p:cNvPr id="37898" name="Rectangle 4"/>
            <p:cNvSpPr>
              <a:spLocks noChangeArrowheads="1"/>
            </p:cNvSpPr>
            <p:nvPr/>
          </p:nvSpPr>
          <p:spPr bwMode="auto">
            <a:xfrm>
              <a:off x="2112" y="1977"/>
              <a:ext cx="23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chemeClr val="accent2"/>
                  </a:solidFill>
                  <a:latin typeface="宋体" panose="02010600030101010101" pitchFamily="2" charset="-122"/>
                  <a:cs typeface="Tahoma" panose="020B0604030504040204" pitchFamily="34" charset="0"/>
                </a:rPr>
                <a:t>定积分的分部积分公式</a:t>
              </a:r>
            </a:p>
          </p:txBody>
        </p:sp>
        <p:sp>
          <p:nvSpPr>
            <p:cNvPr id="37899" name="Line 5"/>
            <p:cNvSpPr>
              <a:spLocks noChangeShapeType="1"/>
            </p:cNvSpPr>
            <p:nvPr/>
          </p:nvSpPr>
          <p:spPr bwMode="auto">
            <a:xfrm>
              <a:off x="2208" y="2016"/>
              <a:ext cx="2160" cy="0"/>
            </a:xfrm>
            <a:prstGeom prst="line">
              <a:avLst/>
            </a:prstGeom>
            <a:noFill/>
            <a:ln w="38100">
              <a:solidFill>
                <a:srgbClr val="CC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2457450" y="3627437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推导</a:t>
            </a:r>
          </a:p>
        </p:txBody>
      </p:sp>
      <p:graphicFrame>
        <p:nvGraphicFramePr>
          <p:cNvPr id="26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3339394"/>
              </p:ext>
            </p:extLst>
          </p:nvPr>
        </p:nvGraphicFramePr>
        <p:xfrm>
          <a:off x="3791744" y="3559636"/>
          <a:ext cx="2489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89200" imgH="571500" progId="Equation.3">
                  <p:embed/>
                </p:oleObj>
              </mc:Choice>
              <mc:Fallback>
                <p:oleObj name="公式" r:id="rId4" imgW="2489200" imgH="571500" progId="Equation.3">
                  <p:embed/>
                  <p:pic>
                    <p:nvPicPr>
                      <p:cNvPr id="0" name="Picture 3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3559636"/>
                        <a:ext cx="2489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070611"/>
              </p:ext>
            </p:extLst>
          </p:nvPr>
        </p:nvGraphicFramePr>
        <p:xfrm>
          <a:off x="6692900" y="3467894"/>
          <a:ext cx="2743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43200" imgH="787400" progId="Equation.3">
                  <p:embed/>
                </p:oleObj>
              </mc:Choice>
              <mc:Fallback>
                <p:oleObj name="公式" r:id="rId6" imgW="2743200" imgH="787400" progId="Equation.3">
                  <p:embed/>
                  <p:pic>
                    <p:nvPicPr>
                      <p:cNvPr id="0" name="Picture 3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2900" y="3467894"/>
                        <a:ext cx="27432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153066"/>
              </p:ext>
            </p:extLst>
          </p:nvPr>
        </p:nvGraphicFramePr>
        <p:xfrm>
          <a:off x="3511426" y="4270247"/>
          <a:ext cx="4064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064000" imgH="685800" progId="Equation.3">
                  <p:embed/>
                </p:oleObj>
              </mc:Choice>
              <mc:Fallback>
                <p:oleObj name="公式" r:id="rId8" imgW="4064000" imgH="685800" progId="Equation.3">
                  <p:embed/>
                  <p:pic>
                    <p:nvPicPr>
                      <p:cNvPr id="0" name="Picture 3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426" y="4270247"/>
                        <a:ext cx="40640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641953"/>
              </p:ext>
            </p:extLst>
          </p:nvPr>
        </p:nvGraphicFramePr>
        <p:xfrm>
          <a:off x="3650907" y="5095688"/>
          <a:ext cx="3657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657600" imgH="787400" progId="Equation.3">
                  <p:embed/>
                </p:oleObj>
              </mc:Choice>
              <mc:Fallback>
                <p:oleObj name="公式" r:id="rId10" imgW="3657600" imgH="787400" progId="Equation.3">
                  <p:embed/>
                  <p:pic>
                    <p:nvPicPr>
                      <p:cNvPr id="0" name="Picture 3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0907" y="5095688"/>
                        <a:ext cx="3657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7" name="Rectangle 11"/>
          <p:cNvSpPr>
            <a:spLocks noGrp="1" noChangeArrowheads="1"/>
          </p:cNvSpPr>
          <p:nvPr>
            <p:ph type="title"/>
          </p:nvPr>
        </p:nvSpPr>
        <p:spPr>
          <a:xfrm>
            <a:off x="1894744" y="691009"/>
            <a:ext cx="3985232" cy="715515"/>
          </a:xfrm>
        </p:spPr>
        <p:txBody>
          <a:bodyPr/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九、分部积分公式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805331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>
            <a:extLst>
              <a:ext uri="{FF2B5EF4-FFF2-40B4-BE49-F238E27FC236}">
                <a16:creationId xmlns:a16="http://schemas.microsoft.com/office/drawing/2014/main" id="{B0A93451-4848-406A-B166-0EF35C772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766" y="4253065"/>
            <a:ext cx="8937730" cy="1800200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2063552" y="772429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计算</a:t>
            </a:r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061322"/>
              </p:ext>
            </p:extLst>
          </p:nvPr>
        </p:nvGraphicFramePr>
        <p:xfrm>
          <a:off x="3791744" y="553055"/>
          <a:ext cx="1512638" cy="855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330120" progId="Equation.DSMT4">
                  <p:embed/>
                </p:oleObj>
              </mc:Choice>
              <mc:Fallback>
                <p:oleObj name="Equation" r:id="rId3" imgW="583920" imgH="330120" progId="Equation.DSMT4">
                  <p:embed/>
                  <p:pic>
                    <p:nvPicPr>
                      <p:cNvPr id="0" name="Picture 3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553055"/>
                        <a:ext cx="1512638" cy="8553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819A467A-6EF7-4673-9470-40E21FC9AA05}"/>
              </a:ext>
            </a:extLst>
          </p:cNvPr>
          <p:cNvGrpSpPr/>
          <p:nvPr/>
        </p:nvGrpSpPr>
        <p:grpSpPr>
          <a:xfrm>
            <a:off x="2071700" y="2014855"/>
            <a:ext cx="3520244" cy="864096"/>
            <a:chOff x="2071700" y="2014855"/>
            <a:chExt cx="3520244" cy="864096"/>
          </a:xfrm>
        </p:grpSpPr>
        <p:sp>
          <p:nvSpPr>
            <p:cNvPr id="38917" name="Text Box 5"/>
            <p:cNvSpPr txBox="1">
              <a:spLocks noChangeArrowheads="1"/>
            </p:cNvSpPr>
            <p:nvPr/>
          </p:nvSpPr>
          <p:spPr bwMode="auto">
            <a:xfrm>
              <a:off x="2071700" y="2236377"/>
              <a:ext cx="22098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kumimoji="1"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计算</a:t>
              </a:r>
            </a:p>
          </p:txBody>
        </p:sp>
        <p:graphicFrame>
          <p:nvGraphicFramePr>
            <p:cNvPr id="3891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5552853"/>
                </p:ext>
              </p:extLst>
            </p:nvPr>
          </p:nvGraphicFramePr>
          <p:xfrm>
            <a:off x="3563631" y="2014855"/>
            <a:ext cx="2028313" cy="8640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74360" imgH="330120" progId="Equation.DSMT4">
                    <p:embed/>
                  </p:oleObj>
                </mc:Choice>
                <mc:Fallback>
                  <p:oleObj name="Equation" r:id="rId5" imgW="774360" imgH="330120" progId="Equation.DSMT4">
                    <p:embed/>
                    <p:pic>
                      <p:nvPicPr>
                        <p:cNvPr id="0" name="Picture 3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3631" y="2014855"/>
                          <a:ext cx="2028313" cy="8640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1856311" y="4523460"/>
            <a:ext cx="847064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  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若被积函数是幂函数和正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余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弦函数或幂函数和指数函数的乘积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就考虑设幂函数为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u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使其降幂一次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假定幂指数是正整数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46</a:t>
            </a:fld>
            <a:endParaRPr lang="en-US" altLang="zh-CN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486F55C4-2FF0-430B-B90E-8480611E8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6092" y="1517454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8182001A-AD16-405A-8395-83EB754B1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09303"/>
              </p:ext>
            </p:extLst>
          </p:nvPr>
        </p:nvGraphicFramePr>
        <p:xfrm>
          <a:off x="2534748" y="1344334"/>
          <a:ext cx="3092450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93760" imgH="330120" progId="Equation.DSMT4">
                  <p:embed/>
                </p:oleObj>
              </mc:Choice>
              <mc:Fallback>
                <p:oleObj name="Equation" r:id="rId7" imgW="1193760" imgH="330120" progId="Equation.DSMT4">
                  <p:embed/>
                  <p:pic>
                    <p:nvPicPr>
                      <p:cNvPr id="0" name="Picture 3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4748" y="1344334"/>
                        <a:ext cx="3092450" cy="855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55691B0-CA05-485A-9E31-749FC6A21E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9188113"/>
              </p:ext>
            </p:extLst>
          </p:nvPr>
        </p:nvGraphicFramePr>
        <p:xfrm>
          <a:off x="5591944" y="1363622"/>
          <a:ext cx="2580506" cy="78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79280" imgH="330120" progId="Equation.DSMT4">
                  <p:embed/>
                </p:oleObj>
              </mc:Choice>
              <mc:Fallback>
                <p:oleObj name="Equation" r:id="rId9" imgW="1079280" imgH="330120" progId="Equation.DSMT4">
                  <p:embed/>
                  <p:pic>
                    <p:nvPicPr>
                      <p:cNvPr id="0" name="Picture 3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4" y="1363622"/>
                        <a:ext cx="2580506" cy="7893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A7E90B1-BAB5-49B0-ACC7-FF63D61AAB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754789"/>
              </p:ext>
            </p:extLst>
          </p:nvPr>
        </p:nvGraphicFramePr>
        <p:xfrm>
          <a:off x="8152765" y="1377671"/>
          <a:ext cx="1427163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96880" imgH="330120" progId="Equation.DSMT4">
                  <p:embed/>
                </p:oleObj>
              </mc:Choice>
              <mc:Fallback>
                <p:oleObj name="Equation" r:id="rId11" imgW="596880" imgH="330120" progId="Equation.DSMT4">
                  <p:embed/>
                  <p:pic>
                    <p:nvPicPr>
                      <p:cNvPr id="0" name="Picture 3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2765" y="1377671"/>
                        <a:ext cx="1427163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51A07A8-EF64-42D5-94A0-679F6A3746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065163"/>
              </p:ext>
            </p:extLst>
          </p:nvPr>
        </p:nvGraphicFramePr>
        <p:xfrm>
          <a:off x="9532403" y="1567338"/>
          <a:ext cx="643742" cy="409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9360" imgH="177480" progId="Equation.DSMT4">
                  <p:embed/>
                </p:oleObj>
              </mc:Choice>
              <mc:Fallback>
                <p:oleObj name="Equation" r:id="rId13" imgW="279360" imgH="177480" progId="Equation.DSMT4">
                  <p:embed/>
                  <p:pic>
                    <p:nvPicPr>
                      <p:cNvPr id="0" name="Picture 3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2403" y="1567338"/>
                        <a:ext cx="643742" cy="4096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6A24E59B-E088-4D16-A98C-84D3C4167A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461499"/>
              </p:ext>
            </p:extLst>
          </p:nvPr>
        </p:nvGraphicFramePr>
        <p:xfrm>
          <a:off x="2551392" y="2707088"/>
          <a:ext cx="4087813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62040" imgH="330120" progId="Equation.DSMT4">
                  <p:embed/>
                </p:oleObj>
              </mc:Choice>
              <mc:Fallback>
                <p:oleObj name="Equation" r:id="rId15" imgW="1562040" imgH="330120" progId="Equation.DSMT4">
                  <p:embed/>
                  <p:pic>
                    <p:nvPicPr>
                      <p:cNvPr id="0" name="Picture 3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392" y="2707088"/>
                        <a:ext cx="4087813" cy="865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">
            <a:extLst>
              <a:ext uri="{FF2B5EF4-FFF2-40B4-BE49-F238E27FC236}">
                <a16:creationId xmlns:a16="http://schemas.microsoft.com/office/drawing/2014/main" id="{15E7DCEE-DA09-4D5A-BE7B-6E03FBB2F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6092" y="2900663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4A0ADDE-8332-4773-820D-AF05CC5E7A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865727"/>
              </p:ext>
            </p:extLst>
          </p:nvPr>
        </p:nvGraphicFramePr>
        <p:xfrm>
          <a:off x="6603487" y="2749807"/>
          <a:ext cx="3535850" cy="820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422360" imgH="330120" progId="Equation.DSMT4">
                  <p:embed/>
                </p:oleObj>
              </mc:Choice>
              <mc:Fallback>
                <p:oleObj name="Equation" r:id="rId17" imgW="1422360" imgH="330120" progId="Equation.DSMT4">
                  <p:embed/>
                  <p:pic>
                    <p:nvPicPr>
                      <p:cNvPr id="0" name="Picture 3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3487" y="2749807"/>
                        <a:ext cx="3535850" cy="8208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ECBEC30-E2E1-4A24-81C6-A5CCC86D17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33755"/>
              </p:ext>
            </p:extLst>
          </p:nvPr>
        </p:nvGraphicFramePr>
        <p:xfrm>
          <a:off x="2264161" y="3460636"/>
          <a:ext cx="2377518" cy="688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65160" imgH="279360" progId="Equation.DSMT4">
                  <p:embed/>
                </p:oleObj>
              </mc:Choice>
              <mc:Fallback>
                <p:oleObj name="Equation" r:id="rId19" imgW="965160" imgH="279360" progId="Equation.DSMT4">
                  <p:embed/>
                  <p:pic>
                    <p:nvPicPr>
                      <p:cNvPr id="0" name="Picture 3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4161" y="3460636"/>
                        <a:ext cx="2377518" cy="6882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E7AB5F5-8833-4AD1-8851-B9855DD5AB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291707"/>
              </p:ext>
            </p:extLst>
          </p:nvPr>
        </p:nvGraphicFramePr>
        <p:xfrm>
          <a:off x="4655840" y="3594126"/>
          <a:ext cx="2669888" cy="42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104840" imgH="177480" progId="Equation.DSMT4">
                  <p:embed/>
                </p:oleObj>
              </mc:Choice>
              <mc:Fallback>
                <p:oleObj name="Equation" r:id="rId21" imgW="1104840" imgH="177480" progId="Equation.DSMT4">
                  <p:embed/>
                  <p:pic>
                    <p:nvPicPr>
                      <p:cNvPr id="0" name="Picture 3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5840" y="3594126"/>
                        <a:ext cx="2669888" cy="429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4E3D1B60-B145-4A50-99B2-E44F5F923D83}"/>
              </a:ext>
            </a:extLst>
          </p:cNvPr>
          <p:cNvGrpSpPr/>
          <p:nvPr/>
        </p:nvGrpSpPr>
        <p:grpSpPr>
          <a:xfrm>
            <a:off x="4727848" y="6053265"/>
            <a:ext cx="2860508" cy="540790"/>
            <a:chOff x="5879976" y="6044257"/>
            <a:chExt cx="2860508" cy="54079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3BFC4D5-34CF-4054-9153-7AA2EEC1C47C}"/>
                </a:ext>
              </a:extLst>
            </p:cNvPr>
            <p:cNvSpPr txBox="1"/>
            <p:nvPr/>
          </p:nvSpPr>
          <p:spPr>
            <a:xfrm>
              <a:off x="5879976" y="6061827"/>
              <a:ext cx="648072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rgbClr val="0000CC"/>
                  </a:solidFill>
                </a:rPr>
                <a:t>幂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B0ADAFC-5EBF-46EF-8E89-375A5F5C5804}"/>
                </a:ext>
              </a:extLst>
            </p:cNvPr>
            <p:cNvSpPr txBox="1"/>
            <p:nvPr/>
          </p:nvSpPr>
          <p:spPr>
            <a:xfrm>
              <a:off x="7264912" y="6044257"/>
              <a:ext cx="1475572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rgbClr val="0000CC"/>
                  </a:solidFill>
                </a:rPr>
                <a:t>指、三</a:t>
              </a: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B275A930-71A2-4858-9297-EDD06A363B3F}"/>
                </a:ext>
              </a:extLst>
            </p:cNvPr>
            <p:cNvCxnSpPr>
              <a:cxnSpLocks/>
            </p:cNvCxnSpPr>
            <p:nvPr/>
          </p:nvCxnSpPr>
          <p:spPr>
            <a:xfrm>
              <a:off x="6472824" y="6309320"/>
              <a:ext cx="792088" cy="0"/>
            </a:xfrm>
            <a:prstGeom prst="straightConnector1">
              <a:avLst/>
            </a:prstGeom>
            <a:grpFill/>
            <a:ln w="31750">
              <a:solidFill>
                <a:srgbClr val="0000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80902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build="p"/>
      <p:bldP spid="9" grpId="0" autoUpdateAnimBg="0"/>
      <p:bldP spid="15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2514600" y="91440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计算</a:t>
            </a:r>
          </a:p>
        </p:txBody>
      </p:sp>
      <p:graphicFrame>
        <p:nvGraphicFramePr>
          <p:cNvPr id="39939" name="Object 3"/>
          <p:cNvGraphicFramePr>
            <a:graphicFrameLocks noChangeAspect="1"/>
          </p:cNvGraphicFramePr>
          <p:nvPr/>
        </p:nvGraphicFramePr>
        <p:xfrm>
          <a:off x="4279900" y="750888"/>
          <a:ext cx="196850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68500" imgH="723900" progId="Equation.3">
                  <p:embed/>
                </p:oleObj>
              </mc:Choice>
              <mc:Fallback>
                <p:oleObj name="公式" r:id="rId2" imgW="1968500" imgH="723900" progId="Equation.3">
                  <p:embed/>
                  <p:pic>
                    <p:nvPicPr>
                      <p:cNvPr id="0" name="Picture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9900" y="750888"/>
                        <a:ext cx="1968500" cy="722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2514600" y="16002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3352800" y="1635126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令</a:t>
            </a:r>
          </a:p>
        </p:txBody>
      </p:sp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4065588" y="1711326"/>
          <a:ext cx="19939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93900" imgH="393700" progId="Equation.3">
                  <p:embed/>
                </p:oleObj>
              </mc:Choice>
              <mc:Fallback>
                <p:oleObj name="公式" r:id="rId4" imgW="1993900" imgH="393700" progId="Equation.3">
                  <p:embed/>
                  <p:pic>
                    <p:nvPicPr>
                      <p:cNvPr id="0" name="Picture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5588" y="1711326"/>
                        <a:ext cx="1993900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6457950" y="1722438"/>
          <a:ext cx="12827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82700" imgH="393700" progId="Equation.3">
                  <p:embed/>
                </p:oleObj>
              </mc:Choice>
              <mc:Fallback>
                <p:oleObj name="公式" r:id="rId6" imgW="1282700" imgH="393700" progId="Equation.3">
                  <p:embed/>
                  <p:pic>
                    <p:nvPicPr>
                      <p:cNvPr id="0" name="Picture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950" y="1722438"/>
                        <a:ext cx="1282700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8"/>
          <p:cNvGraphicFramePr>
            <a:graphicFrameLocks noChangeAspect="1"/>
          </p:cNvGraphicFramePr>
          <p:nvPr/>
        </p:nvGraphicFramePr>
        <p:xfrm>
          <a:off x="4141788" y="2219325"/>
          <a:ext cx="2146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146300" imgH="939800" progId="Equation.3">
                  <p:embed/>
                </p:oleObj>
              </mc:Choice>
              <mc:Fallback>
                <p:oleObj name="公式" r:id="rId8" imgW="2146300" imgH="939800" progId="Equation.3">
                  <p:embed/>
                  <p:pic>
                    <p:nvPicPr>
                      <p:cNvPr id="0" name="Picture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1788" y="2219325"/>
                        <a:ext cx="21463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9"/>
          <p:cNvGraphicFramePr>
            <a:graphicFrameLocks noChangeAspect="1"/>
          </p:cNvGraphicFramePr>
          <p:nvPr/>
        </p:nvGraphicFramePr>
        <p:xfrm>
          <a:off x="6731000" y="2544763"/>
          <a:ext cx="9398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39392" imgH="317362" progId="Equation.3">
                  <p:embed/>
                </p:oleObj>
              </mc:Choice>
              <mc:Fallback>
                <p:oleObj name="公式" r:id="rId10" imgW="939392" imgH="317362" progId="Equation.3">
                  <p:embed/>
                  <p:pic>
                    <p:nvPicPr>
                      <p:cNvPr id="0" name="Picture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0" y="2544763"/>
                        <a:ext cx="939800" cy="315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0"/>
          <p:cNvGraphicFramePr>
            <a:graphicFrameLocks noChangeAspect="1"/>
          </p:cNvGraphicFramePr>
          <p:nvPr/>
        </p:nvGraphicFramePr>
        <p:xfrm>
          <a:off x="2895600" y="3235325"/>
          <a:ext cx="1993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93900" imgH="698500" progId="Equation.3">
                  <p:embed/>
                </p:oleObj>
              </mc:Choice>
              <mc:Fallback>
                <p:oleObj name="公式" r:id="rId12" imgW="1993900" imgH="698500" progId="Equation.3">
                  <p:embed/>
                  <p:pic>
                    <p:nvPicPr>
                      <p:cNvPr id="0" name="Picture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235325"/>
                        <a:ext cx="1993900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11"/>
          <p:cNvGraphicFramePr>
            <a:graphicFrameLocks noChangeAspect="1"/>
          </p:cNvGraphicFramePr>
          <p:nvPr/>
        </p:nvGraphicFramePr>
        <p:xfrm>
          <a:off x="4978400" y="3286125"/>
          <a:ext cx="2260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60600" imgH="596900" progId="Equation.3">
                  <p:embed/>
                </p:oleObj>
              </mc:Choice>
              <mc:Fallback>
                <p:oleObj name="公式" r:id="rId14" imgW="2260600" imgH="596900" progId="Equation.3">
                  <p:embed/>
                  <p:pic>
                    <p:nvPicPr>
                      <p:cNvPr id="0" name="Picture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400" y="3286125"/>
                        <a:ext cx="22606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4" name="Object 12"/>
          <p:cNvGraphicFramePr>
            <a:graphicFrameLocks noChangeAspect="1"/>
          </p:cNvGraphicFramePr>
          <p:nvPr/>
        </p:nvGraphicFramePr>
        <p:xfrm>
          <a:off x="7302500" y="3159125"/>
          <a:ext cx="1841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841500" imgH="939800" progId="Equation.3">
                  <p:embed/>
                </p:oleObj>
              </mc:Choice>
              <mc:Fallback>
                <p:oleObj name="公式" r:id="rId16" imgW="1841500" imgH="939800" progId="Equation.3">
                  <p:embed/>
                  <p:pic>
                    <p:nvPicPr>
                      <p:cNvPr id="0" name="Picture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0" y="3159125"/>
                        <a:ext cx="18415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5" name="Object 13"/>
          <p:cNvGraphicFramePr>
            <a:graphicFrameLocks noChangeAspect="1"/>
          </p:cNvGraphicFramePr>
          <p:nvPr/>
        </p:nvGraphicFramePr>
        <p:xfrm>
          <a:off x="2940050" y="4133850"/>
          <a:ext cx="939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939800" imgH="838200" progId="Equation.3">
                  <p:embed/>
                </p:oleObj>
              </mc:Choice>
              <mc:Fallback>
                <p:oleObj name="公式" r:id="rId18" imgW="939800" imgH="838200" progId="Equation.3">
                  <p:embed/>
                  <p:pic>
                    <p:nvPicPr>
                      <p:cNvPr id="0" name="Picture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4133850"/>
                        <a:ext cx="939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14"/>
          <p:cNvGraphicFramePr>
            <a:graphicFrameLocks noChangeAspect="1"/>
          </p:cNvGraphicFramePr>
          <p:nvPr/>
        </p:nvGraphicFramePr>
        <p:xfrm>
          <a:off x="4038600" y="4106863"/>
          <a:ext cx="3479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479800" imgH="939800" progId="Equation.3">
                  <p:embed/>
                </p:oleObj>
              </mc:Choice>
              <mc:Fallback>
                <p:oleObj name="公式" r:id="rId20" imgW="3479800" imgH="939800" progId="Equation.3">
                  <p:embed/>
                  <p:pic>
                    <p:nvPicPr>
                      <p:cNvPr id="0" name="Picture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106863"/>
                        <a:ext cx="34798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7" name="Object 15"/>
          <p:cNvGraphicFramePr>
            <a:graphicFrameLocks noChangeAspect="1"/>
          </p:cNvGraphicFramePr>
          <p:nvPr/>
        </p:nvGraphicFramePr>
        <p:xfrm>
          <a:off x="2938463" y="5191125"/>
          <a:ext cx="685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685800" imgH="838200" progId="Equation.3">
                  <p:embed/>
                </p:oleObj>
              </mc:Choice>
              <mc:Fallback>
                <p:oleObj name="公式" r:id="rId22" imgW="685800" imgH="838200" progId="Equation.3">
                  <p:embed/>
                  <p:pic>
                    <p:nvPicPr>
                      <p:cNvPr id="0" name="Picture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3" y="5191125"/>
                        <a:ext cx="685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8" name="Object 16"/>
          <p:cNvGraphicFramePr>
            <a:graphicFrameLocks noChangeAspect="1"/>
          </p:cNvGraphicFramePr>
          <p:nvPr/>
        </p:nvGraphicFramePr>
        <p:xfrm>
          <a:off x="3733800" y="5245100"/>
          <a:ext cx="17145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714500" imgH="660400" progId="Equation.3">
                  <p:embed/>
                </p:oleObj>
              </mc:Choice>
              <mc:Fallback>
                <p:oleObj name="公式" r:id="rId24" imgW="1714500" imgH="660400" progId="Equation.3">
                  <p:embed/>
                  <p:pic>
                    <p:nvPicPr>
                      <p:cNvPr id="0" name="Picture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245100"/>
                        <a:ext cx="171450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9" name="Object 17"/>
          <p:cNvGraphicFramePr>
            <a:graphicFrameLocks noChangeAspect="1"/>
          </p:cNvGraphicFramePr>
          <p:nvPr/>
        </p:nvGraphicFramePr>
        <p:xfrm>
          <a:off x="5715000" y="5172075"/>
          <a:ext cx="2070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070100" imgH="850900" progId="Equation.3">
                  <p:embed/>
                </p:oleObj>
              </mc:Choice>
              <mc:Fallback>
                <p:oleObj name="公式" r:id="rId26" imgW="2070100" imgH="850900" progId="Equation.3">
                  <p:embed/>
                  <p:pic>
                    <p:nvPicPr>
                      <p:cNvPr id="0" name="Picture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172075"/>
                        <a:ext cx="20701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0" name="Rectangle 18"/>
          <p:cNvSpPr>
            <a:spLocks noChangeArrowheads="1"/>
          </p:cNvSpPr>
          <p:nvPr/>
        </p:nvSpPr>
        <p:spPr bwMode="auto">
          <a:xfrm>
            <a:off x="3429001" y="2355851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则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40326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utoUpdateAnimBg="0"/>
      <p:bldP spid="28677" grpId="0" autoUpdateAnimBg="0"/>
      <p:bldP spid="28690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2317047" y="722404"/>
            <a:ext cx="4457700" cy="830263"/>
            <a:chOff x="876300" y="3425149"/>
            <a:chExt cx="4457700" cy="831614"/>
          </a:xfrm>
        </p:grpSpPr>
        <p:sp>
          <p:nvSpPr>
            <p:cNvPr id="40976" name="Text Box 2"/>
            <p:cNvSpPr txBox="1">
              <a:spLocks noChangeArrowheads="1"/>
            </p:cNvSpPr>
            <p:nvPr/>
          </p:nvSpPr>
          <p:spPr bwMode="auto">
            <a:xfrm>
              <a:off x="876300" y="3581400"/>
              <a:ext cx="22098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4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 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计算</a:t>
              </a:r>
            </a:p>
          </p:txBody>
        </p:sp>
        <p:graphicFrame>
          <p:nvGraphicFramePr>
            <p:cNvPr id="40977" name="对象 6"/>
            <p:cNvGraphicFramePr>
              <a:graphicFrameLocks noChangeAspect="1"/>
            </p:cNvGraphicFramePr>
            <p:nvPr/>
          </p:nvGraphicFramePr>
          <p:xfrm>
            <a:off x="2743200" y="3425149"/>
            <a:ext cx="2590800" cy="831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28700" imgH="330200" progId="Equation.DSMT4">
                    <p:embed/>
                  </p:oleObj>
                </mc:Choice>
                <mc:Fallback>
                  <p:oleObj name="Equation" r:id="rId2" imgW="1028700" imgH="330200" progId="Equation.DSMT4">
                    <p:embed/>
                    <p:pic>
                      <p:nvPicPr>
                        <p:cNvPr id="0" name="Picture 8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3200" y="3425149"/>
                          <a:ext cx="2590800" cy="83161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329325" y="1693419"/>
            <a:ext cx="71634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56658"/>
              </p:ext>
            </p:extLst>
          </p:nvPr>
        </p:nvGraphicFramePr>
        <p:xfrm>
          <a:off x="2999656" y="1469915"/>
          <a:ext cx="4998770" cy="94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45369" imgH="406224" progId="Equation.DSMT4">
                  <p:embed/>
                </p:oleObj>
              </mc:Choice>
              <mc:Fallback>
                <p:oleObj name="Equation" r:id="rId4" imgW="2145369" imgH="406224" progId="Equation.DSMT4">
                  <p:embed/>
                  <p:pic>
                    <p:nvPicPr>
                      <p:cNvPr id="0" name="Picture 8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1469915"/>
                        <a:ext cx="4998770" cy="946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253714"/>
              </p:ext>
            </p:extLst>
          </p:nvPr>
        </p:nvGraphicFramePr>
        <p:xfrm>
          <a:off x="2783632" y="2335140"/>
          <a:ext cx="4827791" cy="98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57400" imgH="419100" progId="Equation.DSMT4">
                  <p:embed/>
                </p:oleObj>
              </mc:Choice>
              <mc:Fallback>
                <p:oleObj name="Equation" r:id="rId6" imgW="2057400" imgH="419100" progId="Equation.DSMT4">
                  <p:embed/>
                  <p:pic>
                    <p:nvPicPr>
                      <p:cNvPr id="0" name="Picture 8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2335140"/>
                        <a:ext cx="4827791" cy="983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252828"/>
              </p:ext>
            </p:extLst>
          </p:nvPr>
        </p:nvGraphicFramePr>
        <p:xfrm>
          <a:off x="2829844" y="3429000"/>
          <a:ext cx="3674952" cy="1036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74640" imgH="444240" progId="Equation.DSMT4">
                  <p:embed/>
                </p:oleObj>
              </mc:Choice>
              <mc:Fallback>
                <p:oleObj name="Equation" r:id="rId8" imgW="1574640" imgH="444240" progId="Equation.DSMT4">
                  <p:embed/>
                  <p:pic>
                    <p:nvPicPr>
                      <p:cNvPr id="0" name="Picture 8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9844" y="3429000"/>
                        <a:ext cx="3674952" cy="10363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403959"/>
              </p:ext>
            </p:extLst>
          </p:nvPr>
        </p:nvGraphicFramePr>
        <p:xfrm>
          <a:off x="6528048" y="3502032"/>
          <a:ext cx="1751444" cy="890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99753" imgH="406224" progId="Equation.DSMT4">
                  <p:embed/>
                </p:oleObj>
              </mc:Choice>
              <mc:Fallback>
                <p:oleObj name="Equation" r:id="rId10" imgW="799753" imgH="406224" progId="Equation.DSMT4">
                  <p:embed/>
                  <p:pic>
                    <p:nvPicPr>
                      <p:cNvPr id="0" name="Picture 8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8048" y="3502032"/>
                        <a:ext cx="1751444" cy="8903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694372"/>
              </p:ext>
            </p:extLst>
          </p:nvPr>
        </p:nvGraphicFramePr>
        <p:xfrm>
          <a:off x="8328248" y="3509183"/>
          <a:ext cx="1269221" cy="883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83947" imgH="406224" progId="Equation.DSMT4">
                  <p:embed/>
                </p:oleObj>
              </mc:Choice>
              <mc:Fallback>
                <p:oleObj name="Equation" r:id="rId12" imgW="583947" imgH="406224" progId="Equation.DSMT4">
                  <p:embed/>
                  <p:pic>
                    <p:nvPicPr>
                      <p:cNvPr id="0" name="Picture 8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248" y="3509183"/>
                        <a:ext cx="1269221" cy="8831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48</a:t>
            </a:fld>
            <a:endParaRPr lang="en-US" altLang="zh-CN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5AD7582-D1D4-41CE-A57C-A301712A8B7F}"/>
              </a:ext>
            </a:extLst>
          </p:cNvPr>
          <p:cNvGrpSpPr/>
          <p:nvPr/>
        </p:nvGrpSpPr>
        <p:grpSpPr>
          <a:xfrm>
            <a:off x="2317047" y="4941168"/>
            <a:ext cx="7578044" cy="819150"/>
            <a:chOff x="2351584" y="4953470"/>
            <a:chExt cx="7578044" cy="819150"/>
          </a:xfrm>
        </p:grpSpPr>
        <p:sp>
          <p:nvSpPr>
            <p:cNvPr id="19" name="Text Box 2">
              <a:extLst>
                <a:ext uri="{FF2B5EF4-FFF2-40B4-BE49-F238E27FC236}">
                  <a16:creationId xmlns:a16="http://schemas.microsoft.com/office/drawing/2014/main" id="{11562B94-95E1-4E61-9B3C-554309297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1584" y="5164581"/>
              <a:ext cx="2209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</a:rPr>
                <a:t>练习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计算</a:t>
              </a:r>
            </a:p>
          </p:txBody>
        </p:sp>
        <p:graphicFrame>
          <p:nvGraphicFramePr>
            <p:cNvPr id="20" name="Object 3">
              <a:extLst>
                <a:ext uri="{FF2B5EF4-FFF2-40B4-BE49-F238E27FC236}">
                  <a16:creationId xmlns:a16="http://schemas.microsoft.com/office/drawing/2014/main" id="{2940C3D5-91F5-4DE2-BABC-7379E225A5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2124137"/>
                </p:ext>
              </p:extLst>
            </p:nvPr>
          </p:nvGraphicFramePr>
          <p:xfrm>
            <a:off x="4295800" y="4953470"/>
            <a:ext cx="2867025" cy="819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193760" imgH="342720" progId="Equation.DSMT4">
                    <p:embed/>
                  </p:oleObj>
                </mc:Choice>
                <mc:Fallback>
                  <p:oleObj name="Equation" r:id="rId14" imgW="1193760" imgH="342720" progId="Equation.DSMT4">
                    <p:embed/>
                    <p:pic>
                      <p:nvPicPr>
                        <p:cNvPr id="0" name="Picture 8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5800" y="4953470"/>
                          <a:ext cx="2867025" cy="819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6">
              <a:extLst>
                <a:ext uri="{FF2B5EF4-FFF2-40B4-BE49-F238E27FC236}">
                  <a16:creationId xmlns:a16="http://schemas.microsoft.com/office/drawing/2014/main" id="{B28A48BC-90FF-40B9-8B2D-B00D433D27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580996"/>
                </p:ext>
              </p:extLst>
            </p:nvPr>
          </p:nvGraphicFramePr>
          <p:xfrm>
            <a:off x="7281576" y="4973468"/>
            <a:ext cx="2648052" cy="799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091880" imgH="330120" progId="Equation.DSMT4">
                    <p:embed/>
                  </p:oleObj>
                </mc:Choice>
                <mc:Fallback>
                  <p:oleObj name="Equation" r:id="rId16" imgW="1091880" imgH="330120" progId="Equation.DSMT4">
                    <p:embed/>
                    <p:pic>
                      <p:nvPicPr>
                        <p:cNvPr id="0" name="Picture 8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81576" y="4973468"/>
                          <a:ext cx="2648052" cy="799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8686351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">
            <a:extLst>
              <a:ext uri="{FF2B5EF4-FFF2-40B4-BE49-F238E27FC236}">
                <a16:creationId xmlns:a16="http://schemas.microsoft.com/office/drawing/2014/main" id="{8D4337C9-FC2B-4133-856C-1425DB8B9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224" y="4655944"/>
            <a:ext cx="8807304" cy="1322233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251793" y="2926816"/>
            <a:ext cx="63326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EF4CC31-CC0A-40D7-BDA4-6391081DD1A5}"/>
              </a:ext>
            </a:extLst>
          </p:cNvPr>
          <p:cNvGrpSpPr/>
          <p:nvPr/>
        </p:nvGrpSpPr>
        <p:grpSpPr>
          <a:xfrm>
            <a:off x="2251793" y="1964396"/>
            <a:ext cx="3356043" cy="919163"/>
            <a:chOff x="2251793" y="1824147"/>
            <a:chExt cx="3356043" cy="919163"/>
          </a:xfrm>
        </p:grpSpPr>
        <p:sp>
          <p:nvSpPr>
            <p:cNvPr id="41986" name="Text Box 2"/>
            <p:cNvSpPr txBox="1">
              <a:spLocks noChangeArrowheads="1"/>
            </p:cNvSpPr>
            <p:nvPr/>
          </p:nvSpPr>
          <p:spPr bwMode="auto">
            <a:xfrm>
              <a:off x="2251793" y="1988378"/>
              <a:ext cx="22098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kumimoji="1"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6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 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计算</a:t>
              </a:r>
            </a:p>
          </p:txBody>
        </p:sp>
        <p:graphicFrame>
          <p:nvGraphicFramePr>
            <p:cNvPr id="41988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3628705"/>
                </p:ext>
              </p:extLst>
            </p:nvPr>
          </p:nvGraphicFramePr>
          <p:xfrm>
            <a:off x="4087730" y="1824147"/>
            <a:ext cx="1520106" cy="919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672840" imgH="406080" progId="Equation.DSMT4">
                    <p:embed/>
                  </p:oleObj>
                </mc:Choice>
                <mc:Fallback>
                  <p:oleObj name="Equation" r:id="rId3" imgW="672840" imgH="406080" progId="Equation.DSMT4">
                    <p:embed/>
                    <p:pic>
                      <p:nvPicPr>
                        <p:cNvPr id="0" name="Picture 2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7730" y="1824147"/>
                          <a:ext cx="1520106" cy="9191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355131" y="4834973"/>
            <a:ext cx="826611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若被积函数是幂函数和对数函数或幂函数和反三角函数的乘积，就考虑设对数函数或反三角函数为 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49</a:t>
            </a:fld>
            <a:endParaRPr lang="en-US" altLang="zh-CN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9498846A-CEB3-4EE3-B82E-390A3EDBB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6645" y="458220"/>
            <a:ext cx="2209800" cy="519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计算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FAA4D4AD-6810-45BD-9B33-B938C6DF13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595806"/>
              </p:ext>
            </p:extLst>
          </p:nvPr>
        </p:nvGraphicFramePr>
        <p:xfrm>
          <a:off x="4068827" y="332656"/>
          <a:ext cx="1636678" cy="819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60113" imgH="330057" progId="Equation.DSMT4">
                  <p:embed/>
                </p:oleObj>
              </mc:Choice>
              <mc:Fallback>
                <p:oleObj name="Equation" r:id="rId5" imgW="660113" imgH="330057" progId="Equation.DSMT4">
                  <p:embed/>
                  <p:pic>
                    <p:nvPicPr>
                      <p:cNvPr id="0" name="Picture 2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827" y="332656"/>
                        <a:ext cx="1636678" cy="8190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">
            <a:extLst>
              <a:ext uri="{FF2B5EF4-FFF2-40B4-BE49-F238E27FC236}">
                <a16:creationId xmlns:a16="http://schemas.microsoft.com/office/drawing/2014/main" id="{B64C5418-D14A-445A-8488-3F57DDD7B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532" y="1230526"/>
            <a:ext cx="53700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5272F11-4A18-4119-9A1B-846AD54D65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774839"/>
              </p:ext>
            </p:extLst>
          </p:nvPr>
        </p:nvGraphicFramePr>
        <p:xfrm>
          <a:off x="3024617" y="1054016"/>
          <a:ext cx="1581212" cy="838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22030" imgH="330057" progId="Equation.DSMT4">
                  <p:embed/>
                </p:oleObj>
              </mc:Choice>
              <mc:Fallback>
                <p:oleObj name="Equation" r:id="rId7" imgW="622030" imgH="330057" progId="Equation.DSMT4">
                  <p:embed/>
                  <p:pic>
                    <p:nvPicPr>
                      <p:cNvPr id="0" name="Picture 2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617" y="1054016"/>
                        <a:ext cx="1581212" cy="8389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D2C9945-16AE-42C1-973F-F54D268F58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810197"/>
              </p:ext>
            </p:extLst>
          </p:nvPr>
        </p:nvGraphicFramePr>
        <p:xfrm>
          <a:off x="4553129" y="1122952"/>
          <a:ext cx="3744913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62100" imgH="330200" progId="Equation.DSMT4">
                  <p:embed/>
                </p:oleObj>
              </mc:Choice>
              <mc:Fallback>
                <p:oleObj name="Equation" r:id="rId9" imgW="1562100" imgH="330200" progId="Equation.DSMT4">
                  <p:embed/>
                  <p:pic>
                    <p:nvPicPr>
                      <p:cNvPr id="0" name="Picture 2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3129" y="1122952"/>
                        <a:ext cx="3744913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522DA05-EDC2-4E59-A3AF-663B4859DF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138171"/>
              </p:ext>
            </p:extLst>
          </p:nvPr>
        </p:nvGraphicFramePr>
        <p:xfrm>
          <a:off x="8236402" y="1129643"/>
          <a:ext cx="1630450" cy="78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85800" imgH="330200" progId="Equation.DSMT4">
                  <p:embed/>
                </p:oleObj>
              </mc:Choice>
              <mc:Fallback>
                <p:oleObj name="Equation" r:id="rId11" imgW="685800" imgH="330200" progId="Equation.DSMT4">
                  <p:embed/>
                  <p:pic>
                    <p:nvPicPr>
                      <p:cNvPr id="0" name="Picture 2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6402" y="1129643"/>
                        <a:ext cx="1630450" cy="7854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24F9199-264A-4863-9CBB-3243FCB00C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390141"/>
              </p:ext>
            </p:extLst>
          </p:nvPr>
        </p:nvGraphicFramePr>
        <p:xfrm>
          <a:off x="9879468" y="1322310"/>
          <a:ext cx="6223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9158" imgH="177646" progId="Equation.DSMT4">
                  <p:embed/>
                </p:oleObj>
              </mc:Choice>
              <mc:Fallback>
                <p:oleObj name="Equation" r:id="rId13" imgW="279158" imgH="177646" progId="Equation.DSMT4">
                  <p:embed/>
                  <p:pic>
                    <p:nvPicPr>
                      <p:cNvPr id="0" name="Picture 2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9468" y="1322310"/>
                        <a:ext cx="622300" cy="395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26733585-CF76-4990-BB87-72C944FAEE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757875"/>
              </p:ext>
            </p:extLst>
          </p:nvPr>
        </p:nvGraphicFramePr>
        <p:xfrm>
          <a:off x="3071421" y="2722960"/>
          <a:ext cx="38131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88760" imgH="444240" progId="Equation.DSMT4">
                  <p:embed/>
                </p:oleObj>
              </mc:Choice>
              <mc:Fallback>
                <p:oleObj name="Equation" r:id="rId15" imgW="1688760" imgH="444240" progId="Equation.DSMT4">
                  <p:embed/>
                  <p:pic>
                    <p:nvPicPr>
                      <p:cNvPr id="0" name="Picture 2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421" y="2722960"/>
                        <a:ext cx="3813175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CF18588-5156-40D8-BEA3-867930493D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01758"/>
              </p:ext>
            </p:extLst>
          </p:nvPr>
        </p:nvGraphicFramePr>
        <p:xfrm>
          <a:off x="6862077" y="2645172"/>
          <a:ext cx="370205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36480" imgH="482400" progId="Equation.DSMT4">
                  <p:embed/>
                </p:oleObj>
              </mc:Choice>
              <mc:Fallback>
                <p:oleObj name="Equation" r:id="rId17" imgW="1536480" imgH="482400" progId="Equation.DSMT4">
                  <p:embed/>
                  <p:pic>
                    <p:nvPicPr>
                      <p:cNvPr id="0" name="Picture 2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2077" y="2645172"/>
                        <a:ext cx="3702050" cy="1162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62D6EF9-A717-413D-9DA1-C11B419750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238117"/>
              </p:ext>
            </p:extLst>
          </p:nvPr>
        </p:nvGraphicFramePr>
        <p:xfrm>
          <a:off x="2770355" y="3549202"/>
          <a:ext cx="1713178" cy="1162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11000" imgH="482400" progId="Equation.DSMT4">
                  <p:embed/>
                </p:oleObj>
              </mc:Choice>
              <mc:Fallback>
                <p:oleObj name="Equation" r:id="rId19" imgW="711000" imgH="482400" progId="Equation.DSMT4">
                  <p:embed/>
                  <p:pic>
                    <p:nvPicPr>
                      <p:cNvPr id="0" name="Picture 2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355" y="3549202"/>
                        <a:ext cx="1713178" cy="11625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993852E-C11C-48F3-B5FD-F94043C22A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67922"/>
              </p:ext>
            </p:extLst>
          </p:nvPr>
        </p:nvGraphicFramePr>
        <p:xfrm>
          <a:off x="4481316" y="3649469"/>
          <a:ext cx="1243565" cy="97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20560" imgH="406080" progId="Equation.DSMT4">
                  <p:embed/>
                </p:oleObj>
              </mc:Choice>
              <mc:Fallback>
                <p:oleObj name="Equation" r:id="rId21" imgW="520560" imgH="406080" progId="Equation.DSMT4">
                  <p:embed/>
                  <p:pic>
                    <p:nvPicPr>
                      <p:cNvPr id="0" name="Picture 2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1316" y="3649469"/>
                        <a:ext cx="1243565" cy="97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EEE0605D-44CA-4467-AE1F-C44BEC90B720}"/>
              </a:ext>
            </a:extLst>
          </p:cNvPr>
          <p:cNvGrpSpPr/>
          <p:nvPr/>
        </p:nvGrpSpPr>
        <p:grpSpPr>
          <a:xfrm>
            <a:off x="4796350" y="6014064"/>
            <a:ext cx="2599299" cy="552979"/>
            <a:chOff x="6569515" y="6219453"/>
            <a:chExt cx="2599299" cy="552979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468D053-A087-483F-8556-A0B097111B36}"/>
                </a:ext>
              </a:extLst>
            </p:cNvPr>
            <p:cNvSpPr txBox="1"/>
            <p:nvPr/>
          </p:nvSpPr>
          <p:spPr>
            <a:xfrm>
              <a:off x="6569515" y="6249212"/>
              <a:ext cx="1266693" cy="52322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2800" b="1">
                  <a:solidFill>
                    <a:srgbClr val="0000CC"/>
                  </a:solidFill>
                </a:rPr>
                <a:t>反、对</a:t>
              </a:r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4A097074-A5AC-4A57-BA2C-8E21E6C93640}"/>
                </a:ext>
              </a:extLst>
            </p:cNvPr>
            <p:cNvCxnSpPr>
              <a:cxnSpLocks/>
            </p:cNvCxnSpPr>
            <p:nvPr/>
          </p:nvCxnSpPr>
          <p:spPr>
            <a:xfrm>
              <a:off x="7840358" y="6492876"/>
              <a:ext cx="792088" cy="0"/>
            </a:xfrm>
            <a:prstGeom prst="straightConnector1">
              <a:avLst/>
            </a:prstGeom>
            <a:grpFill/>
            <a:ln w="31750">
              <a:solidFill>
                <a:srgbClr val="0000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606F4B8-1208-4F1A-B6E4-5CBC0CDFA931}"/>
                </a:ext>
              </a:extLst>
            </p:cNvPr>
            <p:cNvSpPr txBox="1"/>
            <p:nvPr/>
          </p:nvSpPr>
          <p:spPr>
            <a:xfrm>
              <a:off x="8623472" y="6219453"/>
              <a:ext cx="545342" cy="52322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2800" b="1">
                  <a:solidFill>
                    <a:srgbClr val="0000CC"/>
                  </a:solidFill>
                </a:rPr>
                <a:t>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783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0723" grpId="0" autoUpdateAnimBg="0"/>
      <p:bldP spid="5" grpId="0" build="allAtOnce"/>
      <p:bldP spid="9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Box 1"/>
          <p:cNvSpPr txBox="1">
            <a:spLocks noChangeArrowheads="1"/>
          </p:cNvSpPr>
          <p:nvPr/>
        </p:nvSpPr>
        <p:spPr bwMode="auto">
          <a:xfrm>
            <a:off x="2154238" y="455705"/>
            <a:ext cx="1907369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800" b="1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/>
              <a:t>  计算</a:t>
            </a:r>
          </a:p>
        </p:txBody>
      </p:sp>
      <p:graphicFrame>
        <p:nvGraphicFramePr>
          <p:cNvPr id="43011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34732"/>
              </p:ext>
            </p:extLst>
          </p:nvPr>
        </p:nvGraphicFramePr>
        <p:xfrm>
          <a:off x="4367808" y="405224"/>
          <a:ext cx="1905000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330200" progId="Equation.DSMT4">
                  <p:embed/>
                </p:oleObj>
              </mc:Choice>
              <mc:Fallback>
                <p:oleObj name="Equation" r:id="rId2" imgW="914400" imgH="330200" progId="Equation.DSMT4">
                  <p:embed/>
                  <p:pic>
                    <p:nvPicPr>
                      <p:cNvPr id="0" name="Picture 8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808" y="405224"/>
                        <a:ext cx="1905000" cy="687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423173"/>
              </p:ext>
            </p:extLst>
          </p:nvPr>
        </p:nvGraphicFramePr>
        <p:xfrm>
          <a:off x="2426306" y="1060041"/>
          <a:ext cx="51054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2200" imgH="406400" progId="Equation.DSMT4">
                  <p:embed/>
                </p:oleObj>
              </mc:Choice>
              <mc:Fallback>
                <p:oleObj name="Equation" r:id="rId4" imgW="2362200" imgH="406400" progId="Equation.DSMT4">
                  <p:embed/>
                  <p:pic>
                    <p:nvPicPr>
                      <p:cNvPr id="0" name="Picture 8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6306" y="1060041"/>
                        <a:ext cx="5105400" cy="877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239870"/>
              </p:ext>
            </p:extLst>
          </p:nvPr>
        </p:nvGraphicFramePr>
        <p:xfrm>
          <a:off x="3271044" y="1877604"/>
          <a:ext cx="38496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30400" imgH="406400" progId="Equation.DSMT4">
                  <p:embed/>
                </p:oleObj>
              </mc:Choice>
              <mc:Fallback>
                <p:oleObj name="Equation" r:id="rId6" imgW="1930400" imgH="406400" progId="Equation.DSMT4">
                  <p:embed/>
                  <p:pic>
                    <p:nvPicPr>
                      <p:cNvPr id="0" name="Picture 8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044" y="1877604"/>
                        <a:ext cx="3849688" cy="811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81201" y="2590800"/>
          <a:ext cx="38766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66900" imgH="330200" progId="Equation.DSMT4">
                  <p:embed/>
                </p:oleObj>
              </mc:Choice>
              <mc:Fallback>
                <p:oleObj name="Equation" r:id="rId8" imgW="1866900" imgH="330200" progId="Equation.DSMT4">
                  <p:embed/>
                  <p:pic>
                    <p:nvPicPr>
                      <p:cNvPr id="0" name="Picture 8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1" y="2590800"/>
                        <a:ext cx="387667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TextBox 6"/>
          <p:cNvSpPr txBox="1">
            <a:spLocks noChangeArrowheads="1"/>
          </p:cNvSpPr>
          <p:nvPr/>
        </p:nvSpPr>
        <p:spPr bwMode="auto">
          <a:xfrm>
            <a:off x="6461737" y="517086"/>
            <a:ext cx="13179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00CC"/>
                </a:solidFill>
              </a:rPr>
              <a:t>中科院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715000" y="2590800"/>
          <a:ext cx="39830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17700" imgH="330200" progId="Equation.DSMT4">
                  <p:embed/>
                </p:oleObj>
              </mc:Choice>
              <mc:Fallback>
                <p:oleObj name="Equation" r:id="rId10" imgW="1917700" imgH="330200" progId="Equation.DSMT4">
                  <p:embed/>
                  <p:pic>
                    <p:nvPicPr>
                      <p:cNvPr id="0" name="Picture 8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590800"/>
                        <a:ext cx="3983038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057400" y="3352800"/>
          <a:ext cx="31384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11300" imgH="330200" progId="Equation.DSMT4">
                  <p:embed/>
                </p:oleObj>
              </mc:Choice>
              <mc:Fallback>
                <p:oleObj name="Equation" r:id="rId12" imgW="1511300" imgH="330200" progId="Equation.DSMT4">
                  <p:embed/>
                  <p:pic>
                    <p:nvPicPr>
                      <p:cNvPr id="0" name="Picture 8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352800"/>
                        <a:ext cx="3138488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105400" y="3352800"/>
          <a:ext cx="51704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89200" imgH="330200" progId="Equation.DSMT4">
                  <p:embed/>
                </p:oleObj>
              </mc:Choice>
              <mc:Fallback>
                <p:oleObj name="Equation" r:id="rId14" imgW="2489200" imgH="330200" progId="Equation.DSMT4">
                  <p:embed/>
                  <p:pic>
                    <p:nvPicPr>
                      <p:cNvPr id="0" name="Picture 8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352800"/>
                        <a:ext cx="5170488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084389" y="4038600"/>
          <a:ext cx="34321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51000" imgH="330200" progId="Equation.DSMT4">
                  <p:embed/>
                </p:oleObj>
              </mc:Choice>
              <mc:Fallback>
                <p:oleObj name="Equation" r:id="rId16" imgW="1651000" imgH="330200" progId="Equation.DSMT4">
                  <p:embed/>
                  <p:pic>
                    <p:nvPicPr>
                      <p:cNvPr id="0" name="Picture 8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389" y="4038600"/>
                        <a:ext cx="343217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1974851" y="4724400"/>
            <a:ext cx="4462463" cy="838200"/>
            <a:chOff x="451338" y="4724400"/>
            <a:chExt cx="4461975" cy="838200"/>
          </a:xfrm>
        </p:grpSpPr>
        <p:graphicFrame>
          <p:nvGraphicFramePr>
            <p:cNvPr id="43026" name="对象 11"/>
            <p:cNvGraphicFramePr>
              <a:graphicFrameLocks noChangeAspect="1"/>
            </p:cNvGraphicFramePr>
            <p:nvPr/>
          </p:nvGraphicFramePr>
          <p:xfrm>
            <a:off x="1455738" y="4724400"/>
            <a:ext cx="3457575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675673" imgH="406224" progId="Equation.DSMT4">
                    <p:embed/>
                  </p:oleObj>
                </mc:Choice>
                <mc:Fallback>
                  <p:oleObj name="Equation" r:id="rId18" imgW="1675673" imgH="406224" progId="Equation.DSMT4">
                    <p:embed/>
                    <p:pic>
                      <p:nvPicPr>
                        <p:cNvPr id="0" name="Picture 8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5738" y="4724400"/>
                          <a:ext cx="3457575" cy="838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7" name="TextBox 13"/>
            <p:cNvSpPr txBox="1">
              <a:spLocks noChangeArrowheads="1"/>
            </p:cNvSpPr>
            <p:nvPr/>
          </p:nvSpPr>
          <p:spPr bwMode="auto">
            <a:xfrm>
              <a:off x="451338" y="4876800"/>
              <a:ext cx="9028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所以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6629401" y="4795838"/>
            <a:ext cx="2727325" cy="685800"/>
            <a:chOff x="5272566" y="4795510"/>
            <a:chExt cx="2727039" cy="685800"/>
          </a:xfrm>
        </p:grpSpPr>
        <p:graphicFrame>
          <p:nvGraphicFramePr>
            <p:cNvPr id="43024" name="对象 12"/>
            <p:cNvGraphicFramePr>
              <a:graphicFrameLocks noChangeAspect="1"/>
            </p:cNvGraphicFramePr>
            <p:nvPr/>
          </p:nvGraphicFramePr>
          <p:xfrm>
            <a:off x="5810443" y="4795510"/>
            <a:ext cx="2189162" cy="685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054100" imgH="330200" progId="Equation.DSMT4">
                    <p:embed/>
                  </p:oleObj>
                </mc:Choice>
                <mc:Fallback>
                  <p:oleObj name="Equation" r:id="rId20" imgW="1054100" imgH="330200" progId="Equation.DSMT4">
                    <p:embed/>
                    <p:pic>
                      <p:nvPicPr>
                        <p:cNvPr id="0" name="Picture 8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10443" y="4795510"/>
                          <a:ext cx="2189162" cy="685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5" name="TextBox 14"/>
            <p:cNvSpPr txBox="1">
              <a:spLocks noChangeArrowheads="1"/>
            </p:cNvSpPr>
            <p:nvPr/>
          </p:nvSpPr>
          <p:spPr bwMode="auto">
            <a:xfrm>
              <a:off x="5272566" y="4876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又</a:t>
              </a:r>
            </a:p>
          </p:txBody>
        </p:sp>
      </p:grp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954677"/>
              </p:ext>
            </p:extLst>
          </p:nvPr>
        </p:nvGraphicFramePr>
        <p:xfrm>
          <a:off x="2711624" y="5481310"/>
          <a:ext cx="6858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327400" imgH="406400" progId="Equation.DSMT4">
                  <p:embed/>
                </p:oleObj>
              </mc:Choice>
              <mc:Fallback>
                <p:oleObj name="Equation" r:id="rId22" imgW="3327400" imgH="406400" progId="Equation.DSMT4">
                  <p:embed/>
                  <p:pic>
                    <p:nvPicPr>
                      <p:cNvPr id="0" name="Picture 8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5481310"/>
                        <a:ext cx="68580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981201" y="5562600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故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406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Box 1"/>
          <p:cNvSpPr txBox="1">
            <a:spLocks noChangeArrowheads="1"/>
          </p:cNvSpPr>
          <p:nvPr/>
        </p:nvSpPr>
        <p:spPr bwMode="auto">
          <a:xfrm>
            <a:off x="1468708" y="792733"/>
            <a:ext cx="14045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b="1" dirty="0">
                <a:solidFill>
                  <a:srgbClr val="FF0000"/>
                </a:solidFill>
              </a:rPr>
              <a:t>   </a:t>
            </a:r>
            <a:r>
              <a:rPr lang="zh-CN" altLang="en-US" sz="2800" b="1" dirty="0"/>
              <a:t>设</a:t>
            </a:r>
          </a:p>
        </p:txBody>
      </p:sp>
      <p:graphicFrame>
        <p:nvGraphicFramePr>
          <p:cNvPr id="44035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216421"/>
              </p:ext>
            </p:extLst>
          </p:nvPr>
        </p:nvGraphicFramePr>
        <p:xfrm>
          <a:off x="2886137" y="709524"/>
          <a:ext cx="2351087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6500" imgH="330200" progId="Equation.DSMT4">
                  <p:embed/>
                </p:oleObj>
              </mc:Choice>
              <mc:Fallback>
                <p:oleObj name="Equation" r:id="rId2" imgW="1206500" imgH="330200" progId="Equation.DSMT4">
                  <p:embed/>
                  <p:pic>
                    <p:nvPicPr>
                      <p:cNvPr id="0" name="Picture 6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137" y="709524"/>
                        <a:ext cx="2351087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250101" y="781470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证明：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885169"/>
              </p:ext>
            </p:extLst>
          </p:nvPr>
        </p:nvGraphicFramePr>
        <p:xfrm>
          <a:off x="2052560" y="1375486"/>
          <a:ext cx="35893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39880" imgH="406080" progId="Equation.DSMT4">
                  <p:embed/>
                </p:oleObj>
              </mc:Choice>
              <mc:Fallback>
                <p:oleObj name="Equation" r:id="rId4" imgW="1739880" imgH="406080" progId="Equation.DSMT4">
                  <p:embed/>
                  <p:pic>
                    <p:nvPicPr>
                      <p:cNvPr id="0" name="Picture 6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560" y="1375486"/>
                        <a:ext cx="3589337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875672"/>
              </p:ext>
            </p:extLst>
          </p:nvPr>
        </p:nvGraphicFramePr>
        <p:xfrm>
          <a:off x="2567608" y="2292704"/>
          <a:ext cx="3389312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39900" imgH="330200" progId="Equation.DSMT4">
                  <p:embed/>
                </p:oleObj>
              </mc:Choice>
              <mc:Fallback>
                <p:oleObj name="Equation" r:id="rId6" imgW="1739900" imgH="330200" progId="Equation.DSMT4">
                  <p:embed/>
                  <p:pic>
                    <p:nvPicPr>
                      <p:cNvPr id="0" name="Picture 6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2292704"/>
                        <a:ext cx="3389312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926338"/>
              </p:ext>
            </p:extLst>
          </p:nvPr>
        </p:nvGraphicFramePr>
        <p:xfrm>
          <a:off x="2886137" y="2892126"/>
          <a:ext cx="21272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880" imgH="330120" progId="Equation.DSMT4">
                  <p:embed/>
                </p:oleObj>
              </mc:Choice>
              <mc:Fallback>
                <p:oleObj name="Equation" r:id="rId8" imgW="1091880" imgH="330120" progId="Equation.DSMT4">
                  <p:embed/>
                  <p:pic>
                    <p:nvPicPr>
                      <p:cNvPr id="0" name="Picture 6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137" y="2892126"/>
                        <a:ext cx="2127250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1484421"/>
              </p:ext>
            </p:extLst>
          </p:nvPr>
        </p:nvGraphicFramePr>
        <p:xfrm>
          <a:off x="5018088" y="2892425"/>
          <a:ext cx="24003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31560" imgH="330120" progId="Equation.DSMT4">
                  <p:embed/>
                </p:oleObj>
              </mc:Choice>
              <mc:Fallback>
                <p:oleObj name="Equation" r:id="rId10" imgW="1231560" imgH="330120" progId="Equation.DSMT4">
                  <p:embed/>
                  <p:pic>
                    <p:nvPicPr>
                      <p:cNvPr id="0" name="Picture 6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8088" y="2892425"/>
                        <a:ext cx="2400300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833693"/>
              </p:ext>
            </p:extLst>
          </p:nvPr>
        </p:nvGraphicFramePr>
        <p:xfrm>
          <a:off x="2891311" y="3820024"/>
          <a:ext cx="8445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529" imgH="228501" progId="Equation.DSMT4">
                  <p:embed/>
                </p:oleObj>
              </mc:Choice>
              <mc:Fallback>
                <p:oleObj name="Equation" r:id="rId12" imgW="393529" imgH="228501" progId="Equation.DSMT4">
                  <p:embed/>
                  <p:pic>
                    <p:nvPicPr>
                      <p:cNvPr id="0" name="Picture 7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311" y="3820024"/>
                        <a:ext cx="844550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466729"/>
              </p:ext>
            </p:extLst>
          </p:nvPr>
        </p:nvGraphicFramePr>
        <p:xfrm>
          <a:off x="3847229" y="3572347"/>
          <a:ext cx="51069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76440" imgH="406080" progId="Equation.DSMT4">
                  <p:embed/>
                </p:oleObj>
              </mc:Choice>
              <mc:Fallback>
                <p:oleObj name="Equation" r:id="rId14" imgW="2476440" imgH="406080" progId="Equation.DSMT4">
                  <p:embed/>
                  <p:pic>
                    <p:nvPicPr>
                      <p:cNvPr id="0" name="Picture 7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7229" y="3572347"/>
                        <a:ext cx="5106988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30503"/>
              </p:ext>
            </p:extLst>
          </p:nvPr>
        </p:nvGraphicFramePr>
        <p:xfrm>
          <a:off x="2886137" y="4496417"/>
          <a:ext cx="172085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75920" imgH="406224" progId="Equation.DSMT4">
                  <p:embed/>
                </p:oleObj>
              </mc:Choice>
              <mc:Fallback>
                <p:oleObj name="Equation" r:id="rId16" imgW="875920" imgH="406224" progId="Equation.DSMT4">
                  <p:embed/>
                  <p:pic>
                    <p:nvPicPr>
                      <p:cNvPr id="0" name="Picture 7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137" y="4496417"/>
                        <a:ext cx="1720850" cy="798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51883"/>
              </p:ext>
            </p:extLst>
          </p:nvPr>
        </p:nvGraphicFramePr>
        <p:xfrm>
          <a:off x="3390168" y="5271915"/>
          <a:ext cx="36941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90700" imgH="406400" progId="Equation.DSMT4">
                  <p:embed/>
                </p:oleObj>
              </mc:Choice>
              <mc:Fallback>
                <p:oleObj name="Equation" r:id="rId18" imgW="1790700" imgH="406400" progId="Equation.DSMT4">
                  <p:embed/>
                  <p:pic>
                    <p:nvPicPr>
                      <p:cNvPr id="0" name="Picture 7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168" y="5271915"/>
                        <a:ext cx="3694112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5" name="TextBox 15"/>
          <p:cNvSpPr txBox="1">
            <a:spLocks noChangeArrowheads="1"/>
          </p:cNvSpPr>
          <p:nvPr/>
        </p:nvSpPr>
        <p:spPr bwMode="auto">
          <a:xfrm>
            <a:off x="6607909" y="1490018"/>
            <a:ext cx="16273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CC"/>
                </a:solidFill>
              </a:rPr>
              <a:t>(</a:t>
            </a:r>
            <a:r>
              <a:rPr lang="zh-CN" altLang="en-US" sz="2400" b="1" dirty="0">
                <a:solidFill>
                  <a:srgbClr val="0000CC"/>
                </a:solidFill>
              </a:rPr>
              <a:t>华东师大</a:t>
            </a:r>
            <a:r>
              <a:rPr lang="en-US" altLang="zh-CN" sz="2400" b="1" dirty="0">
                <a:solidFill>
                  <a:srgbClr val="0000CC"/>
                </a:solidFill>
              </a:rPr>
              <a:t>)</a:t>
            </a:r>
            <a:endParaRPr lang="zh-CN" altLang="en-US" sz="2400" b="1" dirty="0">
              <a:solidFill>
                <a:srgbClr val="0000CC"/>
              </a:solidFill>
            </a:endParaRPr>
          </a:p>
        </p:txBody>
      </p:sp>
      <p:sp>
        <p:nvSpPr>
          <p:cNvPr id="16" name="TextBox 4"/>
          <p:cNvSpPr txBox="1">
            <a:spLocks noChangeArrowheads="1"/>
          </p:cNvSpPr>
          <p:nvPr/>
        </p:nvSpPr>
        <p:spPr bwMode="auto">
          <a:xfrm>
            <a:off x="1503643" y="2275262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证明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01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Box 1"/>
          <p:cNvSpPr txBox="1">
            <a:spLocks noChangeArrowheads="1"/>
          </p:cNvSpPr>
          <p:nvPr/>
        </p:nvSpPr>
        <p:spPr bwMode="auto">
          <a:xfrm>
            <a:off x="2442677" y="731156"/>
            <a:ext cx="724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800" b="1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408237" y="1470397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394286"/>
              </p:ext>
            </p:extLst>
          </p:nvPr>
        </p:nvGraphicFramePr>
        <p:xfrm>
          <a:off x="2457291" y="3688573"/>
          <a:ext cx="3227731" cy="501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228600" progId="Equation.DSMT4">
                  <p:embed/>
                </p:oleObj>
              </mc:Choice>
              <mc:Fallback>
                <p:oleObj name="Equation" r:id="rId2" imgW="1473120" imgH="228600" progId="Equation.DSMT4">
                  <p:embed/>
                  <p:pic>
                    <p:nvPicPr>
                      <p:cNvPr id="0" name="Picture 5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291" y="3688573"/>
                        <a:ext cx="3227731" cy="5013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184288"/>
              </p:ext>
            </p:extLst>
          </p:nvPr>
        </p:nvGraphicFramePr>
        <p:xfrm>
          <a:off x="2567172" y="4217226"/>
          <a:ext cx="31178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280" imgH="406080" progId="Equation.DSMT4">
                  <p:embed/>
                </p:oleObj>
              </mc:Choice>
              <mc:Fallback>
                <p:oleObj name="Equation" r:id="rId4" imgW="1511280" imgH="406080" progId="Equation.DSMT4">
                  <p:embed/>
                  <p:pic>
                    <p:nvPicPr>
                      <p:cNvPr id="0" name="Picture 5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172" y="4217226"/>
                        <a:ext cx="311785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828761"/>
              </p:ext>
            </p:extLst>
          </p:nvPr>
        </p:nvGraphicFramePr>
        <p:xfrm>
          <a:off x="4262264" y="564960"/>
          <a:ext cx="3953963" cy="77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42920" imgH="380880" progId="Equation.DSMT4">
                  <p:embed/>
                </p:oleObj>
              </mc:Choice>
              <mc:Fallback>
                <p:oleObj name="Equation" r:id="rId6" imgW="1942920" imgH="380880" progId="Equation.DSMT4">
                  <p:embed/>
                  <p:pic>
                    <p:nvPicPr>
                      <p:cNvPr id="0" name="Picture 5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264" y="564960"/>
                        <a:ext cx="3953963" cy="775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428268" y="71683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计算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3169"/>
              </p:ext>
            </p:extLst>
          </p:nvPr>
        </p:nvGraphicFramePr>
        <p:xfrm>
          <a:off x="3119438" y="1344613"/>
          <a:ext cx="4703762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11200" imgH="380880" progId="Equation.DSMT4">
                  <p:embed/>
                </p:oleObj>
              </mc:Choice>
              <mc:Fallback>
                <p:oleObj name="Equation" r:id="rId8" imgW="2311200" imgH="380880" progId="Equation.DSMT4">
                  <p:embed/>
                  <p:pic>
                    <p:nvPicPr>
                      <p:cNvPr id="0" name="Picture 5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9438" y="1344613"/>
                        <a:ext cx="4703762" cy="77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926595"/>
              </p:ext>
            </p:extLst>
          </p:nvPr>
        </p:nvGraphicFramePr>
        <p:xfrm>
          <a:off x="2430463" y="2117725"/>
          <a:ext cx="610235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82880" imgH="380880" progId="Equation.DSMT4">
                  <p:embed/>
                </p:oleObj>
              </mc:Choice>
              <mc:Fallback>
                <p:oleObj name="Equation" r:id="rId10" imgW="2882880" imgH="380880" progId="Equation.DSMT4">
                  <p:embed/>
                  <p:pic>
                    <p:nvPicPr>
                      <p:cNvPr id="0" name="Picture 5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463" y="2117725"/>
                        <a:ext cx="6102350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5131365"/>
              </p:ext>
            </p:extLst>
          </p:nvPr>
        </p:nvGraphicFramePr>
        <p:xfrm>
          <a:off x="2442677" y="2780928"/>
          <a:ext cx="4260517" cy="77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82600" imgH="380880" progId="Equation.DSMT4">
                  <p:embed/>
                </p:oleObj>
              </mc:Choice>
              <mc:Fallback>
                <p:oleObj name="Equation" r:id="rId12" imgW="2082600" imgH="380880" progId="Equation.DSMT4">
                  <p:embed/>
                  <p:pic>
                    <p:nvPicPr>
                      <p:cNvPr id="0" name="Picture 5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677" y="2780928"/>
                        <a:ext cx="4260517" cy="779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816456"/>
              </p:ext>
            </p:extLst>
          </p:nvPr>
        </p:nvGraphicFramePr>
        <p:xfrm>
          <a:off x="2563032" y="4941168"/>
          <a:ext cx="5535319" cy="891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03160" imgH="419040" progId="Equation.DSMT4">
                  <p:embed/>
                </p:oleObj>
              </mc:Choice>
              <mc:Fallback>
                <p:oleObj name="Equation" r:id="rId14" imgW="2603160" imgH="419040" progId="Equation.DSMT4">
                  <p:embed/>
                  <p:pic>
                    <p:nvPicPr>
                      <p:cNvPr id="0" name="Picture 5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032" y="4941168"/>
                        <a:ext cx="5535319" cy="8910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62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594987"/>
              </p:ext>
            </p:extLst>
          </p:nvPr>
        </p:nvGraphicFramePr>
        <p:xfrm>
          <a:off x="1257974" y="962065"/>
          <a:ext cx="2088232" cy="455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0360" imgH="215640" progId="Equation.DSMT4">
                  <p:embed/>
                </p:oleObj>
              </mc:Choice>
              <mc:Fallback>
                <p:oleObj name="Equation" r:id="rId2" imgW="990360" imgH="215640" progId="Equation.DSMT4">
                  <p:embed/>
                  <p:pic>
                    <p:nvPicPr>
                      <p:cNvPr id="0" name="Picture 5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974" y="962065"/>
                        <a:ext cx="2088232" cy="455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45420"/>
              </p:ext>
            </p:extLst>
          </p:nvPr>
        </p:nvGraphicFramePr>
        <p:xfrm>
          <a:off x="2315580" y="1381477"/>
          <a:ext cx="3561573" cy="825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480" imgH="406080" progId="Equation.DSMT4">
                  <p:embed/>
                </p:oleObj>
              </mc:Choice>
              <mc:Fallback>
                <p:oleObj name="Equation" r:id="rId4" imgW="1752480" imgH="406080" progId="Equation.DSMT4">
                  <p:embed/>
                  <p:pic>
                    <p:nvPicPr>
                      <p:cNvPr id="0" name="Picture 5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5580" y="1381477"/>
                        <a:ext cx="3561573" cy="8258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694934"/>
              </p:ext>
            </p:extLst>
          </p:nvPr>
        </p:nvGraphicFramePr>
        <p:xfrm>
          <a:off x="5810837" y="1381477"/>
          <a:ext cx="20145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65160" imgH="431640" progId="Equation.DSMT4">
                  <p:embed/>
                </p:oleObj>
              </mc:Choice>
              <mc:Fallback>
                <p:oleObj name="Equation" r:id="rId6" imgW="965160" imgH="431640" progId="Equation.DSMT4">
                  <p:embed/>
                  <p:pic>
                    <p:nvPicPr>
                      <p:cNvPr id="0" name="Picture 5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837" y="1381477"/>
                        <a:ext cx="2014538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8359840"/>
              </p:ext>
            </p:extLst>
          </p:nvPr>
        </p:nvGraphicFramePr>
        <p:xfrm>
          <a:off x="1257974" y="2237819"/>
          <a:ext cx="214153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5920" imgH="215640" progId="Equation.DSMT4">
                  <p:embed/>
                </p:oleObj>
              </mc:Choice>
              <mc:Fallback>
                <p:oleObj name="Equation" r:id="rId8" imgW="1015920" imgH="215640" progId="Equation.DSMT4">
                  <p:embed/>
                  <p:pic>
                    <p:nvPicPr>
                      <p:cNvPr id="0" name="Picture 5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974" y="2237819"/>
                        <a:ext cx="2141538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9071819"/>
              </p:ext>
            </p:extLst>
          </p:nvPr>
        </p:nvGraphicFramePr>
        <p:xfrm>
          <a:off x="2315580" y="2666873"/>
          <a:ext cx="3527375" cy="841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01720" imgH="406080" progId="Equation.DSMT4">
                  <p:embed/>
                </p:oleObj>
              </mc:Choice>
              <mc:Fallback>
                <p:oleObj name="Equation" r:id="rId10" imgW="1701720" imgH="406080" progId="Equation.DSMT4">
                  <p:embed/>
                  <p:pic>
                    <p:nvPicPr>
                      <p:cNvPr id="0" name="Picture 5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5580" y="2666873"/>
                        <a:ext cx="3527375" cy="8417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908914"/>
              </p:ext>
            </p:extLst>
          </p:nvPr>
        </p:nvGraphicFramePr>
        <p:xfrm>
          <a:off x="5810837" y="2666873"/>
          <a:ext cx="16176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0" imgH="431640" progId="Equation.DSMT4">
                  <p:embed/>
                </p:oleObj>
              </mc:Choice>
              <mc:Fallback>
                <p:oleObj name="Equation" r:id="rId12" imgW="774360" imgH="431640" progId="Equation.DSMT4">
                  <p:embed/>
                  <p:pic>
                    <p:nvPicPr>
                      <p:cNvPr id="0" name="Picture 5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837" y="2666873"/>
                        <a:ext cx="1617663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138228"/>
              </p:ext>
            </p:extLst>
          </p:nvPr>
        </p:nvGraphicFramePr>
        <p:xfrm>
          <a:off x="2328743" y="3717032"/>
          <a:ext cx="7404705" cy="1985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65280" imgH="901440" progId="Equation.DSMT4">
                  <p:embed/>
                </p:oleObj>
              </mc:Choice>
              <mc:Fallback>
                <p:oleObj name="Equation" r:id="rId14" imgW="3365280" imgH="901440" progId="Equation.DSMT4">
                  <p:embed/>
                  <p:pic>
                    <p:nvPicPr>
                      <p:cNvPr id="0" name="Picture 5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743" y="3717032"/>
                        <a:ext cx="7404705" cy="1985916"/>
                      </a:xfrm>
                      <a:prstGeom prst="rect">
                        <a:avLst/>
                      </a:prstGeom>
                      <a:solidFill>
                        <a:srgbClr val="FDEADA"/>
                      </a:solidFill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817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31504" y="692696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95600" y="692696"/>
            <a:ext cx="49712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设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/>
              <a:t>有连续的二阶导函数，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62955"/>
              </p:ext>
            </p:extLst>
          </p:nvPr>
        </p:nvGraphicFramePr>
        <p:xfrm>
          <a:off x="7248128" y="745094"/>
          <a:ext cx="1800200" cy="470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480" imgH="215640" progId="Equation.DSMT4">
                  <p:embed/>
                </p:oleObj>
              </mc:Choice>
              <mc:Fallback>
                <p:oleObj name="Equation" r:id="rId2" imgW="825480" imgH="215640" progId="Equation.DSMT4">
                  <p:embed/>
                  <p:pic>
                    <p:nvPicPr>
                      <p:cNvPr id="0" name="Picture 7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128" y="745094"/>
                        <a:ext cx="1800200" cy="4708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371627"/>
              </p:ext>
            </p:extLst>
          </p:nvPr>
        </p:nvGraphicFramePr>
        <p:xfrm>
          <a:off x="1775520" y="1340767"/>
          <a:ext cx="4320480" cy="759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9560" imgH="330120" progId="Equation.DSMT4">
                  <p:embed/>
                </p:oleObj>
              </mc:Choice>
              <mc:Fallback>
                <p:oleObj name="Equation" r:id="rId4" imgW="1879560" imgH="330120" progId="Equation.DSMT4">
                  <p:embed/>
                  <p:pic>
                    <p:nvPicPr>
                      <p:cNvPr id="0" name="Picture 7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0" y="1340767"/>
                        <a:ext cx="4320480" cy="7590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3021448"/>
              </p:ext>
            </p:extLst>
          </p:nvPr>
        </p:nvGraphicFramePr>
        <p:xfrm>
          <a:off x="6228345" y="1484784"/>
          <a:ext cx="1238488" cy="489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760" imgH="215640" progId="Equation.DSMT4">
                  <p:embed/>
                </p:oleObj>
              </mc:Choice>
              <mc:Fallback>
                <p:oleObj name="Equation" r:id="rId6" imgW="545760" imgH="215640" progId="Equation.DSMT4">
                  <p:embed/>
                  <p:pic>
                    <p:nvPicPr>
                      <p:cNvPr id="0" name="Picture 7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345" y="1484784"/>
                        <a:ext cx="1238488" cy="4896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631504" y="219670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383086"/>
              </p:ext>
            </p:extLst>
          </p:nvPr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203040" progId="Equation.DSMT4">
                  <p:embed/>
                </p:oleObj>
              </mc:Choice>
              <mc:Fallback>
                <p:oleObj name="Equation" r:id="rId8" imgW="914400" imgH="203040" progId="Equation.DSMT4">
                  <p:embed/>
                  <p:pic>
                    <p:nvPicPr>
                      <p:cNvPr id="0" name="Picture 7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8450265"/>
              </p:ext>
            </p:extLst>
          </p:nvPr>
        </p:nvGraphicFramePr>
        <p:xfrm>
          <a:off x="2341153" y="2060691"/>
          <a:ext cx="8872537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60640" imgH="330120" progId="Equation.DSMT4">
                  <p:embed/>
                </p:oleObj>
              </mc:Choice>
              <mc:Fallback>
                <p:oleObj name="Equation" r:id="rId10" imgW="3860640" imgH="330120" progId="Equation.DSMT4">
                  <p:embed/>
                  <p:pic>
                    <p:nvPicPr>
                      <p:cNvPr id="0" name="Picture 7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153" y="2060691"/>
                        <a:ext cx="8872537" cy="75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7598749"/>
              </p:ext>
            </p:extLst>
          </p:nvPr>
        </p:nvGraphicFramePr>
        <p:xfrm>
          <a:off x="2246146" y="2789332"/>
          <a:ext cx="5602570" cy="766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12720" imgH="330120" progId="Equation.DSMT4">
                  <p:embed/>
                </p:oleObj>
              </mc:Choice>
              <mc:Fallback>
                <p:oleObj name="Equation" r:id="rId12" imgW="2412720" imgH="330120" progId="Equation.DSMT4">
                  <p:embed/>
                  <p:pic>
                    <p:nvPicPr>
                      <p:cNvPr id="0" name="Picture 7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146" y="2789332"/>
                        <a:ext cx="5602570" cy="7666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762255"/>
              </p:ext>
            </p:extLst>
          </p:nvPr>
        </p:nvGraphicFramePr>
        <p:xfrm>
          <a:off x="2246146" y="3480974"/>
          <a:ext cx="5506038" cy="782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23800" imgH="330120" progId="Equation.DSMT4">
                  <p:embed/>
                </p:oleObj>
              </mc:Choice>
              <mc:Fallback>
                <p:oleObj name="Equation" r:id="rId14" imgW="2323800" imgH="330120" progId="Equation.DSMT4">
                  <p:embed/>
                  <p:pic>
                    <p:nvPicPr>
                      <p:cNvPr id="0" name="Picture 7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146" y="3480974"/>
                        <a:ext cx="5506038" cy="7822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417745"/>
              </p:ext>
            </p:extLst>
          </p:nvPr>
        </p:nvGraphicFramePr>
        <p:xfrm>
          <a:off x="2825866" y="4173845"/>
          <a:ext cx="50228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20760" imgH="330120" progId="Equation.DSMT4">
                  <p:embed/>
                </p:oleObj>
              </mc:Choice>
              <mc:Fallback>
                <p:oleObj name="Equation" r:id="rId16" imgW="2120760" imgH="330120" progId="Equation.DSMT4">
                  <p:embed/>
                  <p:pic>
                    <p:nvPicPr>
                      <p:cNvPr id="0" name="Picture 7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866" y="4173845"/>
                        <a:ext cx="5022850" cy="78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783890"/>
              </p:ext>
            </p:extLst>
          </p:nvPr>
        </p:nvGraphicFramePr>
        <p:xfrm>
          <a:off x="2246146" y="4969816"/>
          <a:ext cx="2193670" cy="46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65160" imgH="203040" progId="Equation.DSMT4">
                  <p:embed/>
                </p:oleObj>
              </mc:Choice>
              <mc:Fallback>
                <p:oleObj name="Equation" r:id="rId18" imgW="965160" imgH="203040" progId="Equation.DSMT4">
                  <p:embed/>
                  <p:pic>
                    <p:nvPicPr>
                      <p:cNvPr id="0" name="Picture 7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146" y="4969816"/>
                        <a:ext cx="2193670" cy="461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687388"/>
              </p:ext>
            </p:extLst>
          </p:nvPr>
        </p:nvGraphicFramePr>
        <p:xfrm>
          <a:off x="1755484" y="5282045"/>
          <a:ext cx="84074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657600" imgH="330120" progId="Equation.DSMT4">
                  <p:embed/>
                </p:oleObj>
              </mc:Choice>
              <mc:Fallback>
                <p:oleObj name="Equation" r:id="rId20" imgW="3657600" imgH="330120" progId="Equation.DSMT4">
                  <p:embed/>
                  <p:pic>
                    <p:nvPicPr>
                      <p:cNvPr id="0" name="Picture 7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484" y="5282045"/>
                        <a:ext cx="8407400" cy="75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5"/>
          <p:cNvSpPr txBox="1">
            <a:spLocks noChangeArrowheads="1"/>
          </p:cNvSpPr>
          <p:nvPr/>
        </p:nvSpPr>
        <p:spPr bwMode="auto">
          <a:xfrm>
            <a:off x="7968208" y="1474175"/>
            <a:ext cx="16209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00CC"/>
                </a:solidFill>
              </a:rPr>
              <a:t>华东师大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516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31504" y="692696"/>
            <a:ext cx="884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95600" y="692696"/>
            <a:ext cx="56589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若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zh-CN" altLang="en-US" sz="2800" b="1" dirty="0"/>
              <a:t>有连续的导函数，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821613" y="711200"/>
          <a:ext cx="2298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203040" progId="Equation.DSMT4">
                  <p:embed/>
                </p:oleObj>
              </mc:Choice>
              <mc:Fallback>
                <p:oleObj name="Equation" r:id="rId2" imgW="1054080" imgH="203040" progId="Equation.DSMT4">
                  <p:embed/>
                  <p:pic>
                    <p:nvPicPr>
                      <p:cNvPr id="0" name="Picture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1613" y="711200"/>
                        <a:ext cx="22987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635303" y="1294023"/>
          <a:ext cx="300672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330120" progId="Equation.DSMT4">
                  <p:embed/>
                </p:oleObj>
              </mc:Choice>
              <mc:Fallback>
                <p:oleObj name="Equation" r:id="rId4" imgW="1307880" imgH="330120" progId="Equation.DSMT4">
                  <p:embed/>
                  <p:pic>
                    <p:nvPicPr>
                      <p:cNvPr id="0" name="Picture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303" y="1294023"/>
                        <a:ext cx="3006725" cy="75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874802" y="1199768"/>
          <a:ext cx="3805237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406080" progId="Equation.DSMT4">
                  <p:embed/>
                </p:oleObj>
              </mc:Choice>
              <mc:Fallback>
                <p:oleObj name="Equation" r:id="rId6" imgW="1676160" imgH="406080" progId="Equation.DSMT4">
                  <p:embed/>
                  <p:pic>
                    <p:nvPicPr>
                      <p:cNvPr id="0" name="Picture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4802" y="1199768"/>
                        <a:ext cx="3805237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631504" y="2171487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证明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203040" progId="Equation.DSMT4">
                  <p:embed/>
                </p:oleObj>
              </mc:Choice>
              <mc:Fallback>
                <p:oleObj name="Equation" r:id="rId8" imgW="914400" imgH="203040" progId="Equation.DSMT4">
                  <p:embed/>
                  <p:pic>
                    <p:nvPicPr>
                      <p:cNvPr id="0" name="Picture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611858"/>
              </p:ext>
            </p:extLst>
          </p:nvPr>
        </p:nvGraphicFramePr>
        <p:xfrm>
          <a:off x="2246146" y="4728029"/>
          <a:ext cx="386873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01720" imgH="406080" progId="Equation.DSMT4">
                  <p:embed/>
                </p:oleObj>
              </mc:Choice>
              <mc:Fallback>
                <p:oleObj name="Equation" r:id="rId10" imgW="1701720" imgH="406080" progId="Equation.DSMT4">
                  <p:embed/>
                  <p:pic>
                    <p:nvPicPr>
                      <p:cNvPr id="0" name="Picture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146" y="4728029"/>
                        <a:ext cx="3868738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649959" y="2060607"/>
          <a:ext cx="510222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47840" imgH="330120" progId="Equation.DSMT4">
                  <p:embed/>
                </p:oleObj>
              </mc:Choice>
              <mc:Fallback>
                <p:oleObj name="Equation" r:id="rId12" imgW="2247840" imgH="330120" progId="Equation.DSMT4">
                  <p:embed/>
                  <p:pic>
                    <p:nvPicPr>
                      <p:cNvPr id="0" name="Picture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959" y="2060607"/>
                        <a:ext cx="5102225" cy="750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246146" y="2723871"/>
          <a:ext cx="2553710" cy="974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66680" imgH="406080" progId="Equation.DSMT4">
                  <p:embed/>
                </p:oleObj>
              </mc:Choice>
              <mc:Fallback>
                <p:oleObj name="Equation" r:id="rId14" imgW="1066680" imgH="406080" progId="Equation.DSMT4">
                  <p:embed/>
                  <p:pic>
                    <p:nvPicPr>
                      <p:cNvPr id="0" name="Picture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146" y="2723871"/>
                        <a:ext cx="2553710" cy="9745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246146" y="3626530"/>
          <a:ext cx="4065878" cy="1119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52480" imgH="482400" progId="Equation.DSMT4">
                  <p:embed/>
                </p:oleObj>
              </mc:Choice>
              <mc:Fallback>
                <p:oleObj name="Equation" r:id="rId16" imgW="1752480" imgH="482400" progId="Equation.DSMT4">
                  <p:embed/>
                  <p:pic>
                    <p:nvPicPr>
                      <p:cNvPr id="0" name="Picture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146" y="3626530"/>
                        <a:ext cx="4065878" cy="11195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521635"/>
              </p:ext>
            </p:extLst>
          </p:nvPr>
        </p:nvGraphicFramePr>
        <p:xfrm>
          <a:off x="6146800" y="4713741"/>
          <a:ext cx="99377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31640" imgH="406080" progId="Equation.DSMT4">
                  <p:embed/>
                </p:oleObj>
              </mc:Choice>
              <mc:Fallback>
                <p:oleObj name="Equation" r:id="rId18" imgW="431640" imgH="406080" progId="Equation.DSMT4">
                  <p:embed/>
                  <p:pic>
                    <p:nvPicPr>
                      <p:cNvPr id="0" name="Picture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4713741"/>
                        <a:ext cx="993775" cy="935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21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1991543" y="459036"/>
            <a:ext cx="2304257" cy="886419"/>
            <a:chOff x="1756162" y="459036"/>
            <a:chExt cx="2304257" cy="886419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5340890"/>
                </p:ext>
              </p:extLst>
            </p:nvPr>
          </p:nvGraphicFramePr>
          <p:xfrm>
            <a:off x="2567608" y="459036"/>
            <a:ext cx="1492811" cy="886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23600" imgH="431640" progId="Equation.DSMT4">
                    <p:embed/>
                  </p:oleObj>
                </mc:Choice>
                <mc:Fallback>
                  <p:oleObj name="Equation" r:id="rId2" imgW="723600" imgH="431640" progId="Equation.DSMT4">
                    <p:embed/>
                    <p:pic>
                      <p:nvPicPr>
                        <p:cNvPr id="0" name="Picture 8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7608" y="459036"/>
                          <a:ext cx="1492811" cy="8864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1756162" y="640636"/>
              <a:ext cx="90281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计算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295800" y="459036"/>
            <a:ext cx="3624667" cy="825500"/>
            <a:chOff x="4060419" y="435123"/>
            <a:chExt cx="3624667" cy="82550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3226661"/>
                </p:ext>
              </p:extLst>
            </p:nvPr>
          </p:nvGraphicFramePr>
          <p:xfrm>
            <a:off x="4859336" y="435123"/>
            <a:ext cx="2825750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84200" imgH="406080" progId="Equation.DSMT4">
                    <p:embed/>
                  </p:oleObj>
                </mc:Choice>
                <mc:Fallback>
                  <p:oleObj name="Equation" r:id="rId4" imgW="1384200" imgH="406080" progId="Equation.DSMT4">
                    <p:embed/>
                    <p:pic>
                      <p:nvPicPr>
                        <p:cNvPr id="0" name="Picture 8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9336" y="435123"/>
                          <a:ext cx="2825750" cy="825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4060419" y="586263"/>
              <a:ext cx="90281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其中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71982" y="640636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8040216" y="636389"/>
            <a:ext cx="26228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(2013</a:t>
            </a:r>
            <a:r>
              <a:rPr lang="zh-CN" altLang="en-US" sz="2400" b="1" dirty="0">
                <a:solidFill>
                  <a:srgbClr val="0000CC"/>
                </a:solidFill>
              </a:rPr>
              <a:t>考研数学一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45959" y="143619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657988"/>
              </p:ext>
            </p:extLst>
          </p:nvPr>
        </p:nvGraphicFramePr>
        <p:xfrm>
          <a:off x="1810028" y="1241875"/>
          <a:ext cx="4971543" cy="920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84120" imgH="406080" progId="Equation.DSMT4">
                  <p:embed/>
                </p:oleObj>
              </mc:Choice>
              <mc:Fallback>
                <p:oleObj name="Equation" r:id="rId6" imgW="2184120" imgH="406080" progId="Equation.DSMT4">
                  <p:embed/>
                  <p:pic>
                    <p:nvPicPr>
                      <p:cNvPr id="0" name="Picture 8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0028" y="1241875"/>
                        <a:ext cx="4971543" cy="9203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6901901" y="1432991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由分部积分法，</a:t>
            </a: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152118"/>
              </p:ext>
            </p:extLst>
          </p:nvPr>
        </p:nvGraphicFramePr>
        <p:xfrm>
          <a:off x="1176112" y="2120203"/>
          <a:ext cx="366553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7680" imgH="431640" progId="Equation.DSMT4">
                  <p:embed/>
                </p:oleObj>
              </mc:Choice>
              <mc:Fallback>
                <p:oleObj name="Equation" r:id="rId8" imgW="1777680" imgH="431640" progId="Equation.DSMT4">
                  <p:embed/>
                  <p:pic>
                    <p:nvPicPr>
                      <p:cNvPr id="0" name="Picture 8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112" y="2120203"/>
                        <a:ext cx="3665537" cy="88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289984"/>
              </p:ext>
            </p:extLst>
          </p:nvPr>
        </p:nvGraphicFramePr>
        <p:xfrm>
          <a:off x="4854367" y="2147327"/>
          <a:ext cx="400685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42920" imgH="355320" progId="Equation.DSMT4">
                  <p:embed/>
                </p:oleObj>
              </mc:Choice>
              <mc:Fallback>
                <p:oleObj name="Equation" r:id="rId10" imgW="1942920" imgH="355320" progId="Equation.DSMT4">
                  <p:embed/>
                  <p:pic>
                    <p:nvPicPr>
                      <p:cNvPr id="0" name="Picture 8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4367" y="2147327"/>
                        <a:ext cx="4006850" cy="728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733445"/>
              </p:ext>
            </p:extLst>
          </p:nvPr>
        </p:nvGraphicFramePr>
        <p:xfrm>
          <a:off x="1308104" y="2915760"/>
          <a:ext cx="2462212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93760" imgH="431640" progId="Equation.DSMT4">
                  <p:embed/>
                </p:oleObj>
              </mc:Choice>
              <mc:Fallback>
                <p:oleObj name="Equation" r:id="rId12" imgW="1193760" imgH="431640" progId="Equation.DSMT4">
                  <p:embed/>
                  <p:pic>
                    <p:nvPicPr>
                      <p:cNvPr id="0" name="Picture 8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104" y="2915760"/>
                        <a:ext cx="2462212" cy="884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181256"/>
              </p:ext>
            </p:extLst>
          </p:nvPr>
        </p:nvGraphicFramePr>
        <p:xfrm>
          <a:off x="3770316" y="2977152"/>
          <a:ext cx="29083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09400" imgH="330120" progId="Equation.DSMT4">
                  <p:embed/>
                </p:oleObj>
              </mc:Choice>
              <mc:Fallback>
                <p:oleObj name="Equation" r:id="rId14" imgW="1409400" imgH="330120" progId="Equation.DSMT4">
                  <p:embed/>
                  <p:pic>
                    <p:nvPicPr>
                      <p:cNvPr id="0" name="Picture 8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316" y="2977152"/>
                        <a:ext cx="2908300" cy="676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492949"/>
              </p:ext>
            </p:extLst>
          </p:nvPr>
        </p:nvGraphicFramePr>
        <p:xfrm>
          <a:off x="1443038" y="3590925"/>
          <a:ext cx="41656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19240" imgH="431640" progId="Equation.DSMT4">
                  <p:embed/>
                </p:oleObj>
              </mc:Choice>
              <mc:Fallback>
                <p:oleObj name="Equation" r:id="rId16" imgW="2019240" imgH="431640" progId="Equation.DSMT4">
                  <p:embed/>
                  <p:pic>
                    <p:nvPicPr>
                      <p:cNvPr id="0" name="Picture 8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3590925"/>
                        <a:ext cx="4165600" cy="884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97697"/>
              </p:ext>
            </p:extLst>
          </p:nvPr>
        </p:nvGraphicFramePr>
        <p:xfrm>
          <a:off x="5624513" y="3563938"/>
          <a:ext cx="298767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47560" imgH="431640" progId="Equation.DSMT4">
                  <p:embed/>
                </p:oleObj>
              </mc:Choice>
              <mc:Fallback>
                <p:oleObj name="Equation" r:id="rId18" imgW="1447560" imgH="431640" progId="Equation.DSMT4">
                  <p:embed/>
                  <p:pic>
                    <p:nvPicPr>
                      <p:cNvPr id="0" name="Picture 8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4513" y="3563938"/>
                        <a:ext cx="2987675" cy="884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032977"/>
              </p:ext>
            </p:extLst>
          </p:nvPr>
        </p:nvGraphicFramePr>
        <p:xfrm>
          <a:off x="1171982" y="4437123"/>
          <a:ext cx="3555866" cy="540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574640" imgH="241200" progId="Equation.DSMT4">
                  <p:embed/>
                </p:oleObj>
              </mc:Choice>
              <mc:Fallback>
                <p:oleObj name="Equation" r:id="rId20" imgW="1574640" imgH="241200" progId="Equation.DSMT4">
                  <p:embed/>
                  <p:pic>
                    <p:nvPicPr>
                      <p:cNvPr id="0" name="Picture 8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982" y="4437123"/>
                        <a:ext cx="3555866" cy="5402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4683445" y="4440755"/>
            <a:ext cx="525245" cy="494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 dirty="0"/>
              <a:t>则</a:t>
            </a: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622764"/>
              </p:ext>
            </p:extLst>
          </p:nvPr>
        </p:nvGraphicFramePr>
        <p:xfrm>
          <a:off x="1224530" y="4903806"/>
          <a:ext cx="3144837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23880" imgH="431640" progId="Equation.DSMT4">
                  <p:embed/>
                </p:oleObj>
              </mc:Choice>
              <mc:Fallback>
                <p:oleObj name="Equation" r:id="rId22" imgW="1523880" imgH="431640" progId="Equation.DSMT4">
                  <p:embed/>
                  <p:pic>
                    <p:nvPicPr>
                      <p:cNvPr id="0" name="Picture 8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4530" y="4903806"/>
                        <a:ext cx="3144837" cy="884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875337"/>
              </p:ext>
            </p:extLst>
          </p:nvPr>
        </p:nvGraphicFramePr>
        <p:xfrm>
          <a:off x="4312842" y="4935709"/>
          <a:ext cx="220186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66680" imgH="419040" progId="Equation.DSMT4">
                  <p:embed/>
                </p:oleObj>
              </mc:Choice>
              <mc:Fallback>
                <p:oleObj name="Equation" r:id="rId24" imgW="1066680" imgH="419040" progId="Equation.DSMT4">
                  <p:embed/>
                  <p:pic>
                    <p:nvPicPr>
                      <p:cNvPr id="0" name="Picture 8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2842" y="4935709"/>
                        <a:ext cx="2201862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483628"/>
              </p:ext>
            </p:extLst>
          </p:nvPr>
        </p:nvGraphicFramePr>
        <p:xfrm>
          <a:off x="6514704" y="4927581"/>
          <a:ext cx="332898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612800" imgH="406080" progId="Equation.DSMT4">
                  <p:embed/>
                </p:oleObj>
              </mc:Choice>
              <mc:Fallback>
                <p:oleObj name="Equation" r:id="rId26" imgW="1612800" imgH="406080" progId="Equation.DSMT4">
                  <p:embed/>
                  <p:pic>
                    <p:nvPicPr>
                      <p:cNvPr id="0" name="Picture 8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4704" y="4927581"/>
                        <a:ext cx="3328988" cy="831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293417"/>
              </p:ext>
            </p:extLst>
          </p:nvPr>
        </p:nvGraphicFramePr>
        <p:xfrm>
          <a:off x="2287361" y="5751303"/>
          <a:ext cx="37465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815840" imgH="431640" progId="Equation.DSMT4">
                  <p:embed/>
                </p:oleObj>
              </mc:Choice>
              <mc:Fallback>
                <p:oleObj name="Equation" r:id="rId28" imgW="1815840" imgH="431640" progId="Equation.DSMT4">
                  <p:embed/>
                  <p:pic>
                    <p:nvPicPr>
                      <p:cNvPr id="0" name="Picture 8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361" y="5751303"/>
                        <a:ext cx="3746500" cy="88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1235804" y="5932605"/>
            <a:ext cx="11897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/>
              <a:t>所以，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077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8" grpId="0"/>
      <p:bldP spid="33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14253</TotalTime>
  <Words>633</Words>
  <Application>Microsoft Office PowerPoint</Application>
  <PresentationFormat>宽屏</PresentationFormat>
  <Paragraphs>247</Paragraphs>
  <Slides>56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56</vt:i4>
      </vt:variant>
    </vt:vector>
  </HeadingPairs>
  <TitlesOfParts>
    <vt:vector size="70" baseType="lpstr">
      <vt:lpstr>等线</vt:lpstr>
      <vt:lpstr>黑体</vt:lpstr>
      <vt:lpstr>华文楷体</vt:lpstr>
      <vt:lpstr>宋体</vt:lpstr>
      <vt:lpstr>Arial</vt:lpstr>
      <vt:lpstr>Calibri</vt:lpstr>
      <vt:lpstr>Cambria Math</vt:lpstr>
      <vt:lpstr>Times New Roman</vt:lpstr>
      <vt:lpstr>Office 主题</vt:lpstr>
      <vt:lpstr>1_Office 主题</vt:lpstr>
      <vt:lpstr>Equation</vt:lpstr>
      <vt:lpstr>Document</vt:lpstr>
      <vt:lpstr>文档</vt:lpstr>
      <vt:lpstr>公式</vt:lpstr>
      <vt:lpstr>第三节、定积分的计算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3.2、换元积分法</vt:lpstr>
      <vt:lpstr>PowerPoint 演示文稿</vt:lpstr>
      <vt:lpstr>PowerPoint 演示文稿</vt:lpstr>
      <vt:lpstr>PowerPoint 演示文稿</vt:lpstr>
      <vt:lpstr>三角代换和根式代换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九、分部积分公式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267</cp:revision>
  <dcterms:created xsi:type="dcterms:W3CDTF">2009-06-13T01:14:34Z</dcterms:created>
  <dcterms:modified xsi:type="dcterms:W3CDTF">2023-12-12T10:53:05Z</dcterms:modified>
</cp:coreProperties>
</file>