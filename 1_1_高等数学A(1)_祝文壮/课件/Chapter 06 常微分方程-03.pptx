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605F97E-3E39-4189-B3EF-F63B600CE80F}" type="slidenum">
              <a:rPr lang="en-US" altLang="zh-CN" sz="1200"/>
              <a:pPr/>
              <a:t>2</a:t>
            </a:fld>
            <a:endParaRPr lang="en-US" altLang="zh-CN" sz="1200" dirty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40960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837F76D-E268-4028-B178-4B26B801F53E}" type="slidenum">
              <a:rPr lang="en-US" altLang="zh-CN" sz="1200"/>
              <a:pPr/>
              <a:t>5</a:t>
            </a:fld>
            <a:endParaRPr lang="en-US" altLang="zh-CN" sz="1200" dirty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29934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CB79DE-E6A8-4C6C-8C31-44BDB97BAFE0}" type="slidenum">
              <a:rPr lang="en-US" altLang="zh-CN" sz="1200"/>
              <a:pPr/>
              <a:t>6</a:t>
            </a:fld>
            <a:endParaRPr lang="en-US" altLang="zh-CN" sz="1200" dirty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14073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C8D77BE-3CD0-4058-BF47-958C47CBF166}" type="slidenum">
              <a:rPr lang="en-US" altLang="zh-CN" sz="1200"/>
              <a:pPr/>
              <a:t>12</a:t>
            </a:fld>
            <a:endParaRPr lang="en-US" altLang="zh-CN" sz="1200" dirty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79806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0BC75B1-89A2-4021-879A-9CB146DD9CCD}" type="slidenum">
              <a:rPr lang="en-US" altLang="zh-CN" sz="1200"/>
              <a:pPr/>
              <a:t>15</a:t>
            </a:fld>
            <a:endParaRPr lang="en-US" altLang="zh-CN" sz="1200" dirty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99828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8E3FB3-FC43-47C5-919C-081917626DEF}" type="slidenum">
              <a:rPr lang="en-US" altLang="zh-CN" sz="1200"/>
              <a:pPr/>
              <a:t>16</a:t>
            </a:fld>
            <a:endParaRPr lang="en-US" altLang="zh-CN" sz="1200" dirty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18345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8ADDB1-0877-4C9C-BA6D-D341D20CCF19}" type="slidenum">
              <a:rPr lang="en-US" altLang="zh-CN" sz="1200"/>
              <a:pPr/>
              <a:t>17</a:t>
            </a:fld>
            <a:endParaRPr lang="en-US" altLang="zh-CN" sz="1200" dirty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99838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FA7BB7-DFE1-4F2C-82E7-17CEE82FF093}" type="slidenum">
              <a:rPr lang="en-US" altLang="zh-CN" sz="1200"/>
              <a:pPr/>
              <a:t>18</a:t>
            </a:fld>
            <a:endParaRPr lang="en-US" altLang="zh-CN" sz="1200" dirty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69113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9D9FF1-1C96-46DA-BA1F-718D96125B7D}" type="slidenum">
              <a:rPr lang="en-US" altLang="zh-CN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3471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8.bin"/><Relationship Id="rId3" Type="http://schemas.openxmlformats.org/officeDocument/2006/relationships/image" Target="../media/image11.wmf"/><Relationship Id="rId21" Type="http://schemas.openxmlformats.org/officeDocument/2006/relationships/image" Target="../media/image20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18.emf"/><Relationship Id="rId2" Type="http://schemas.openxmlformats.org/officeDocument/2006/relationships/oleObject" Target="../embeddings/oleObject10.bin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5.e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19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emf"/><Relationship Id="rId14" Type="http://schemas.openxmlformats.org/officeDocument/2006/relationships/oleObject" Target="../embeddings/oleObject1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9.w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31.bin"/><Relationship Id="rId21" Type="http://schemas.openxmlformats.org/officeDocument/2006/relationships/oleObject" Target="../embeddings/oleObject40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8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5.bin"/><Relationship Id="rId24" Type="http://schemas.openxmlformats.org/officeDocument/2006/relationships/image" Target="../media/image42.wmf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23" Type="http://schemas.openxmlformats.org/officeDocument/2006/relationships/oleObject" Target="../embeddings/oleObject41.bin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48.wmf"/><Relationship Id="rId18" Type="http://schemas.openxmlformats.org/officeDocument/2006/relationships/oleObject" Target="../embeddings/oleObject50.bin"/><Relationship Id="rId3" Type="http://schemas.openxmlformats.org/officeDocument/2006/relationships/image" Target="../media/image43.wmf"/><Relationship Id="rId21" Type="http://schemas.openxmlformats.org/officeDocument/2006/relationships/image" Target="../media/image52.e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50.emf"/><Relationship Id="rId2" Type="http://schemas.openxmlformats.org/officeDocument/2006/relationships/oleObject" Target="../embeddings/oleObject42.bin"/><Relationship Id="rId16" Type="http://schemas.openxmlformats.org/officeDocument/2006/relationships/oleObject" Target="../embeddings/oleObject49.bin"/><Relationship Id="rId20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7.emf"/><Relationship Id="rId5" Type="http://schemas.openxmlformats.org/officeDocument/2006/relationships/image" Target="../media/image44.emf"/><Relationship Id="rId15" Type="http://schemas.openxmlformats.org/officeDocument/2006/relationships/image" Target="../media/image49.emf"/><Relationship Id="rId23" Type="http://schemas.openxmlformats.org/officeDocument/2006/relationships/image" Target="../media/image53.emf"/><Relationship Id="rId10" Type="http://schemas.openxmlformats.org/officeDocument/2006/relationships/oleObject" Target="../embeddings/oleObject46.bin"/><Relationship Id="rId19" Type="http://schemas.openxmlformats.org/officeDocument/2006/relationships/image" Target="../media/image51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6.emf"/><Relationship Id="rId14" Type="http://schemas.openxmlformats.org/officeDocument/2006/relationships/oleObject" Target="../embeddings/oleObject48.bin"/><Relationship Id="rId22" Type="http://schemas.openxmlformats.org/officeDocument/2006/relationships/oleObject" Target="../embeddings/oleObject5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59.wmf"/><Relationship Id="rId18" Type="http://schemas.openxmlformats.org/officeDocument/2006/relationships/oleObject" Target="../embeddings/oleObject61.bin"/><Relationship Id="rId3" Type="http://schemas.openxmlformats.org/officeDocument/2006/relationships/image" Target="../media/image54.wmf"/><Relationship Id="rId21" Type="http://schemas.openxmlformats.org/officeDocument/2006/relationships/image" Target="../media/image63.wmf"/><Relationship Id="rId7" Type="http://schemas.openxmlformats.org/officeDocument/2006/relationships/image" Target="../media/image56.e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61.w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9.emf"/><Relationship Id="rId18" Type="http://schemas.openxmlformats.org/officeDocument/2006/relationships/oleObject" Target="../embeddings/oleObject71.bin"/><Relationship Id="rId3" Type="http://schemas.openxmlformats.org/officeDocument/2006/relationships/image" Target="../media/image64.wmf"/><Relationship Id="rId21" Type="http://schemas.openxmlformats.org/officeDocument/2006/relationships/image" Target="../media/image73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71.wmf"/><Relationship Id="rId25" Type="http://schemas.openxmlformats.org/officeDocument/2006/relationships/image" Target="../media/image75.wmf"/><Relationship Id="rId2" Type="http://schemas.openxmlformats.org/officeDocument/2006/relationships/oleObject" Target="../embeddings/oleObject63.bin"/><Relationship Id="rId16" Type="http://schemas.openxmlformats.org/officeDocument/2006/relationships/oleObject" Target="../embeddings/oleObject70.bin"/><Relationship Id="rId20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8.wmf"/><Relationship Id="rId24" Type="http://schemas.openxmlformats.org/officeDocument/2006/relationships/oleObject" Target="../embeddings/oleObject74.bin"/><Relationship Id="rId5" Type="http://schemas.openxmlformats.org/officeDocument/2006/relationships/image" Target="../media/image65.emf"/><Relationship Id="rId15" Type="http://schemas.openxmlformats.org/officeDocument/2006/relationships/image" Target="../media/image70.wmf"/><Relationship Id="rId23" Type="http://schemas.openxmlformats.org/officeDocument/2006/relationships/image" Target="../media/image74.wmf"/><Relationship Id="rId10" Type="http://schemas.openxmlformats.org/officeDocument/2006/relationships/oleObject" Target="../embeddings/oleObject67.bin"/><Relationship Id="rId19" Type="http://schemas.openxmlformats.org/officeDocument/2006/relationships/image" Target="../media/image72.wmf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7.emf"/><Relationship Id="rId14" Type="http://schemas.openxmlformats.org/officeDocument/2006/relationships/oleObject" Target="../embeddings/oleObject69.bin"/><Relationship Id="rId22" Type="http://schemas.openxmlformats.org/officeDocument/2006/relationships/oleObject" Target="../embeddings/oleObject73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wmf"/><Relationship Id="rId18" Type="http://schemas.openxmlformats.org/officeDocument/2006/relationships/oleObject" Target="../embeddings/oleObject83.bin"/><Relationship Id="rId26" Type="http://schemas.openxmlformats.org/officeDocument/2006/relationships/oleObject" Target="../embeddings/oleObject87.bin"/><Relationship Id="rId3" Type="http://schemas.openxmlformats.org/officeDocument/2006/relationships/image" Target="../media/image76.wmf"/><Relationship Id="rId21" Type="http://schemas.openxmlformats.org/officeDocument/2006/relationships/image" Target="../media/image63.wmf"/><Relationship Id="rId34" Type="http://schemas.openxmlformats.org/officeDocument/2006/relationships/oleObject" Target="../embeddings/oleObject91.bin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0.wmf"/><Relationship Id="rId25" Type="http://schemas.openxmlformats.org/officeDocument/2006/relationships/image" Target="../media/image83.wmf"/><Relationship Id="rId33" Type="http://schemas.openxmlformats.org/officeDocument/2006/relationships/image" Target="../media/image87.wmf"/><Relationship Id="rId2" Type="http://schemas.openxmlformats.org/officeDocument/2006/relationships/oleObject" Target="../embeddings/oleObject75.bin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4.bin"/><Relationship Id="rId29" Type="http://schemas.openxmlformats.org/officeDocument/2006/relationships/image" Target="../media/image8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79.wmf"/><Relationship Id="rId24" Type="http://schemas.openxmlformats.org/officeDocument/2006/relationships/oleObject" Target="../embeddings/oleObject86.bin"/><Relationship Id="rId32" Type="http://schemas.openxmlformats.org/officeDocument/2006/relationships/oleObject" Target="../embeddings/oleObject90.bin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23" Type="http://schemas.openxmlformats.org/officeDocument/2006/relationships/image" Target="../media/image82.wmf"/><Relationship Id="rId28" Type="http://schemas.openxmlformats.org/officeDocument/2006/relationships/oleObject" Target="../embeddings/oleObject88.bin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81.wmf"/><Relationship Id="rId31" Type="http://schemas.openxmlformats.org/officeDocument/2006/relationships/image" Target="../media/image86.w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Relationship Id="rId27" Type="http://schemas.openxmlformats.org/officeDocument/2006/relationships/image" Target="../media/image84.wmf"/><Relationship Id="rId30" Type="http://schemas.openxmlformats.org/officeDocument/2006/relationships/oleObject" Target="../embeddings/oleObject89.bin"/><Relationship Id="rId35" Type="http://schemas.openxmlformats.org/officeDocument/2006/relationships/image" Target="../media/image88.wmf"/><Relationship Id="rId8" Type="http://schemas.openxmlformats.org/officeDocument/2006/relationships/oleObject" Target="../embeddings/oleObject7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96.wmf"/><Relationship Id="rId2" Type="http://schemas.openxmlformats.org/officeDocument/2006/relationships/oleObject" Target="../embeddings/oleObject92.bin"/><Relationship Id="rId16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93.wmf"/><Relationship Id="rId5" Type="http://schemas.openxmlformats.org/officeDocument/2006/relationships/image" Target="../media/image90.wmf"/><Relationship Id="rId15" Type="http://schemas.openxmlformats.org/officeDocument/2006/relationships/image" Target="../media/image95.w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2.wmf"/><Relationship Id="rId14" Type="http://schemas.openxmlformats.org/officeDocument/2006/relationships/oleObject" Target="../embeddings/oleObject9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4.wmf"/><Relationship Id="rId26" Type="http://schemas.openxmlformats.org/officeDocument/2006/relationships/image" Target="../media/image108.w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1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03.wmf"/><Relationship Id="rId20" Type="http://schemas.openxmlformats.org/officeDocument/2006/relationships/image" Target="../media/image10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107.w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10" Type="http://schemas.openxmlformats.org/officeDocument/2006/relationships/image" Target="../media/image100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2.wmf"/><Relationship Id="rId22" Type="http://schemas.openxmlformats.org/officeDocument/2006/relationships/image" Target="../media/image10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14.wmf"/><Relationship Id="rId18" Type="http://schemas.openxmlformats.org/officeDocument/2006/relationships/oleObject" Target="../embeddings/oleObject120.bin"/><Relationship Id="rId3" Type="http://schemas.openxmlformats.org/officeDocument/2006/relationships/image" Target="../media/image109.wmf"/><Relationship Id="rId21" Type="http://schemas.openxmlformats.org/officeDocument/2006/relationships/image" Target="../media/image118.wmf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16.wmf"/><Relationship Id="rId25" Type="http://schemas.openxmlformats.org/officeDocument/2006/relationships/image" Target="../media/image120.wmf"/><Relationship Id="rId2" Type="http://schemas.openxmlformats.org/officeDocument/2006/relationships/oleObject" Target="../embeddings/oleObject112.bin"/><Relationship Id="rId16" Type="http://schemas.openxmlformats.org/officeDocument/2006/relationships/oleObject" Target="../embeddings/oleObject119.bin"/><Relationship Id="rId20" Type="http://schemas.openxmlformats.org/officeDocument/2006/relationships/oleObject" Target="../embeddings/oleObject1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3.wmf"/><Relationship Id="rId24" Type="http://schemas.openxmlformats.org/officeDocument/2006/relationships/oleObject" Target="../embeddings/oleObject123.bin"/><Relationship Id="rId5" Type="http://schemas.openxmlformats.org/officeDocument/2006/relationships/image" Target="../media/image110.wmf"/><Relationship Id="rId15" Type="http://schemas.openxmlformats.org/officeDocument/2006/relationships/image" Target="../media/image115.wmf"/><Relationship Id="rId23" Type="http://schemas.openxmlformats.org/officeDocument/2006/relationships/image" Target="../media/image119.wmf"/><Relationship Id="rId10" Type="http://schemas.openxmlformats.org/officeDocument/2006/relationships/oleObject" Target="../embeddings/oleObject116.bin"/><Relationship Id="rId19" Type="http://schemas.openxmlformats.org/officeDocument/2006/relationships/image" Target="../media/image117.w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8.bin"/><Relationship Id="rId22" Type="http://schemas.openxmlformats.org/officeDocument/2006/relationships/oleObject" Target="../embeddings/oleObject122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wmf"/><Relationship Id="rId18" Type="http://schemas.openxmlformats.org/officeDocument/2006/relationships/oleObject" Target="../embeddings/oleObject132.bin"/><Relationship Id="rId26" Type="http://schemas.openxmlformats.org/officeDocument/2006/relationships/oleObject" Target="../embeddings/oleObject136.bin"/><Relationship Id="rId3" Type="http://schemas.openxmlformats.org/officeDocument/2006/relationships/image" Target="../media/image121.wmf"/><Relationship Id="rId21" Type="http://schemas.openxmlformats.org/officeDocument/2006/relationships/image" Target="../media/image130.wmf"/><Relationship Id="rId34" Type="http://schemas.openxmlformats.org/officeDocument/2006/relationships/oleObject" Target="../embeddings/oleObject140.bin"/><Relationship Id="rId7" Type="http://schemas.openxmlformats.org/officeDocument/2006/relationships/image" Target="../media/image123.wmf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28.wmf"/><Relationship Id="rId25" Type="http://schemas.openxmlformats.org/officeDocument/2006/relationships/image" Target="../media/image132.wmf"/><Relationship Id="rId33" Type="http://schemas.openxmlformats.org/officeDocument/2006/relationships/image" Target="../media/image136.wmf"/><Relationship Id="rId2" Type="http://schemas.openxmlformats.org/officeDocument/2006/relationships/oleObject" Target="../embeddings/oleObject124.bin"/><Relationship Id="rId16" Type="http://schemas.openxmlformats.org/officeDocument/2006/relationships/oleObject" Target="../embeddings/oleObject131.bin"/><Relationship Id="rId20" Type="http://schemas.openxmlformats.org/officeDocument/2006/relationships/oleObject" Target="../embeddings/oleObject133.bin"/><Relationship Id="rId29" Type="http://schemas.openxmlformats.org/officeDocument/2006/relationships/image" Target="../media/image13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25.wmf"/><Relationship Id="rId24" Type="http://schemas.openxmlformats.org/officeDocument/2006/relationships/oleObject" Target="../embeddings/oleObject135.bin"/><Relationship Id="rId32" Type="http://schemas.openxmlformats.org/officeDocument/2006/relationships/oleObject" Target="../embeddings/oleObject139.bin"/><Relationship Id="rId5" Type="http://schemas.openxmlformats.org/officeDocument/2006/relationships/image" Target="../media/image122.wmf"/><Relationship Id="rId15" Type="http://schemas.openxmlformats.org/officeDocument/2006/relationships/image" Target="../media/image127.wmf"/><Relationship Id="rId23" Type="http://schemas.openxmlformats.org/officeDocument/2006/relationships/image" Target="../media/image131.wmf"/><Relationship Id="rId28" Type="http://schemas.openxmlformats.org/officeDocument/2006/relationships/oleObject" Target="../embeddings/oleObject137.bin"/><Relationship Id="rId10" Type="http://schemas.openxmlformats.org/officeDocument/2006/relationships/oleObject" Target="../embeddings/oleObject128.bin"/><Relationship Id="rId19" Type="http://schemas.openxmlformats.org/officeDocument/2006/relationships/image" Target="../media/image129.wmf"/><Relationship Id="rId31" Type="http://schemas.openxmlformats.org/officeDocument/2006/relationships/image" Target="../media/image135.wmf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24.wmf"/><Relationship Id="rId14" Type="http://schemas.openxmlformats.org/officeDocument/2006/relationships/oleObject" Target="../embeddings/oleObject130.bin"/><Relationship Id="rId22" Type="http://schemas.openxmlformats.org/officeDocument/2006/relationships/oleObject" Target="../embeddings/oleObject134.bin"/><Relationship Id="rId27" Type="http://schemas.openxmlformats.org/officeDocument/2006/relationships/image" Target="../media/image133.wmf"/><Relationship Id="rId30" Type="http://schemas.openxmlformats.org/officeDocument/2006/relationships/oleObject" Target="../embeddings/oleObject138.bin"/><Relationship Id="rId35" Type="http://schemas.openxmlformats.org/officeDocument/2006/relationships/image" Target="../media/image137.wmf"/><Relationship Id="rId8" Type="http://schemas.openxmlformats.org/officeDocument/2006/relationships/oleObject" Target="../embeddings/oleObject12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4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4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41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4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7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53.bin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49.wmf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1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5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59.w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12" Type="http://schemas.openxmlformats.org/officeDocument/2006/relationships/image" Target="../media/image156.wmf"/><Relationship Id="rId17" Type="http://schemas.openxmlformats.org/officeDocument/2006/relationships/oleObject" Target="../embeddings/oleObject162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59.bin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1.bin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58.bin"/><Relationship Id="rId14" Type="http://schemas.openxmlformats.org/officeDocument/2006/relationships/image" Target="../media/image15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352800" y="1377958"/>
            <a:ext cx="5335488" cy="766197"/>
          </a:xfrm>
          <a:ln w="50800" cmpd="thickThin"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§2</a:t>
            </a:r>
            <a:r>
              <a:rPr lang="zh-CN" altLang="en-US" sz="4400" b="1" dirty="0">
                <a:solidFill>
                  <a:srgbClr val="FF0000"/>
                </a:solidFill>
              </a:rPr>
              <a:t>、</a:t>
            </a:r>
            <a:r>
              <a:rPr lang="zh-CN" altLang="en-US" sz="4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二阶微分方程</a:t>
            </a:r>
            <a:endParaRPr lang="en-US" altLang="zh-CN" sz="4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 Box 22"/>
          <p:cNvSpPr txBox="1">
            <a:spLocks noChangeArrowheads="1"/>
          </p:cNvSpPr>
          <p:nvPr/>
        </p:nvSpPr>
        <p:spPr bwMode="auto">
          <a:xfrm>
            <a:off x="3352800" y="2727717"/>
            <a:ext cx="6084888" cy="5355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itchFamily="49" charset="-122"/>
                <a:cs typeface="Times New Roman" panose="02020603050405020304" pitchFamily="18" charset="0"/>
              </a:rPr>
              <a:t>2.1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</a:rPr>
              <a:t>可降阶的二阶微分方程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352800" y="3518072"/>
            <a:ext cx="650182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二阶线性微分方程的通解结构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352800" y="4352334"/>
            <a:ext cx="5765800" cy="561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</a:t>
            </a:r>
            <a:r>
              <a:rPr lang="zh-CN" altLang="en-US" sz="3200" b="1" dirty="0">
                <a:solidFill>
                  <a:srgbClr val="FF0000"/>
                </a:solidFill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二阶常系数线性微分方程</a:t>
            </a:r>
          </a:p>
        </p:txBody>
      </p:sp>
    </p:spTree>
    <p:extLst>
      <p:ext uri="{BB962C8B-B14F-4D97-AF65-F5344CB8AC3E}">
        <p14:creationId xmlns:p14="http://schemas.microsoft.com/office/powerpoint/2010/main" val="394756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58" name="Text Box 22"/>
          <p:cNvSpPr txBox="1">
            <a:spLocks noChangeArrowheads="1"/>
          </p:cNvSpPr>
          <p:nvPr/>
        </p:nvSpPr>
        <p:spPr bwMode="auto">
          <a:xfrm>
            <a:off x="1723080" y="974730"/>
            <a:ext cx="6084888" cy="5355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幼圆" pitchFamily="49" charset="-122"/>
                <a:cs typeface="Times New Roman" panose="02020603050405020304" pitchFamily="18" charset="0"/>
              </a:rPr>
              <a:t>2.1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幼圆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可降阶的二阶微分方程</a:t>
            </a:r>
          </a:p>
        </p:txBody>
      </p:sp>
      <p:sp>
        <p:nvSpPr>
          <p:cNvPr id="219159" name="Rectangle 23"/>
          <p:cNvSpPr>
            <a:spLocks noChangeArrowheads="1"/>
          </p:cNvSpPr>
          <p:nvPr/>
        </p:nvSpPr>
        <p:spPr bwMode="auto">
          <a:xfrm>
            <a:off x="1738898" y="3510320"/>
            <a:ext cx="64472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</a:rPr>
              <a:t>解 </a:t>
            </a:r>
          </a:p>
        </p:txBody>
      </p:sp>
      <p:graphicFrame>
        <p:nvGraphicFramePr>
          <p:cNvPr id="219160" name="Object 24"/>
          <p:cNvGraphicFramePr>
            <a:graphicFrameLocks noChangeAspect="1"/>
          </p:cNvGraphicFramePr>
          <p:nvPr/>
        </p:nvGraphicFramePr>
        <p:xfrm>
          <a:off x="2735760" y="3407905"/>
          <a:ext cx="1999526" cy="573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320" imgH="228600" progId="Equation.DSMT4">
                  <p:embed/>
                </p:oleObj>
              </mc:Choice>
              <mc:Fallback>
                <p:oleObj name="Equation" r:id="rId3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760" y="3407905"/>
                        <a:ext cx="1999526" cy="573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Rectangle 27"/>
          <p:cNvSpPr>
            <a:spLocks noChangeArrowheads="1"/>
          </p:cNvSpPr>
          <p:nvPr/>
        </p:nvSpPr>
        <p:spPr bwMode="auto">
          <a:xfrm>
            <a:off x="5537201" y="3759559"/>
            <a:ext cx="1847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219162" name="Object 26"/>
          <p:cNvGraphicFramePr>
            <a:graphicFrameLocks noChangeAspect="1"/>
          </p:cNvGraphicFramePr>
          <p:nvPr/>
        </p:nvGraphicFramePr>
        <p:xfrm>
          <a:off x="5008562" y="3363515"/>
          <a:ext cx="22082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000" imgH="291960" progId="Equation.DSMT4">
                  <p:embed/>
                </p:oleObj>
              </mc:Choice>
              <mc:Fallback>
                <p:oleObj name="Equation" r:id="rId5" imgW="927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562" y="3363515"/>
                        <a:ext cx="22082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9" name="Rectangle 29"/>
          <p:cNvSpPr>
            <a:spLocks noChangeArrowheads="1"/>
          </p:cNvSpPr>
          <p:nvPr/>
        </p:nvSpPr>
        <p:spPr bwMode="auto">
          <a:xfrm>
            <a:off x="5264151" y="4659672"/>
            <a:ext cx="1847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219164" name="Object 28"/>
          <p:cNvGraphicFramePr>
            <a:graphicFrameLocks noChangeAspect="1"/>
          </p:cNvGraphicFramePr>
          <p:nvPr/>
        </p:nvGraphicFramePr>
        <p:xfrm>
          <a:off x="2143919" y="4100908"/>
          <a:ext cx="3324447" cy="751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280" imgH="291960" progId="Equation.DSMT4">
                  <p:embed/>
                </p:oleObj>
              </mc:Choice>
              <mc:Fallback>
                <p:oleObj name="Equation" r:id="rId7" imgW="12952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919" y="4100908"/>
                        <a:ext cx="3324447" cy="751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66" name="Object 30"/>
          <p:cNvGraphicFramePr>
            <a:graphicFrameLocks noChangeAspect="1"/>
          </p:cNvGraphicFramePr>
          <p:nvPr/>
        </p:nvGraphicFramePr>
        <p:xfrm>
          <a:off x="5409353" y="4170849"/>
          <a:ext cx="3560491" cy="616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480" imgH="228600" progId="Equation.DSMT4">
                  <p:embed/>
                </p:oleObj>
              </mc:Choice>
              <mc:Fallback>
                <p:oleObj name="Equation" r:id="rId9" imgW="1320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9353" y="4170849"/>
                        <a:ext cx="3560491" cy="616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" name="Rectangle 34"/>
          <p:cNvSpPr>
            <a:spLocks noChangeArrowheads="1"/>
          </p:cNvSpPr>
          <p:nvPr/>
        </p:nvSpPr>
        <p:spPr bwMode="auto">
          <a:xfrm>
            <a:off x="7200901" y="4986697"/>
            <a:ext cx="1847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219171" name="Object 35"/>
          <p:cNvGraphicFramePr>
            <a:graphicFrameLocks noChangeAspect="1"/>
          </p:cNvGraphicFramePr>
          <p:nvPr/>
        </p:nvGraphicFramePr>
        <p:xfrm>
          <a:off x="2122913" y="4773857"/>
          <a:ext cx="5005387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03240" imgH="291960" progId="Equation.DSMT4">
                  <p:embed/>
                </p:oleObj>
              </mc:Choice>
              <mc:Fallback>
                <p:oleObj name="Equation" r:id="rId11" imgW="180324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913" y="4773857"/>
                        <a:ext cx="5005387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72" name="Object 36"/>
          <p:cNvGraphicFramePr>
            <a:graphicFrameLocks noChangeAspect="1"/>
          </p:cNvGraphicFramePr>
          <p:nvPr/>
        </p:nvGraphicFramePr>
        <p:xfrm>
          <a:off x="2122913" y="5610742"/>
          <a:ext cx="52181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66600" imgH="241200" progId="Equation.DSMT4">
                  <p:embed/>
                </p:oleObj>
              </mc:Choice>
              <mc:Fallback>
                <p:oleObj name="Equation" r:id="rId13" imgW="1866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913" y="5610742"/>
                        <a:ext cx="52181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73" name="Object 37"/>
          <p:cNvGraphicFramePr>
            <a:graphicFrameLocks noChangeAspect="1"/>
          </p:cNvGraphicFramePr>
          <p:nvPr/>
        </p:nvGraphicFramePr>
        <p:xfrm>
          <a:off x="7293266" y="3459470"/>
          <a:ext cx="198913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99920" imgH="228600" progId="Equation.DSMT4">
                  <p:embed/>
                </p:oleObj>
              </mc:Choice>
              <mc:Fallback>
                <p:oleObj name="Equation" r:id="rId15" imgW="799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3266" y="3459470"/>
                        <a:ext cx="1989137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82469" y="1506070"/>
          <a:ext cx="4993435" cy="5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55520" imgH="228600" progId="Equation.DSMT4">
                  <p:embed/>
                </p:oleObj>
              </mc:Choice>
              <mc:Fallback>
                <p:oleObj name="Equation" r:id="rId17" imgW="1955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469" y="1506070"/>
                        <a:ext cx="4993435" cy="589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656070" y="2122245"/>
            <a:ext cx="7454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  <a:tabLst>
                <a:tab pos="266700" algn="l"/>
              </a:tabLst>
            </a:pPr>
            <a:r>
              <a:rPr lang="zh-CN" altLang="zh-CN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方程解法：通过</a:t>
            </a:r>
            <a:r>
              <a:rPr lang="en-US" altLang="zh-CN" sz="2800" b="1" i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sz="28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次积分就可得到方程的通解</a:t>
            </a:r>
            <a:r>
              <a:rPr lang="en-US" altLang="zh-CN" sz="28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zh-CN" altLang="zh-CN" sz="2800" b="1" kern="100" dirty="0">
              <a:latin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735760" y="2678306"/>
            <a:ext cx="4432524" cy="576375"/>
            <a:chOff x="2735760" y="2678306"/>
            <a:chExt cx="4432524" cy="576375"/>
          </a:xfrm>
        </p:grpSpPr>
        <p:sp>
          <p:nvSpPr>
            <p:cNvPr id="6" name="Rectangle 136"/>
            <p:cNvSpPr>
              <a:spLocks noChangeArrowheads="1"/>
            </p:cNvSpPr>
            <p:nvPr/>
          </p:nvSpPr>
          <p:spPr bwMode="auto">
            <a:xfrm>
              <a:off x="2735760" y="2717008"/>
              <a:ext cx="158351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求方程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3958601" y="2678306"/>
            <a:ext cx="1763331" cy="5428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749160" imgH="228600" progId="Equation.DSMT4">
                    <p:embed/>
                  </p:oleObj>
                </mc:Choice>
                <mc:Fallback>
                  <p:oleObj name="Equation" r:id="rId19" imgW="7491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8601" y="2678306"/>
                          <a:ext cx="1763331" cy="54285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37"/>
            <p:cNvSpPr>
              <a:spLocks noChangeArrowheads="1"/>
            </p:cNvSpPr>
            <p:nvPr/>
          </p:nvSpPr>
          <p:spPr bwMode="auto">
            <a:xfrm>
              <a:off x="5644284" y="2731461"/>
              <a:ext cx="15240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的通解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723080" y="2717008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7847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1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21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21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21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21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21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2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21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5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23577" y="727094"/>
            <a:ext cx="832348" cy="6858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425975"/>
              </p:ext>
            </p:extLst>
          </p:nvPr>
        </p:nvGraphicFramePr>
        <p:xfrm>
          <a:off x="2885577" y="566313"/>
          <a:ext cx="5268912" cy="163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685800" progId="Equation.DSMT4">
                  <p:embed/>
                </p:oleObj>
              </mc:Choice>
              <mc:Fallback>
                <p:oleObj name="Equation" r:id="rId2" imgW="247644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5577" y="566313"/>
                        <a:ext cx="5268912" cy="163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2123577" y="2166144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2746100" y="2222123"/>
          <a:ext cx="3363597" cy="462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203040" progId="Equation.DSMT4">
                  <p:embed/>
                </p:oleObj>
              </mc:Choice>
              <mc:Fallback>
                <p:oleObj name="Equation" r:id="rId4" imgW="1434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100" y="2222123"/>
                        <a:ext cx="3363597" cy="4624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2885577" y="2665701"/>
          <a:ext cx="3317103" cy="1021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20480" imgH="406080" progId="Equation.DSMT4">
                  <p:embed/>
                </p:oleObj>
              </mc:Choice>
              <mc:Fallback>
                <p:oleObj name="Equation" r:id="rId6" imgW="1320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5577" y="2665701"/>
                        <a:ext cx="3317103" cy="10217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7"/>
          <p:cNvGraphicFramePr>
            <a:graphicFrameLocks noChangeAspect="1"/>
          </p:cNvGraphicFramePr>
          <p:nvPr/>
        </p:nvGraphicFramePr>
        <p:xfrm>
          <a:off x="5651954" y="3719294"/>
          <a:ext cx="107977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7373" imgH="380897" progId="Equation.3">
                  <p:embed/>
                </p:oleObj>
              </mc:Choice>
              <mc:Fallback>
                <p:oleObj name="Equation" r:id="rId8" imgW="105737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954" y="3719294"/>
                        <a:ext cx="107977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8"/>
          <p:cNvGraphicFramePr>
            <a:graphicFrameLocks noChangeAspect="1"/>
          </p:cNvGraphicFramePr>
          <p:nvPr/>
        </p:nvGraphicFramePr>
        <p:xfrm>
          <a:off x="3429000" y="4343400"/>
          <a:ext cx="30480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62055" imgH="371514" progId="Equation.3">
                  <p:embed/>
                </p:oleObj>
              </mc:Choice>
              <mc:Fallback>
                <p:oleObj name="Equation" r:id="rId10" imgW="2562055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343400"/>
                        <a:ext cx="30480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5" name="Object 9"/>
          <p:cNvGraphicFramePr>
            <a:graphicFrameLocks noChangeAspect="1"/>
          </p:cNvGraphicFramePr>
          <p:nvPr/>
        </p:nvGraphicFramePr>
        <p:xfrm>
          <a:off x="6797674" y="4313464"/>
          <a:ext cx="2897612" cy="482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440" imgH="203040" progId="Equation.DSMT4">
                  <p:embed/>
                </p:oleObj>
              </mc:Choice>
              <mc:Fallback>
                <p:oleObj name="Equation" r:id="rId12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674" y="4313464"/>
                        <a:ext cx="2897612" cy="482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849560"/>
              </p:ext>
            </p:extLst>
          </p:nvPr>
        </p:nvGraphicFramePr>
        <p:xfrm>
          <a:off x="2955925" y="4862807"/>
          <a:ext cx="3644131" cy="73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73120" imgH="291960" progId="Equation.DSMT4">
                  <p:embed/>
                </p:oleObj>
              </mc:Choice>
              <mc:Fallback>
                <p:oleObj name="Equation" r:id="rId14" imgW="14731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925" y="4862807"/>
                        <a:ext cx="3644131" cy="731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17915"/>
              </p:ext>
            </p:extLst>
          </p:nvPr>
        </p:nvGraphicFramePr>
        <p:xfrm>
          <a:off x="3279184" y="5466559"/>
          <a:ext cx="5757327" cy="852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305255" imgH="800023" progId="Equation.3">
                  <p:embed/>
                </p:oleObj>
              </mc:Choice>
              <mc:Fallback>
                <p:oleObj name="Equation" r:id="rId16" imgW="5305255" imgH="800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184" y="5466559"/>
                        <a:ext cx="5757327" cy="852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2"/>
          <p:cNvGraphicFramePr>
            <a:graphicFrameLocks noChangeAspect="1"/>
          </p:cNvGraphicFramePr>
          <p:nvPr/>
        </p:nvGraphicFramePr>
        <p:xfrm>
          <a:off x="6217920" y="2941206"/>
          <a:ext cx="2382474" cy="574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5920" imgH="241200" progId="Equation.DSMT4">
                  <p:embed/>
                </p:oleObj>
              </mc:Choice>
              <mc:Fallback>
                <p:oleObj name="Equation" r:id="rId18" imgW="1015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7920" y="2941206"/>
                        <a:ext cx="2382474" cy="5741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9" name="Object 13"/>
          <p:cNvGraphicFramePr>
            <a:graphicFrameLocks noChangeAspect="1"/>
          </p:cNvGraphicFramePr>
          <p:nvPr/>
        </p:nvGraphicFramePr>
        <p:xfrm>
          <a:off x="2123577" y="3643801"/>
          <a:ext cx="3345406" cy="61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95280" imgH="253800" progId="Equation.DSMT4">
                  <p:embed/>
                </p:oleObj>
              </mc:Choice>
              <mc:Fallback>
                <p:oleObj name="Equation" r:id="rId20" imgW="1295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577" y="3643801"/>
                        <a:ext cx="3345406" cy="61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0" name="Text Box 14"/>
          <p:cNvSpPr txBox="1">
            <a:spLocks noChangeArrowheads="1"/>
          </p:cNvSpPr>
          <p:nvPr/>
        </p:nvSpPr>
        <p:spPr bwMode="auto">
          <a:xfrm>
            <a:off x="2057400" y="4303715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</a:p>
        </p:txBody>
      </p:sp>
    </p:spTree>
    <p:extLst>
      <p:ext uri="{BB962C8B-B14F-4D97-AF65-F5344CB8AC3E}">
        <p14:creationId xmlns:p14="http://schemas.microsoft.com/office/powerpoint/2010/main" val="335672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build="p" autoUpdateAnimBg="0"/>
      <p:bldP spid="65550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705516"/>
              </p:ext>
            </p:extLst>
          </p:nvPr>
        </p:nvGraphicFramePr>
        <p:xfrm>
          <a:off x="1927158" y="2842202"/>
          <a:ext cx="3950561" cy="537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600" imgH="228600" progId="Equation.DSMT4">
                  <p:embed/>
                </p:oleObj>
              </mc:Choice>
              <mc:Fallback>
                <p:oleObj name="Equation" r:id="rId2" imgW="186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158" y="2842202"/>
                        <a:ext cx="3950561" cy="537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573039"/>
              </p:ext>
            </p:extLst>
          </p:nvPr>
        </p:nvGraphicFramePr>
        <p:xfrm>
          <a:off x="1960634" y="4066766"/>
          <a:ext cx="56737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43427" imgH="800023" progId="Equation.3">
                  <p:embed/>
                </p:oleObj>
              </mc:Choice>
              <mc:Fallback>
                <p:oleObj name="Equation" r:id="rId4" imgW="5343427" imgH="800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634" y="4066766"/>
                        <a:ext cx="56737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474321"/>
              </p:ext>
            </p:extLst>
          </p:nvPr>
        </p:nvGraphicFramePr>
        <p:xfrm>
          <a:off x="1943219" y="3576004"/>
          <a:ext cx="2163036" cy="49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65160" imgH="203040" progId="Equation.DSMT4">
                  <p:embed/>
                </p:oleObj>
              </mc:Choice>
              <mc:Fallback>
                <p:oleObj name="Equation" r:id="rId6" imgW="96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219" y="3576004"/>
                        <a:ext cx="2163036" cy="49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5584"/>
              </p:ext>
            </p:extLst>
          </p:nvPr>
        </p:nvGraphicFramePr>
        <p:xfrm>
          <a:off x="1919535" y="1628800"/>
          <a:ext cx="6241399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63480" imgH="406080" progId="Equation.DSMT4">
                  <p:embed/>
                </p:oleObj>
              </mc:Choice>
              <mc:Fallback>
                <p:oleObj name="Equation" r:id="rId8" imgW="24634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5" y="1628800"/>
                        <a:ext cx="6241399" cy="100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23687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08" name="Rectangle 24"/>
          <p:cNvSpPr>
            <a:spLocks noChangeArrowheads="1"/>
          </p:cNvSpPr>
          <p:nvPr/>
        </p:nvSpPr>
        <p:spPr bwMode="auto">
          <a:xfrm>
            <a:off x="2358112" y="1677734"/>
            <a:ext cx="6697663" cy="4801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1" lang="zh-CN" altLang="en-US" sz="2800" b="1" dirty="0">
                <a:latin typeface="宋体" pitchFamily="2" charset="-122"/>
              </a:rPr>
              <a:t>方程的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特点</a:t>
            </a:r>
            <a:r>
              <a:rPr kumimoji="1" lang="zh-CN" altLang="en-US" sz="2800" b="1" dirty="0">
                <a:latin typeface="宋体" pitchFamily="2" charset="-122"/>
              </a:rPr>
              <a:t>：方程右端不显含未知函数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CN" sz="2800" b="1" dirty="0">
                <a:latin typeface="宋体" pitchFamily="2" charset="-122"/>
              </a:rPr>
              <a:t>.</a:t>
            </a:r>
          </a:p>
        </p:txBody>
      </p:sp>
      <p:sp>
        <p:nvSpPr>
          <p:cNvPr id="221212" name="Rectangle 28"/>
          <p:cNvSpPr>
            <a:spLocks noChangeArrowheads="1"/>
          </p:cNvSpPr>
          <p:nvPr/>
        </p:nvSpPr>
        <p:spPr bwMode="auto">
          <a:xfrm>
            <a:off x="2277457" y="2361841"/>
            <a:ext cx="2348720" cy="4801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方程的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解法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graphicFrame>
        <p:nvGraphicFramePr>
          <p:cNvPr id="22121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04223"/>
              </p:ext>
            </p:extLst>
          </p:nvPr>
        </p:nvGraphicFramePr>
        <p:xfrm>
          <a:off x="4957577" y="2319704"/>
          <a:ext cx="17208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203040" progId="Equation.DSMT4">
                  <p:embed/>
                </p:oleObj>
              </mc:Choice>
              <mc:Fallback>
                <p:oleObj name="Equation" r:id="rId3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577" y="2319704"/>
                        <a:ext cx="17208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213" name="Rectangle 29"/>
          <p:cNvSpPr>
            <a:spLocks noChangeArrowheads="1"/>
          </p:cNvSpPr>
          <p:nvPr/>
        </p:nvSpPr>
        <p:spPr bwMode="auto">
          <a:xfrm>
            <a:off x="6737156" y="2317517"/>
            <a:ext cx="54534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121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864904"/>
              </p:ext>
            </p:extLst>
          </p:nvPr>
        </p:nvGraphicFramePr>
        <p:xfrm>
          <a:off x="7170192" y="2287310"/>
          <a:ext cx="182086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560" imgH="203040" progId="Equation.DSMT4">
                  <p:embed/>
                </p:oleObj>
              </mc:Choice>
              <mc:Fallback>
                <p:oleObj name="Equation" r:id="rId5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192" y="2287310"/>
                        <a:ext cx="1820862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214" name="Rectangle 30"/>
          <p:cNvSpPr>
            <a:spLocks noChangeArrowheads="1"/>
          </p:cNvSpPr>
          <p:nvPr/>
        </p:nvSpPr>
        <p:spPr bwMode="auto">
          <a:xfrm>
            <a:off x="8991054" y="2345178"/>
            <a:ext cx="1266693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将它们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120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18432"/>
              </p:ext>
            </p:extLst>
          </p:nvPr>
        </p:nvGraphicFramePr>
        <p:xfrm>
          <a:off x="3564388" y="3042325"/>
          <a:ext cx="3362715" cy="501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8960" imgH="203040" progId="Equation.DSMT4">
                  <p:embed/>
                </p:oleObj>
              </mc:Choice>
              <mc:Fallback>
                <p:oleObj name="Equation" r:id="rId7" imgW="1218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4388" y="3042325"/>
                        <a:ext cx="3362715" cy="501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216" name="Rectangle 32"/>
          <p:cNvSpPr>
            <a:spLocks noChangeArrowheads="1"/>
          </p:cNvSpPr>
          <p:nvPr/>
        </p:nvSpPr>
        <p:spPr bwMode="auto">
          <a:xfrm>
            <a:off x="1619250" y="3065671"/>
            <a:ext cx="1970088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代入方程得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21217" name="Rectangle 33"/>
          <p:cNvSpPr>
            <a:spLocks noChangeArrowheads="1"/>
          </p:cNvSpPr>
          <p:nvPr/>
        </p:nvSpPr>
        <p:spPr bwMode="auto">
          <a:xfrm>
            <a:off x="4568238" y="2361841"/>
            <a:ext cx="545342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</a:rPr>
              <a:t>令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710778" y="3724864"/>
            <a:ext cx="7080068" cy="529384"/>
            <a:chOff x="1908266" y="4209445"/>
            <a:chExt cx="7080068" cy="52938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/>
          </p:nvGraphicFramePr>
          <p:xfrm>
            <a:off x="7842986" y="4209445"/>
            <a:ext cx="856545" cy="489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55320" imgH="203040" progId="Equation.DSMT4">
                    <p:embed/>
                  </p:oleObj>
                </mc:Choice>
                <mc:Fallback>
                  <p:oleObj name="Equation" r:id="rId9" imgW="3553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42986" y="4209445"/>
                          <a:ext cx="856545" cy="48945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25"/>
            <p:cNvSpPr>
              <a:spLocks noChangeArrowheads="1"/>
            </p:cNvSpPr>
            <p:nvPr/>
          </p:nvSpPr>
          <p:spPr bwMode="auto">
            <a:xfrm>
              <a:off x="1908266" y="4215609"/>
              <a:ext cx="708006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612775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这是一个关于自变量</a:t>
              </a:r>
              <a:r>
                <a:rPr kumimoji="0" lang="en-US" altLang="zh-CN" sz="2800" b="1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和未知函数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86431" y="4397568"/>
            <a:ext cx="8069344" cy="569913"/>
            <a:chOff x="949234" y="4970811"/>
            <a:chExt cx="8069344" cy="569913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7288203" y="4970811"/>
            <a:ext cx="1730375" cy="569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863280" imgH="228600" progId="Equation.DSMT4">
                    <p:embed/>
                  </p:oleObj>
                </mc:Choice>
                <mc:Fallback>
                  <p:oleObj name="Equation" r:id="rId11" imgW="863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8203" y="4970811"/>
                          <a:ext cx="1730375" cy="5699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26"/>
            <p:cNvSpPr>
              <a:spLocks noChangeArrowheads="1"/>
            </p:cNvSpPr>
            <p:nvPr/>
          </p:nvSpPr>
          <p:spPr bwMode="auto">
            <a:xfrm>
              <a:off x="949234" y="4994158"/>
              <a:ext cx="673172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612775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的一阶微分方程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若可以求出其通解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7" name="Rectangle 27"/>
          <p:cNvSpPr>
            <a:spLocks noChangeArrowheads="1"/>
          </p:cNvSpPr>
          <p:nvPr/>
        </p:nvSpPr>
        <p:spPr bwMode="auto">
          <a:xfrm>
            <a:off x="8808967" y="4403754"/>
            <a:ext cx="11754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6127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619250" y="5063062"/>
            <a:ext cx="7646828" cy="558328"/>
            <a:chOff x="1789155" y="5898177"/>
            <a:chExt cx="7646828" cy="558328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1789155" y="5898177"/>
            <a:ext cx="2060034" cy="558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850680" imgH="228600" progId="Equation.DSMT4">
                    <p:embed/>
                  </p:oleObj>
                </mc:Choice>
                <mc:Fallback>
                  <p:oleObj name="Equation" r:id="rId13" imgW="850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9155" y="5898177"/>
                          <a:ext cx="2060034" cy="55832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3269316" y="5933285"/>
              <a:ext cx="616666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612775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再积分一次就能得原方程的通解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619250" y="908720"/>
            <a:ext cx="4883662" cy="534124"/>
            <a:chOff x="1489166" y="1038591"/>
            <a:chExt cx="4883662" cy="534124"/>
          </a:xfrm>
        </p:grpSpPr>
        <p:sp>
          <p:nvSpPr>
            <p:cNvPr id="12" name="Rectangle 66"/>
            <p:cNvSpPr>
              <a:spLocks noChangeArrowheads="1"/>
            </p:cNvSpPr>
            <p:nvPr/>
          </p:nvSpPr>
          <p:spPr bwMode="auto">
            <a:xfrm>
              <a:off x="1489166" y="1049495"/>
              <a:ext cx="58347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3332350"/>
                </p:ext>
              </p:extLst>
            </p:nvPr>
          </p:nvGraphicFramePr>
          <p:xfrm>
            <a:off x="1958106" y="1071146"/>
            <a:ext cx="2072026" cy="479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63280" imgH="203040" progId="Equation.DSMT4">
                    <p:embed/>
                  </p:oleObj>
                </mc:Choice>
                <mc:Fallback>
                  <p:oleObj name="Equation" r:id="rId15" imgW="863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8106" y="1071146"/>
                          <a:ext cx="2072026" cy="47991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67"/>
            <p:cNvSpPr>
              <a:spLocks noChangeArrowheads="1"/>
            </p:cNvSpPr>
            <p:nvPr/>
          </p:nvSpPr>
          <p:spPr bwMode="auto">
            <a:xfrm>
              <a:off x="4030132" y="1038591"/>
              <a:ext cx="234269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66700" algn="l"/>
                </a:tabLst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型的微分方程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553264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2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22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22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22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22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22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0"/>
                                        <p:tgtEl>
                                          <p:spTgt spid="22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22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22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08" grpId="0"/>
      <p:bldP spid="221212" grpId="0"/>
      <p:bldP spid="221213" grpId="0"/>
      <p:bldP spid="221214" grpId="0"/>
      <p:bldP spid="221216" grpId="0"/>
      <p:bldP spid="221217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Rectangle 33"/>
          <p:cNvSpPr>
            <a:spLocks noChangeArrowheads="1"/>
          </p:cNvSpPr>
          <p:nvPr/>
        </p:nvSpPr>
        <p:spPr bwMode="auto">
          <a:xfrm>
            <a:off x="7366001" y="5123222"/>
            <a:ext cx="1847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223264" name="Object 32"/>
          <p:cNvGraphicFramePr>
            <a:graphicFrameLocks noChangeAspect="1"/>
          </p:cNvGraphicFramePr>
          <p:nvPr/>
        </p:nvGraphicFramePr>
        <p:xfrm>
          <a:off x="2076450" y="5123222"/>
          <a:ext cx="33020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368280" progId="Equation.DSMT4">
                  <p:embed/>
                </p:oleObj>
              </mc:Choice>
              <mc:Fallback>
                <p:oleObj name="Equation" r:id="rId3" imgW="12571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5123222"/>
                        <a:ext cx="33020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66" name="Object 34"/>
          <p:cNvGraphicFramePr>
            <a:graphicFrameLocks noChangeAspect="1"/>
          </p:cNvGraphicFramePr>
          <p:nvPr/>
        </p:nvGraphicFramePr>
        <p:xfrm>
          <a:off x="5299135" y="5123222"/>
          <a:ext cx="3563937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457200" progId="Equation.DSMT4">
                  <p:embed/>
                </p:oleObj>
              </mc:Choice>
              <mc:Fallback>
                <p:oleObj name="Equation" r:id="rId5" imgW="1523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135" y="5123222"/>
                        <a:ext cx="3563937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823924" y="926703"/>
            <a:ext cx="5964357" cy="547507"/>
            <a:chOff x="2919686" y="1020288"/>
            <a:chExt cx="5964357" cy="547507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/>
          </p:nvGraphicFramePr>
          <p:xfrm>
            <a:off x="4765624" y="1020288"/>
            <a:ext cx="2617507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104840" imgH="228600" progId="Equation.DSMT4">
                    <p:embed/>
                  </p:oleObj>
                </mc:Choice>
                <mc:Fallback>
                  <p:oleObj name="Equation" r:id="rId7" imgW="11048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5624" y="1020288"/>
                          <a:ext cx="2617507" cy="5461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180"/>
            <p:cNvSpPr>
              <a:spLocks noChangeArrowheads="1"/>
            </p:cNvSpPr>
            <p:nvPr/>
          </p:nvSpPr>
          <p:spPr bwMode="auto">
            <a:xfrm>
              <a:off x="6759152" y="1039984"/>
              <a:ext cx="212489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612775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的通解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79"/>
            <p:cNvSpPr>
              <a:spLocks noChangeArrowheads="1"/>
            </p:cNvSpPr>
            <p:nvPr/>
          </p:nvSpPr>
          <p:spPr bwMode="auto">
            <a:xfrm>
              <a:off x="2919686" y="1044575"/>
              <a:ext cx="219020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612775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求方程</a:t>
              </a:r>
              <a:endPara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558771" y="1645016"/>
          <a:ext cx="19272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215640" progId="Equation.DSMT4">
                  <p:embed/>
                </p:oleObj>
              </mc:Choice>
              <mc:Fallback>
                <p:oleObj name="Equation" r:id="rId9" imgW="838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771" y="1645016"/>
                        <a:ext cx="1927225" cy="488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20195" y="1654666"/>
          <a:ext cx="2504309" cy="491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880" imgH="215640" progId="Equation.DSMT4">
                  <p:embed/>
                </p:oleObj>
              </mc:Choice>
              <mc:Fallback>
                <p:oleObj name="Equation" r:id="rId11" imgW="1091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0195" y="1654666"/>
                        <a:ext cx="2504309" cy="4913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95"/>
          <p:cNvSpPr>
            <a:spLocks noChangeArrowheads="1"/>
          </p:cNvSpPr>
          <p:nvPr/>
        </p:nvSpPr>
        <p:spPr bwMode="auto">
          <a:xfrm>
            <a:off x="1060481" y="1611667"/>
            <a:ext cx="12714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612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解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97"/>
          <p:cNvSpPr>
            <a:spLocks noChangeArrowheads="1"/>
          </p:cNvSpPr>
          <p:nvPr/>
        </p:nvSpPr>
        <p:spPr bwMode="auto">
          <a:xfrm>
            <a:off x="6533481" y="1619966"/>
            <a:ext cx="43256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6127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将其代入所给方程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388632" y="2178530"/>
          <a:ext cx="2144849" cy="53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14400" imgH="228600" progId="Equation.DSMT4">
                  <p:embed/>
                </p:oleObj>
              </mc:Choice>
              <mc:Fallback>
                <p:oleObj name="Equation" r:id="rId13" imgW="91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632" y="2178530"/>
                        <a:ext cx="2144849" cy="5384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02"/>
          <p:cNvSpPr>
            <a:spLocks noChangeArrowheads="1"/>
          </p:cNvSpPr>
          <p:nvPr/>
        </p:nvSpPr>
        <p:spPr bwMode="auto">
          <a:xfrm>
            <a:off x="1729611" y="2912009"/>
            <a:ext cx="244169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98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分离变量得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989415" y="2690474"/>
          <a:ext cx="2005048" cy="1034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38080" imgH="431640" progId="Equation.DSMT4">
                  <p:embed/>
                </p:oleObj>
              </mc:Choice>
              <mc:Fallback>
                <p:oleObj name="Equation" r:id="rId15" imgW="838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415" y="2690474"/>
                        <a:ext cx="2005048" cy="10347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5994463" y="2912009"/>
            <a:ext cx="2525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两边积分得</a:t>
            </a:r>
            <a:r>
              <a:rPr lang="zh-CN" altLang="en-US" sz="2800" b="1" kern="100" dirty="0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endParaRPr lang="zh-CN" altLang="en-US" dirty="0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076450" y="3740306"/>
          <a:ext cx="3686583" cy="582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36480" imgH="241200" progId="Equation.DSMT4">
                  <p:embed/>
                </p:oleObj>
              </mc:Choice>
              <mc:Fallback>
                <p:oleObj name="Equation" r:id="rId17" imgW="1536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3740306"/>
                        <a:ext cx="3686583" cy="5820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907941" y="3712052"/>
          <a:ext cx="2346326" cy="553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28520" imgH="241200" progId="Equation.DSMT4">
                  <p:embed/>
                </p:oleObj>
              </mc:Choice>
              <mc:Fallback>
                <p:oleObj name="Equation" r:id="rId19" imgW="10285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7941" y="3712052"/>
                        <a:ext cx="2346326" cy="5531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100845" y="4476266"/>
          <a:ext cx="2634116" cy="619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43000" imgH="266400" progId="Equation.DSMT4">
                  <p:embed/>
                </p:oleObj>
              </mc:Choice>
              <mc:Fallback>
                <p:oleObj name="Equation" r:id="rId21" imgW="11430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845" y="4476266"/>
                        <a:ext cx="2634116" cy="6191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991939" y="4504050"/>
          <a:ext cx="3083084" cy="61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46040" imgH="266400" progId="Equation.DSMT4">
                  <p:embed/>
                </p:oleObj>
              </mc:Choice>
              <mc:Fallback>
                <p:oleObj name="Equation" r:id="rId23" imgW="13460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939" y="4504050"/>
                        <a:ext cx="3083084" cy="613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696206" y="946399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886176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22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000"/>
                                        <p:tgtEl>
                                          <p:spTgt spid="22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3000376" y="893722"/>
          <a:ext cx="3868192" cy="499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215640" progId="Equation.DSMT4">
                  <p:embed/>
                </p:oleObj>
              </mc:Choice>
              <mc:Fallback>
                <p:oleObj name="Equation" r:id="rId2" imgW="1752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893722"/>
                        <a:ext cx="3868192" cy="499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1973262" y="1511154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6672263" y="2051383"/>
          <a:ext cx="2867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28" imgH="800023" progId="Equation.3">
                  <p:embed/>
                </p:oleObj>
              </mc:Choice>
              <mc:Fallback>
                <p:oleObj name="Equation" r:id="rId4" imgW="2705028" imgH="800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2051383"/>
                        <a:ext cx="2867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2225403" y="3001527"/>
          <a:ext cx="432451" cy="464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203040" progId="Equation.DSMT4">
                  <p:embed/>
                </p:oleObj>
              </mc:Choice>
              <mc:Fallback>
                <p:oleObj name="Equation" r:id="rId6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403" y="3001527"/>
                        <a:ext cx="432451" cy="4644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2884940" y="2814669"/>
          <a:ext cx="35972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00458" imgH="800023" progId="Equation.DSMT4">
                  <p:embed/>
                </p:oleObj>
              </mc:Choice>
              <mc:Fallback>
                <p:oleObj name="Equation" r:id="rId8" imgW="3400458" imgH="8000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940" y="2814669"/>
                        <a:ext cx="35972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1973262" y="941971"/>
            <a:ext cx="734220" cy="45720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7592" name="Object 8"/>
          <p:cNvGraphicFramePr>
            <a:graphicFrameLocks noChangeAspect="1"/>
          </p:cNvGraphicFramePr>
          <p:nvPr/>
        </p:nvGraphicFramePr>
        <p:xfrm>
          <a:off x="2441628" y="2227596"/>
          <a:ext cx="16002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57258" imgH="181065" progId="Equation.DSMT4">
                  <p:embed/>
                </p:oleObj>
              </mc:Choice>
              <mc:Fallback>
                <p:oleObj name="Equation" r:id="rId10" imgW="657258" imgH="18106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628" y="2227596"/>
                        <a:ext cx="16002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3" name="Object 9"/>
          <p:cNvGraphicFramePr>
            <a:graphicFrameLocks noChangeAspect="1"/>
          </p:cNvGraphicFramePr>
          <p:nvPr/>
        </p:nvGraphicFramePr>
        <p:xfrm>
          <a:off x="3314698" y="1538028"/>
          <a:ext cx="2737757" cy="4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33440" imgH="215640" progId="Equation.DSMT4">
                  <p:embed/>
                </p:oleObj>
              </mc:Choice>
              <mc:Fallback>
                <p:oleObj name="Equation" r:id="rId12" imgW="1333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698" y="1538028"/>
                        <a:ext cx="2737757" cy="4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4" name="Object 10"/>
          <p:cNvGraphicFramePr>
            <a:graphicFrameLocks noChangeAspect="1"/>
          </p:cNvGraphicFramePr>
          <p:nvPr/>
        </p:nvGraphicFramePr>
        <p:xfrm>
          <a:off x="4268914" y="1993827"/>
          <a:ext cx="20574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66858" imgH="371514" progId="Equation.DSMT4">
                  <p:embed/>
                </p:oleObj>
              </mc:Choice>
              <mc:Fallback>
                <p:oleObj name="Equation" r:id="rId14" imgW="866858" imgH="3715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8914" y="1993827"/>
                        <a:ext cx="20574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6" name="Object 12"/>
          <p:cNvGraphicFramePr>
            <a:graphicFrameLocks noChangeAspect="1"/>
          </p:cNvGraphicFramePr>
          <p:nvPr/>
        </p:nvGraphicFramePr>
        <p:xfrm>
          <a:off x="2225403" y="5088302"/>
          <a:ext cx="27622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00227" imgH="800023" progId="Equation.3">
                  <p:embed/>
                </p:oleObj>
              </mc:Choice>
              <mc:Fallback>
                <p:oleObj name="Equation" r:id="rId16" imgW="2600227" imgH="8000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403" y="5088302"/>
                        <a:ext cx="27622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7" name="Object 13"/>
          <p:cNvGraphicFramePr>
            <a:graphicFrameLocks noChangeAspect="1"/>
          </p:cNvGraphicFramePr>
          <p:nvPr/>
        </p:nvGraphicFramePr>
        <p:xfrm>
          <a:off x="2641952" y="3689978"/>
          <a:ext cx="5463824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09680" imgH="406080" progId="Equation.DSMT4">
                  <p:embed/>
                </p:oleObj>
              </mc:Choice>
              <mc:Fallback>
                <p:oleObj name="Equation" r:id="rId18" imgW="2209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952" y="3689978"/>
                        <a:ext cx="5463824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8" name="Object 14"/>
          <p:cNvGraphicFramePr>
            <a:graphicFrameLocks noChangeAspect="1"/>
          </p:cNvGraphicFramePr>
          <p:nvPr/>
        </p:nvGraphicFramePr>
        <p:xfrm>
          <a:off x="3000376" y="4652963"/>
          <a:ext cx="21764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47770" imgH="380897" progId="Equation.3">
                  <p:embed/>
                </p:oleObj>
              </mc:Choice>
              <mc:Fallback>
                <p:oleObj name="Equation" r:id="rId20" imgW="2047770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652963"/>
                        <a:ext cx="21764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9" name="Object 15"/>
          <p:cNvGraphicFramePr>
            <a:graphicFrameLocks noChangeAspect="1"/>
          </p:cNvGraphicFramePr>
          <p:nvPr/>
        </p:nvGraphicFramePr>
        <p:xfrm>
          <a:off x="5224273" y="5269836"/>
          <a:ext cx="38242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619428" imgH="380897" progId="Equation.3">
                  <p:embed/>
                </p:oleObj>
              </mc:Choice>
              <mc:Fallback>
                <p:oleObj name="Equation" r:id="rId22" imgW="361942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273" y="5269836"/>
                        <a:ext cx="38242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606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6694" y="1108898"/>
            <a:ext cx="952500" cy="535046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3125555" y="1108898"/>
          <a:ext cx="4071389" cy="1027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457200" progId="Equation.DSMT4">
                  <p:embed/>
                </p:oleObj>
              </mc:Choice>
              <mc:Fallback>
                <p:oleObj name="Equation" r:id="rId2" imgW="1739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555" y="1108898"/>
                        <a:ext cx="4071389" cy="1027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2173057" y="2153840"/>
            <a:ext cx="63264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4270278" y="2854001"/>
          <a:ext cx="1781945" cy="512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15640" progId="Equation.DSMT4">
                  <p:embed/>
                </p:oleObj>
              </mc:Choice>
              <mc:Fallback>
                <p:oleObj name="Equation" r:id="rId4" imgW="812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278" y="2854001"/>
                        <a:ext cx="1781945" cy="512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4480103" y="3526775"/>
          <a:ext cx="24749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81373" imgH="466738" progId="Equation.3">
                  <p:embed/>
                </p:oleObj>
              </mc:Choice>
              <mc:Fallback>
                <p:oleObj name="Equation" r:id="rId6" imgW="2181373" imgH="46673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0103" y="3526775"/>
                        <a:ext cx="24749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/>
          <p:cNvGraphicFramePr>
            <a:graphicFrameLocks noChangeAspect="1"/>
          </p:cNvGraphicFramePr>
          <p:nvPr/>
        </p:nvGraphicFramePr>
        <p:xfrm>
          <a:off x="2173057" y="4427060"/>
          <a:ext cx="1928063" cy="48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203040" progId="Equation.DSMT4">
                  <p:embed/>
                </p:oleObj>
              </mc:Choice>
              <mc:Fallback>
                <p:oleObj name="Equation" r:id="rId8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057" y="4427060"/>
                        <a:ext cx="1928063" cy="48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6" name="Object 8"/>
          <p:cNvGraphicFramePr>
            <a:graphicFrameLocks noChangeAspect="1"/>
          </p:cNvGraphicFramePr>
          <p:nvPr/>
        </p:nvGraphicFramePr>
        <p:xfrm>
          <a:off x="4417152" y="4165530"/>
          <a:ext cx="2391813" cy="1011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9600" imgH="431640" progId="Equation.DSMT4">
                  <p:embed/>
                </p:oleObj>
              </mc:Choice>
              <mc:Fallback>
                <p:oleObj name="Equation" r:id="rId10" imgW="939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7152" y="4165530"/>
                        <a:ext cx="2391813" cy="1011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9"/>
          <p:cNvGraphicFramePr>
            <a:graphicFrameLocks noChangeAspect="1"/>
          </p:cNvGraphicFramePr>
          <p:nvPr/>
        </p:nvGraphicFramePr>
        <p:xfrm>
          <a:off x="2173057" y="3604691"/>
          <a:ext cx="1850408" cy="475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520" imgH="203040" progId="Equation.DSMT4">
                  <p:embed/>
                </p:oleObj>
              </mc:Choice>
              <mc:Fallback>
                <p:oleObj name="Equation" r:id="rId12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057" y="3604691"/>
                        <a:ext cx="1850408" cy="475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8" name="Object 10"/>
          <p:cNvGraphicFramePr>
            <a:graphicFrameLocks noChangeAspect="1"/>
          </p:cNvGraphicFramePr>
          <p:nvPr/>
        </p:nvGraphicFramePr>
        <p:xfrm>
          <a:off x="2173057" y="2861947"/>
          <a:ext cx="1697741" cy="476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03040" progId="Equation.DSMT4">
                  <p:embed/>
                </p:oleObj>
              </mc:Choice>
              <mc:Fallback>
                <p:oleObj name="Equation" r:id="rId14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057" y="2861947"/>
                        <a:ext cx="1697741" cy="4769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/>
        </p:nvGraphicFramePr>
        <p:xfrm>
          <a:off x="2173057" y="5262832"/>
          <a:ext cx="1807029" cy="482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203040" progId="Equation.DSMT4">
                  <p:embed/>
                </p:oleObj>
              </mc:Choice>
              <mc:Fallback>
                <p:oleObj name="Equation" r:id="rId16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057" y="5262832"/>
                        <a:ext cx="1807029" cy="482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0" name="Object 12"/>
          <p:cNvGraphicFramePr>
            <a:graphicFrameLocks noChangeAspect="1"/>
          </p:cNvGraphicFramePr>
          <p:nvPr/>
        </p:nvGraphicFramePr>
        <p:xfrm>
          <a:off x="4480103" y="5031483"/>
          <a:ext cx="4256407" cy="94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01720" imgH="406080" progId="Equation.DSMT4">
                  <p:embed/>
                </p:oleObj>
              </mc:Choice>
              <mc:Fallback>
                <p:oleObj name="Equation" r:id="rId18" imgW="1701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0103" y="5031483"/>
                        <a:ext cx="4256407" cy="945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1" name="Object 13"/>
          <p:cNvGraphicFramePr>
            <a:graphicFrameLocks noChangeAspect="1"/>
          </p:cNvGraphicFramePr>
          <p:nvPr/>
        </p:nvGraphicFramePr>
        <p:xfrm>
          <a:off x="2869477" y="2217052"/>
          <a:ext cx="2958008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640" imgH="215640" progId="Equation.DSMT4">
                  <p:embed/>
                </p:oleObj>
              </mc:Choice>
              <mc:Fallback>
                <p:oleObj name="Equation" r:id="rId20" imgW="1358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477" y="2217052"/>
                        <a:ext cx="2958008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2" name="Text Box 14"/>
          <p:cNvSpPr txBox="1">
            <a:spLocks noChangeArrowheads="1"/>
          </p:cNvSpPr>
          <p:nvPr/>
        </p:nvSpPr>
        <p:spPr bwMode="auto">
          <a:xfrm>
            <a:off x="7508966" y="3384888"/>
            <a:ext cx="2743200" cy="51911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tx2"/>
                </a:solidFill>
                <a:latin typeface="+mn-ea"/>
                <a:ea typeface="+mn-ea"/>
              </a:rPr>
              <a:t>可分离变量方程</a:t>
            </a:r>
          </a:p>
        </p:txBody>
      </p:sp>
    </p:spTree>
    <p:extLst>
      <p:ext uri="{BB962C8B-B14F-4D97-AF65-F5344CB8AC3E}">
        <p14:creationId xmlns:p14="http://schemas.microsoft.com/office/powerpoint/2010/main" val="28754548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 autoUpdateAnimBg="0"/>
      <p:bldP spid="686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1921160" y="1209529"/>
          <a:ext cx="510631" cy="528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480" imgH="203040" progId="Equation.DSMT4">
                  <p:embed/>
                </p:oleObj>
              </mc:Choice>
              <mc:Fallback>
                <p:oleObj name="Equation" r:id="rId2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1160" y="1209529"/>
                        <a:ext cx="510631" cy="528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3108914" y="951398"/>
          <a:ext cx="1981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43086" imgH="904978" progId="Equation.3">
                  <p:embed/>
                </p:oleObj>
              </mc:Choice>
              <mc:Fallback>
                <p:oleObj name="Equation" r:id="rId4" imgW="1743086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914" y="951398"/>
                        <a:ext cx="1981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1898560" y="2005889"/>
          <a:ext cx="3701232" cy="529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640" imgH="215640" progId="Equation.DSMT4">
                  <p:embed/>
                </p:oleObj>
              </mc:Choice>
              <mc:Fallback>
                <p:oleObj name="Equation" r:id="rId6" imgW="1574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560" y="2005889"/>
                        <a:ext cx="3701232" cy="529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/>
          <p:cNvGraphicFramePr>
            <a:graphicFrameLocks noChangeAspect="1"/>
          </p:cNvGraphicFramePr>
          <p:nvPr/>
        </p:nvGraphicFramePr>
        <p:xfrm>
          <a:off x="3290751" y="2556859"/>
          <a:ext cx="273208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09713" imgH="885864" progId="Equation.3">
                  <p:embed/>
                </p:oleObj>
              </mc:Choice>
              <mc:Fallback>
                <p:oleObj name="Equation" r:id="rId8" imgW="2409713" imgH="8858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751" y="2556859"/>
                        <a:ext cx="273208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9" name="Object 7"/>
          <p:cNvGraphicFramePr>
            <a:graphicFrameLocks noChangeAspect="1"/>
          </p:cNvGraphicFramePr>
          <p:nvPr/>
        </p:nvGraphicFramePr>
        <p:xfrm>
          <a:off x="1910368" y="3633891"/>
          <a:ext cx="1915477" cy="511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520" imgH="203040" progId="Equation.DSMT4">
                  <p:embed/>
                </p:oleObj>
              </mc:Choice>
              <mc:Fallback>
                <p:oleObj name="Equation" r:id="rId10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0368" y="3633891"/>
                        <a:ext cx="1915477" cy="511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/>
        </p:nvGraphicFramePr>
        <p:xfrm>
          <a:off x="4034246" y="3655896"/>
          <a:ext cx="28733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43316" imgH="380897" progId="Equation.3">
                  <p:embed/>
                </p:oleObj>
              </mc:Choice>
              <mc:Fallback>
                <p:oleObj name="Equation" r:id="rId12" imgW="2543316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4246" y="3655896"/>
                        <a:ext cx="28733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/>
          <p:cNvGraphicFramePr>
            <a:graphicFrameLocks noChangeAspect="1"/>
          </p:cNvGraphicFramePr>
          <p:nvPr/>
        </p:nvGraphicFramePr>
        <p:xfrm>
          <a:off x="5766464" y="4303845"/>
          <a:ext cx="1917111" cy="578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28600" progId="Equation.DSMT4">
                  <p:embed/>
                </p:oleObj>
              </mc:Choice>
              <mc:Fallback>
                <p:oleObj name="Equation" r:id="rId14" imgW="774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6464" y="4303845"/>
                        <a:ext cx="1917111" cy="578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/>
          <p:cNvGraphicFramePr>
            <a:graphicFrameLocks noChangeAspect="1"/>
          </p:cNvGraphicFramePr>
          <p:nvPr/>
        </p:nvGraphicFramePr>
        <p:xfrm>
          <a:off x="1856106" y="5054136"/>
          <a:ext cx="2341425" cy="505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65160" imgH="203040" progId="Equation.DSMT4">
                  <p:embed/>
                </p:oleObj>
              </mc:Choice>
              <mc:Fallback>
                <p:oleObj name="Equation" r:id="rId16" imgW="96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106" y="5054136"/>
                        <a:ext cx="2341425" cy="505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/>
          <p:cNvGraphicFramePr>
            <a:graphicFrameLocks noChangeAspect="1"/>
          </p:cNvGraphicFramePr>
          <p:nvPr/>
        </p:nvGraphicFramePr>
        <p:xfrm>
          <a:off x="4225607" y="5008278"/>
          <a:ext cx="1920603" cy="55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38080" imgH="203040" progId="Equation.DSMT4">
                  <p:embed/>
                </p:oleObj>
              </mc:Choice>
              <mc:Fallback>
                <p:oleObj name="Equation" r:id="rId18" imgW="838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607" y="5008278"/>
                        <a:ext cx="1920603" cy="55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3"/>
          <p:cNvGraphicFramePr>
            <a:graphicFrameLocks noChangeAspect="1"/>
          </p:cNvGraphicFramePr>
          <p:nvPr/>
        </p:nvGraphicFramePr>
        <p:xfrm>
          <a:off x="1904320" y="4340312"/>
          <a:ext cx="3604611" cy="54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98320" imgH="215640" progId="Equation.DSMT4">
                  <p:embed/>
                </p:oleObj>
              </mc:Choice>
              <mc:Fallback>
                <p:oleObj name="Equation" r:id="rId20" imgW="1498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320" y="4340312"/>
                        <a:ext cx="3604611" cy="54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36063"/>
              </p:ext>
            </p:extLst>
          </p:nvPr>
        </p:nvGraphicFramePr>
        <p:xfrm>
          <a:off x="5661025" y="1976438"/>
          <a:ext cx="14732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22080" imgH="228600" progId="Equation.DSMT4">
                  <p:embed/>
                </p:oleObj>
              </mc:Choice>
              <mc:Fallback>
                <p:oleObj name="Equation" r:id="rId22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025" y="1976438"/>
                        <a:ext cx="14732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856106" y="2759036"/>
          <a:ext cx="1012001" cy="522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93480" imgH="203040" progId="Equation.DSMT4">
                  <p:embed/>
                </p:oleObj>
              </mc:Choice>
              <mc:Fallback>
                <p:oleObj name="Equation" r:id="rId24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106" y="2759036"/>
                        <a:ext cx="1012001" cy="522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76431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814846" y="824374"/>
            <a:ext cx="848784" cy="593868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156158"/>
              </p:ext>
            </p:extLst>
          </p:nvPr>
        </p:nvGraphicFramePr>
        <p:xfrm>
          <a:off x="2612228" y="862943"/>
          <a:ext cx="6865938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640" imgH="469800" progId="Equation.DSMT4">
                  <p:embed/>
                </p:oleObj>
              </mc:Choice>
              <mc:Fallback>
                <p:oleObj name="Equation" r:id="rId2" imgW="2933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228" y="862943"/>
                        <a:ext cx="6865938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1544472" y="1942961"/>
            <a:ext cx="63335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86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43088"/>
              </p:ext>
            </p:extLst>
          </p:nvPr>
        </p:nvGraphicFramePr>
        <p:xfrm>
          <a:off x="6799755" y="1967507"/>
          <a:ext cx="1776550" cy="51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15640" progId="Equation.DSMT4">
                  <p:embed/>
                </p:oleObj>
              </mc:Choice>
              <mc:Fallback>
                <p:oleObj name="Equation" r:id="rId4" imgW="812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9755" y="1967507"/>
                        <a:ext cx="1776550" cy="51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02693"/>
              </p:ext>
            </p:extLst>
          </p:nvPr>
        </p:nvGraphicFramePr>
        <p:xfrm>
          <a:off x="3256062" y="2507319"/>
          <a:ext cx="25622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360" imgH="228600" progId="Equation.DSMT4">
                  <p:embed/>
                </p:oleObj>
              </mc:Choice>
              <mc:Fallback>
                <p:oleObj name="Equation" r:id="rId6" imgW="99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6062" y="2507319"/>
                        <a:ext cx="25622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737623"/>
              </p:ext>
            </p:extLst>
          </p:nvPr>
        </p:nvGraphicFramePr>
        <p:xfrm>
          <a:off x="5818287" y="2600981"/>
          <a:ext cx="472916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97080" imgH="215640" progId="Equation.DSMT4">
                  <p:embed/>
                </p:oleObj>
              </mc:Choice>
              <mc:Fallback>
                <p:oleObj name="Equation" r:id="rId8" imgW="2197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287" y="2600981"/>
                        <a:ext cx="4729162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661463"/>
              </p:ext>
            </p:extLst>
          </p:nvPr>
        </p:nvGraphicFramePr>
        <p:xfrm>
          <a:off x="1861148" y="2976512"/>
          <a:ext cx="20034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320" imgH="431640" progId="Equation.DSMT4">
                  <p:embed/>
                </p:oleObj>
              </mc:Choice>
              <mc:Fallback>
                <p:oleObj name="Equation" r:id="rId10" imgW="787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1148" y="2976512"/>
                        <a:ext cx="20034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841575"/>
              </p:ext>
            </p:extLst>
          </p:nvPr>
        </p:nvGraphicFramePr>
        <p:xfrm>
          <a:off x="1544472" y="2599640"/>
          <a:ext cx="1777499" cy="456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520" imgH="203040" progId="Equation.DSMT4">
                  <p:embed/>
                </p:oleObj>
              </mc:Choice>
              <mc:Fallback>
                <p:oleObj name="Equation" r:id="rId12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472" y="2599640"/>
                        <a:ext cx="1777499" cy="456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09290"/>
              </p:ext>
            </p:extLst>
          </p:nvPr>
        </p:nvGraphicFramePr>
        <p:xfrm>
          <a:off x="5041345" y="1989621"/>
          <a:ext cx="1685154" cy="47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03040" progId="Equation.DSMT4">
                  <p:embed/>
                </p:oleObj>
              </mc:Choice>
              <mc:Fallback>
                <p:oleObj name="Equation" r:id="rId14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345" y="1989621"/>
                        <a:ext cx="1685154" cy="47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75723"/>
              </p:ext>
            </p:extLst>
          </p:nvPr>
        </p:nvGraphicFramePr>
        <p:xfrm>
          <a:off x="7176120" y="3249277"/>
          <a:ext cx="1919287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63280" imgH="203040" progId="Equation.DSMT4">
                  <p:embed/>
                </p:oleObj>
              </mc:Choice>
              <mc:Fallback>
                <p:oleObj name="Equation" r:id="rId16" imgW="863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3249277"/>
                        <a:ext cx="1919287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157731"/>
              </p:ext>
            </p:extLst>
          </p:nvPr>
        </p:nvGraphicFramePr>
        <p:xfrm>
          <a:off x="3593180" y="4488500"/>
          <a:ext cx="21590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63280" imgH="406080" progId="Equation.DSMT4">
                  <p:embed/>
                </p:oleObj>
              </mc:Choice>
              <mc:Fallback>
                <p:oleObj name="Equation" r:id="rId18" imgW="863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3180" y="4488500"/>
                        <a:ext cx="215900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146820"/>
              </p:ext>
            </p:extLst>
          </p:nvPr>
        </p:nvGraphicFramePr>
        <p:xfrm>
          <a:off x="2135497" y="1981078"/>
          <a:ext cx="2958008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58640" imgH="215640" progId="Equation.DSMT4">
                  <p:embed/>
                </p:oleObj>
              </mc:Choice>
              <mc:Fallback>
                <p:oleObj name="Equation" r:id="rId20" imgW="1358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497" y="1981078"/>
                        <a:ext cx="2958008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2" name="Text Box 14"/>
          <p:cNvSpPr txBox="1">
            <a:spLocks noChangeArrowheads="1"/>
          </p:cNvSpPr>
          <p:nvPr/>
        </p:nvSpPr>
        <p:spPr bwMode="auto">
          <a:xfrm>
            <a:off x="3931873" y="3237438"/>
            <a:ext cx="2035571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一阶线性方程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327562" y="1309782"/>
            <a:ext cx="2861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(2007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年考研高数二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002126"/>
              </p:ext>
            </p:extLst>
          </p:nvPr>
        </p:nvGraphicFramePr>
        <p:xfrm>
          <a:off x="6154918" y="3294272"/>
          <a:ext cx="1021202" cy="43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07960" imgH="203040" progId="Equation.DSMT4">
                  <p:embed/>
                </p:oleObj>
              </mc:Choice>
              <mc:Fallback>
                <p:oleObj name="Equation" r:id="rId22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918" y="3294272"/>
                        <a:ext cx="1021202" cy="436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411194"/>
              </p:ext>
            </p:extLst>
          </p:nvPr>
        </p:nvGraphicFramePr>
        <p:xfrm>
          <a:off x="1564012" y="4113754"/>
          <a:ext cx="2771591" cy="512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68200" imgH="215640" progId="Equation.DSMT4">
                  <p:embed/>
                </p:oleObj>
              </mc:Choice>
              <mc:Fallback>
                <p:oleObj name="Equation" r:id="rId24" imgW="1168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64012" y="4113754"/>
                        <a:ext cx="2771591" cy="512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175030"/>
              </p:ext>
            </p:extLst>
          </p:nvPr>
        </p:nvGraphicFramePr>
        <p:xfrm>
          <a:off x="4318363" y="4057731"/>
          <a:ext cx="1262590" cy="568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07960" imgH="228600" progId="Equation.DSMT4">
                  <p:embed/>
                </p:oleObj>
              </mc:Choice>
              <mc:Fallback>
                <p:oleObj name="Equation" r:id="rId26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318363" y="4057731"/>
                        <a:ext cx="1262590" cy="568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558626" y="4048629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于是有，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412094"/>
              </p:ext>
            </p:extLst>
          </p:nvPr>
        </p:nvGraphicFramePr>
        <p:xfrm>
          <a:off x="7015522" y="4016299"/>
          <a:ext cx="1345015" cy="55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583920" imgH="241200" progId="Equation.DSMT4">
                  <p:embed/>
                </p:oleObj>
              </mc:Choice>
              <mc:Fallback>
                <p:oleObj name="Equation" r:id="rId28" imgW="5839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015522" y="4016299"/>
                        <a:ext cx="1345015" cy="555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544472" y="4747634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两边积分得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813807"/>
              </p:ext>
            </p:extLst>
          </p:nvPr>
        </p:nvGraphicFramePr>
        <p:xfrm>
          <a:off x="8135763" y="4479523"/>
          <a:ext cx="1519705" cy="953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47640" imgH="406080" progId="Equation.DSMT4">
                  <p:embed/>
                </p:oleObj>
              </mc:Choice>
              <mc:Fallback>
                <p:oleObj name="Equation" r:id="rId30" imgW="647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135763" y="4479523"/>
                        <a:ext cx="1519705" cy="953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216798"/>
              </p:ext>
            </p:extLst>
          </p:nvPr>
        </p:nvGraphicFramePr>
        <p:xfrm>
          <a:off x="5829661" y="4720784"/>
          <a:ext cx="2306102" cy="50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90360" imgH="215640" progId="Equation.DSMT4">
                  <p:embed/>
                </p:oleObj>
              </mc:Choice>
              <mc:Fallback>
                <p:oleObj name="Equation" r:id="rId32" imgW="990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829661" y="4720784"/>
                        <a:ext cx="2306102" cy="502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210826"/>
              </p:ext>
            </p:extLst>
          </p:nvPr>
        </p:nvGraphicFramePr>
        <p:xfrm>
          <a:off x="2259680" y="5278968"/>
          <a:ext cx="266700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066680" imgH="406080" progId="Equation.DSMT4">
                  <p:embed/>
                </p:oleObj>
              </mc:Choice>
              <mc:Fallback>
                <p:oleObj name="Equation" r:id="rId34" imgW="1066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680" y="5278968"/>
                        <a:ext cx="266700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6230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 autoUpdateAnimBg="0"/>
      <p:bldP spid="68622" grpId="0" animBg="1"/>
      <p:bldP spid="15" grpId="0"/>
      <p:bldP spid="4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424734"/>
              </p:ext>
            </p:extLst>
          </p:nvPr>
        </p:nvGraphicFramePr>
        <p:xfrm>
          <a:off x="1904517" y="841981"/>
          <a:ext cx="2719913" cy="52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1120" imgH="203040" progId="Equation.DSMT4">
                  <p:embed/>
                </p:oleObj>
              </mc:Choice>
              <mc:Fallback>
                <p:oleObj name="Equation" r:id="rId2" imgW="1041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517" y="841981"/>
                        <a:ext cx="2719913" cy="5232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4"/>
          <p:cNvSpPr>
            <a:spLocks noChangeArrowheads="1"/>
          </p:cNvSpPr>
          <p:nvPr/>
        </p:nvSpPr>
        <p:spPr bwMode="auto">
          <a:xfrm>
            <a:off x="4624430" y="820671"/>
            <a:ext cx="24149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型的微分方程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66"/>
          <p:cNvSpPr>
            <a:spLocks noChangeArrowheads="1"/>
          </p:cNvSpPr>
          <p:nvPr/>
        </p:nvSpPr>
        <p:spPr bwMode="auto">
          <a:xfrm>
            <a:off x="1785435" y="1310799"/>
            <a:ext cx="56779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方程的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特点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：右端不显含自变量</a:t>
            </a:r>
            <a:r>
              <a:rPr kumimoji="0" lang="en-US" altLang="zh-CN" sz="28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zh-CN" altLang="zh-CN" sz="2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338339"/>
              </p:ext>
            </p:extLst>
          </p:nvPr>
        </p:nvGraphicFramePr>
        <p:xfrm>
          <a:off x="3952190" y="1891597"/>
          <a:ext cx="4630421" cy="52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215640" progId="Equation.DSMT4">
                  <p:embed/>
                </p:oleObj>
              </mc:Choice>
              <mc:Fallback>
                <p:oleObj name="Equation" r:id="rId4" imgW="1879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190" y="1891597"/>
                        <a:ext cx="4630421" cy="523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713961"/>
              </p:ext>
            </p:extLst>
          </p:nvPr>
        </p:nvGraphicFramePr>
        <p:xfrm>
          <a:off x="2937717" y="2386529"/>
          <a:ext cx="4043589" cy="1000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431640" progId="Equation.DSMT4">
                  <p:embed/>
                </p:oleObj>
              </mc:Choice>
              <mc:Fallback>
                <p:oleObj name="Equation" r:id="rId6" imgW="1752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7717" y="2386529"/>
                        <a:ext cx="4043589" cy="10008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237655"/>
              </p:ext>
            </p:extLst>
          </p:nvPr>
        </p:nvGraphicFramePr>
        <p:xfrm>
          <a:off x="2976236" y="3338218"/>
          <a:ext cx="41179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6160" imgH="215640" progId="Equation.DSMT4">
                  <p:embed/>
                </p:oleObj>
              </mc:Choice>
              <mc:Fallback>
                <p:oleObj name="Equation" r:id="rId8" imgW="1676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236" y="3338218"/>
                        <a:ext cx="4117975" cy="527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924271"/>
              </p:ext>
            </p:extLst>
          </p:nvPr>
        </p:nvGraphicFramePr>
        <p:xfrm>
          <a:off x="3264473" y="3736269"/>
          <a:ext cx="2320199" cy="1003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2960" imgH="431640" progId="Equation.DSMT4">
                  <p:embed/>
                </p:oleObj>
              </mc:Choice>
              <mc:Fallback>
                <p:oleObj name="Equation" r:id="rId10" imgW="1002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4473" y="3736269"/>
                        <a:ext cx="2320199" cy="10038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775766" y="327403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904517" y="260785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773207"/>
              </p:ext>
            </p:extLst>
          </p:nvPr>
        </p:nvGraphicFramePr>
        <p:xfrm>
          <a:off x="1785435" y="4652844"/>
          <a:ext cx="5482367" cy="527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09680" imgH="215640" progId="Equation.DSMT4">
                  <p:embed/>
                </p:oleObj>
              </mc:Choice>
              <mc:Fallback>
                <p:oleObj name="Equation" r:id="rId12" imgW="2209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435" y="4652844"/>
                        <a:ext cx="5482367" cy="5276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936942"/>
              </p:ext>
            </p:extLst>
          </p:nvPr>
        </p:nvGraphicFramePr>
        <p:xfrm>
          <a:off x="1825011" y="5246684"/>
          <a:ext cx="21717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88840" imgH="228600" progId="Equation.DSMT4">
                  <p:embed/>
                </p:oleObj>
              </mc:Choice>
              <mc:Fallback>
                <p:oleObj name="Equation" r:id="rId14" imgW="888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011" y="5246684"/>
                        <a:ext cx="2171700" cy="561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775766" y="1889665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方程的</a:t>
            </a:r>
            <a:r>
              <a:rPr lang="zh-CN" altLang="zh-CN" sz="2800" b="1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解法</a:t>
            </a:r>
            <a:r>
              <a:rPr lang="zh-CN" altLang="zh-CN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267802" y="4611412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如能求出其解</a:t>
            </a:r>
            <a:endParaRPr lang="zh-CN" altLang="en-US" dirty="0"/>
          </a:p>
        </p:txBody>
      </p:sp>
      <p:grpSp>
        <p:nvGrpSpPr>
          <p:cNvPr id="18" name="组合 17"/>
          <p:cNvGrpSpPr/>
          <p:nvPr/>
        </p:nvGrpSpPr>
        <p:grpSpPr>
          <a:xfrm>
            <a:off x="3996711" y="5061163"/>
            <a:ext cx="6158300" cy="905731"/>
            <a:chOff x="4645700" y="5470095"/>
            <a:chExt cx="6158300" cy="905731"/>
          </a:xfrm>
        </p:grpSpPr>
        <p:graphicFrame>
          <p:nvGraphicFramePr>
            <p:cNvPr id="23" name="对象 22"/>
            <p:cNvGraphicFramePr>
              <a:graphicFrameLocks noChangeAspect="1"/>
            </p:cNvGraphicFramePr>
            <p:nvPr/>
          </p:nvGraphicFramePr>
          <p:xfrm>
            <a:off x="5833858" y="5470095"/>
            <a:ext cx="2006053" cy="905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901440" imgH="406080" progId="Equation.DSMT4">
                    <p:embed/>
                  </p:oleObj>
                </mc:Choice>
                <mc:Fallback>
                  <p:oleObj name="Equation" r:id="rId16" imgW="9014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3858" y="5470095"/>
                          <a:ext cx="2006053" cy="90573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91"/>
            <p:cNvSpPr>
              <a:spLocks noChangeArrowheads="1"/>
            </p:cNvSpPr>
            <p:nvPr/>
          </p:nvSpPr>
          <p:spPr bwMode="auto">
            <a:xfrm>
              <a:off x="7111566" y="5622770"/>
              <a:ext cx="369243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573088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求出原方程的解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645700" y="5685331"/>
              <a:ext cx="1266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rgbClr val="000000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则可由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7988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19" grpId="0"/>
      <p:bldP spid="6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3" name="Text Box 3"/>
          <p:cNvSpPr txBox="1">
            <a:spLocks noChangeArrowheads="1"/>
          </p:cNvSpPr>
          <p:nvPr/>
        </p:nvSpPr>
        <p:spPr bwMode="auto">
          <a:xfrm>
            <a:off x="2041525" y="1673390"/>
            <a:ext cx="7620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zh-CN" altLang="en-US" sz="28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25284" name="Object 4"/>
          <p:cNvGraphicFramePr>
            <a:graphicFrameLocks noChangeAspect="1"/>
          </p:cNvGraphicFramePr>
          <p:nvPr/>
        </p:nvGraphicFramePr>
        <p:xfrm>
          <a:off x="4902200" y="1459563"/>
          <a:ext cx="2176236" cy="101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27000" imgH="431640" progId="Equation.DSMT4">
                  <p:embed/>
                </p:oleObj>
              </mc:Choice>
              <mc:Fallback>
                <p:oleObj name="Equation" r:id="rId3" imgW="927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1459563"/>
                        <a:ext cx="2176236" cy="1015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2803525" y="1673617"/>
          <a:ext cx="1939562" cy="526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80" imgH="215640" progId="Equation.DSMT4">
                  <p:embed/>
                </p:oleObj>
              </mc:Choice>
              <mc:Fallback>
                <p:oleObj name="Equation" r:id="rId5" imgW="863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1673617"/>
                        <a:ext cx="1939562" cy="526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6" name="Text Box 6"/>
          <p:cNvSpPr txBox="1">
            <a:spLocks noChangeArrowheads="1"/>
          </p:cNvSpPr>
          <p:nvPr/>
        </p:nvSpPr>
        <p:spPr bwMode="auto">
          <a:xfrm>
            <a:off x="2093139" y="2619206"/>
            <a:ext cx="3505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代入原方程得 </a:t>
            </a:r>
          </a:p>
        </p:txBody>
      </p:sp>
      <p:graphicFrame>
        <p:nvGraphicFramePr>
          <p:cNvPr id="225287" name="Object 7"/>
          <p:cNvGraphicFramePr>
            <a:graphicFrameLocks noChangeAspect="1"/>
          </p:cNvGraphicFramePr>
          <p:nvPr/>
        </p:nvGraphicFramePr>
        <p:xfrm>
          <a:off x="4525736" y="2439654"/>
          <a:ext cx="2552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552700" imgH="914400" progId="Equation.3">
                  <p:embed/>
                </p:oleObj>
              </mc:Choice>
              <mc:Fallback>
                <p:oleObj name="公式" r:id="rId7" imgW="25527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736" y="2439654"/>
                        <a:ext cx="2552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8" name="Object 8"/>
          <p:cNvGraphicFramePr>
            <a:graphicFrameLocks noChangeAspect="1"/>
          </p:cNvGraphicFramePr>
          <p:nvPr/>
        </p:nvGraphicFramePr>
        <p:xfrm>
          <a:off x="7237548" y="2467805"/>
          <a:ext cx="3131159" cy="95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997200" imgH="914400" progId="Equation.3">
                  <p:embed/>
                </p:oleObj>
              </mc:Choice>
              <mc:Fallback>
                <p:oleObj name="公式" r:id="rId9" imgW="29972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548" y="2467805"/>
                        <a:ext cx="3131159" cy="954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9" name="Object 9"/>
          <p:cNvGraphicFramePr>
            <a:graphicFrameLocks noChangeAspect="1"/>
          </p:cNvGraphicFramePr>
          <p:nvPr/>
        </p:nvGraphicFramePr>
        <p:xfrm>
          <a:off x="2219718" y="3462477"/>
          <a:ext cx="2523369" cy="936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463800" imgH="914400" progId="Equation.3">
                  <p:embed/>
                </p:oleObj>
              </mc:Choice>
              <mc:Fallback>
                <p:oleObj name="公式" r:id="rId11" imgW="246380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718" y="3462477"/>
                        <a:ext cx="2523369" cy="9365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0" name="Object 10"/>
          <p:cNvGraphicFramePr>
            <a:graphicFrameLocks noChangeAspect="1"/>
          </p:cNvGraphicFramePr>
          <p:nvPr/>
        </p:nvGraphicFramePr>
        <p:xfrm>
          <a:off x="4902200" y="3706804"/>
          <a:ext cx="2373649" cy="464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197100" imgH="431800" progId="Equation.3">
                  <p:embed/>
                </p:oleObj>
              </mc:Choice>
              <mc:Fallback>
                <p:oleObj name="公式" r:id="rId13" imgW="2197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0" y="3706804"/>
                        <a:ext cx="2373649" cy="464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620902"/>
              </p:ext>
            </p:extLst>
          </p:nvPr>
        </p:nvGraphicFramePr>
        <p:xfrm>
          <a:off x="4348056" y="4344814"/>
          <a:ext cx="18161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816100" imgH="482600" progId="Equation.3">
                  <p:embed/>
                </p:oleObj>
              </mc:Choice>
              <mc:Fallback>
                <p:oleObj name="公式" r:id="rId15" imgW="1816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056" y="4344814"/>
                        <a:ext cx="18161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92" name="Text Box 12" descr="纸莎草纸"/>
          <p:cNvSpPr txBox="1">
            <a:spLocks noChangeArrowheads="1"/>
          </p:cNvSpPr>
          <p:nvPr/>
        </p:nvSpPr>
        <p:spPr bwMode="auto">
          <a:xfrm>
            <a:off x="2093139" y="4420338"/>
            <a:ext cx="25908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原方程通解为</a:t>
            </a:r>
            <a:endParaRPr kumimoji="1" lang="zh-CN" altLang="en-US" sz="40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25293" name="Object 13"/>
          <p:cNvGraphicFramePr>
            <a:graphicFrameLocks noChangeAspect="1"/>
          </p:cNvGraphicFramePr>
          <p:nvPr/>
        </p:nvGraphicFramePr>
        <p:xfrm>
          <a:off x="7585225" y="3501204"/>
          <a:ext cx="1863575" cy="897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739900" imgH="838200" progId="Equation.3">
                  <p:embed/>
                </p:oleObj>
              </mc:Choice>
              <mc:Fallback>
                <p:oleObj name="公式" r:id="rId17" imgW="1739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5225" y="3501204"/>
                        <a:ext cx="1863575" cy="897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6" name="Group 17"/>
          <p:cNvGrpSpPr>
            <a:grpSpLocks/>
          </p:cNvGrpSpPr>
          <p:nvPr/>
        </p:nvGrpSpPr>
        <p:grpSpPr bwMode="auto">
          <a:xfrm>
            <a:off x="2188986" y="735367"/>
            <a:ext cx="5396238" cy="557213"/>
            <a:chOff x="279" y="779"/>
            <a:chExt cx="3889" cy="351"/>
          </a:xfrm>
        </p:grpSpPr>
        <p:sp>
          <p:nvSpPr>
            <p:cNvPr id="5137" name="Text Box 14"/>
            <p:cNvSpPr txBox="1">
              <a:spLocks noChangeArrowheads="1"/>
            </p:cNvSpPr>
            <p:nvPr/>
          </p:nvSpPr>
          <p:spPr bwMode="auto">
            <a:xfrm>
              <a:off x="279" y="803"/>
              <a:ext cx="67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7</a:t>
              </a:r>
            </a:p>
          </p:txBody>
        </p:sp>
        <p:graphicFrame>
          <p:nvGraphicFramePr>
            <p:cNvPr id="5132" name="Object 15"/>
            <p:cNvGraphicFramePr>
              <a:graphicFrameLocks noChangeAspect="1"/>
            </p:cNvGraphicFramePr>
            <p:nvPr/>
          </p:nvGraphicFramePr>
          <p:xfrm>
            <a:off x="1036" y="779"/>
            <a:ext cx="3132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765080" imgH="228600" progId="Equation.DSMT4">
                    <p:embed/>
                  </p:oleObj>
                </mc:Choice>
                <mc:Fallback>
                  <p:oleObj name="Equation" r:id="rId19" imgW="1765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6" y="779"/>
                          <a:ext cx="3132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2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465655"/>
              </p:ext>
            </p:extLst>
          </p:nvPr>
        </p:nvGraphicFramePr>
        <p:xfrm>
          <a:off x="2273300" y="5022850"/>
          <a:ext cx="2252436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76240" imgH="215640" progId="Equation.DSMT4">
                  <p:embed/>
                </p:oleObj>
              </mc:Choice>
              <mc:Fallback>
                <p:oleObj name="Equation" r:id="rId21" imgW="87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5022850"/>
                        <a:ext cx="2252436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376305"/>
              </p:ext>
            </p:extLst>
          </p:nvPr>
        </p:nvGraphicFramePr>
        <p:xfrm>
          <a:off x="4578860" y="5012829"/>
          <a:ext cx="1666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83920" imgH="215640" progId="Equation.DSMT4">
                  <p:embed/>
                </p:oleObj>
              </mc:Choice>
              <mc:Fallback>
                <p:oleObj name="Equation" r:id="rId23" imgW="583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860" y="5012829"/>
                        <a:ext cx="16668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410356"/>
              </p:ext>
            </p:extLst>
          </p:nvPr>
        </p:nvGraphicFramePr>
        <p:xfrm>
          <a:off x="6097326" y="5005269"/>
          <a:ext cx="5018979" cy="53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993680" imgH="241200" progId="Equation.DSMT4">
                  <p:embed/>
                </p:oleObj>
              </mc:Choice>
              <mc:Fallback>
                <p:oleObj name="Equation" r:id="rId25" imgW="1993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7326" y="5005269"/>
                        <a:ext cx="5018979" cy="535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70936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22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75"/>
                                        <p:tgtEl>
                                          <p:spTgt spid="22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5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0" autoUpdateAnimBg="0"/>
      <p:bldP spid="225286" grpId="0" autoUpdateAnimBg="0"/>
      <p:bldP spid="22529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67202" y="593652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01034" y="593652"/>
          <a:ext cx="4960955" cy="520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57400" imgH="215640" progId="Equation.DSMT4">
                  <p:embed/>
                </p:oleObj>
              </mc:Choice>
              <mc:Fallback>
                <p:oleObj name="Equation" r:id="rId2" imgW="2057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01034" y="593652"/>
                        <a:ext cx="4960955" cy="520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757035" y="593652"/>
          <a:ext cx="3531756" cy="526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215640" progId="Equation.DSMT4">
                  <p:embed/>
                </p:oleObj>
              </mc:Choice>
              <mc:Fallback>
                <p:oleObj name="Equation" r:id="rId4" imgW="1447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57035" y="593652"/>
                        <a:ext cx="3531756" cy="526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288791" y="591959"/>
          <a:ext cx="92392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80" imgH="215640" progId="Equation.DSMT4">
                  <p:embed/>
                </p:oleObj>
              </mc:Choice>
              <mc:Fallback>
                <p:oleObj name="Equation" r:id="rId6" imgW="380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88791" y="591959"/>
                        <a:ext cx="923925" cy="52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018629" y="1179057"/>
          <a:ext cx="101219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16320" imgH="215640" progId="Equation.DSMT4">
                  <p:embed/>
                </p:oleObj>
              </mc:Choice>
              <mc:Fallback>
                <p:oleObj name="Equation" r:id="rId8" imgW="4216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18629" y="1179057"/>
                        <a:ext cx="101219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057104" y="1767465"/>
          <a:ext cx="54848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22280" imgH="215640" progId="Equation.DSMT4">
                  <p:embed/>
                </p:oleObj>
              </mc:Choice>
              <mc:Fallback>
                <p:oleObj name="Equation" r:id="rId10" imgW="2222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57104" y="1767465"/>
                        <a:ext cx="5484813" cy="531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541917" y="1767465"/>
          <a:ext cx="45986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66600" imgH="215640" progId="Equation.DSMT4">
                  <p:embed/>
                </p:oleObj>
              </mc:Choice>
              <mc:Fallback>
                <p:oleObj name="Equation" r:id="rId12" imgW="1866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41917" y="1767465"/>
                        <a:ext cx="4598612" cy="531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109116" y="2299277"/>
          <a:ext cx="100314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12920" imgH="215640" progId="Equation.DSMT4">
                  <p:embed/>
                </p:oleObj>
              </mc:Choice>
              <mc:Fallback>
                <p:oleObj name="Equation" r:id="rId14" imgW="4012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09116" y="2299277"/>
                        <a:ext cx="10031413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109117" y="2839027"/>
          <a:ext cx="3268919" cy="502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20480" imgH="203040" progId="Equation.DSMT4">
                  <p:embed/>
                </p:oleObj>
              </mc:Choice>
              <mc:Fallback>
                <p:oleObj name="Equation" r:id="rId16" imgW="1320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09117" y="2839027"/>
                        <a:ext cx="3268919" cy="502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67450" y="331735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388641" y="2695852"/>
            <a:ext cx="2552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(2020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考研高数二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510941" y="3350356"/>
          <a:ext cx="8345038" cy="531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90840" imgH="215640" progId="Equation.DSMT4">
                  <p:embed/>
                </p:oleObj>
              </mc:Choice>
              <mc:Fallback>
                <p:oleObj name="Equation" r:id="rId18" imgW="3390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10941" y="3350356"/>
                        <a:ext cx="8345038" cy="531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109116" y="3704389"/>
          <a:ext cx="4299528" cy="1074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26920" imgH="431640" progId="Equation.DSMT4">
                  <p:embed/>
                </p:oleObj>
              </mc:Choice>
              <mc:Fallback>
                <p:oleObj name="Equation" r:id="rId20" imgW="1726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09116" y="3704389"/>
                        <a:ext cx="4299528" cy="1074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5408644" y="393929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624660" y="4536192"/>
          <a:ext cx="7231319" cy="1211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958840" imgH="495000" progId="Equation.DSMT4">
                  <p:embed/>
                </p:oleObj>
              </mc:Choice>
              <mc:Fallback>
                <p:oleObj name="Equation" r:id="rId22" imgW="295884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624660" y="4536192"/>
                        <a:ext cx="7231319" cy="1211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057104" y="5820934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由题意得：</a:t>
            </a: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768430" y="5578513"/>
          <a:ext cx="377348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63560" imgH="444240" progId="Equation.DSMT4">
                  <p:embed/>
                </p:oleObj>
              </mc:Choice>
              <mc:Fallback>
                <p:oleObj name="Equation" r:id="rId24" imgW="1663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768430" y="5578513"/>
                        <a:ext cx="3773487" cy="1008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015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28074" y="638439"/>
          <a:ext cx="6096000" cy="516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52400" imgH="215640" progId="Equation.DSMT4">
                  <p:embed/>
                </p:oleObj>
              </mc:Choice>
              <mc:Fallback>
                <p:oleObj name="Equation" r:id="rId2" imgW="2552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8074" y="638439"/>
                        <a:ext cx="6096000" cy="516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822515" y="242614"/>
          <a:ext cx="3213677" cy="1092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444240" progId="Equation.DSMT4">
                  <p:embed/>
                </p:oleObj>
              </mc:Choice>
              <mc:Fallback>
                <p:oleObj name="Equation" r:id="rId4" imgW="13078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22515" y="242614"/>
                        <a:ext cx="3213677" cy="10920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8074" y="1199539"/>
          <a:ext cx="3438992" cy="517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4960" imgH="215640" progId="Equation.DSMT4">
                  <p:embed/>
                </p:oleObj>
              </mc:Choice>
              <mc:Fallback>
                <p:oleObj name="Equation" r:id="rId6" imgW="1434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8074" y="1199539"/>
                        <a:ext cx="3438992" cy="517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174467" y="1213499"/>
          <a:ext cx="370681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720" imgH="203040" progId="Equation.DSMT4">
                  <p:embed/>
                </p:oleObj>
              </mc:Choice>
              <mc:Fallback>
                <p:oleObj name="Equation" r:id="rId8" imgW="1485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74467" y="1213499"/>
                        <a:ext cx="3706813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61807" y="1545360"/>
          <a:ext cx="4001663" cy="962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88760" imgH="406080" progId="Equation.DSMT4">
                  <p:embed/>
                </p:oleObj>
              </mc:Choice>
              <mc:Fallback>
                <p:oleObj name="Equation" r:id="rId10" imgW="1688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61807" y="1545360"/>
                        <a:ext cx="4001663" cy="962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863470" y="1819697"/>
          <a:ext cx="2341620" cy="510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215640" progId="Equation.DSMT4">
                  <p:embed/>
                </p:oleObj>
              </mc:Choice>
              <mc:Fallback>
                <p:oleObj name="Equation" r:id="rId12" imgW="990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63470" y="1819697"/>
                        <a:ext cx="2341620" cy="5103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28074" y="2176504"/>
          <a:ext cx="7342909" cy="1027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85920" imgH="431640" progId="Equation.DSMT4">
                  <p:embed/>
                </p:oleObj>
              </mc:Choice>
              <mc:Fallback>
                <p:oleObj name="Equation" r:id="rId14" imgW="3085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8074" y="2176504"/>
                        <a:ext cx="7342909" cy="10274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54390" y="3097400"/>
          <a:ext cx="3168398" cy="1025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33440" imgH="431640" progId="Equation.DSMT4">
                  <p:embed/>
                </p:oleObj>
              </mc:Choice>
              <mc:Fallback>
                <p:oleObj name="Equation" r:id="rId16" imgW="1333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54390" y="3097400"/>
                        <a:ext cx="3168398" cy="10259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879758" y="3105685"/>
          <a:ext cx="4492625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15840" imgH="431640" progId="Equation.DSMT4">
                  <p:embed/>
                </p:oleObj>
              </mc:Choice>
              <mc:Fallback>
                <p:oleObj name="Equation" r:id="rId18" imgW="1815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79758" y="3105685"/>
                        <a:ext cx="4492625" cy="1068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401878" y="3251565"/>
          <a:ext cx="2930962" cy="669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68200" imgH="266400" progId="Equation.DSMT4">
                  <p:embed/>
                </p:oleObj>
              </mc:Choice>
              <mc:Fallback>
                <p:oleObj name="Equation" r:id="rId20" imgW="1168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401878" y="3251565"/>
                        <a:ext cx="2930962" cy="669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22148" y="4075073"/>
          <a:ext cx="2434784" cy="623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41120" imgH="266400" progId="Equation.DSMT4">
                  <p:embed/>
                </p:oleObj>
              </mc:Choice>
              <mc:Fallback>
                <p:oleObj name="Equation" r:id="rId22" imgW="10411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22148" y="4075073"/>
                        <a:ext cx="2434784" cy="623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421156" y="4075073"/>
          <a:ext cx="4942226" cy="71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19240" imgH="291960" progId="Equation.DSMT4">
                  <p:embed/>
                </p:oleObj>
              </mc:Choice>
              <mc:Fallback>
                <p:oleObj name="Equation" r:id="rId24" imgW="20192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421156" y="4075073"/>
                        <a:ext cx="4942226" cy="714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28074" y="4835664"/>
          <a:ext cx="3441051" cy="645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422360" imgH="266400" progId="Equation.DSMT4">
                  <p:embed/>
                </p:oleObj>
              </mc:Choice>
              <mc:Fallback>
                <p:oleObj name="Equation" r:id="rId26" imgW="14223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28074" y="4835664"/>
                        <a:ext cx="3441051" cy="6451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44048" y="4632492"/>
          <a:ext cx="354965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60160" imgH="469800" progId="Equation.DSMT4">
                  <p:embed/>
                </p:oleObj>
              </mc:Choice>
              <mc:Fallback>
                <p:oleObj name="Equation" r:id="rId28" imgW="14601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244048" y="4632492"/>
                        <a:ext cx="3549650" cy="1141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793698" y="4988180"/>
          <a:ext cx="3612538" cy="52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498320" imgH="215640" progId="Equation.DSMT4">
                  <p:embed/>
                </p:oleObj>
              </mc:Choice>
              <mc:Fallback>
                <p:oleObj name="Equation" r:id="rId30" imgW="1498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793698" y="4988180"/>
                        <a:ext cx="3612538" cy="52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54390" y="5771049"/>
          <a:ext cx="1782762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749160" imgH="228600" progId="Equation.DSMT4">
                  <p:embed/>
                </p:oleObj>
              </mc:Choice>
              <mc:Fallback>
                <p:oleObj name="Equation" r:id="rId32" imgW="749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54390" y="5771049"/>
                        <a:ext cx="1782762" cy="54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591524" y="5773905"/>
          <a:ext cx="4543892" cy="541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917360" imgH="228600" progId="Equation.DSMT4">
                  <p:embed/>
                </p:oleObj>
              </mc:Choice>
              <mc:Fallback>
                <p:oleObj name="Equation" r:id="rId34" imgW="1917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591524" y="5773905"/>
                        <a:ext cx="4543892" cy="541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574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2279651" y="1196975"/>
            <a:ext cx="1439863" cy="647700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</a:p>
        </p:txBody>
      </p:sp>
      <p:graphicFrame>
        <p:nvGraphicFramePr>
          <p:cNvPr id="192522" name="Object 10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782888" y="3722688"/>
          <a:ext cx="2808015" cy="542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440" imgH="215640" progId="Equation.DSMT4">
                  <p:embed/>
                </p:oleObj>
              </mc:Choice>
              <mc:Fallback>
                <p:oleObj name="Equation" r:id="rId3" imgW="1117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722688"/>
                        <a:ext cx="2808015" cy="542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4" name="Object 1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852739" y="2444751"/>
          <a:ext cx="2842668" cy="503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8960" imgH="215640" progId="Equation.DSMT4">
                  <p:embed/>
                </p:oleObj>
              </mc:Choice>
              <mc:Fallback>
                <p:oleObj name="Equation" r:id="rId5" imgW="1218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9" y="2444751"/>
                        <a:ext cx="2842668" cy="503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6" name="Object 1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959600" y="3154363"/>
          <a:ext cx="21605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203040" progId="Equation.DSMT4">
                  <p:embed/>
                </p:oleObj>
              </mc:Choice>
              <mc:Fallback>
                <p:oleObj name="Equation" r:id="rId7" imgW="863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3154363"/>
                        <a:ext cx="21605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5" name="Text Box 3"/>
          <p:cNvSpPr txBox="1">
            <a:spLocks noChangeArrowheads="1"/>
          </p:cNvSpPr>
          <p:nvPr/>
        </p:nvSpPr>
        <p:spPr bwMode="auto">
          <a:xfrm>
            <a:off x="2351089" y="1844676"/>
            <a:ext cx="589597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1.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可降阶的高阶微分方程</a:t>
            </a:r>
          </a:p>
        </p:txBody>
      </p:sp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2351089" y="3141664"/>
            <a:ext cx="5976937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2.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不显含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的二阶微分方程</a:t>
            </a:r>
          </a:p>
        </p:txBody>
      </p:sp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2424113" y="4437064"/>
            <a:ext cx="424815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3.</a:t>
            </a:r>
            <a:r>
              <a:rPr kumimoji="1" lang="zh-CN" altLang="en-US" sz="2800" b="1" dirty="0"/>
              <a:t>不显含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CN" altLang="en-US" sz="2800" b="1" dirty="0"/>
              <a:t>的二阶微分方程</a:t>
            </a:r>
          </a:p>
        </p:txBody>
      </p:sp>
      <p:graphicFrame>
        <p:nvGraphicFramePr>
          <p:cNvPr id="192518" name="Object 6"/>
          <p:cNvGraphicFramePr>
            <a:graphicFrameLocks noChangeAspect="1"/>
          </p:cNvGraphicFramePr>
          <p:nvPr/>
        </p:nvGraphicFramePr>
        <p:xfrm>
          <a:off x="6856413" y="1773238"/>
          <a:ext cx="1951037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1760" imgH="228600" progId="Equation.DSMT4">
                  <p:embed/>
                </p:oleObj>
              </mc:Choice>
              <mc:Fallback>
                <p:oleObj name="Equation" r:id="rId9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3" y="1773238"/>
                        <a:ext cx="1951037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32" name="Object 20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493375087"/>
              </p:ext>
            </p:extLst>
          </p:nvPr>
        </p:nvGraphicFramePr>
        <p:xfrm>
          <a:off x="6959600" y="4378325"/>
          <a:ext cx="2304752" cy="541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63280" imgH="203040" progId="Equation.DSMT4">
                  <p:embed/>
                </p:oleObj>
              </mc:Choice>
              <mc:Fallback>
                <p:oleObj name="Equation" r:id="rId11" imgW="863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4378325"/>
                        <a:ext cx="2304752" cy="541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34" name="Object 22"/>
          <p:cNvGraphicFramePr>
            <a:graphicFrameLocks noChangeAspect="1"/>
          </p:cNvGraphicFramePr>
          <p:nvPr/>
        </p:nvGraphicFramePr>
        <p:xfrm>
          <a:off x="2687639" y="4969466"/>
          <a:ext cx="6151562" cy="106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31840" imgH="444240" progId="Equation.DSMT4">
                  <p:embed/>
                </p:oleObj>
              </mc:Choice>
              <mc:Fallback>
                <p:oleObj name="Equation" r:id="rId13" imgW="2031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9" y="4969466"/>
                        <a:ext cx="6151562" cy="106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147909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9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19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19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19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autoUpdateAnimBg="0"/>
      <p:bldP spid="192516" grpId="0" autoUpdateAnimBg="0"/>
      <p:bldP spid="1925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2640013" y="1341439"/>
            <a:ext cx="1600200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3600" b="1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思考题</a:t>
            </a:r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2711450" y="2349501"/>
            <a:ext cx="74676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zh-CN" altLang="en-US" sz="2800" b="1">
                <a:latin typeface="Times New Roman" panose="02020603050405020304" pitchFamily="18" charset="0"/>
              </a:rPr>
              <a:t>求微分方程                        的通解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1524001" y="3015022"/>
            <a:ext cx="1847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10242" name="Object 5"/>
          <p:cNvGraphicFramePr>
            <a:graphicFrameLocks noChangeAspect="1"/>
          </p:cNvGraphicFramePr>
          <p:nvPr/>
        </p:nvGraphicFramePr>
        <p:xfrm>
          <a:off x="4656139" y="2422526"/>
          <a:ext cx="18891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92300" imgH="406400" progId="Equation.3">
                  <p:embed/>
                </p:oleObj>
              </mc:Choice>
              <mc:Fallback>
                <p:oleObj name="公式" r:id="rId3" imgW="18923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9" y="2422526"/>
                        <a:ext cx="18891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3293052"/>
      </p:ext>
    </p:extLst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Text Box 2"/>
          <p:cNvSpPr txBox="1">
            <a:spLocks noChangeArrowheads="1"/>
          </p:cNvSpPr>
          <p:nvPr/>
        </p:nvSpPr>
        <p:spPr bwMode="auto">
          <a:xfrm>
            <a:off x="2266950" y="757488"/>
            <a:ext cx="25908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思考题解答</a:t>
            </a:r>
          </a:p>
        </p:txBody>
      </p:sp>
      <p:graphicFrame>
        <p:nvGraphicFramePr>
          <p:cNvPr id="196611" name="Object 3"/>
          <p:cNvGraphicFramePr>
            <a:graphicFrameLocks noChangeAspect="1"/>
          </p:cNvGraphicFramePr>
          <p:nvPr/>
        </p:nvGraphicFramePr>
        <p:xfrm>
          <a:off x="2205045" y="1333089"/>
          <a:ext cx="74818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280" imgH="215640" progId="Equation.DSMT4">
                  <p:embed/>
                </p:oleObj>
              </mc:Choice>
              <mc:Fallback>
                <p:oleObj name="Equation" r:id="rId3" imgW="2438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45" y="1333089"/>
                        <a:ext cx="748188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2" name="Object 4"/>
          <p:cNvGraphicFramePr>
            <a:graphicFrameLocks noChangeAspect="1"/>
          </p:cNvGraphicFramePr>
          <p:nvPr/>
        </p:nvGraphicFramePr>
        <p:xfrm>
          <a:off x="3583781" y="1859741"/>
          <a:ext cx="2220141" cy="930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160" imgH="406080" progId="Equation.DSMT4">
                  <p:embed/>
                </p:oleObj>
              </mc:Choice>
              <mc:Fallback>
                <p:oleObj name="Equation" r:id="rId5" imgW="965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3781" y="1859741"/>
                        <a:ext cx="2220141" cy="930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3" name="Object 5"/>
          <p:cNvGraphicFramePr>
            <a:graphicFrameLocks noChangeAspect="1"/>
          </p:cNvGraphicFramePr>
          <p:nvPr/>
        </p:nvGraphicFramePr>
        <p:xfrm>
          <a:off x="3477780" y="2582042"/>
          <a:ext cx="2853351" cy="951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280" imgH="431640" progId="Equation.DSMT4">
                  <p:embed/>
                </p:oleObj>
              </mc:Choice>
              <mc:Fallback>
                <p:oleObj name="Equation" r:id="rId7" imgW="1295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7780" y="2582042"/>
                        <a:ext cx="2853351" cy="951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4" name="Object 6"/>
          <p:cNvGraphicFramePr>
            <a:graphicFrameLocks noChangeAspect="1"/>
          </p:cNvGraphicFramePr>
          <p:nvPr/>
        </p:nvGraphicFramePr>
        <p:xfrm>
          <a:off x="3198639" y="3446421"/>
          <a:ext cx="3975312" cy="986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39880" imgH="431640" progId="Equation.DSMT4">
                  <p:embed/>
                </p:oleObj>
              </mc:Choice>
              <mc:Fallback>
                <p:oleObj name="Equation" r:id="rId9" imgW="1739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639" y="3446421"/>
                        <a:ext cx="3975312" cy="986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7"/>
          <p:cNvGraphicFramePr>
            <a:graphicFrameLocks noChangeAspect="1"/>
          </p:cNvGraphicFramePr>
          <p:nvPr/>
        </p:nvGraphicFramePr>
        <p:xfrm>
          <a:off x="3242401" y="4498182"/>
          <a:ext cx="3887788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39880" imgH="279360" progId="Equation.DSMT4">
                  <p:embed/>
                </p:oleObj>
              </mc:Choice>
              <mc:Fallback>
                <p:oleObj name="Equation" r:id="rId11" imgW="1739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2401" y="4498182"/>
                        <a:ext cx="3887788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6" name="Object 8"/>
          <p:cNvGraphicFramePr>
            <a:graphicFrameLocks noChangeAspect="1"/>
          </p:cNvGraphicFramePr>
          <p:nvPr/>
        </p:nvGraphicFramePr>
        <p:xfrm>
          <a:off x="3198639" y="5089510"/>
          <a:ext cx="2747350" cy="1049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90360" imgH="482400" progId="Equation.DSMT4">
                  <p:embed/>
                </p:oleObj>
              </mc:Choice>
              <mc:Fallback>
                <p:oleObj name="Equation" r:id="rId13" imgW="990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639" y="5089510"/>
                        <a:ext cx="2747350" cy="10490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1524001" y="3015022"/>
            <a:ext cx="1847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196617" name="Object 9"/>
          <p:cNvGraphicFramePr>
            <a:graphicFrameLocks noChangeAspect="1"/>
          </p:cNvGraphicFramePr>
          <p:nvPr/>
        </p:nvGraphicFramePr>
        <p:xfrm>
          <a:off x="4425950" y="6171089"/>
          <a:ext cx="8636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77415" imgH="76035" progId="Equation.3">
                  <p:embed/>
                </p:oleObj>
              </mc:Choice>
              <mc:Fallback>
                <p:oleObj name="公式" r:id="rId15" imgW="177415" imgH="760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6171089"/>
                        <a:ext cx="8636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964812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6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Text Box 2"/>
          <p:cNvSpPr txBox="1">
            <a:spLocks noChangeArrowheads="1"/>
          </p:cNvSpPr>
          <p:nvPr/>
        </p:nvSpPr>
        <p:spPr bwMode="auto">
          <a:xfrm>
            <a:off x="1708732" y="731824"/>
            <a:ext cx="25908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思考题解答</a:t>
            </a:r>
          </a:p>
        </p:txBody>
      </p:sp>
      <p:graphicFrame>
        <p:nvGraphicFramePr>
          <p:cNvPr id="253955" name="Object 3"/>
          <p:cNvGraphicFramePr>
            <a:graphicFrameLocks noChangeAspect="1"/>
          </p:cNvGraphicFramePr>
          <p:nvPr/>
        </p:nvGraphicFramePr>
        <p:xfrm>
          <a:off x="1708732" y="1161448"/>
          <a:ext cx="71485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03160" imgH="431640" progId="Equation.DSMT4">
                  <p:embed/>
                </p:oleObj>
              </mc:Choice>
              <mc:Fallback>
                <p:oleObj name="Equation" r:id="rId3" imgW="2603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2" y="1161448"/>
                        <a:ext cx="71485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6" name="Object 4"/>
          <p:cNvGraphicFramePr>
            <a:graphicFrameLocks noChangeAspect="1"/>
          </p:cNvGraphicFramePr>
          <p:nvPr/>
        </p:nvGraphicFramePr>
        <p:xfrm>
          <a:off x="3443287" y="1833650"/>
          <a:ext cx="24050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280" imgH="431640" progId="Equation.DSMT4">
                  <p:embed/>
                </p:oleObj>
              </mc:Choice>
              <mc:Fallback>
                <p:oleObj name="Equation" r:id="rId5" imgW="1079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7" y="1833650"/>
                        <a:ext cx="240506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7" name="Object 5"/>
          <p:cNvGraphicFramePr>
            <a:graphicFrameLocks noChangeAspect="1"/>
          </p:cNvGraphicFramePr>
          <p:nvPr/>
        </p:nvGraphicFramePr>
        <p:xfrm>
          <a:off x="2672556" y="2631885"/>
          <a:ext cx="36512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50960" imgH="431640" progId="Equation.DSMT4">
                  <p:embed/>
                </p:oleObj>
              </mc:Choice>
              <mc:Fallback>
                <p:oleObj name="Equation" r:id="rId7" imgW="1650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556" y="2631885"/>
                        <a:ext cx="365125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8" name="Object 6"/>
          <p:cNvGraphicFramePr>
            <a:graphicFrameLocks noChangeAspect="1"/>
          </p:cNvGraphicFramePr>
          <p:nvPr/>
        </p:nvGraphicFramePr>
        <p:xfrm>
          <a:off x="2665413" y="3490913"/>
          <a:ext cx="39608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01720" imgH="228600" progId="Equation.DSMT4">
                  <p:embed/>
                </p:oleObj>
              </mc:Choice>
              <mc:Fallback>
                <p:oleObj name="Equation" r:id="rId9" imgW="1701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3490913"/>
                        <a:ext cx="39608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9" name="Object 7"/>
          <p:cNvGraphicFramePr>
            <a:graphicFrameLocks noChangeAspect="1"/>
          </p:cNvGraphicFramePr>
          <p:nvPr/>
        </p:nvGraphicFramePr>
        <p:xfrm>
          <a:off x="2609850" y="4146550"/>
          <a:ext cx="428148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92160" imgH="228600" progId="Equation.DSMT4">
                  <p:embed/>
                </p:oleObj>
              </mc:Choice>
              <mc:Fallback>
                <p:oleObj name="Equation" r:id="rId11" imgW="1892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850" y="4146550"/>
                        <a:ext cx="428148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0" name="Object 8"/>
          <p:cNvGraphicFramePr>
            <a:graphicFrameLocks noChangeAspect="1"/>
          </p:cNvGraphicFramePr>
          <p:nvPr/>
        </p:nvGraphicFramePr>
        <p:xfrm>
          <a:off x="2727043" y="4638698"/>
          <a:ext cx="5251550" cy="631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4760" imgH="291960" progId="Equation.DSMT4">
                  <p:embed/>
                </p:oleObj>
              </mc:Choice>
              <mc:Fallback>
                <p:oleObj name="Equation" r:id="rId13" imgW="19047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043" y="4638698"/>
                        <a:ext cx="5251550" cy="631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Rectangle 9"/>
          <p:cNvSpPr>
            <a:spLocks noChangeArrowheads="1"/>
          </p:cNvSpPr>
          <p:nvPr/>
        </p:nvSpPr>
        <p:spPr bwMode="auto">
          <a:xfrm>
            <a:off x="1524001" y="3015022"/>
            <a:ext cx="184731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aphicFrame>
        <p:nvGraphicFramePr>
          <p:cNvPr id="253962" name="Object 10"/>
          <p:cNvGraphicFramePr>
            <a:graphicFrameLocks noChangeAspect="1"/>
          </p:cNvGraphicFramePr>
          <p:nvPr/>
        </p:nvGraphicFramePr>
        <p:xfrm>
          <a:off x="2814638" y="5276025"/>
          <a:ext cx="4685937" cy="496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84120" imgH="228600" progId="Equation.DSMT4">
                  <p:embed/>
                </p:oleObj>
              </mc:Choice>
              <mc:Fallback>
                <p:oleObj name="Equation" r:id="rId15" imgW="2184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638" y="5276025"/>
                        <a:ext cx="4685937" cy="496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3" name="Object 11"/>
          <p:cNvGraphicFramePr>
            <a:graphicFrameLocks noChangeAspect="1"/>
          </p:cNvGraphicFramePr>
          <p:nvPr/>
        </p:nvGraphicFramePr>
        <p:xfrm>
          <a:off x="2338388" y="5867400"/>
          <a:ext cx="63277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28720" imgH="241200" progId="Equation.DSMT4">
                  <p:embed/>
                </p:oleObj>
              </mc:Choice>
              <mc:Fallback>
                <p:oleObj name="Equation" r:id="rId17" imgW="262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5867400"/>
                        <a:ext cx="63277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509643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3274</TotalTime>
  <Words>297</Words>
  <Application>Microsoft Office PowerPoint</Application>
  <PresentationFormat>宽屏</PresentationFormat>
  <Paragraphs>76</Paragraphs>
  <Slides>18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黑体</vt:lpstr>
      <vt:lpstr>华文楷体</vt:lpstr>
      <vt:lpstr>宋体</vt:lpstr>
      <vt:lpstr>Arial</vt:lpstr>
      <vt:lpstr>Arial Black</vt:lpstr>
      <vt:lpstr>Calibri</vt:lpstr>
      <vt:lpstr>Times New Roman</vt:lpstr>
      <vt:lpstr>Office 主题</vt:lpstr>
      <vt:lpstr>Equation</vt:lpstr>
      <vt:lpstr>公式</vt:lpstr>
      <vt:lpstr> §2、二阶微分方程</vt:lpstr>
      <vt:lpstr>PowerPoint 演示文稿</vt:lpstr>
      <vt:lpstr>例2</vt:lpstr>
      <vt:lpstr>PowerPoint 演示文稿</vt:lpstr>
      <vt:lpstr>PowerPoint 演示文稿</vt:lpstr>
      <vt:lpstr>PowerPoint 演示文稿</vt:lpstr>
      <vt:lpstr>例4</vt:lpstr>
      <vt:lpstr>例5</vt:lpstr>
      <vt:lpstr>PowerPoint 演示文稿</vt:lpstr>
      <vt:lpstr>例6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101</cp:revision>
  <dcterms:created xsi:type="dcterms:W3CDTF">2009-06-13T01:14:34Z</dcterms:created>
  <dcterms:modified xsi:type="dcterms:W3CDTF">2023-12-16T09:11:19Z</dcterms:modified>
</cp:coreProperties>
</file>