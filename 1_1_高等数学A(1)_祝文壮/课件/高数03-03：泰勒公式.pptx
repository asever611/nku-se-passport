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44"/>
  </p:handoutMasterIdLst>
  <p:sldIdLst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55" r:id="rId14"/>
    <p:sldId id="320" r:id="rId15"/>
    <p:sldId id="321" r:id="rId16"/>
    <p:sldId id="349" r:id="rId17"/>
    <p:sldId id="350" r:id="rId18"/>
    <p:sldId id="352" r:id="rId19"/>
    <p:sldId id="357" r:id="rId20"/>
    <p:sldId id="322" r:id="rId21"/>
    <p:sldId id="323" r:id="rId22"/>
    <p:sldId id="324" r:id="rId23"/>
    <p:sldId id="325" r:id="rId24"/>
    <p:sldId id="326" r:id="rId25"/>
    <p:sldId id="332" r:id="rId26"/>
    <p:sldId id="333" r:id="rId27"/>
    <p:sldId id="345" r:id="rId28"/>
    <p:sldId id="346" r:id="rId30"/>
    <p:sldId id="358" r:id="rId31"/>
    <p:sldId id="364" r:id="rId32"/>
    <p:sldId id="337" r:id="rId33"/>
    <p:sldId id="338" r:id="rId34"/>
    <p:sldId id="343" r:id="rId35"/>
    <p:sldId id="344" r:id="rId36"/>
    <p:sldId id="334" r:id="rId37"/>
    <p:sldId id="339" r:id="rId38"/>
    <p:sldId id="353" r:id="rId39"/>
    <p:sldId id="359" r:id="rId40"/>
    <p:sldId id="360" r:id="rId41"/>
    <p:sldId id="361" r:id="rId42"/>
    <p:sldId id="362" r:id="rId43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WZ" initials="Z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473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38" autoAdjust="0"/>
  </p:normalViewPr>
  <p:slideViewPr>
    <p:cSldViewPr showGuides="1">
      <p:cViewPr varScale="1">
        <p:scale>
          <a:sx n="71" d="100"/>
          <a:sy n="71" d="100"/>
        </p:scale>
        <p:origin x="450" y="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commentAuthors" Target="commentAuthors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8-11T11:37:13.666" idx="1">
    <p:pos x="10" y="10"/>
    <p:text/>
  </p:cm>
  <p:cm authorId="1" dt="2023-08-11T11:39:30.771" idx="2">
    <p:pos x="146" y="146"/>
    <p:text/>
  </p:cm>
</p:cmLst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9.emf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4.emf"/><Relationship Id="rId4" Type="http://schemas.openxmlformats.org/officeDocument/2006/relationships/image" Target="../media/image13.emf"/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.emf"/><Relationship Id="rId8" Type="http://schemas.openxmlformats.org/officeDocument/2006/relationships/image" Target="../media/image22.emf"/><Relationship Id="rId7" Type="http://schemas.openxmlformats.org/officeDocument/2006/relationships/image" Target="../media/image21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1" Type="http://schemas.openxmlformats.org/officeDocument/2006/relationships/image" Target="../media/image25.wmf"/><Relationship Id="rId10" Type="http://schemas.openxmlformats.org/officeDocument/2006/relationships/image" Target="../media/image24.emf"/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.wmf"/><Relationship Id="rId8" Type="http://schemas.openxmlformats.org/officeDocument/2006/relationships/image" Target="../media/image33.emf"/><Relationship Id="rId7" Type="http://schemas.openxmlformats.org/officeDocument/2006/relationships/image" Target="../media/image32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0" Type="http://schemas.openxmlformats.org/officeDocument/2006/relationships/image" Target="../media/image35.emf"/><Relationship Id="rId1" Type="http://schemas.openxmlformats.org/officeDocument/2006/relationships/image" Target="../media/image26.e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emf"/><Relationship Id="rId2" Type="http://schemas.openxmlformats.org/officeDocument/2006/relationships/image" Target="../media/image37.wmf"/><Relationship Id="rId1" Type="http://schemas.openxmlformats.org/officeDocument/2006/relationships/image" Target="../media/image36.e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45.emf"/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7.vml.rels><?xml version="1.0" encoding="UTF-8" standalone="yes"?>
<Relationships xmlns="http://schemas.openxmlformats.org/package/2006/relationships"><Relationship Id="rId7" Type="http://schemas.openxmlformats.org/officeDocument/2006/relationships/image" Target="../media/image52.wmf"/><Relationship Id="rId6" Type="http://schemas.openxmlformats.org/officeDocument/2006/relationships/image" Target="../media/image51.wmf"/><Relationship Id="rId5" Type="http://schemas.openxmlformats.org/officeDocument/2006/relationships/image" Target="../media/image50.emf"/><Relationship Id="rId4" Type="http://schemas.openxmlformats.org/officeDocument/2006/relationships/image" Target="../media/image49.emf"/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51.wmf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65.emf"/><Relationship Id="rId6" Type="http://schemas.openxmlformats.org/officeDocument/2006/relationships/image" Target="../media/image64.e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70.e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emf"/><Relationship Id="rId1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image" Target="../media/image83.emf"/><Relationship Id="rId7" Type="http://schemas.openxmlformats.org/officeDocument/2006/relationships/image" Target="../media/image82.emf"/><Relationship Id="rId6" Type="http://schemas.openxmlformats.org/officeDocument/2006/relationships/image" Target="../media/image81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7" Type="http://schemas.openxmlformats.org/officeDocument/2006/relationships/image" Target="../media/image91.wmf"/><Relationship Id="rId6" Type="http://schemas.openxmlformats.org/officeDocument/2006/relationships/image" Target="../media/image90.wmf"/><Relationship Id="rId5" Type="http://schemas.openxmlformats.org/officeDocument/2006/relationships/image" Target="../media/image89.emf"/><Relationship Id="rId4" Type="http://schemas.openxmlformats.org/officeDocument/2006/relationships/image" Target="../media/image88.wmf"/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wmf"/><Relationship Id="rId8" Type="http://schemas.openxmlformats.org/officeDocument/2006/relationships/image" Target="../media/image100.wmf"/><Relationship Id="rId7" Type="http://schemas.openxmlformats.org/officeDocument/2006/relationships/image" Target="../media/image99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1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8.wmf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1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17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2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1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8.emf"/><Relationship Id="rId5" Type="http://schemas.openxmlformats.org/officeDocument/2006/relationships/image" Target="../media/image127.emf"/><Relationship Id="rId4" Type="http://schemas.openxmlformats.org/officeDocument/2006/relationships/image" Target="../media/image126.emf"/><Relationship Id="rId3" Type="http://schemas.openxmlformats.org/officeDocument/2006/relationships/image" Target="../media/image125.emf"/><Relationship Id="rId2" Type="http://schemas.openxmlformats.org/officeDocument/2006/relationships/image" Target="../media/image124.emf"/><Relationship Id="rId1" Type="http://schemas.openxmlformats.org/officeDocument/2006/relationships/image" Target="../media/image123.emf"/></Relationships>
</file>

<file path=ppt/drawings/_rels/vmlDrawing1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35.wmf"/><Relationship Id="rId6" Type="http://schemas.openxmlformats.org/officeDocument/2006/relationships/image" Target="../media/image134.wmf"/><Relationship Id="rId5" Type="http://schemas.openxmlformats.org/officeDocument/2006/relationships/image" Target="../media/image133.emf"/><Relationship Id="rId4" Type="http://schemas.openxmlformats.org/officeDocument/2006/relationships/image" Target="../media/image132.emf"/><Relationship Id="rId3" Type="http://schemas.openxmlformats.org/officeDocument/2006/relationships/image" Target="../media/image131.emf"/><Relationship Id="rId2" Type="http://schemas.openxmlformats.org/officeDocument/2006/relationships/image" Target="../media/image130.wmf"/><Relationship Id="rId1" Type="http://schemas.openxmlformats.org/officeDocument/2006/relationships/image" Target="../media/image129.emf"/></Relationships>
</file>

<file path=ppt/drawings/_rels/vmlDrawing20.vml.rels><?xml version="1.0" encoding="UTF-8" standalone="yes"?>
<Relationships xmlns="http://schemas.openxmlformats.org/package/2006/relationships"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emf"/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46.wmf"/><Relationship Id="rId4" Type="http://schemas.openxmlformats.org/officeDocument/2006/relationships/image" Target="../media/image145.emf"/><Relationship Id="rId3" Type="http://schemas.openxmlformats.org/officeDocument/2006/relationships/image" Target="../media/image144.wmf"/><Relationship Id="rId2" Type="http://schemas.openxmlformats.org/officeDocument/2006/relationships/image" Target="../media/image143.emf"/><Relationship Id="rId1" Type="http://schemas.openxmlformats.org/officeDocument/2006/relationships/image" Target="../media/image142.wmf"/></Relationships>
</file>

<file path=ppt/drawings/_rels/vmlDrawing2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1.emf"/><Relationship Id="rId4" Type="http://schemas.openxmlformats.org/officeDocument/2006/relationships/image" Target="../media/image150.wmf"/><Relationship Id="rId3" Type="http://schemas.openxmlformats.org/officeDocument/2006/relationships/image" Target="../media/image149.wmf"/><Relationship Id="rId2" Type="http://schemas.openxmlformats.org/officeDocument/2006/relationships/image" Target="../media/image148.emf"/><Relationship Id="rId1" Type="http://schemas.openxmlformats.org/officeDocument/2006/relationships/image" Target="../media/image147.wmf"/></Relationships>
</file>

<file path=ppt/drawings/_rels/vmlDrawing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drawings/_rels/vmlDrawing24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4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2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/Relationships>
</file>

<file path=ppt/drawings/_rels/vmlDrawing26.vml.rels><?xml version="1.0" encoding="UTF-8" standalone="yes"?>
<Relationships xmlns="http://schemas.openxmlformats.org/package/2006/relationships"><Relationship Id="rId6" Type="http://schemas.openxmlformats.org/officeDocument/2006/relationships/image" Target="../media/image175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4.wmf"/><Relationship Id="rId8" Type="http://schemas.openxmlformats.org/officeDocument/2006/relationships/image" Target="../media/image183.wmf"/><Relationship Id="rId7" Type="http://schemas.openxmlformats.org/officeDocument/2006/relationships/image" Target="../media/image182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3.wmf"/><Relationship Id="rId8" Type="http://schemas.openxmlformats.org/officeDocument/2006/relationships/image" Target="../media/image192.wmf"/><Relationship Id="rId7" Type="http://schemas.openxmlformats.org/officeDocument/2006/relationships/image" Target="../media/image191.wmf"/><Relationship Id="rId6" Type="http://schemas.openxmlformats.org/officeDocument/2006/relationships/image" Target="../media/image190.wmf"/><Relationship Id="rId5" Type="http://schemas.openxmlformats.org/officeDocument/2006/relationships/image" Target="../media/image189.wmf"/><Relationship Id="rId4" Type="http://schemas.openxmlformats.org/officeDocument/2006/relationships/image" Target="../media/image188.wmf"/><Relationship Id="rId3" Type="http://schemas.openxmlformats.org/officeDocument/2006/relationships/image" Target="../media/image187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3.wmf"/><Relationship Id="rId8" Type="http://schemas.openxmlformats.org/officeDocument/2006/relationships/image" Target="../media/image202.wmf"/><Relationship Id="rId7" Type="http://schemas.openxmlformats.org/officeDocument/2006/relationships/image" Target="../media/image201.wmf"/><Relationship Id="rId6" Type="http://schemas.openxmlformats.org/officeDocument/2006/relationships/image" Target="../media/image200.wmf"/><Relationship Id="rId5" Type="http://schemas.openxmlformats.org/officeDocument/2006/relationships/image" Target="../media/image199.wmf"/><Relationship Id="rId4" Type="http://schemas.openxmlformats.org/officeDocument/2006/relationships/image" Target="../media/image198.wmf"/><Relationship Id="rId3" Type="http://schemas.openxmlformats.org/officeDocument/2006/relationships/image" Target="../media/image197.wmf"/><Relationship Id="rId2" Type="http://schemas.openxmlformats.org/officeDocument/2006/relationships/image" Target="../media/image196.wmf"/><Relationship Id="rId10" Type="http://schemas.openxmlformats.org/officeDocument/2006/relationships/image" Target="../media/image204.wmf"/><Relationship Id="rId1" Type="http://schemas.openxmlformats.org/officeDocument/2006/relationships/image" Target="../media/image195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7" Type="http://schemas.openxmlformats.org/officeDocument/2006/relationships/image" Target="../media/image211.wmf"/><Relationship Id="rId6" Type="http://schemas.openxmlformats.org/officeDocument/2006/relationships/image" Target="../media/image210.wmf"/><Relationship Id="rId5" Type="http://schemas.openxmlformats.org/officeDocument/2006/relationships/image" Target="../media/image209.wmf"/><Relationship Id="rId4" Type="http://schemas.openxmlformats.org/officeDocument/2006/relationships/image" Target="../media/image208.wmf"/><Relationship Id="rId3" Type="http://schemas.openxmlformats.org/officeDocument/2006/relationships/image" Target="../media/image207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/Relationships>
</file>

<file path=ppt/drawings/_rels/vmlDrawing31.vml.rels><?xml version="1.0" encoding="UTF-8" standalone="yes"?>
<Relationships xmlns="http://schemas.openxmlformats.org/package/2006/relationships"><Relationship Id="rId7" Type="http://schemas.openxmlformats.org/officeDocument/2006/relationships/image" Target="../media/image219.wmf"/><Relationship Id="rId6" Type="http://schemas.openxmlformats.org/officeDocument/2006/relationships/image" Target="../media/image218.wmf"/><Relationship Id="rId5" Type="http://schemas.openxmlformats.org/officeDocument/2006/relationships/image" Target="../media/image217.wmf"/><Relationship Id="rId4" Type="http://schemas.openxmlformats.org/officeDocument/2006/relationships/image" Target="../media/image216.wmf"/><Relationship Id="rId3" Type="http://schemas.openxmlformats.org/officeDocument/2006/relationships/image" Target="../media/image215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8.wmf"/><Relationship Id="rId8" Type="http://schemas.openxmlformats.org/officeDocument/2006/relationships/image" Target="../media/image227.wmf"/><Relationship Id="rId7" Type="http://schemas.openxmlformats.org/officeDocument/2006/relationships/image" Target="../media/image226.wmf"/><Relationship Id="rId6" Type="http://schemas.openxmlformats.org/officeDocument/2006/relationships/image" Target="../media/image225.wmf"/><Relationship Id="rId5" Type="http://schemas.openxmlformats.org/officeDocument/2006/relationships/image" Target="../media/image224.wmf"/><Relationship Id="rId4" Type="http://schemas.openxmlformats.org/officeDocument/2006/relationships/image" Target="../media/image223.wmf"/><Relationship Id="rId3" Type="http://schemas.openxmlformats.org/officeDocument/2006/relationships/image" Target="../media/image222.wmf"/><Relationship Id="rId2" Type="http://schemas.openxmlformats.org/officeDocument/2006/relationships/image" Target="../media/image221.wmf"/><Relationship Id="rId11" Type="http://schemas.openxmlformats.org/officeDocument/2006/relationships/image" Target="../media/image230.wmf"/><Relationship Id="rId10" Type="http://schemas.openxmlformats.org/officeDocument/2006/relationships/image" Target="../media/image229.wmf"/><Relationship Id="rId1" Type="http://schemas.openxmlformats.org/officeDocument/2006/relationships/image" Target="../media/image220.wmf"/></Relationships>
</file>

<file path=ppt/drawings/_rels/vmlDrawing33.vml.rels><?xml version="1.0" encoding="UTF-8" standalone="yes"?>
<Relationships xmlns="http://schemas.openxmlformats.org/package/2006/relationships"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Relationship Id="rId3" Type="http://schemas.openxmlformats.org/officeDocument/2006/relationships/image" Target="../media/image233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/Relationships>
</file>

<file path=ppt/drawings/_rels/vmlDrawing3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5.wmf"/><Relationship Id="rId8" Type="http://schemas.openxmlformats.org/officeDocument/2006/relationships/image" Target="../media/image244.wmf"/><Relationship Id="rId7" Type="http://schemas.openxmlformats.org/officeDocument/2006/relationships/image" Target="../media/image243.wmf"/><Relationship Id="rId6" Type="http://schemas.openxmlformats.org/officeDocument/2006/relationships/image" Target="../media/image242.wmf"/><Relationship Id="rId5" Type="http://schemas.openxmlformats.org/officeDocument/2006/relationships/image" Target="../media/image241.wmf"/><Relationship Id="rId4" Type="http://schemas.openxmlformats.org/officeDocument/2006/relationships/image" Target="../media/image240.wmf"/><Relationship Id="rId3" Type="http://schemas.openxmlformats.org/officeDocument/2006/relationships/image" Target="../media/image239.wmf"/><Relationship Id="rId2" Type="http://schemas.openxmlformats.org/officeDocument/2006/relationships/image" Target="../media/image238.wmf"/><Relationship Id="rId1" Type="http://schemas.openxmlformats.org/officeDocument/2006/relationships/image" Target="../media/image237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wmf"/><Relationship Id="rId2" Type="http://schemas.openxmlformats.org/officeDocument/2006/relationships/image" Target="../media/image246.wmf"/><Relationship Id="rId1" Type="http://schemas.openxmlformats.org/officeDocument/2006/relationships/image" Target="../media/image231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6.wmf"/><Relationship Id="rId8" Type="http://schemas.openxmlformats.org/officeDocument/2006/relationships/image" Target="../media/image255.wmf"/><Relationship Id="rId7" Type="http://schemas.openxmlformats.org/officeDocument/2006/relationships/image" Target="../media/image254.wmf"/><Relationship Id="rId6" Type="http://schemas.openxmlformats.org/officeDocument/2006/relationships/image" Target="../media/image253.wmf"/><Relationship Id="rId5" Type="http://schemas.openxmlformats.org/officeDocument/2006/relationships/image" Target="../media/image252.wmf"/><Relationship Id="rId4" Type="http://schemas.openxmlformats.org/officeDocument/2006/relationships/image" Target="../media/image251.wmf"/><Relationship Id="rId3" Type="http://schemas.openxmlformats.org/officeDocument/2006/relationships/image" Target="../media/image250.wmf"/><Relationship Id="rId2" Type="http://schemas.openxmlformats.org/officeDocument/2006/relationships/image" Target="../media/image249.wmf"/><Relationship Id="rId11" Type="http://schemas.openxmlformats.org/officeDocument/2006/relationships/image" Target="../media/image258.wmf"/><Relationship Id="rId10" Type="http://schemas.openxmlformats.org/officeDocument/2006/relationships/image" Target="../media/image257.wmf"/><Relationship Id="rId1" Type="http://schemas.openxmlformats.org/officeDocument/2006/relationships/image" Target="../media/image248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7.wmf"/><Relationship Id="rId8" Type="http://schemas.openxmlformats.org/officeDocument/2006/relationships/image" Target="../media/image266.wmf"/><Relationship Id="rId7" Type="http://schemas.openxmlformats.org/officeDocument/2006/relationships/image" Target="../media/image265.wmf"/><Relationship Id="rId6" Type="http://schemas.openxmlformats.org/officeDocument/2006/relationships/image" Target="../media/image264.wmf"/><Relationship Id="rId5" Type="http://schemas.openxmlformats.org/officeDocument/2006/relationships/image" Target="../media/image263.wmf"/><Relationship Id="rId4" Type="http://schemas.openxmlformats.org/officeDocument/2006/relationships/image" Target="../media/image262.wmf"/><Relationship Id="rId3" Type="http://schemas.openxmlformats.org/officeDocument/2006/relationships/image" Target="../media/image261.wmf"/><Relationship Id="rId2" Type="http://schemas.openxmlformats.org/officeDocument/2006/relationships/image" Target="../media/image260.wmf"/><Relationship Id="rId1" Type="http://schemas.openxmlformats.org/officeDocument/2006/relationships/image" Target="../media/image259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6.wmf"/><Relationship Id="rId8" Type="http://schemas.openxmlformats.org/officeDocument/2006/relationships/image" Target="../media/image275.wmf"/><Relationship Id="rId7" Type="http://schemas.openxmlformats.org/officeDocument/2006/relationships/image" Target="../media/image274.wmf"/><Relationship Id="rId6" Type="http://schemas.openxmlformats.org/officeDocument/2006/relationships/image" Target="../media/image273.wmf"/><Relationship Id="rId5" Type="http://schemas.openxmlformats.org/officeDocument/2006/relationships/image" Target="../media/image272.wmf"/><Relationship Id="rId4" Type="http://schemas.openxmlformats.org/officeDocument/2006/relationships/image" Target="../media/image271.wmf"/><Relationship Id="rId3" Type="http://schemas.openxmlformats.org/officeDocument/2006/relationships/image" Target="../media/image270.wmf"/><Relationship Id="rId2" Type="http://schemas.openxmlformats.org/officeDocument/2006/relationships/image" Target="../media/image269.wmf"/><Relationship Id="rId10" Type="http://schemas.openxmlformats.org/officeDocument/2006/relationships/image" Target="../media/image277.wmf"/><Relationship Id="rId1" Type="http://schemas.openxmlformats.org/officeDocument/2006/relationships/image" Target="../media/image268.wmf"/></Relationships>
</file>

<file path=ppt/drawings/_rels/vmlDrawing3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6.wmf"/><Relationship Id="rId8" Type="http://schemas.openxmlformats.org/officeDocument/2006/relationships/image" Target="../media/image285.wmf"/><Relationship Id="rId7" Type="http://schemas.openxmlformats.org/officeDocument/2006/relationships/image" Target="../media/image284.wmf"/><Relationship Id="rId6" Type="http://schemas.openxmlformats.org/officeDocument/2006/relationships/image" Target="../media/image283.wmf"/><Relationship Id="rId5" Type="http://schemas.openxmlformats.org/officeDocument/2006/relationships/image" Target="../media/image282.wmf"/><Relationship Id="rId4" Type="http://schemas.openxmlformats.org/officeDocument/2006/relationships/image" Target="../media/image281.wmf"/><Relationship Id="rId3" Type="http://schemas.openxmlformats.org/officeDocument/2006/relationships/image" Target="../media/image280.wmf"/><Relationship Id="rId2" Type="http://schemas.openxmlformats.org/officeDocument/2006/relationships/image" Target="../media/image279.wmf"/><Relationship Id="rId1" Type="http://schemas.openxmlformats.org/officeDocument/2006/relationships/image" Target="../media/image27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C2EFB-E6F0-4526-A71E-3BEE9C081B90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C2EFB-E6F0-4526-A71E-3BEE9C081B90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053DE-ACC5-4B02-9E57-E33C30AA12C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6CE745-7834-4745-B102-06878A0DEE3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CF068C-2478-4A4C-A738-9692876A401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FC07-C2FC-424F-8B30-98B9C282197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57FE9-1848-4FC7-A423-66B04B8F326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6276D-2D83-482C-801B-E65BCC946E1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556D1-31E5-439B-93AD-48853D7DF13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B1405-9990-49B2-87CD-8D166430F26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76B658-72DB-4764-8AE9-FF00B6F8B18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DBA5EE-9D31-4381-89F2-1064B129E15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D6FC7-93CC-4C24-833F-ECA27AF8718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microsoft.com/office/2007/relationships/hdphoto" Target="../media/image2.wdp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contrast="40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78D8DAB-D5ED-4339-B384-B0D3733D022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e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emf"/><Relationship Id="rId16" Type="http://schemas.openxmlformats.org/officeDocument/2006/relationships/vmlDrawing" Target="../drawings/vmlDrawing1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9.e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8.e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3.e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0.emf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4.emf"/><Relationship Id="rId1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18.e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6.emf"/><Relationship Id="rId3" Type="http://schemas.openxmlformats.org/officeDocument/2006/relationships/oleObject" Target="../embeddings/oleObject14.bin"/><Relationship Id="rId24" Type="http://schemas.openxmlformats.org/officeDocument/2006/relationships/vmlDrawing" Target="../drawings/vmlDrawing3.vml"/><Relationship Id="rId23" Type="http://schemas.openxmlformats.org/officeDocument/2006/relationships/slideLayout" Target="../slideLayouts/slideLayout6.xml"/><Relationship Id="rId22" Type="http://schemas.openxmlformats.org/officeDocument/2006/relationships/image" Target="../media/image25.wmf"/><Relationship Id="rId21" Type="http://schemas.openxmlformats.org/officeDocument/2006/relationships/oleObject" Target="../embeddings/oleObject23.bin"/><Relationship Id="rId20" Type="http://schemas.openxmlformats.org/officeDocument/2006/relationships/image" Target="../media/image24.emf"/><Relationship Id="rId2" Type="http://schemas.openxmlformats.org/officeDocument/2006/relationships/image" Target="../media/image15.emf"/><Relationship Id="rId19" Type="http://schemas.openxmlformats.org/officeDocument/2006/relationships/oleObject" Target="../embeddings/oleObject22.bin"/><Relationship Id="rId18" Type="http://schemas.openxmlformats.org/officeDocument/2006/relationships/image" Target="../media/image23.emf"/><Relationship Id="rId17" Type="http://schemas.openxmlformats.org/officeDocument/2006/relationships/oleObject" Target="../embeddings/oleObject21.bin"/><Relationship Id="rId16" Type="http://schemas.openxmlformats.org/officeDocument/2006/relationships/image" Target="../media/image22.emf"/><Relationship Id="rId15" Type="http://schemas.openxmlformats.org/officeDocument/2006/relationships/oleObject" Target="../embeddings/oleObject20.bin"/><Relationship Id="rId14" Type="http://schemas.openxmlformats.org/officeDocument/2006/relationships/image" Target="../media/image21.emf"/><Relationship Id="rId13" Type="http://schemas.openxmlformats.org/officeDocument/2006/relationships/oleObject" Target="../embeddings/oleObject19.bin"/><Relationship Id="rId12" Type="http://schemas.openxmlformats.org/officeDocument/2006/relationships/image" Target="../media/image20.emf"/><Relationship Id="rId11" Type="http://schemas.openxmlformats.org/officeDocument/2006/relationships/oleObject" Target="../embeddings/oleObject18.bin"/><Relationship Id="rId10" Type="http://schemas.openxmlformats.org/officeDocument/2006/relationships/image" Target="../media/image19.emf"/><Relationship Id="rId1" Type="http://schemas.openxmlformats.org/officeDocument/2006/relationships/oleObject" Target="../embeddings/oleObject13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image" Target="../media/image29.e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28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7.emf"/><Relationship Id="rId3" Type="http://schemas.openxmlformats.org/officeDocument/2006/relationships/oleObject" Target="../embeddings/oleObject25.bin"/><Relationship Id="rId22" Type="http://schemas.openxmlformats.org/officeDocument/2006/relationships/vmlDrawing" Target="../drawings/vmlDrawing4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35.emf"/><Relationship Id="rId2" Type="http://schemas.openxmlformats.org/officeDocument/2006/relationships/image" Target="../media/image26.emf"/><Relationship Id="rId19" Type="http://schemas.openxmlformats.org/officeDocument/2006/relationships/oleObject" Target="../embeddings/oleObject33.bin"/><Relationship Id="rId18" Type="http://schemas.openxmlformats.org/officeDocument/2006/relationships/image" Target="../media/image34.wmf"/><Relationship Id="rId17" Type="http://schemas.openxmlformats.org/officeDocument/2006/relationships/oleObject" Target="../embeddings/oleObject32.bin"/><Relationship Id="rId16" Type="http://schemas.openxmlformats.org/officeDocument/2006/relationships/image" Target="../media/image33.emf"/><Relationship Id="rId15" Type="http://schemas.openxmlformats.org/officeDocument/2006/relationships/oleObject" Target="../embeddings/oleObject31.bin"/><Relationship Id="rId14" Type="http://schemas.openxmlformats.org/officeDocument/2006/relationships/image" Target="../media/image32.emf"/><Relationship Id="rId13" Type="http://schemas.openxmlformats.org/officeDocument/2006/relationships/oleObject" Target="../embeddings/oleObject30.bin"/><Relationship Id="rId12" Type="http://schemas.openxmlformats.org/officeDocument/2006/relationships/image" Target="../media/image31.emf"/><Relationship Id="rId11" Type="http://schemas.openxmlformats.org/officeDocument/2006/relationships/oleObject" Target="../embeddings/oleObject29.bin"/><Relationship Id="rId10" Type="http://schemas.openxmlformats.org/officeDocument/2006/relationships/image" Target="../media/image30.emf"/><Relationship Id="rId1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6.emf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34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44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2.e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1.emf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5.emf"/><Relationship Id="rId1" Type="http://schemas.openxmlformats.org/officeDocument/2006/relationships/oleObject" Target="../embeddings/oleObject3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.bin"/><Relationship Id="rId8" Type="http://schemas.openxmlformats.org/officeDocument/2006/relationships/image" Target="../media/image49.e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48.e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7.e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6.emf"/><Relationship Id="rId16" Type="http://schemas.openxmlformats.org/officeDocument/2006/relationships/vmlDrawing" Target="../drawings/vmlDrawing7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2.wmf"/><Relationship Id="rId13" Type="http://schemas.openxmlformats.org/officeDocument/2006/relationships/oleObject" Target="../embeddings/oleObject50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49.bin"/><Relationship Id="rId10" Type="http://schemas.openxmlformats.org/officeDocument/2006/relationships/image" Target="../media/image50.emf"/><Relationship Id="rId1" Type="http://schemas.openxmlformats.org/officeDocument/2006/relationships/oleObject" Target="../embeddings/oleObject4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56.e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5.e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4.e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53.e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1.wmf"/><Relationship Id="rId13" Type="http://schemas.openxmlformats.org/officeDocument/2006/relationships/oleObject" Target="../embeddings/oleObject57.bin"/><Relationship Id="rId12" Type="http://schemas.openxmlformats.org/officeDocument/2006/relationships/image" Target="../media/image58.emf"/><Relationship Id="rId11" Type="http://schemas.openxmlformats.org/officeDocument/2006/relationships/oleObject" Target="../embeddings/oleObject56.bin"/><Relationship Id="rId10" Type="http://schemas.openxmlformats.org/officeDocument/2006/relationships/image" Target="../media/image57.emf"/><Relationship Id="rId1" Type="http://schemas.openxmlformats.org/officeDocument/2006/relationships/oleObject" Target="../embeddings/oleObject5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62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0.emf"/><Relationship Id="rId3" Type="http://schemas.openxmlformats.org/officeDocument/2006/relationships/oleObject" Target="../embeddings/Document2.doc"/><Relationship Id="rId2" Type="http://schemas.openxmlformats.org/officeDocument/2006/relationships/image" Target="../media/image59.emf"/><Relationship Id="rId16" Type="http://schemas.openxmlformats.org/officeDocument/2006/relationships/vmlDrawing" Target="../drawings/vmlDrawing9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65.e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64.e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63.wmf"/><Relationship Id="rId1" Type="http://schemas.openxmlformats.org/officeDocument/2006/relationships/oleObject" Target="../embeddings/Document1.doc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7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7.e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66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70.emf"/><Relationship Id="rId1" Type="http://schemas.openxmlformats.org/officeDocument/2006/relationships/oleObject" Target="../embeddings/oleObject63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74.w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71.wmf"/><Relationship Id="rId12" Type="http://schemas.openxmlformats.org/officeDocument/2006/relationships/vmlDrawing" Target="../drawings/vmlDrawing1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75.wmf"/><Relationship Id="rId1" Type="http://schemas.openxmlformats.org/officeDocument/2006/relationships/oleObject" Target="../embeddings/oleObject68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7.bin"/><Relationship Id="rId8" Type="http://schemas.openxmlformats.org/officeDocument/2006/relationships/image" Target="../media/image79.emf"/><Relationship Id="rId7" Type="http://schemas.openxmlformats.org/officeDocument/2006/relationships/oleObject" Target="../embeddings/oleObject76.bin"/><Relationship Id="rId6" Type="http://schemas.openxmlformats.org/officeDocument/2006/relationships/image" Target="../media/image78.e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77.emf"/><Relationship Id="rId3" Type="http://schemas.openxmlformats.org/officeDocument/2006/relationships/oleObject" Target="../embeddings/oleObject74.bin"/><Relationship Id="rId20" Type="http://schemas.openxmlformats.org/officeDocument/2006/relationships/vmlDrawing" Target="../drawings/vmlDrawing12.vml"/><Relationship Id="rId2" Type="http://schemas.openxmlformats.org/officeDocument/2006/relationships/image" Target="../media/image76.emf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84.wmf"/><Relationship Id="rId17" Type="http://schemas.openxmlformats.org/officeDocument/2006/relationships/oleObject" Target="../embeddings/oleObject81.bin"/><Relationship Id="rId16" Type="http://schemas.openxmlformats.org/officeDocument/2006/relationships/image" Target="../media/image83.emf"/><Relationship Id="rId15" Type="http://schemas.openxmlformats.org/officeDocument/2006/relationships/oleObject" Target="../embeddings/oleObject80.bin"/><Relationship Id="rId14" Type="http://schemas.openxmlformats.org/officeDocument/2006/relationships/image" Target="../media/image82.emf"/><Relationship Id="rId13" Type="http://schemas.openxmlformats.org/officeDocument/2006/relationships/oleObject" Target="../embeddings/oleObject79.bin"/><Relationship Id="rId12" Type="http://schemas.openxmlformats.org/officeDocument/2006/relationships/image" Target="../media/image81.emf"/><Relationship Id="rId11" Type="http://schemas.openxmlformats.org/officeDocument/2006/relationships/oleObject" Target="../embeddings/oleObject78.bin"/><Relationship Id="rId10" Type="http://schemas.openxmlformats.org/officeDocument/2006/relationships/image" Target="../media/image80.emf"/><Relationship Id="rId1" Type="http://schemas.openxmlformats.org/officeDocument/2006/relationships/oleObject" Target="../embeddings/oleObject73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88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86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85.wmf"/><Relationship Id="rId18" Type="http://schemas.openxmlformats.org/officeDocument/2006/relationships/vmlDrawing" Target="../drawings/vmlDrawing13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92.wmf"/><Relationship Id="rId15" Type="http://schemas.openxmlformats.org/officeDocument/2006/relationships/oleObject" Target="../embeddings/oleObject89.bin"/><Relationship Id="rId14" Type="http://schemas.openxmlformats.org/officeDocument/2006/relationships/image" Target="../media/image91.wmf"/><Relationship Id="rId13" Type="http://schemas.openxmlformats.org/officeDocument/2006/relationships/oleObject" Target="../embeddings/oleObject88.bin"/><Relationship Id="rId12" Type="http://schemas.openxmlformats.org/officeDocument/2006/relationships/image" Target="../media/image90.wmf"/><Relationship Id="rId11" Type="http://schemas.openxmlformats.org/officeDocument/2006/relationships/oleObject" Target="../embeddings/oleObject87.bin"/><Relationship Id="rId10" Type="http://schemas.openxmlformats.org/officeDocument/2006/relationships/image" Target="../media/image89.emf"/><Relationship Id="rId1" Type="http://schemas.openxmlformats.org/officeDocument/2006/relationships/oleObject" Target="../embeddings/oleObject82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96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91.bin"/><Relationship Id="rId20" Type="http://schemas.openxmlformats.org/officeDocument/2006/relationships/vmlDrawing" Target="../drawings/vmlDrawing14.vml"/><Relationship Id="rId2" Type="http://schemas.openxmlformats.org/officeDocument/2006/relationships/image" Target="../media/image93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01.wmf"/><Relationship Id="rId17" Type="http://schemas.openxmlformats.org/officeDocument/2006/relationships/oleObject" Target="../embeddings/oleObject98.bin"/><Relationship Id="rId16" Type="http://schemas.openxmlformats.org/officeDocument/2006/relationships/image" Target="../media/image100.wmf"/><Relationship Id="rId15" Type="http://schemas.openxmlformats.org/officeDocument/2006/relationships/oleObject" Target="../embeddings/oleObject97.bin"/><Relationship Id="rId14" Type="http://schemas.openxmlformats.org/officeDocument/2006/relationships/image" Target="../media/image99.wmf"/><Relationship Id="rId13" Type="http://schemas.openxmlformats.org/officeDocument/2006/relationships/oleObject" Target="../embeddings/oleObject96.bin"/><Relationship Id="rId12" Type="http://schemas.openxmlformats.org/officeDocument/2006/relationships/image" Target="../media/image98.w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97.wmf"/><Relationship Id="rId1" Type="http://schemas.openxmlformats.org/officeDocument/2006/relationships/oleObject" Target="../embeddings/oleObject90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3.bin"/><Relationship Id="rId8" Type="http://schemas.openxmlformats.org/officeDocument/2006/relationships/image" Target="../media/image105.wmf"/><Relationship Id="rId7" Type="http://schemas.openxmlformats.org/officeDocument/2006/relationships/oleObject" Target="../embeddings/oleObject102.bin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03.w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102.wmf"/><Relationship Id="rId16" Type="http://schemas.openxmlformats.org/officeDocument/2006/relationships/vmlDrawing" Target="../drawings/vmlDrawing15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08.wmf"/><Relationship Id="rId13" Type="http://schemas.openxmlformats.org/officeDocument/2006/relationships/oleObject" Target="../embeddings/oleObject105.bin"/><Relationship Id="rId12" Type="http://schemas.openxmlformats.org/officeDocument/2006/relationships/image" Target="../media/image107.wmf"/><Relationship Id="rId11" Type="http://schemas.openxmlformats.org/officeDocument/2006/relationships/oleObject" Target="../embeddings/oleObject104.bin"/><Relationship Id="rId10" Type="http://schemas.openxmlformats.org/officeDocument/2006/relationships/image" Target="../media/image106.wmf"/><Relationship Id="rId1" Type="http://schemas.openxmlformats.org/officeDocument/2006/relationships/oleObject" Target="../embeddings/oleObject99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0.bin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07.bin"/><Relationship Id="rId2" Type="http://schemas.openxmlformats.org/officeDocument/2006/relationships/image" Target="../media/image109.wmf"/><Relationship Id="rId16" Type="http://schemas.openxmlformats.org/officeDocument/2006/relationships/vmlDrawing" Target="../drawings/vmlDrawing16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15.wmf"/><Relationship Id="rId13" Type="http://schemas.openxmlformats.org/officeDocument/2006/relationships/oleObject" Target="../embeddings/oleObject112.bin"/><Relationship Id="rId12" Type="http://schemas.openxmlformats.org/officeDocument/2006/relationships/image" Target="../media/image114.wmf"/><Relationship Id="rId11" Type="http://schemas.openxmlformats.org/officeDocument/2006/relationships/oleObject" Target="../embeddings/oleObject111.bin"/><Relationship Id="rId10" Type="http://schemas.openxmlformats.org/officeDocument/2006/relationships/image" Target="../media/image113.wmf"/><Relationship Id="rId1" Type="http://schemas.openxmlformats.org/officeDocument/2006/relationships/oleObject" Target="../embeddings/oleObject10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7.bin"/><Relationship Id="rId8" Type="http://schemas.openxmlformats.org/officeDocument/2006/relationships/image" Target="../media/image119.wmf"/><Relationship Id="rId7" Type="http://schemas.openxmlformats.org/officeDocument/2006/relationships/oleObject" Target="../embeddings/oleObject116.bin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14.bin"/><Relationship Id="rId2" Type="http://schemas.openxmlformats.org/officeDocument/2006/relationships/image" Target="../media/image116.wmf"/><Relationship Id="rId16" Type="http://schemas.openxmlformats.org/officeDocument/2006/relationships/vmlDrawing" Target="../drawings/vmlDrawing17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22.wmf"/><Relationship Id="rId13" Type="http://schemas.openxmlformats.org/officeDocument/2006/relationships/oleObject" Target="../embeddings/oleObject119.bin"/><Relationship Id="rId12" Type="http://schemas.openxmlformats.org/officeDocument/2006/relationships/image" Target="../media/image121.wmf"/><Relationship Id="rId11" Type="http://schemas.openxmlformats.org/officeDocument/2006/relationships/oleObject" Target="../embeddings/oleObject118.bin"/><Relationship Id="rId10" Type="http://schemas.openxmlformats.org/officeDocument/2006/relationships/image" Target="../media/image120.wmf"/><Relationship Id="rId1" Type="http://schemas.openxmlformats.org/officeDocument/2006/relationships/oleObject" Target="../embeddings/oleObject113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4.bin"/><Relationship Id="rId8" Type="http://schemas.openxmlformats.org/officeDocument/2006/relationships/image" Target="../media/image126.e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25.e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24.emf"/><Relationship Id="rId3" Type="http://schemas.openxmlformats.org/officeDocument/2006/relationships/oleObject" Target="../embeddings/oleObject121.bin"/><Relationship Id="rId2" Type="http://schemas.openxmlformats.org/officeDocument/2006/relationships/image" Target="../media/image123.emf"/><Relationship Id="rId14" Type="http://schemas.openxmlformats.org/officeDocument/2006/relationships/vmlDrawing" Target="../drawings/vmlDrawing1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8.emf"/><Relationship Id="rId11" Type="http://schemas.openxmlformats.org/officeDocument/2006/relationships/oleObject" Target="../embeddings/oleObject125.bin"/><Relationship Id="rId10" Type="http://schemas.openxmlformats.org/officeDocument/2006/relationships/image" Target="../media/image127.emf"/><Relationship Id="rId1" Type="http://schemas.openxmlformats.org/officeDocument/2006/relationships/oleObject" Target="../embeddings/oleObject12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0.bin"/><Relationship Id="rId8" Type="http://schemas.openxmlformats.org/officeDocument/2006/relationships/image" Target="../media/image132.emf"/><Relationship Id="rId7" Type="http://schemas.openxmlformats.org/officeDocument/2006/relationships/oleObject" Target="../embeddings/oleObject129.bin"/><Relationship Id="rId6" Type="http://schemas.openxmlformats.org/officeDocument/2006/relationships/image" Target="../media/image131.e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30.wmf"/><Relationship Id="rId3" Type="http://schemas.openxmlformats.org/officeDocument/2006/relationships/oleObject" Target="../embeddings/oleObject127.bin"/><Relationship Id="rId2" Type="http://schemas.openxmlformats.org/officeDocument/2006/relationships/image" Target="../media/image129.emf"/><Relationship Id="rId16" Type="http://schemas.openxmlformats.org/officeDocument/2006/relationships/vmlDrawing" Target="../drawings/vmlDrawing19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35.wmf"/><Relationship Id="rId13" Type="http://schemas.openxmlformats.org/officeDocument/2006/relationships/oleObject" Target="../embeddings/oleObject132.bin"/><Relationship Id="rId12" Type="http://schemas.openxmlformats.org/officeDocument/2006/relationships/image" Target="../media/image134.wmf"/><Relationship Id="rId11" Type="http://schemas.openxmlformats.org/officeDocument/2006/relationships/oleObject" Target="../embeddings/oleObject131.bin"/><Relationship Id="rId10" Type="http://schemas.openxmlformats.org/officeDocument/2006/relationships/image" Target="../media/image133.emf"/><Relationship Id="rId1" Type="http://schemas.openxmlformats.org/officeDocument/2006/relationships/oleObject" Target="../embeddings/oleObject126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39.e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7.wmf"/><Relationship Id="rId3" Type="http://schemas.openxmlformats.org/officeDocument/2006/relationships/oleObject" Target="../embeddings/oleObject134.bin"/><Relationship Id="rId2" Type="http://schemas.openxmlformats.org/officeDocument/2006/relationships/image" Target="../media/image136.wmf"/><Relationship Id="rId14" Type="http://schemas.openxmlformats.org/officeDocument/2006/relationships/vmlDrawing" Target="../drawings/vmlDrawing20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41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140.wmf"/><Relationship Id="rId1" Type="http://schemas.openxmlformats.org/officeDocument/2006/relationships/oleObject" Target="../embeddings/oleObject133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145.e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43.emf"/><Relationship Id="rId3" Type="http://schemas.openxmlformats.org/officeDocument/2006/relationships/oleObject" Target="../embeddings/oleObject140.bin"/><Relationship Id="rId2" Type="http://schemas.openxmlformats.org/officeDocument/2006/relationships/image" Target="../media/image142.wmf"/><Relationship Id="rId12" Type="http://schemas.openxmlformats.org/officeDocument/2006/relationships/vmlDrawing" Target="../drawings/vmlDrawing2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46.wmf"/><Relationship Id="rId1" Type="http://schemas.openxmlformats.org/officeDocument/2006/relationships/oleObject" Target="../embeddings/oleObject139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8.bin"/><Relationship Id="rId8" Type="http://schemas.openxmlformats.org/officeDocument/2006/relationships/image" Target="../media/image150.wmf"/><Relationship Id="rId7" Type="http://schemas.openxmlformats.org/officeDocument/2006/relationships/oleObject" Target="../embeddings/oleObject147.bin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48.emf"/><Relationship Id="rId3" Type="http://schemas.openxmlformats.org/officeDocument/2006/relationships/oleObject" Target="../embeddings/oleObject145.bin"/><Relationship Id="rId2" Type="http://schemas.openxmlformats.org/officeDocument/2006/relationships/image" Target="../media/image147.wmf"/><Relationship Id="rId12" Type="http://schemas.openxmlformats.org/officeDocument/2006/relationships/vmlDrawing" Target="../drawings/vmlDrawing2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1.emf"/><Relationship Id="rId1" Type="http://schemas.openxmlformats.org/officeDocument/2006/relationships/oleObject" Target="../embeddings/oleObject14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3.bin"/><Relationship Id="rId8" Type="http://schemas.openxmlformats.org/officeDocument/2006/relationships/image" Target="../media/image155.wmf"/><Relationship Id="rId7" Type="http://schemas.openxmlformats.org/officeDocument/2006/relationships/oleObject" Target="../embeddings/oleObject152.bin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53.wmf"/><Relationship Id="rId3" Type="http://schemas.openxmlformats.org/officeDocument/2006/relationships/oleObject" Target="../embeddings/oleObject150.bin"/><Relationship Id="rId2" Type="http://schemas.openxmlformats.org/officeDocument/2006/relationships/image" Target="../media/image152.wmf"/><Relationship Id="rId14" Type="http://schemas.openxmlformats.org/officeDocument/2006/relationships/vmlDrawing" Target="../drawings/vmlDrawing2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57.wmf"/><Relationship Id="rId11" Type="http://schemas.openxmlformats.org/officeDocument/2006/relationships/oleObject" Target="../embeddings/oleObject154.bin"/><Relationship Id="rId10" Type="http://schemas.openxmlformats.org/officeDocument/2006/relationships/image" Target="../media/image156.wmf"/><Relationship Id="rId1" Type="http://schemas.openxmlformats.org/officeDocument/2006/relationships/oleObject" Target="../embeddings/oleObject149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9.bin"/><Relationship Id="rId8" Type="http://schemas.openxmlformats.org/officeDocument/2006/relationships/image" Target="../media/image161.wmf"/><Relationship Id="rId7" Type="http://schemas.openxmlformats.org/officeDocument/2006/relationships/oleObject" Target="../embeddings/oleObject158.bin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57.bin"/><Relationship Id="rId4" Type="http://schemas.openxmlformats.org/officeDocument/2006/relationships/image" Target="../media/image159.wmf"/><Relationship Id="rId3" Type="http://schemas.openxmlformats.org/officeDocument/2006/relationships/oleObject" Target="../embeddings/oleObject156.bin"/><Relationship Id="rId2" Type="http://schemas.openxmlformats.org/officeDocument/2006/relationships/image" Target="../media/image158.wmf"/><Relationship Id="rId16" Type="http://schemas.openxmlformats.org/officeDocument/2006/relationships/vmlDrawing" Target="../drawings/vmlDrawing24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64.wmf"/><Relationship Id="rId13" Type="http://schemas.openxmlformats.org/officeDocument/2006/relationships/oleObject" Target="../embeddings/oleObject161.bin"/><Relationship Id="rId12" Type="http://schemas.openxmlformats.org/officeDocument/2006/relationships/image" Target="../media/image163.wmf"/><Relationship Id="rId11" Type="http://schemas.openxmlformats.org/officeDocument/2006/relationships/oleObject" Target="../embeddings/oleObject160.bin"/><Relationship Id="rId10" Type="http://schemas.openxmlformats.org/officeDocument/2006/relationships/image" Target="../media/image162.wmf"/><Relationship Id="rId1" Type="http://schemas.openxmlformats.org/officeDocument/2006/relationships/oleObject" Target="../embeddings/oleObject155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6.bin"/><Relationship Id="rId8" Type="http://schemas.openxmlformats.org/officeDocument/2006/relationships/image" Target="../media/image168.wmf"/><Relationship Id="rId7" Type="http://schemas.openxmlformats.org/officeDocument/2006/relationships/oleObject" Target="../embeddings/oleObject165.bin"/><Relationship Id="rId6" Type="http://schemas.openxmlformats.org/officeDocument/2006/relationships/image" Target="../media/image167.w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66.wmf"/><Relationship Id="rId3" Type="http://schemas.openxmlformats.org/officeDocument/2006/relationships/oleObject" Target="../embeddings/oleObject163.bin"/><Relationship Id="rId2" Type="http://schemas.openxmlformats.org/officeDocument/2006/relationships/image" Target="../media/image165.wmf"/><Relationship Id="rId15" Type="http://schemas.openxmlformats.org/officeDocument/2006/relationships/notesSlide" Target="../notesSlides/notesSlide1.xml"/><Relationship Id="rId14" Type="http://schemas.openxmlformats.org/officeDocument/2006/relationships/vmlDrawing" Target="../drawings/vmlDrawing2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70.wmf"/><Relationship Id="rId11" Type="http://schemas.openxmlformats.org/officeDocument/2006/relationships/oleObject" Target="../embeddings/oleObject167.bin"/><Relationship Id="rId10" Type="http://schemas.openxmlformats.org/officeDocument/2006/relationships/image" Target="../media/image169.wmf"/><Relationship Id="rId1" Type="http://schemas.openxmlformats.org/officeDocument/2006/relationships/oleObject" Target="../embeddings/oleObject162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2.bin"/><Relationship Id="rId8" Type="http://schemas.openxmlformats.org/officeDocument/2006/relationships/image" Target="../media/image173.wmf"/><Relationship Id="rId7" Type="http://schemas.openxmlformats.org/officeDocument/2006/relationships/oleObject" Target="../embeddings/oleObject171.bin"/><Relationship Id="rId6" Type="http://schemas.openxmlformats.org/officeDocument/2006/relationships/image" Target="../media/image172.wmf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71.wmf"/><Relationship Id="rId3" Type="http://schemas.openxmlformats.org/officeDocument/2006/relationships/oleObject" Target="../embeddings/oleObject169.bin"/><Relationship Id="rId2" Type="http://schemas.openxmlformats.org/officeDocument/2006/relationships/image" Target="../media/image170.wmf"/><Relationship Id="rId16" Type="http://schemas.openxmlformats.org/officeDocument/2006/relationships/comments" Target="../comments/comment1.xml"/><Relationship Id="rId15" Type="http://schemas.openxmlformats.org/officeDocument/2006/relationships/notesSlide" Target="../notesSlides/notesSlide2.xml"/><Relationship Id="rId14" Type="http://schemas.openxmlformats.org/officeDocument/2006/relationships/vmlDrawing" Target="../drawings/vmlDrawing2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75.wmf"/><Relationship Id="rId11" Type="http://schemas.openxmlformats.org/officeDocument/2006/relationships/oleObject" Target="../embeddings/oleObject173.bin"/><Relationship Id="rId10" Type="http://schemas.openxmlformats.org/officeDocument/2006/relationships/image" Target="../media/image174.wmf"/><Relationship Id="rId1" Type="http://schemas.openxmlformats.org/officeDocument/2006/relationships/oleObject" Target="../embeddings/oleObject168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8.bin"/><Relationship Id="rId8" Type="http://schemas.openxmlformats.org/officeDocument/2006/relationships/image" Target="../media/image179.wmf"/><Relationship Id="rId7" Type="http://schemas.openxmlformats.org/officeDocument/2006/relationships/oleObject" Target="../embeddings/oleObject177.bin"/><Relationship Id="rId6" Type="http://schemas.openxmlformats.org/officeDocument/2006/relationships/image" Target="../media/image178.wmf"/><Relationship Id="rId5" Type="http://schemas.openxmlformats.org/officeDocument/2006/relationships/oleObject" Target="../embeddings/oleObject176.bin"/><Relationship Id="rId4" Type="http://schemas.openxmlformats.org/officeDocument/2006/relationships/image" Target="../media/image177.wmf"/><Relationship Id="rId3" Type="http://schemas.openxmlformats.org/officeDocument/2006/relationships/oleObject" Target="../embeddings/oleObject175.bin"/><Relationship Id="rId22" Type="http://schemas.openxmlformats.org/officeDocument/2006/relationships/vmlDrawing" Target="../drawings/vmlDrawing27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84.wmf"/><Relationship Id="rId2" Type="http://schemas.openxmlformats.org/officeDocument/2006/relationships/image" Target="../media/image176.wmf"/><Relationship Id="rId19" Type="http://schemas.openxmlformats.org/officeDocument/2006/relationships/oleObject" Target="../embeddings/oleObject184.bin"/><Relationship Id="rId18" Type="http://schemas.openxmlformats.org/officeDocument/2006/relationships/image" Target="../media/image183.wmf"/><Relationship Id="rId17" Type="http://schemas.openxmlformats.org/officeDocument/2006/relationships/oleObject" Target="../embeddings/oleObject183.bin"/><Relationship Id="rId16" Type="http://schemas.openxmlformats.org/officeDocument/2006/relationships/oleObject" Target="../embeddings/oleObject182.bin"/><Relationship Id="rId15" Type="http://schemas.openxmlformats.org/officeDocument/2006/relationships/image" Target="../media/image182.wmf"/><Relationship Id="rId14" Type="http://schemas.openxmlformats.org/officeDocument/2006/relationships/oleObject" Target="../embeddings/oleObject181.bin"/><Relationship Id="rId13" Type="http://schemas.openxmlformats.org/officeDocument/2006/relationships/image" Target="../media/image181.wmf"/><Relationship Id="rId12" Type="http://schemas.openxmlformats.org/officeDocument/2006/relationships/oleObject" Target="../embeddings/oleObject180.bin"/><Relationship Id="rId11" Type="http://schemas.openxmlformats.org/officeDocument/2006/relationships/image" Target="../media/image180.wmf"/><Relationship Id="rId10" Type="http://schemas.openxmlformats.org/officeDocument/2006/relationships/oleObject" Target="../embeddings/oleObject179.bin"/><Relationship Id="rId1" Type="http://schemas.openxmlformats.org/officeDocument/2006/relationships/oleObject" Target="../embeddings/oleObject174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187.wmf"/><Relationship Id="rId7" Type="http://schemas.openxmlformats.org/officeDocument/2006/relationships/oleObject" Target="../embeddings/oleObject187.bin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185.wmf"/><Relationship Id="rId37" Type="http://schemas.openxmlformats.org/officeDocument/2006/relationships/vmlDrawing" Target="../drawings/vmlDrawing28.vml"/><Relationship Id="rId36" Type="http://schemas.openxmlformats.org/officeDocument/2006/relationships/slideLayout" Target="../slideLayouts/slideLayout7.xml"/><Relationship Id="rId35" Type="http://schemas.openxmlformats.org/officeDocument/2006/relationships/tags" Target="../tags/tag16.xml"/><Relationship Id="rId34" Type="http://schemas.openxmlformats.org/officeDocument/2006/relationships/image" Target="../media/image194.png"/><Relationship Id="rId33" Type="http://schemas.openxmlformats.org/officeDocument/2006/relationships/tags" Target="../tags/tag15.xml"/><Relationship Id="rId32" Type="http://schemas.openxmlformats.org/officeDocument/2006/relationships/tags" Target="../tags/tag14.xml"/><Relationship Id="rId31" Type="http://schemas.openxmlformats.org/officeDocument/2006/relationships/tags" Target="../tags/tag13.xml"/><Relationship Id="rId30" Type="http://schemas.openxmlformats.org/officeDocument/2006/relationships/tags" Target="../tags/tag12.xml"/><Relationship Id="rId3" Type="http://schemas.openxmlformats.org/officeDocument/2006/relationships/oleObject" Target="../embeddings/oleObject185.bin"/><Relationship Id="rId29" Type="http://schemas.openxmlformats.org/officeDocument/2006/relationships/tags" Target="../tags/tag11.xml"/><Relationship Id="rId28" Type="http://schemas.openxmlformats.org/officeDocument/2006/relationships/tags" Target="../tags/tag10.xml"/><Relationship Id="rId27" Type="http://schemas.openxmlformats.org/officeDocument/2006/relationships/tags" Target="../tags/tag9.xml"/><Relationship Id="rId26" Type="http://schemas.openxmlformats.org/officeDocument/2006/relationships/tags" Target="../tags/tag8.xml"/><Relationship Id="rId25" Type="http://schemas.openxmlformats.org/officeDocument/2006/relationships/tags" Target="../tags/tag7.xml"/><Relationship Id="rId24" Type="http://schemas.openxmlformats.org/officeDocument/2006/relationships/tags" Target="../tags/tag6.xml"/><Relationship Id="rId23" Type="http://schemas.openxmlformats.org/officeDocument/2006/relationships/image" Target="../media/image193.wmf"/><Relationship Id="rId22" Type="http://schemas.openxmlformats.org/officeDocument/2006/relationships/oleObject" Target="../embeddings/oleObject193.bin"/><Relationship Id="rId21" Type="http://schemas.openxmlformats.org/officeDocument/2006/relationships/image" Target="../media/image192.wmf"/><Relationship Id="rId20" Type="http://schemas.openxmlformats.org/officeDocument/2006/relationships/oleObject" Target="../embeddings/oleObject192.bin"/><Relationship Id="rId2" Type="http://schemas.openxmlformats.org/officeDocument/2006/relationships/tags" Target="../tags/tag2.xml"/><Relationship Id="rId19" Type="http://schemas.openxmlformats.org/officeDocument/2006/relationships/image" Target="../media/image191.wmf"/><Relationship Id="rId18" Type="http://schemas.openxmlformats.org/officeDocument/2006/relationships/oleObject" Target="../embeddings/oleObject191.bin"/><Relationship Id="rId17" Type="http://schemas.openxmlformats.org/officeDocument/2006/relationships/image" Target="../media/image190.wmf"/><Relationship Id="rId16" Type="http://schemas.openxmlformats.org/officeDocument/2006/relationships/oleObject" Target="../embeddings/oleObject190.bin"/><Relationship Id="rId15" Type="http://schemas.openxmlformats.org/officeDocument/2006/relationships/image" Target="../media/image189.wmf"/><Relationship Id="rId14" Type="http://schemas.openxmlformats.org/officeDocument/2006/relationships/oleObject" Target="../embeddings/oleObject189.bin"/><Relationship Id="rId13" Type="http://schemas.openxmlformats.org/officeDocument/2006/relationships/image" Target="../media/image188.wmf"/><Relationship Id="rId12" Type="http://schemas.openxmlformats.org/officeDocument/2006/relationships/oleObject" Target="../embeddings/oleObject188.bin"/><Relationship Id="rId11" Type="http://schemas.openxmlformats.org/officeDocument/2006/relationships/tags" Target="../tags/tag5.xml"/><Relationship Id="rId10" Type="http://schemas.openxmlformats.org/officeDocument/2006/relationships/tags" Target="../tags/tag4.xml"/><Relationship Id="rId1" Type="http://schemas.openxmlformats.org/officeDocument/2006/relationships/tags" Target="../tags/tag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8.bin"/><Relationship Id="rId8" Type="http://schemas.openxmlformats.org/officeDocument/2006/relationships/image" Target="../media/image198.wmf"/><Relationship Id="rId7" Type="http://schemas.openxmlformats.org/officeDocument/2006/relationships/oleObject" Target="../embeddings/oleObject197.bin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196.wmf"/><Relationship Id="rId3" Type="http://schemas.openxmlformats.org/officeDocument/2006/relationships/oleObject" Target="../embeddings/oleObject195.bin"/><Relationship Id="rId22" Type="http://schemas.openxmlformats.org/officeDocument/2006/relationships/vmlDrawing" Target="../drawings/vmlDrawing29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204.wmf"/><Relationship Id="rId2" Type="http://schemas.openxmlformats.org/officeDocument/2006/relationships/image" Target="../media/image195.wmf"/><Relationship Id="rId19" Type="http://schemas.openxmlformats.org/officeDocument/2006/relationships/oleObject" Target="../embeddings/oleObject203.bin"/><Relationship Id="rId18" Type="http://schemas.openxmlformats.org/officeDocument/2006/relationships/image" Target="../media/image203.wmf"/><Relationship Id="rId17" Type="http://schemas.openxmlformats.org/officeDocument/2006/relationships/oleObject" Target="../embeddings/oleObject202.bin"/><Relationship Id="rId16" Type="http://schemas.openxmlformats.org/officeDocument/2006/relationships/image" Target="../media/image202.wmf"/><Relationship Id="rId15" Type="http://schemas.openxmlformats.org/officeDocument/2006/relationships/oleObject" Target="../embeddings/oleObject201.bin"/><Relationship Id="rId14" Type="http://schemas.openxmlformats.org/officeDocument/2006/relationships/image" Target="../media/image201.wmf"/><Relationship Id="rId13" Type="http://schemas.openxmlformats.org/officeDocument/2006/relationships/oleObject" Target="../embeddings/oleObject200.bin"/><Relationship Id="rId12" Type="http://schemas.openxmlformats.org/officeDocument/2006/relationships/image" Target="../media/image200.wmf"/><Relationship Id="rId11" Type="http://schemas.openxmlformats.org/officeDocument/2006/relationships/oleObject" Target="../embeddings/oleObject199.bin"/><Relationship Id="rId10" Type="http://schemas.openxmlformats.org/officeDocument/2006/relationships/image" Target="../media/image199.wmf"/><Relationship Id="rId1" Type="http://schemas.openxmlformats.org/officeDocument/2006/relationships/oleObject" Target="../embeddings/oleObject194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8.bin"/><Relationship Id="rId8" Type="http://schemas.openxmlformats.org/officeDocument/2006/relationships/image" Target="../media/image208.wmf"/><Relationship Id="rId7" Type="http://schemas.openxmlformats.org/officeDocument/2006/relationships/oleObject" Target="../embeddings/oleObject207.bin"/><Relationship Id="rId6" Type="http://schemas.openxmlformats.org/officeDocument/2006/relationships/image" Target="../media/image207.wmf"/><Relationship Id="rId5" Type="http://schemas.openxmlformats.org/officeDocument/2006/relationships/oleObject" Target="../embeddings/oleObject206.bin"/><Relationship Id="rId4" Type="http://schemas.openxmlformats.org/officeDocument/2006/relationships/image" Target="../media/image206.wmf"/><Relationship Id="rId3" Type="http://schemas.openxmlformats.org/officeDocument/2006/relationships/oleObject" Target="../embeddings/oleObject205.bin"/><Relationship Id="rId2" Type="http://schemas.openxmlformats.org/officeDocument/2006/relationships/image" Target="../media/image205.wmf"/><Relationship Id="rId18" Type="http://schemas.openxmlformats.org/officeDocument/2006/relationships/vmlDrawing" Target="../drawings/vmlDrawing30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212.wmf"/><Relationship Id="rId15" Type="http://schemas.openxmlformats.org/officeDocument/2006/relationships/oleObject" Target="../embeddings/oleObject211.bin"/><Relationship Id="rId14" Type="http://schemas.openxmlformats.org/officeDocument/2006/relationships/image" Target="../media/image211.wmf"/><Relationship Id="rId13" Type="http://schemas.openxmlformats.org/officeDocument/2006/relationships/oleObject" Target="../embeddings/oleObject210.bin"/><Relationship Id="rId12" Type="http://schemas.openxmlformats.org/officeDocument/2006/relationships/image" Target="../media/image210.wmf"/><Relationship Id="rId11" Type="http://schemas.openxmlformats.org/officeDocument/2006/relationships/oleObject" Target="../embeddings/oleObject209.bin"/><Relationship Id="rId10" Type="http://schemas.openxmlformats.org/officeDocument/2006/relationships/image" Target="../media/image209.wmf"/><Relationship Id="rId1" Type="http://schemas.openxmlformats.org/officeDocument/2006/relationships/oleObject" Target="../embeddings/oleObject204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6.bin"/><Relationship Id="rId8" Type="http://schemas.openxmlformats.org/officeDocument/2006/relationships/image" Target="../media/image216.wmf"/><Relationship Id="rId7" Type="http://schemas.openxmlformats.org/officeDocument/2006/relationships/oleObject" Target="../embeddings/oleObject215.bin"/><Relationship Id="rId6" Type="http://schemas.openxmlformats.org/officeDocument/2006/relationships/image" Target="../media/image215.wmf"/><Relationship Id="rId5" Type="http://schemas.openxmlformats.org/officeDocument/2006/relationships/oleObject" Target="../embeddings/oleObject214.bin"/><Relationship Id="rId4" Type="http://schemas.openxmlformats.org/officeDocument/2006/relationships/image" Target="../media/image214.wmf"/><Relationship Id="rId3" Type="http://schemas.openxmlformats.org/officeDocument/2006/relationships/oleObject" Target="../embeddings/oleObject213.bin"/><Relationship Id="rId2" Type="http://schemas.openxmlformats.org/officeDocument/2006/relationships/image" Target="../media/image213.wmf"/><Relationship Id="rId16" Type="http://schemas.openxmlformats.org/officeDocument/2006/relationships/vmlDrawing" Target="../drawings/vmlDrawing31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19.wmf"/><Relationship Id="rId13" Type="http://schemas.openxmlformats.org/officeDocument/2006/relationships/oleObject" Target="../embeddings/oleObject218.bin"/><Relationship Id="rId12" Type="http://schemas.openxmlformats.org/officeDocument/2006/relationships/image" Target="../media/image218.wmf"/><Relationship Id="rId11" Type="http://schemas.openxmlformats.org/officeDocument/2006/relationships/oleObject" Target="../embeddings/oleObject217.bin"/><Relationship Id="rId10" Type="http://schemas.openxmlformats.org/officeDocument/2006/relationships/image" Target="../media/image217.wmf"/><Relationship Id="rId1" Type="http://schemas.openxmlformats.org/officeDocument/2006/relationships/oleObject" Target="../embeddings/oleObject212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3.bin"/><Relationship Id="rId8" Type="http://schemas.openxmlformats.org/officeDocument/2006/relationships/image" Target="../media/image223.wmf"/><Relationship Id="rId7" Type="http://schemas.openxmlformats.org/officeDocument/2006/relationships/oleObject" Target="../embeddings/oleObject222.bin"/><Relationship Id="rId6" Type="http://schemas.openxmlformats.org/officeDocument/2006/relationships/image" Target="../media/image222.wmf"/><Relationship Id="rId5" Type="http://schemas.openxmlformats.org/officeDocument/2006/relationships/oleObject" Target="../embeddings/oleObject221.bin"/><Relationship Id="rId4" Type="http://schemas.openxmlformats.org/officeDocument/2006/relationships/image" Target="../media/image221.wmf"/><Relationship Id="rId3" Type="http://schemas.openxmlformats.org/officeDocument/2006/relationships/oleObject" Target="../embeddings/oleObject220.bin"/><Relationship Id="rId24" Type="http://schemas.openxmlformats.org/officeDocument/2006/relationships/vmlDrawing" Target="../drawings/vmlDrawing32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230.wmf"/><Relationship Id="rId21" Type="http://schemas.openxmlformats.org/officeDocument/2006/relationships/oleObject" Target="../embeddings/oleObject229.bin"/><Relationship Id="rId20" Type="http://schemas.openxmlformats.org/officeDocument/2006/relationships/image" Target="../media/image229.wmf"/><Relationship Id="rId2" Type="http://schemas.openxmlformats.org/officeDocument/2006/relationships/image" Target="../media/image220.wmf"/><Relationship Id="rId19" Type="http://schemas.openxmlformats.org/officeDocument/2006/relationships/oleObject" Target="../embeddings/oleObject228.bin"/><Relationship Id="rId18" Type="http://schemas.openxmlformats.org/officeDocument/2006/relationships/image" Target="../media/image228.wmf"/><Relationship Id="rId17" Type="http://schemas.openxmlformats.org/officeDocument/2006/relationships/oleObject" Target="../embeddings/oleObject227.bin"/><Relationship Id="rId16" Type="http://schemas.openxmlformats.org/officeDocument/2006/relationships/image" Target="../media/image227.wmf"/><Relationship Id="rId15" Type="http://schemas.openxmlformats.org/officeDocument/2006/relationships/oleObject" Target="../embeddings/oleObject226.bin"/><Relationship Id="rId14" Type="http://schemas.openxmlformats.org/officeDocument/2006/relationships/image" Target="../media/image226.wmf"/><Relationship Id="rId13" Type="http://schemas.openxmlformats.org/officeDocument/2006/relationships/oleObject" Target="../embeddings/oleObject225.bin"/><Relationship Id="rId12" Type="http://schemas.openxmlformats.org/officeDocument/2006/relationships/image" Target="../media/image225.wmf"/><Relationship Id="rId11" Type="http://schemas.openxmlformats.org/officeDocument/2006/relationships/oleObject" Target="../embeddings/oleObject224.bin"/><Relationship Id="rId10" Type="http://schemas.openxmlformats.org/officeDocument/2006/relationships/image" Target="../media/image224.wmf"/><Relationship Id="rId1" Type="http://schemas.openxmlformats.org/officeDocument/2006/relationships/oleObject" Target="../embeddings/oleObject219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4.bin"/><Relationship Id="rId8" Type="http://schemas.openxmlformats.org/officeDocument/2006/relationships/image" Target="../media/image234.wmf"/><Relationship Id="rId7" Type="http://schemas.openxmlformats.org/officeDocument/2006/relationships/oleObject" Target="../embeddings/oleObject233.bin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232.bin"/><Relationship Id="rId4" Type="http://schemas.openxmlformats.org/officeDocument/2006/relationships/image" Target="../media/image232.wmf"/><Relationship Id="rId3" Type="http://schemas.openxmlformats.org/officeDocument/2006/relationships/oleObject" Target="../embeddings/oleObject231.bin"/><Relationship Id="rId2" Type="http://schemas.openxmlformats.org/officeDocument/2006/relationships/image" Target="../media/image231.wmf"/><Relationship Id="rId14" Type="http://schemas.openxmlformats.org/officeDocument/2006/relationships/vmlDrawing" Target="../drawings/vmlDrawing3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36.wmf"/><Relationship Id="rId11" Type="http://schemas.openxmlformats.org/officeDocument/2006/relationships/oleObject" Target="../embeddings/oleObject235.bin"/><Relationship Id="rId10" Type="http://schemas.openxmlformats.org/officeDocument/2006/relationships/image" Target="../media/image235.wmf"/><Relationship Id="rId1" Type="http://schemas.openxmlformats.org/officeDocument/2006/relationships/oleObject" Target="../embeddings/oleObject230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0.bin"/><Relationship Id="rId8" Type="http://schemas.openxmlformats.org/officeDocument/2006/relationships/image" Target="../media/image240.wmf"/><Relationship Id="rId7" Type="http://schemas.openxmlformats.org/officeDocument/2006/relationships/oleObject" Target="../embeddings/oleObject239.bin"/><Relationship Id="rId6" Type="http://schemas.openxmlformats.org/officeDocument/2006/relationships/image" Target="../media/image239.wmf"/><Relationship Id="rId5" Type="http://schemas.openxmlformats.org/officeDocument/2006/relationships/oleObject" Target="../embeddings/oleObject238.bin"/><Relationship Id="rId4" Type="http://schemas.openxmlformats.org/officeDocument/2006/relationships/image" Target="../media/image238.wmf"/><Relationship Id="rId3" Type="http://schemas.openxmlformats.org/officeDocument/2006/relationships/oleObject" Target="../embeddings/oleObject237.bin"/><Relationship Id="rId20" Type="http://schemas.openxmlformats.org/officeDocument/2006/relationships/vmlDrawing" Target="../drawings/vmlDrawing34.vml"/><Relationship Id="rId2" Type="http://schemas.openxmlformats.org/officeDocument/2006/relationships/image" Target="../media/image237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45.wmf"/><Relationship Id="rId17" Type="http://schemas.openxmlformats.org/officeDocument/2006/relationships/oleObject" Target="../embeddings/oleObject244.bin"/><Relationship Id="rId16" Type="http://schemas.openxmlformats.org/officeDocument/2006/relationships/image" Target="../media/image244.wmf"/><Relationship Id="rId15" Type="http://schemas.openxmlformats.org/officeDocument/2006/relationships/oleObject" Target="../embeddings/oleObject243.bin"/><Relationship Id="rId14" Type="http://schemas.openxmlformats.org/officeDocument/2006/relationships/image" Target="../media/image243.wmf"/><Relationship Id="rId13" Type="http://schemas.openxmlformats.org/officeDocument/2006/relationships/oleObject" Target="../embeddings/oleObject242.bin"/><Relationship Id="rId12" Type="http://schemas.openxmlformats.org/officeDocument/2006/relationships/image" Target="../media/image242.wmf"/><Relationship Id="rId11" Type="http://schemas.openxmlformats.org/officeDocument/2006/relationships/oleObject" Target="../embeddings/oleObject241.bin"/><Relationship Id="rId10" Type="http://schemas.openxmlformats.org/officeDocument/2006/relationships/image" Target="../media/image241.wmf"/><Relationship Id="rId1" Type="http://schemas.openxmlformats.org/officeDocument/2006/relationships/oleObject" Target="../embeddings/oleObject236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47.wmf"/><Relationship Id="rId5" Type="http://schemas.openxmlformats.org/officeDocument/2006/relationships/oleObject" Target="../embeddings/oleObject247.bin"/><Relationship Id="rId4" Type="http://schemas.openxmlformats.org/officeDocument/2006/relationships/image" Target="../media/image246.wmf"/><Relationship Id="rId3" Type="http://schemas.openxmlformats.org/officeDocument/2006/relationships/oleObject" Target="../embeddings/oleObject246.bin"/><Relationship Id="rId2" Type="http://schemas.openxmlformats.org/officeDocument/2006/relationships/image" Target="../media/image231.wmf"/><Relationship Id="rId1" Type="http://schemas.openxmlformats.org/officeDocument/2006/relationships/oleObject" Target="../embeddings/oleObject245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2.bin"/><Relationship Id="rId8" Type="http://schemas.openxmlformats.org/officeDocument/2006/relationships/image" Target="../media/image251.wmf"/><Relationship Id="rId7" Type="http://schemas.openxmlformats.org/officeDocument/2006/relationships/oleObject" Target="../embeddings/oleObject251.bin"/><Relationship Id="rId6" Type="http://schemas.openxmlformats.org/officeDocument/2006/relationships/image" Target="../media/image250.wmf"/><Relationship Id="rId5" Type="http://schemas.openxmlformats.org/officeDocument/2006/relationships/oleObject" Target="../embeddings/oleObject250.bin"/><Relationship Id="rId4" Type="http://schemas.openxmlformats.org/officeDocument/2006/relationships/image" Target="../media/image249.wmf"/><Relationship Id="rId3" Type="http://schemas.openxmlformats.org/officeDocument/2006/relationships/oleObject" Target="../embeddings/oleObject249.bin"/><Relationship Id="rId24" Type="http://schemas.openxmlformats.org/officeDocument/2006/relationships/vmlDrawing" Target="../drawings/vmlDrawing36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258.wmf"/><Relationship Id="rId21" Type="http://schemas.openxmlformats.org/officeDocument/2006/relationships/oleObject" Target="../embeddings/oleObject258.bin"/><Relationship Id="rId20" Type="http://schemas.openxmlformats.org/officeDocument/2006/relationships/image" Target="../media/image257.wmf"/><Relationship Id="rId2" Type="http://schemas.openxmlformats.org/officeDocument/2006/relationships/image" Target="../media/image248.wmf"/><Relationship Id="rId19" Type="http://schemas.openxmlformats.org/officeDocument/2006/relationships/oleObject" Target="../embeddings/oleObject257.bin"/><Relationship Id="rId18" Type="http://schemas.openxmlformats.org/officeDocument/2006/relationships/image" Target="../media/image256.wmf"/><Relationship Id="rId17" Type="http://schemas.openxmlformats.org/officeDocument/2006/relationships/oleObject" Target="../embeddings/oleObject256.bin"/><Relationship Id="rId16" Type="http://schemas.openxmlformats.org/officeDocument/2006/relationships/image" Target="../media/image255.wmf"/><Relationship Id="rId15" Type="http://schemas.openxmlformats.org/officeDocument/2006/relationships/oleObject" Target="../embeddings/oleObject255.bin"/><Relationship Id="rId14" Type="http://schemas.openxmlformats.org/officeDocument/2006/relationships/image" Target="../media/image254.wmf"/><Relationship Id="rId13" Type="http://schemas.openxmlformats.org/officeDocument/2006/relationships/oleObject" Target="../embeddings/oleObject254.bin"/><Relationship Id="rId12" Type="http://schemas.openxmlformats.org/officeDocument/2006/relationships/image" Target="../media/image253.wmf"/><Relationship Id="rId11" Type="http://schemas.openxmlformats.org/officeDocument/2006/relationships/oleObject" Target="../embeddings/oleObject253.bin"/><Relationship Id="rId10" Type="http://schemas.openxmlformats.org/officeDocument/2006/relationships/image" Target="../media/image252.wmf"/><Relationship Id="rId1" Type="http://schemas.openxmlformats.org/officeDocument/2006/relationships/oleObject" Target="../embeddings/oleObject248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3.bin"/><Relationship Id="rId8" Type="http://schemas.openxmlformats.org/officeDocument/2006/relationships/image" Target="../media/image262.wmf"/><Relationship Id="rId7" Type="http://schemas.openxmlformats.org/officeDocument/2006/relationships/oleObject" Target="../embeddings/oleObject262.bin"/><Relationship Id="rId6" Type="http://schemas.openxmlformats.org/officeDocument/2006/relationships/image" Target="../media/image261.wmf"/><Relationship Id="rId5" Type="http://schemas.openxmlformats.org/officeDocument/2006/relationships/oleObject" Target="../embeddings/oleObject261.bin"/><Relationship Id="rId4" Type="http://schemas.openxmlformats.org/officeDocument/2006/relationships/image" Target="../media/image260.wmf"/><Relationship Id="rId3" Type="http://schemas.openxmlformats.org/officeDocument/2006/relationships/oleObject" Target="../embeddings/oleObject260.bin"/><Relationship Id="rId20" Type="http://schemas.openxmlformats.org/officeDocument/2006/relationships/vmlDrawing" Target="../drawings/vmlDrawing37.vml"/><Relationship Id="rId2" Type="http://schemas.openxmlformats.org/officeDocument/2006/relationships/image" Target="../media/image259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67.wmf"/><Relationship Id="rId17" Type="http://schemas.openxmlformats.org/officeDocument/2006/relationships/oleObject" Target="../embeddings/oleObject267.bin"/><Relationship Id="rId16" Type="http://schemas.openxmlformats.org/officeDocument/2006/relationships/image" Target="../media/image266.wmf"/><Relationship Id="rId15" Type="http://schemas.openxmlformats.org/officeDocument/2006/relationships/oleObject" Target="../embeddings/oleObject266.bin"/><Relationship Id="rId14" Type="http://schemas.openxmlformats.org/officeDocument/2006/relationships/image" Target="../media/image265.wmf"/><Relationship Id="rId13" Type="http://schemas.openxmlformats.org/officeDocument/2006/relationships/oleObject" Target="../embeddings/oleObject265.bin"/><Relationship Id="rId12" Type="http://schemas.openxmlformats.org/officeDocument/2006/relationships/image" Target="../media/image264.wmf"/><Relationship Id="rId11" Type="http://schemas.openxmlformats.org/officeDocument/2006/relationships/oleObject" Target="../embeddings/oleObject264.bin"/><Relationship Id="rId10" Type="http://schemas.openxmlformats.org/officeDocument/2006/relationships/image" Target="../media/image263.wmf"/><Relationship Id="rId1" Type="http://schemas.openxmlformats.org/officeDocument/2006/relationships/oleObject" Target="../embeddings/oleObject259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2.bin"/><Relationship Id="rId8" Type="http://schemas.openxmlformats.org/officeDocument/2006/relationships/image" Target="../media/image271.wmf"/><Relationship Id="rId7" Type="http://schemas.openxmlformats.org/officeDocument/2006/relationships/oleObject" Target="../embeddings/oleObject271.bin"/><Relationship Id="rId6" Type="http://schemas.openxmlformats.org/officeDocument/2006/relationships/image" Target="../media/image270.wmf"/><Relationship Id="rId5" Type="http://schemas.openxmlformats.org/officeDocument/2006/relationships/oleObject" Target="../embeddings/oleObject270.bin"/><Relationship Id="rId4" Type="http://schemas.openxmlformats.org/officeDocument/2006/relationships/image" Target="../media/image269.wmf"/><Relationship Id="rId3" Type="http://schemas.openxmlformats.org/officeDocument/2006/relationships/oleObject" Target="../embeddings/oleObject269.bin"/><Relationship Id="rId22" Type="http://schemas.openxmlformats.org/officeDocument/2006/relationships/vmlDrawing" Target="../drawings/vmlDrawing38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277.wmf"/><Relationship Id="rId2" Type="http://schemas.openxmlformats.org/officeDocument/2006/relationships/image" Target="../media/image268.wmf"/><Relationship Id="rId19" Type="http://schemas.openxmlformats.org/officeDocument/2006/relationships/oleObject" Target="../embeddings/oleObject277.bin"/><Relationship Id="rId18" Type="http://schemas.openxmlformats.org/officeDocument/2006/relationships/image" Target="../media/image276.wmf"/><Relationship Id="rId17" Type="http://schemas.openxmlformats.org/officeDocument/2006/relationships/oleObject" Target="../embeddings/oleObject276.bin"/><Relationship Id="rId16" Type="http://schemas.openxmlformats.org/officeDocument/2006/relationships/image" Target="../media/image275.wmf"/><Relationship Id="rId15" Type="http://schemas.openxmlformats.org/officeDocument/2006/relationships/oleObject" Target="../embeddings/oleObject275.bin"/><Relationship Id="rId14" Type="http://schemas.openxmlformats.org/officeDocument/2006/relationships/image" Target="../media/image274.wmf"/><Relationship Id="rId13" Type="http://schemas.openxmlformats.org/officeDocument/2006/relationships/oleObject" Target="../embeddings/oleObject274.bin"/><Relationship Id="rId12" Type="http://schemas.openxmlformats.org/officeDocument/2006/relationships/image" Target="../media/image273.wmf"/><Relationship Id="rId11" Type="http://schemas.openxmlformats.org/officeDocument/2006/relationships/oleObject" Target="../embeddings/oleObject273.bin"/><Relationship Id="rId10" Type="http://schemas.openxmlformats.org/officeDocument/2006/relationships/image" Target="../media/image272.wmf"/><Relationship Id="rId1" Type="http://schemas.openxmlformats.org/officeDocument/2006/relationships/oleObject" Target="../embeddings/oleObject268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2.bin"/><Relationship Id="rId8" Type="http://schemas.openxmlformats.org/officeDocument/2006/relationships/image" Target="../media/image281.wmf"/><Relationship Id="rId7" Type="http://schemas.openxmlformats.org/officeDocument/2006/relationships/oleObject" Target="../embeddings/oleObject281.bin"/><Relationship Id="rId6" Type="http://schemas.openxmlformats.org/officeDocument/2006/relationships/image" Target="../media/image280.wmf"/><Relationship Id="rId5" Type="http://schemas.openxmlformats.org/officeDocument/2006/relationships/oleObject" Target="../embeddings/oleObject280.bin"/><Relationship Id="rId4" Type="http://schemas.openxmlformats.org/officeDocument/2006/relationships/image" Target="../media/image279.wmf"/><Relationship Id="rId3" Type="http://schemas.openxmlformats.org/officeDocument/2006/relationships/oleObject" Target="../embeddings/oleObject279.bin"/><Relationship Id="rId20" Type="http://schemas.openxmlformats.org/officeDocument/2006/relationships/vmlDrawing" Target="../drawings/vmlDrawing39.vml"/><Relationship Id="rId2" Type="http://schemas.openxmlformats.org/officeDocument/2006/relationships/image" Target="../media/image278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86.wmf"/><Relationship Id="rId17" Type="http://schemas.openxmlformats.org/officeDocument/2006/relationships/oleObject" Target="../embeddings/oleObject286.bin"/><Relationship Id="rId16" Type="http://schemas.openxmlformats.org/officeDocument/2006/relationships/image" Target="../media/image285.wmf"/><Relationship Id="rId15" Type="http://schemas.openxmlformats.org/officeDocument/2006/relationships/oleObject" Target="../embeddings/oleObject285.bin"/><Relationship Id="rId14" Type="http://schemas.openxmlformats.org/officeDocument/2006/relationships/image" Target="../media/image284.wmf"/><Relationship Id="rId13" Type="http://schemas.openxmlformats.org/officeDocument/2006/relationships/oleObject" Target="../embeddings/oleObject284.bin"/><Relationship Id="rId12" Type="http://schemas.openxmlformats.org/officeDocument/2006/relationships/image" Target="../media/image283.wmf"/><Relationship Id="rId11" Type="http://schemas.openxmlformats.org/officeDocument/2006/relationships/oleObject" Target="../embeddings/oleObject283.bin"/><Relationship Id="rId10" Type="http://schemas.openxmlformats.org/officeDocument/2006/relationships/image" Target="../media/image282.wmf"/><Relationship Id="rId1" Type="http://schemas.openxmlformats.org/officeDocument/2006/relationships/oleObject" Target="../embeddings/oleObject27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3140039" y="3284984"/>
            <a:ext cx="63849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12800" indent="-8128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ea typeface="楷体_GB2312"/>
                <a:cs typeface="楷体_GB2312"/>
              </a:rPr>
              <a:t>一、泰勒公式及麦克劳林公式</a:t>
            </a:r>
            <a:endParaRPr lang="zh-CN" altLang="en-US" b="1" dirty="0">
              <a:ea typeface="楷体_GB2312"/>
              <a:cs typeface="楷体_GB2312"/>
            </a:endParaRPr>
          </a:p>
        </p:txBody>
      </p:sp>
      <p:sp>
        <p:nvSpPr>
          <p:cNvPr id="52231" name="Text Box 10"/>
          <p:cNvSpPr txBox="1">
            <a:spLocks noChangeArrowheads="1"/>
          </p:cNvSpPr>
          <p:nvPr/>
        </p:nvSpPr>
        <p:spPr bwMode="auto">
          <a:xfrm>
            <a:off x="3140039" y="1948360"/>
            <a:ext cx="5607625" cy="769441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FF0000"/>
                </a:solidFill>
              </a:rPr>
              <a:t>§</a:t>
            </a:r>
            <a:r>
              <a:rPr lang="en-US" altLang="zh-CN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zh-CN" altLang="en-US" sz="4400" b="1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泰勒</a:t>
            </a:r>
            <a:r>
              <a:rPr lang="zh-CN" altLang="en-US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(</a:t>
            </a:r>
            <a:r>
              <a:rPr lang="en-US" altLang="zh-CN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Taylor)</a:t>
            </a:r>
            <a:r>
              <a:rPr lang="zh-CN" altLang="en-US" sz="44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公式</a:t>
            </a:r>
            <a:endParaRPr lang="zh-CN" altLang="en-US" sz="44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9897998" y="404664"/>
            <a:ext cx="1569660" cy="52322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latin typeface="Brush Script MT" panose="03060802040406070304" pitchFamily="66" charset="0"/>
                <a:ea typeface="楷体_GB2312"/>
                <a:cs typeface="楷体_GB2312"/>
              </a:rPr>
              <a:t>Chapter 3</a:t>
            </a:r>
            <a:r>
              <a:rPr lang="zh-CN" altLang="en-US" sz="2800" dirty="0" smtClean="0">
                <a:solidFill>
                  <a:schemeClr val="accent2"/>
                </a:solidFill>
                <a:ea typeface="楷体_GB2312"/>
                <a:cs typeface="楷体_GB2312"/>
              </a:rPr>
              <a:t> </a:t>
            </a:r>
            <a:endParaRPr lang="zh-CN" altLang="en-US" sz="2800" dirty="0">
              <a:solidFill>
                <a:schemeClr val="accent2"/>
              </a:solidFill>
              <a:ea typeface="楷体_GB2312"/>
              <a:cs typeface="楷体_GB231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140039" y="4149725"/>
            <a:ext cx="653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ea typeface="楷体_GB2312"/>
                <a:cs typeface="楷体_GB2312"/>
              </a:rPr>
              <a:t>二、利用泰勒公式求极限</a:t>
            </a:r>
            <a:endParaRPr lang="zh-CN" altLang="en-US" b="1" dirty="0">
              <a:ea typeface="楷体_GB2312"/>
              <a:cs typeface="楷体_GB231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396D1A-43BC-4FD2-AD08-FE492266C5B6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64579" name="Object 3"/>
          <p:cNvGraphicFramePr>
            <a:graphicFrameLocks noChangeAspect="1"/>
          </p:cNvGraphicFramePr>
          <p:nvPr/>
        </p:nvGraphicFramePr>
        <p:xfrm>
          <a:off x="2498726" y="1447801"/>
          <a:ext cx="7154863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0" name="文档" r:id="rId1" imgW="7296150" imgH="542925" progId="Word.Document.8">
                  <p:embed/>
                </p:oleObj>
              </mc:Choice>
              <mc:Fallback>
                <p:oleObj name="文档" r:id="rId1" imgW="7296150" imgH="542925" progId="Word.Document.8">
                  <p:embed/>
                  <p:pic>
                    <p:nvPicPr>
                      <p:cNvPr id="0" name="图片 435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6" y="1447801"/>
                        <a:ext cx="7154863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0" name="Object 4"/>
          <p:cNvGraphicFramePr>
            <a:graphicFrameLocks noChangeAspect="1"/>
          </p:cNvGraphicFramePr>
          <p:nvPr/>
        </p:nvGraphicFramePr>
        <p:xfrm>
          <a:off x="2498726" y="2995614"/>
          <a:ext cx="697706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1" name="文档" r:id="rId3" imgW="6934200" imgH="590550" progId="Word.Document.8">
                  <p:embed/>
                </p:oleObj>
              </mc:Choice>
              <mc:Fallback>
                <p:oleObj name="文档" r:id="rId3" imgW="6934200" imgH="590550" progId="Word.Document.8">
                  <p:embed/>
                  <p:pic>
                    <p:nvPicPr>
                      <p:cNvPr id="0" name="图片 435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6" y="2995614"/>
                        <a:ext cx="697706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1" name="Object 5"/>
          <p:cNvGraphicFramePr>
            <a:graphicFrameLocks noChangeAspect="1"/>
          </p:cNvGraphicFramePr>
          <p:nvPr/>
        </p:nvGraphicFramePr>
        <p:xfrm>
          <a:off x="2286000" y="5181600"/>
          <a:ext cx="76200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2" name="Document" r:id="rId5" imgW="7458075" imgH="495300" progId="Word.Document.8">
                  <p:embed/>
                </p:oleObj>
              </mc:Choice>
              <mc:Fallback>
                <p:oleObj name="Document" r:id="rId5" imgW="7458075" imgH="495300" progId="Word.Document.8">
                  <p:embed/>
                  <p:pic>
                    <p:nvPicPr>
                      <p:cNvPr id="0" name="图片 435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181600"/>
                        <a:ext cx="762000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2" name="Object 6"/>
          <p:cNvGraphicFramePr>
            <a:graphicFrameLocks noChangeAspect="1"/>
          </p:cNvGraphicFramePr>
          <p:nvPr/>
        </p:nvGraphicFramePr>
        <p:xfrm>
          <a:off x="5791200" y="2133601"/>
          <a:ext cx="33528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3" name="文档" r:id="rId7" imgW="3486150" imgH="504825" progId="Word.Document.8">
                  <p:embed/>
                </p:oleObj>
              </mc:Choice>
              <mc:Fallback>
                <p:oleObj name="文档" r:id="rId7" imgW="3486150" imgH="504825" progId="Word.Document.8">
                  <p:embed/>
                  <p:pic>
                    <p:nvPicPr>
                      <p:cNvPr id="0" name="图片 435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133601"/>
                        <a:ext cx="33528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3" name="Object 7"/>
          <p:cNvGraphicFramePr>
            <a:graphicFrameLocks noChangeAspect="1"/>
          </p:cNvGraphicFramePr>
          <p:nvPr/>
        </p:nvGraphicFramePr>
        <p:xfrm>
          <a:off x="2590800" y="4495801"/>
          <a:ext cx="637698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4" name="公式" r:id="rId9" imgW="6276975" imgH="333375" progId="Equation.3">
                  <p:embed/>
                </p:oleObj>
              </mc:Choice>
              <mc:Fallback>
                <p:oleObj name="公式" r:id="rId9" imgW="6276975" imgH="333375" progId="Equation.3">
                  <p:embed/>
                  <p:pic>
                    <p:nvPicPr>
                      <p:cNvPr id="0" name="图片 435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495801"/>
                        <a:ext cx="6376988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4" name="Object 8"/>
          <p:cNvGraphicFramePr>
            <a:graphicFrameLocks noChangeAspect="1"/>
          </p:cNvGraphicFramePr>
          <p:nvPr/>
        </p:nvGraphicFramePr>
        <p:xfrm>
          <a:off x="2520950" y="2135188"/>
          <a:ext cx="423068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5" name="文档" r:id="rId11" imgW="4276725" imgH="561975" progId="Word.Document.8">
                  <p:embed/>
                </p:oleObj>
              </mc:Choice>
              <mc:Fallback>
                <p:oleObj name="文档" r:id="rId11" imgW="4276725" imgH="561975" progId="Word.Document.8">
                  <p:embed/>
                  <p:pic>
                    <p:nvPicPr>
                      <p:cNvPr id="0" name="图片 435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2135188"/>
                        <a:ext cx="4230688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5" name="Object 9"/>
          <p:cNvGraphicFramePr>
            <a:graphicFrameLocks noChangeAspect="1"/>
          </p:cNvGraphicFramePr>
          <p:nvPr/>
        </p:nvGraphicFramePr>
        <p:xfrm>
          <a:off x="2432051" y="3733801"/>
          <a:ext cx="70215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76" name="文档" r:id="rId13" imgW="6934200" imgH="676275" progId="Word.Document.8">
                  <p:embed/>
                </p:oleObj>
              </mc:Choice>
              <mc:Fallback>
                <p:oleObj name="文档" r:id="rId13" imgW="6934200" imgH="676275" progId="Word.Document.8">
                  <p:embed/>
                  <p:pic>
                    <p:nvPicPr>
                      <p:cNvPr id="0" name="图片 435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1" y="3733801"/>
                        <a:ext cx="70215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1781175" y="762000"/>
            <a:ext cx="5971009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楷体_GB2312"/>
              </a:rPr>
              <a:t>一、泰勒公式及麦克劳林公式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楷体_GB2312"/>
            </a:endParaRPr>
          </a:p>
        </p:txBody>
      </p:sp>
      <p:sp>
        <p:nvSpPr>
          <p:cNvPr id="53259" name="Text Box 11"/>
          <p:cNvSpPr txBox="1">
            <a:spLocks noChangeArrowheads="1"/>
          </p:cNvSpPr>
          <p:nvPr/>
        </p:nvSpPr>
        <p:spPr bwMode="auto">
          <a:xfrm>
            <a:off x="2667000" y="304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6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6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6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6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266FB9-A83B-4D02-ACB0-25D45E2C585F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4275" name="Text Box 2"/>
          <p:cNvSpPr txBox="1">
            <a:spLocks noChangeArrowheads="1"/>
          </p:cNvSpPr>
          <p:nvPr/>
        </p:nvSpPr>
        <p:spPr bwMode="auto">
          <a:xfrm>
            <a:off x="2152650" y="945519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不足: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65603" name="Text Box 3"/>
          <p:cNvSpPr txBox="1">
            <a:spLocks noChangeArrowheads="1"/>
          </p:cNvSpPr>
          <p:nvPr/>
        </p:nvSpPr>
        <p:spPr bwMode="auto">
          <a:xfrm>
            <a:off x="2152650" y="1549505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问题: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665604" name="Object 4"/>
          <p:cNvGraphicFramePr>
            <a:graphicFrameLocks noChangeAspect="1"/>
          </p:cNvGraphicFramePr>
          <p:nvPr/>
        </p:nvGraphicFramePr>
        <p:xfrm>
          <a:off x="3228975" y="1500189"/>
          <a:ext cx="61150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34" name="文档" r:id="rId1" imgW="6153150" imgH="581025" progId="Word.Document.8">
                  <p:embed/>
                </p:oleObj>
              </mc:Choice>
              <mc:Fallback>
                <p:oleObj name="文档" r:id="rId1" imgW="6153150" imgH="581025" progId="Word.Document.8">
                  <p:embed/>
                  <p:pic>
                    <p:nvPicPr>
                      <p:cNvPr id="0" name="图片 444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1500189"/>
                        <a:ext cx="611505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05" name="Object 5"/>
          <p:cNvGraphicFramePr>
            <a:graphicFrameLocks noChangeAspect="1"/>
          </p:cNvGraphicFramePr>
          <p:nvPr/>
        </p:nvGraphicFramePr>
        <p:xfrm>
          <a:off x="3228975" y="2177360"/>
          <a:ext cx="6057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35" name="文档" r:id="rId3" imgW="5972175" imgH="828675" progId="Word.Document.8">
                  <p:embed/>
                </p:oleObj>
              </mc:Choice>
              <mc:Fallback>
                <p:oleObj name="文档" r:id="rId3" imgW="5972175" imgH="828675" progId="Word.Document.8">
                  <p:embed/>
                  <p:pic>
                    <p:nvPicPr>
                      <p:cNvPr id="0" name="图片 444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2177360"/>
                        <a:ext cx="6057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06" name="Text Box 6"/>
          <p:cNvSpPr txBox="1">
            <a:spLocks noChangeArrowheads="1"/>
          </p:cNvSpPr>
          <p:nvPr/>
        </p:nvSpPr>
        <p:spPr bwMode="auto">
          <a:xfrm>
            <a:off x="3280488" y="945520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/>
              <a:t>、精确度不高；</a:t>
            </a:r>
            <a:endParaRPr lang="zh-CN" altLang="en-US" sz="2800" b="1" dirty="0"/>
          </a:p>
        </p:txBody>
      </p:sp>
      <p:sp>
        <p:nvSpPr>
          <p:cNvPr id="665607" name="Text Box 7"/>
          <p:cNvSpPr txBox="1">
            <a:spLocks noChangeArrowheads="1"/>
          </p:cNvSpPr>
          <p:nvPr/>
        </p:nvSpPr>
        <p:spPr bwMode="auto">
          <a:xfrm>
            <a:off x="6287379" y="965492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/>
              <a:t>、误差不能</a:t>
            </a:r>
            <a:r>
              <a:rPr lang="zh-CN" altLang="en-US" sz="2800" b="1" dirty="0" smtClean="0"/>
              <a:t>估计</a:t>
            </a:r>
            <a:r>
              <a:rPr lang="en-US" altLang="zh-CN" sz="2800" b="1" dirty="0" smtClean="0"/>
              <a:t>.</a:t>
            </a:r>
            <a:endParaRPr lang="zh-CN" altLang="en-US" sz="2800" b="1" dirty="0"/>
          </a:p>
        </p:txBody>
      </p:sp>
      <p:graphicFrame>
        <p:nvGraphicFramePr>
          <p:cNvPr id="665608" name="Object 8"/>
          <p:cNvGraphicFramePr>
            <a:graphicFrameLocks noChangeAspect="1"/>
          </p:cNvGraphicFramePr>
          <p:nvPr/>
        </p:nvGraphicFramePr>
        <p:xfrm>
          <a:off x="2288907" y="2955717"/>
          <a:ext cx="8077200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36" name="文档" r:id="rId5" imgW="7991475" imgH="1685925" progId="Word.Document.8">
                  <p:embed/>
                </p:oleObj>
              </mc:Choice>
              <mc:Fallback>
                <p:oleObj name="文档" r:id="rId5" imgW="7991475" imgH="1685925" progId="Word.Document.8">
                  <p:embed/>
                  <p:pic>
                    <p:nvPicPr>
                      <p:cNvPr id="0" name="图片 444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8907" y="2955717"/>
                        <a:ext cx="8077200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09" name="Object 9"/>
          <p:cNvGraphicFramePr>
            <a:graphicFrameLocks noChangeAspect="1"/>
          </p:cNvGraphicFramePr>
          <p:nvPr/>
        </p:nvGraphicFramePr>
        <p:xfrm>
          <a:off x="2286000" y="4188618"/>
          <a:ext cx="763428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37" name="公式" r:id="rId7" imgW="7839075" imgH="390525" progId="Equation.3">
                  <p:embed/>
                </p:oleObj>
              </mc:Choice>
              <mc:Fallback>
                <p:oleObj name="公式" r:id="rId7" imgW="7839075" imgH="390525" progId="Equation.3">
                  <p:embed/>
                  <p:pic>
                    <p:nvPicPr>
                      <p:cNvPr id="0" name="图片 444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188618"/>
                        <a:ext cx="763428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10" name="Object 10"/>
          <p:cNvGraphicFramePr>
            <a:graphicFrameLocks noChangeAspect="1"/>
          </p:cNvGraphicFramePr>
          <p:nvPr/>
        </p:nvGraphicFramePr>
        <p:xfrm>
          <a:off x="2747088" y="4797152"/>
          <a:ext cx="52578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38" name="文档" r:id="rId9" imgW="5181600" imgH="495300" progId="Word.Document.8">
                  <p:embed/>
                </p:oleObj>
              </mc:Choice>
              <mc:Fallback>
                <p:oleObj name="文档" r:id="rId9" imgW="5181600" imgH="495300" progId="Word.Document.8">
                  <p:embed/>
                  <p:pic>
                    <p:nvPicPr>
                      <p:cNvPr id="0" name="图片 444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088" y="4797152"/>
                        <a:ext cx="52578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6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6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3" grpId="0" autoUpdateAnimBg="0"/>
      <p:bldP spid="665606" grpId="0" autoUpdateAnimBg="0"/>
      <p:bldP spid="66560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86B73C-5ED4-4760-8F22-DBC830F02C7A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55299" name="Object 2"/>
          <p:cNvGraphicFramePr>
            <a:graphicFrameLocks noChangeAspect="1"/>
          </p:cNvGraphicFramePr>
          <p:nvPr/>
        </p:nvGraphicFramePr>
        <p:xfrm>
          <a:off x="2567608" y="688181"/>
          <a:ext cx="26670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49" name="文档" r:id="rId1" imgW="2762250" imgH="695325" progId="Word.Document.8">
                  <p:embed/>
                </p:oleObj>
              </mc:Choice>
              <mc:Fallback>
                <p:oleObj name="文档" r:id="rId1" imgW="2762250" imgH="695325" progId="Word.Document.8">
                  <p:embed/>
                  <p:pic>
                    <p:nvPicPr>
                      <p:cNvPr id="0" name="图片 459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688181"/>
                        <a:ext cx="266700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627" name="Line 3"/>
          <p:cNvSpPr>
            <a:spLocks noChangeShapeType="1"/>
          </p:cNvSpPr>
          <p:nvPr/>
        </p:nvSpPr>
        <p:spPr bwMode="auto">
          <a:xfrm flipV="1">
            <a:off x="7620000" y="3276600"/>
            <a:ext cx="0" cy="14478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628" name="Line 4"/>
          <p:cNvSpPr>
            <a:spLocks noChangeShapeType="1"/>
          </p:cNvSpPr>
          <p:nvPr/>
        </p:nvSpPr>
        <p:spPr bwMode="auto">
          <a:xfrm flipV="1">
            <a:off x="6477000" y="2438400"/>
            <a:ext cx="2362200" cy="167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66629" name="Object 5"/>
          <p:cNvGraphicFramePr>
            <a:graphicFrameLocks noChangeAspect="1"/>
          </p:cNvGraphicFramePr>
          <p:nvPr/>
        </p:nvGraphicFramePr>
        <p:xfrm>
          <a:off x="7467600" y="4724400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50" name="公式" r:id="rId3" imgW="285750" imgH="361950" progId="Equation.3">
                  <p:embed/>
                </p:oleObj>
              </mc:Choice>
              <mc:Fallback>
                <p:oleObj name="公式" r:id="rId3" imgW="285750" imgH="361950" progId="Equation.3">
                  <p:embed/>
                  <p:pic>
                    <p:nvPicPr>
                      <p:cNvPr id="0" name="图片 459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724400"/>
                        <a:ext cx="38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630" name="Object 6"/>
          <p:cNvGraphicFramePr>
            <a:graphicFrameLocks noChangeAspect="1"/>
          </p:cNvGraphicFramePr>
          <p:nvPr/>
        </p:nvGraphicFramePr>
        <p:xfrm>
          <a:off x="8839200" y="2514600"/>
          <a:ext cx="11430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51" name="公式" r:id="rId5" imgW="1352550" imgH="314325" progId="Equation.3">
                  <p:embed/>
                </p:oleObj>
              </mc:Choice>
              <mc:Fallback>
                <p:oleObj name="公式" r:id="rId5" imgW="1352550" imgH="314325" progId="Equation.3">
                  <p:embed/>
                  <p:pic>
                    <p:nvPicPr>
                      <p:cNvPr id="0" name="图片 459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2514600"/>
                        <a:ext cx="114300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631" name="Arc 7"/>
          <p:cNvSpPr/>
          <p:nvPr/>
        </p:nvSpPr>
        <p:spPr bwMode="auto">
          <a:xfrm rot="10878672" flipV="1">
            <a:off x="7010401" y="2892425"/>
            <a:ext cx="1903413" cy="1447800"/>
          </a:xfrm>
          <a:custGeom>
            <a:avLst/>
            <a:gdLst>
              <a:gd name="T0" fmla="*/ 0 w 21591"/>
              <a:gd name="T1" fmla="*/ 0 h 21600"/>
              <a:gd name="T2" fmla="*/ 2147483647 w 21591"/>
              <a:gd name="T3" fmla="*/ 2147483647 h 21600"/>
              <a:gd name="T4" fmla="*/ 0 w 21591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91" h="21600" fill="none" extrusionOk="0">
                <a:moveTo>
                  <a:pt x="0" y="0"/>
                </a:moveTo>
                <a:cubicBezTo>
                  <a:pt x="11688" y="0"/>
                  <a:pt x="21256" y="9297"/>
                  <a:pt x="21591" y="20980"/>
                </a:cubicBezTo>
              </a:path>
              <a:path w="21591" h="21600" stroke="0" extrusionOk="0">
                <a:moveTo>
                  <a:pt x="0" y="0"/>
                </a:moveTo>
                <a:cubicBezTo>
                  <a:pt x="11688" y="0"/>
                  <a:pt x="21256" y="9297"/>
                  <a:pt x="21591" y="2098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66632" name="Group 8"/>
          <p:cNvGrpSpPr/>
          <p:nvPr/>
        </p:nvGrpSpPr>
        <p:grpSpPr bwMode="auto">
          <a:xfrm>
            <a:off x="6096001" y="1981201"/>
            <a:ext cx="3541713" cy="3071813"/>
            <a:chOff x="3072" y="1488"/>
            <a:chExt cx="2231" cy="1935"/>
          </a:xfrm>
        </p:grpSpPr>
        <p:sp>
          <p:nvSpPr>
            <p:cNvPr id="55321" name="Line 9"/>
            <p:cNvSpPr>
              <a:spLocks noChangeShapeType="1"/>
            </p:cNvSpPr>
            <p:nvPr/>
          </p:nvSpPr>
          <p:spPr bwMode="auto">
            <a:xfrm>
              <a:off x="3072" y="3216"/>
              <a:ext cx="2064" cy="1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22" name="Line 10"/>
            <p:cNvSpPr>
              <a:spLocks noChangeShapeType="1"/>
            </p:cNvSpPr>
            <p:nvPr/>
          </p:nvSpPr>
          <p:spPr bwMode="auto">
            <a:xfrm flipV="1">
              <a:off x="3408" y="1728"/>
              <a:ext cx="1" cy="168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23" name="Object 11"/>
            <p:cNvGraphicFramePr>
              <a:graphicFrameLocks noChangeAspect="1"/>
            </p:cNvGraphicFramePr>
            <p:nvPr/>
          </p:nvGraphicFramePr>
          <p:xfrm>
            <a:off x="3168" y="3264"/>
            <a:ext cx="144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952" name="公式" r:id="rId7" imgW="133350" imgH="161925" progId="Equation.3">
                    <p:embed/>
                  </p:oleObj>
                </mc:Choice>
                <mc:Fallback>
                  <p:oleObj name="公式" r:id="rId7" imgW="133350" imgH="161925" progId="Equation.3">
                    <p:embed/>
                    <p:pic>
                      <p:nvPicPr>
                        <p:cNvPr id="0" name="图片 459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3264"/>
                          <a:ext cx="144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4" name="Object 12"/>
            <p:cNvGraphicFramePr>
              <a:graphicFrameLocks noChangeAspect="1"/>
            </p:cNvGraphicFramePr>
            <p:nvPr/>
          </p:nvGraphicFramePr>
          <p:xfrm>
            <a:off x="5136" y="3153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953" name="公式" r:id="rId9" imgW="171450" imgH="161925" progId="Equation.3">
                    <p:embed/>
                  </p:oleObj>
                </mc:Choice>
                <mc:Fallback>
                  <p:oleObj name="公式" r:id="rId9" imgW="171450" imgH="161925" progId="Equation.3">
                    <p:embed/>
                    <p:pic>
                      <p:nvPicPr>
                        <p:cNvPr id="0" name="图片 459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3153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5" name="Object 13"/>
            <p:cNvGraphicFramePr>
              <a:graphicFrameLocks noChangeAspect="1"/>
            </p:cNvGraphicFramePr>
            <p:nvPr/>
          </p:nvGraphicFramePr>
          <p:xfrm>
            <a:off x="3360" y="1488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954" name="公式" r:id="rId11" imgW="171450" imgH="238125" progId="Equation.3">
                    <p:embed/>
                  </p:oleObj>
                </mc:Choice>
                <mc:Fallback>
                  <p:oleObj name="公式" r:id="rId11" imgW="171450" imgH="238125" progId="Equation.3">
                    <p:embed/>
                    <p:pic>
                      <p:nvPicPr>
                        <p:cNvPr id="0" name="图片 459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1488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6638" name="Arc 14"/>
          <p:cNvSpPr/>
          <p:nvPr/>
        </p:nvSpPr>
        <p:spPr bwMode="auto">
          <a:xfrm rot="21018517" flipV="1">
            <a:off x="6553200" y="2063751"/>
            <a:ext cx="1843088" cy="1444625"/>
          </a:xfrm>
          <a:custGeom>
            <a:avLst/>
            <a:gdLst>
              <a:gd name="T0" fmla="*/ 2147483647 w 20900"/>
              <a:gd name="T1" fmla="*/ 0 h 21546"/>
              <a:gd name="T2" fmla="*/ 2147483647 w 20900"/>
              <a:gd name="T3" fmla="*/ 2147483647 h 21546"/>
              <a:gd name="T4" fmla="*/ 0 w 20900"/>
              <a:gd name="T5" fmla="*/ 2147483647 h 2154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900" h="21546" fill="none" extrusionOk="0">
                <a:moveTo>
                  <a:pt x="1531" y="0"/>
                </a:moveTo>
                <a:cubicBezTo>
                  <a:pt x="10770" y="657"/>
                  <a:pt x="18562" y="7131"/>
                  <a:pt x="20900" y="16092"/>
                </a:cubicBezTo>
              </a:path>
              <a:path w="20900" h="21546" stroke="0" extrusionOk="0">
                <a:moveTo>
                  <a:pt x="1531" y="0"/>
                </a:moveTo>
                <a:cubicBezTo>
                  <a:pt x="10770" y="657"/>
                  <a:pt x="18562" y="7131"/>
                  <a:pt x="20900" y="16092"/>
                </a:cubicBezTo>
                <a:lnTo>
                  <a:pt x="0" y="21546"/>
                </a:lnTo>
                <a:lnTo>
                  <a:pt x="1531" y="0"/>
                </a:lnTo>
                <a:close/>
              </a:path>
            </a:pathLst>
          </a:custGeom>
          <a:noFill/>
          <a:ln w="25400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639" name="Arc 15"/>
          <p:cNvSpPr/>
          <p:nvPr/>
        </p:nvSpPr>
        <p:spPr bwMode="auto">
          <a:xfrm rot="4134934" flipV="1">
            <a:off x="7097713" y="2270126"/>
            <a:ext cx="1866900" cy="1444625"/>
          </a:xfrm>
          <a:custGeom>
            <a:avLst/>
            <a:gdLst>
              <a:gd name="T0" fmla="*/ 2147483647 w 21184"/>
              <a:gd name="T1" fmla="*/ 0 h 21546"/>
              <a:gd name="T2" fmla="*/ 2147483647 w 21184"/>
              <a:gd name="T3" fmla="*/ 2147483647 h 21546"/>
              <a:gd name="T4" fmla="*/ 0 w 21184"/>
              <a:gd name="T5" fmla="*/ 2147483647 h 2154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184" h="21546" fill="none" extrusionOk="0">
                <a:moveTo>
                  <a:pt x="1531" y="0"/>
                </a:moveTo>
                <a:cubicBezTo>
                  <a:pt x="11237" y="690"/>
                  <a:pt x="19283" y="7784"/>
                  <a:pt x="21183" y="17327"/>
                </a:cubicBezTo>
              </a:path>
              <a:path w="21184" h="21546" stroke="0" extrusionOk="0">
                <a:moveTo>
                  <a:pt x="1531" y="0"/>
                </a:moveTo>
                <a:cubicBezTo>
                  <a:pt x="11237" y="690"/>
                  <a:pt x="19283" y="7784"/>
                  <a:pt x="21183" y="17327"/>
                </a:cubicBezTo>
                <a:lnTo>
                  <a:pt x="0" y="21546"/>
                </a:lnTo>
                <a:lnTo>
                  <a:pt x="1531" y="0"/>
                </a:lnTo>
                <a:close/>
              </a:path>
            </a:pathLst>
          </a:custGeom>
          <a:noFill/>
          <a:ln w="25400">
            <a:solidFill>
              <a:srgbClr val="80008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640" name="Arc 16"/>
          <p:cNvSpPr/>
          <p:nvPr/>
        </p:nvSpPr>
        <p:spPr bwMode="auto">
          <a:xfrm rot="10835637" flipV="1">
            <a:off x="7162801" y="3089276"/>
            <a:ext cx="1471613" cy="1177925"/>
          </a:xfrm>
          <a:custGeom>
            <a:avLst/>
            <a:gdLst>
              <a:gd name="T0" fmla="*/ 0 w 31289"/>
              <a:gd name="T1" fmla="*/ 2147483647 h 21600"/>
              <a:gd name="T2" fmla="*/ 2147483647 w 31289"/>
              <a:gd name="T3" fmla="*/ 2147483647 h 21600"/>
              <a:gd name="T4" fmla="*/ 2147483647 w 31289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289" h="21600" fill="none" extrusionOk="0">
                <a:moveTo>
                  <a:pt x="-1" y="2294"/>
                </a:moveTo>
                <a:cubicBezTo>
                  <a:pt x="3006" y="785"/>
                  <a:pt x="6324" y="-1"/>
                  <a:pt x="9689" y="0"/>
                </a:cubicBezTo>
                <a:cubicBezTo>
                  <a:pt x="21615" y="0"/>
                  <a:pt x="31284" y="9665"/>
                  <a:pt x="31288" y="21592"/>
                </a:cubicBezTo>
              </a:path>
              <a:path w="31289" h="21600" stroke="0" extrusionOk="0">
                <a:moveTo>
                  <a:pt x="-1" y="2294"/>
                </a:moveTo>
                <a:cubicBezTo>
                  <a:pt x="3006" y="785"/>
                  <a:pt x="6324" y="-1"/>
                  <a:pt x="9689" y="0"/>
                </a:cubicBezTo>
                <a:cubicBezTo>
                  <a:pt x="21615" y="0"/>
                  <a:pt x="31284" y="9665"/>
                  <a:pt x="31288" y="21592"/>
                </a:cubicBezTo>
                <a:lnTo>
                  <a:pt x="9689" y="21600"/>
                </a:lnTo>
                <a:lnTo>
                  <a:pt x="-1" y="2294"/>
                </a:lnTo>
                <a:close/>
              </a:path>
            </a:pathLst>
          </a:custGeom>
          <a:noFill/>
          <a:ln w="254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641" name="Text Box 17"/>
          <p:cNvSpPr txBox="1">
            <a:spLocks noChangeArrowheads="1"/>
          </p:cNvSpPr>
          <p:nvPr/>
        </p:nvSpPr>
        <p:spPr bwMode="auto">
          <a:xfrm>
            <a:off x="2362200" y="1309688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分析:</a:t>
            </a:r>
            <a:endParaRPr lang="zh-CN" altLang="en-US" sz="2800" b="1"/>
          </a:p>
        </p:txBody>
      </p:sp>
      <p:graphicFrame>
        <p:nvGraphicFramePr>
          <p:cNvPr id="666642" name="Object 18"/>
          <p:cNvGraphicFramePr>
            <a:graphicFrameLocks noChangeAspect="1"/>
          </p:cNvGraphicFramePr>
          <p:nvPr/>
        </p:nvGraphicFramePr>
        <p:xfrm>
          <a:off x="3352800" y="2514600"/>
          <a:ext cx="200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55" name="公式" r:id="rId13" imgW="2314575" imgH="361950" progId="Equation.3">
                  <p:embed/>
                </p:oleObj>
              </mc:Choice>
              <mc:Fallback>
                <p:oleObj name="公式" r:id="rId13" imgW="2314575" imgH="361950" progId="Equation.3">
                  <p:embed/>
                  <p:pic>
                    <p:nvPicPr>
                      <p:cNvPr id="0" name="图片 459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514600"/>
                        <a:ext cx="2006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643" name="Object 19"/>
          <p:cNvGraphicFramePr>
            <a:graphicFrameLocks noChangeAspect="1"/>
          </p:cNvGraphicFramePr>
          <p:nvPr/>
        </p:nvGraphicFramePr>
        <p:xfrm>
          <a:off x="3352800" y="4876800"/>
          <a:ext cx="213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56" name="公式" r:id="rId15" imgW="2466975" imgH="361950" progId="Equation.3">
                  <p:embed/>
                </p:oleObj>
              </mc:Choice>
              <mc:Fallback>
                <p:oleObj name="公式" r:id="rId15" imgW="2466975" imgH="361950" progId="Equation.3">
                  <p:embed/>
                  <p:pic>
                    <p:nvPicPr>
                      <p:cNvPr id="0" name="图片 459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876800"/>
                        <a:ext cx="2133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644" name="Object 20"/>
          <p:cNvGraphicFramePr>
            <a:graphicFrameLocks noChangeAspect="1"/>
          </p:cNvGraphicFramePr>
          <p:nvPr/>
        </p:nvGraphicFramePr>
        <p:xfrm>
          <a:off x="3352801" y="3657601"/>
          <a:ext cx="207962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57" name="公式" r:id="rId17" imgW="2409825" imgH="361950" progId="Equation.3">
                  <p:embed/>
                </p:oleObj>
              </mc:Choice>
              <mc:Fallback>
                <p:oleObj name="公式" r:id="rId17" imgW="2409825" imgH="361950" progId="Equation.3">
                  <p:embed/>
                  <p:pic>
                    <p:nvPicPr>
                      <p:cNvPr id="0" name="图片 459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3657601"/>
                        <a:ext cx="2079625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645" name="Object 21"/>
          <p:cNvGraphicFramePr>
            <a:graphicFrameLocks noChangeAspect="1"/>
          </p:cNvGraphicFramePr>
          <p:nvPr/>
        </p:nvGraphicFramePr>
        <p:xfrm>
          <a:off x="3441700" y="5486401"/>
          <a:ext cx="17399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58" name="公式" r:id="rId19" imgW="1647825" imgH="161925" progId="Equation.3">
                  <p:embed/>
                </p:oleObj>
              </mc:Choice>
              <mc:Fallback>
                <p:oleObj name="公式" r:id="rId19" imgW="1647825" imgH="161925" progId="Equation.3">
                  <p:embed/>
                  <p:pic>
                    <p:nvPicPr>
                      <p:cNvPr id="0" name="图片 459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5486401"/>
                        <a:ext cx="17399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646" name="Text Box 22"/>
          <p:cNvSpPr txBox="1">
            <a:spLocks noChangeArrowheads="1"/>
          </p:cNvSpPr>
          <p:nvPr/>
        </p:nvSpPr>
        <p:spPr bwMode="auto">
          <a:xfrm>
            <a:off x="2971800" y="3048001"/>
            <a:ext cx="3200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 dirty="0"/>
              <a:t>若有相同的切线</a:t>
            </a:r>
            <a:endParaRPr lang="zh-CN" altLang="en-US" sz="2800" b="1" dirty="0"/>
          </a:p>
        </p:txBody>
      </p:sp>
      <p:sp>
        <p:nvSpPr>
          <p:cNvPr id="666647" name="Text Box 23"/>
          <p:cNvSpPr txBox="1">
            <a:spLocks noChangeArrowheads="1"/>
          </p:cNvSpPr>
          <p:nvPr/>
        </p:nvSpPr>
        <p:spPr bwMode="auto">
          <a:xfrm>
            <a:off x="2971800" y="4191001"/>
            <a:ext cx="3048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800" b="1" dirty="0"/>
              <a:t>若弯曲方向相同</a:t>
            </a:r>
            <a:endParaRPr lang="zh-CN" altLang="en-US" sz="2800" b="1" dirty="0"/>
          </a:p>
        </p:txBody>
      </p:sp>
      <p:sp>
        <p:nvSpPr>
          <p:cNvPr id="666648" name="AutoShape 24"/>
          <p:cNvSpPr>
            <a:spLocks noChangeArrowheads="1"/>
          </p:cNvSpPr>
          <p:nvPr/>
        </p:nvSpPr>
        <p:spPr bwMode="auto">
          <a:xfrm>
            <a:off x="2743200" y="2057400"/>
            <a:ext cx="152400" cy="3124200"/>
          </a:xfrm>
          <a:prstGeom prst="downArrow">
            <a:avLst>
              <a:gd name="adj1" fmla="val 50000"/>
              <a:gd name="adj2" fmla="val 512500"/>
            </a:avLst>
          </a:prstGeom>
          <a:solidFill>
            <a:srgbClr val="66FFFF"/>
          </a:solidFill>
          <a:ln w="12700">
            <a:solidFill>
              <a:schemeClr val="accent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66649" name="Text Box 25"/>
          <p:cNvSpPr txBox="1">
            <a:spLocks noChangeArrowheads="1"/>
          </p:cNvSpPr>
          <p:nvPr/>
        </p:nvSpPr>
        <p:spPr bwMode="auto">
          <a:xfrm>
            <a:off x="2203848" y="2057400"/>
            <a:ext cx="615553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近似程度越来越好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pSp>
        <p:nvGrpSpPr>
          <p:cNvPr id="666650" name="Group 26"/>
          <p:cNvGrpSpPr/>
          <p:nvPr/>
        </p:nvGrpSpPr>
        <p:grpSpPr bwMode="auto">
          <a:xfrm>
            <a:off x="2971800" y="1905001"/>
            <a:ext cx="2971800" cy="523875"/>
            <a:chOff x="1104" y="1440"/>
            <a:chExt cx="1872" cy="330"/>
          </a:xfrm>
        </p:grpSpPr>
        <p:sp>
          <p:nvSpPr>
            <p:cNvPr id="55319" name="Text Box 27"/>
            <p:cNvSpPr txBox="1">
              <a:spLocks noChangeArrowheads="1"/>
            </p:cNvSpPr>
            <p:nvPr/>
          </p:nvSpPr>
          <p:spPr bwMode="auto">
            <a:xfrm>
              <a:off x="1104" y="1440"/>
              <a:ext cx="187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</a:t>
              </a:r>
              <a:r>
                <a:rPr lang="zh-CN" altLang="en-US" sz="2800" b="1" dirty="0"/>
                <a:t>若在     点相交</a:t>
              </a:r>
              <a:endParaRPr lang="zh-CN" altLang="en-US" sz="2800" b="1" dirty="0"/>
            </a:p>
          </p:txBody>
        </p:sp>
        <p:graphicFrame>
          <p:nvGraphicFramePr>
            <p:cNvPr id="55320" name="Object 28"/>
            <p:cNvGraphicFramePr>
              <a:graphicFrameLocks noChangeAspect="1"/>
            </p:cNvGraphicFramePr>
            <p:nvPr/>
          </p:nvGraphicFramePr>
          <p:xfrm>
            <a:off x="1817" y="1471"/>
            <a:ext cx="223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959" name="公式" r:id="rId21" imgW="355600" imgH="431800" progId="Equation.3">
                    <p:embed/>
                  </p:oleObj>
                </mc:Choice>
                <mc:Fallback>
                  <p:oleObj name="公式" r:id="rId21" imgW="355600" imgH="431800" progId="Equation.3">
                    <p:embed/>
                    <p:pic>
                      <p:nvPicPr>
                        <p:cNvPr id="0" name="图片 459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7" y="1471"/>
                          <a:ext cx="223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6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6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6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6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6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6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6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6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6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6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6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6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6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66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627" grpId="0" animBg="1"/>
      <p:bldP spid="666628" grpId="0" animBg="1"/>
      <p:bldP spid="666631" grpId="0" animBg="1"/>
      <p:bldP spid="666638" grpId="0" animBg="1"/>
      <p:bldP spid="666639" grpId="0" animBg="1"/>
      <p:bldP spid="666640" grpId="0" animBg="1"/>
      <p:bldP spid="666641" grpId="0" autoUpdateAnimBg="0"/>
      <p:bldP spid="666646" grpId="0" autoUpdateAnimBg="0"/>
      <p:bldP spid="666647" grpId="0" autoUpdateAnimBg="0"/>
      <p:bldP spid="666648" grpId="0" animBg="1"/>
      <p:bldP spid="66664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4E5BBF4-96FB-4BE3-B3AF-41D86DE50DA6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67651" name="Object 3"/>
          <p:cNvGraphicFramePr>
            <a:graphicFrameLocks noChangeAspect="1"/>
          </p:cNvGraphicFramePr>
          <p:nvPr/>
        </p:nvGraphicFramePr>
        <p:xfrm>
          <a:off x="2438401" y="2003426"/>
          <a:ext cx="24241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2" name="公式" r:id="rId1" imgW="2419350" imgH="361950" progId="Equation.3">
                  <p:embed/>
                </p:oleObj>
              </mc:Choice>
              <mc:Fallback>
                <p:oleObj name="公式" r:id="rId1" imgW="2419350" imgH="361950" progId="Equation.3">
                  <p:embed/>
                  <p:pic>
                    <p:nvPicPr>
                      <p:cNvPr id="0" name="图片 468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2003426"/>
                        <a:ext cx="242411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2" name="Object 4"/>
          <p:cNvGraphicFramePr>
            <a:graphicFrameLocks noChangeAspect="1"/>
          </p:cNvGraphicFramePr>
          <p:nvPr/>
        </p:nvGraphicFramePr>
        <p:xfrm>
          <a:off x="2514600" y="4216400"/>
          <a:ext cx="5486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3" name="文档" r:id="rId3" imgW="5391150" imgH="390525" progId="Word.Document.8">
                  <p:embed/>
                </p:oleObj>
              </mc:Choice>
              <mc:Fallback>
                <p:oleObj name="文档" r:id="rId3" imgW="5391150" imgH="390525" progId="Word.Document.8">
                  <p:embed/>
                  <p:pic>
                    <p:nvPicPr>
                      <p:cNvPr id="0" name="图片 468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216400"/>
                        <a:ext cx="54864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3" name="Object 5"/>
          <p:cNvGraphicFramePr>
            <a:graphicFrameLocks noChangeAspect="1"/>
          </p:cNvGraphicFramePr>
          <p:nvPr/>
        </p:nvGraphicFramePr>
        <p:xfrm>
          <a:off x="2057400" y="4724401"/>
          <a:ext cx="8083550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4" name="公式" r:id="rId5" imgW="7839075" imgH="1743075" progId="Equation.3">
                  <p:embed/>
                </p:oleObj>
              </mc:Choice>
              <mc:Fallback>
                <p:oleObj name="公式" r:id="rId5" imgW="7839075" imgH="1743075" progId="Equation.3">
                  <p:embed/>
                  <p:pic>
                    <p:nvPicPr>
                      <p:cNvPr id="0" name="图片 468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724401"/>
                        <a:ext cx="8083550" cy="18764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4" name="Object 6"/>
          <p:cNvGraphicFramePr>
            <a:graphicFrameLocks noChangeAspect="1"/>
          </p:cNvGraphicFramePr>
          <p:nvPr/>
        </p:nvGraphicFramePr>
        <p:xfrm>
          <a:off x="2590800" y="3206750"/>
          <a:ext cx="64579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5" name="文档" r:id="rId7" imgW="6638925" imgH="790575" progId="Word.Document.8">
                  <p:embed/>
                </p:oleObj>
              </mc:Choice>
              <mc:Fallback>
                <p:oleObj name="文档" r:id="rId7" imgW="6638925" imgH="790575" progId="Word.Document.8">
                  <p:embed/>
                  <p:pic>
                    <p:nvPicPr>
                      <p:cNvPr id="0" name="图片 468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206750"/>
                        <a:ext cx="64579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5" name="Object 7"/>
          <p:cNvGraphicFramePr>
            <a:graphicFrameLocks noChangeAspect="1"/>
          </p:cNvGraphicFramePr>
          <p:nvPr/>
        </p:nvGraphicFramePr>
        <p:xfrm>
          <a:off x="4953001" y="2019300"/>
          <a:ext cx="211931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6" name="公式" r:id="rId9" imgW="2105025" imgH="361950" progId="Equation.3">
                  <p:embed/>
                </p:oleObj>
              </mc:Choice>
              <mc:Fallback>
                <p:oleObj name="公式" r:id="rId9" imgW="2105025" imgH="361950" progId="Equation.3">
                  <p:embed/>
                  <p:pic>
                    <p:nvPicPr>
                      <p:cNvPr id="0" name="图片 468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1" y="2019300"/>
                        <a:ext cx="2119313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6" name="Object 8"/>
          <p:cNvGraphicFramePr>
            <a:graphicFrameLocks noChangeAspect="1"/>
          </p:cNvGraphicFramePr>
          <p:nvPr/>
        </p:nvGraphicFramePr>
        <p:xfrm>
          <a:off x="7467601" y="2079626"/>
          <a:ext cx="21193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7" name="公式" r:id="rId11" imgW="2105025" imgH="361950" progId="Equation.3">
                  <p:embed/>
                </p:oleObj>
              </mc:Choice>
              <mc:Fallback>
                <p:oleObj name="公式" r:id="rId11" imgW="2105025" imgH="361950" progId="Equation.3">
                  <p:embed/>
                  <p:pic>
                    <p:nvPicPr>
                      <p:cNvPr id="0" name="图片 468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2079626"/>
                        <a:ext cx="211931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7" name="Object 9"/>
          <p:cNvGraphicFramePr>
            <a:graphicFrameLocks noChangeAspect="1"/>
          </p:cNvGraphicFramePr>
          <p:nvPr/>
        </p:nvGraphicFramePr>
        <p:xfrm>
          <a:off x="2911476" y="2825750"/>
          <a:ext cx="112712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8" name="公式" r:id="rId13" imgW="1076325" imgH="171450" progId="Equation.3">
                  <p:embed/>
                </p:oleObj>
              </mc:Choice>
              <mc:Fallback>
                <p:oleObj name="公式" r:id="rId13" imgW="1076325" imgH="171450" progId="Equation.3">
                  <p:embed/>
                  <p:pic>
                    <p:nvPicPr>
                      <p:cNvPr id="0" name="图片 468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476" y="2825750"/>
                        <a:ext cx="1127125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8" name="Object 10"/>
          <p:cNvGraphicFramePr>
            <a:graphicFrameLocks noChangeAspect="1"/>
          </p:cNvGraphicFramePr>
          <p:nvPr/>
        </p:nvGraphicFramePr>
        <p:xfrm>
          <a:off x="4198938" y="2689226"/>
          <a:ext cx="22780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9" name="公式" r:id="rId15" imgW="2266950" imgH="361950" progId="Equation.3">
                  <p:embed/>
                </p:oleObj>
              </mc:Choice>
              <mc:Fallback>
                <p:oleObj name="公式" r:id="rId15" imgW="2266950" imgH="361950" progId="Equation.3">
                  <p:embed/>
                  <p:pic>
                    <p:nvPicPr>
                      <p:cNvPr id="0" name="图片 468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938" y="2689226"/>
                        <a:ext cx="22780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9" name="Object 11"/>
          <p:cNvGraphicFramePr>
            <a:graphicFrameLocks noChangeAspect="1"/>
          </p:cNvGraphicFramePr>
          <p:nvPr/>
        </p:nvGraphicFramePr>
        <p:xfrm>
          <a:off x="2362200" y="1257300"/>
          <a:ext cx="7162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80" name="Equation" r:id="rId17" imgW="2667000" imgH="241300" progId="Equation.3">
                  <p:embed/>
                </p:oleObj>
              </mc:Choice>
              <mc:Fallback>
                <p:oleObj name="Equation" r:id="rId17" imgW="2667000" imgH="241300" progId="Equation.3">
                  <p:embed/>
                  <p:pic>
                    <p:nvPicPr>
                      <p:cNvPr id="0" name="图片 468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257300"/>
                        <a:ext cx="71628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2" name="Object 13"/>
          <p:cNvGraphicFramePr>
            <a:graphicFrameLocks noChangeAspect="1"/>
          </p:cNvGraphicFramePr>
          <p:nvPr/>
        </p:nvGraphicFramePr>
        <p:xfrm>
          <a:off x="2590800" y="698827"/>
          <a:ext cx="83820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81" name="公式" r:id="rId19" imgW="7839075" imgH="390525" progId="Equation.3">
                  <p:embed/>
                </p:oleObj>
              </mc:Choice>
              <mc:Fallback>
                <p:oleObj name="公式" r:id="rId19" imgW="7839075" imgH="390525" progId="Equation.3">
                  <p:embed/>
                  <p:pic>
                    <p:nvPicPr>
                      <p:cNvPr id="0" name="图片 468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698827"/>
                        <a:ext cx="83820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3" name="Line 14"/>
          <p:cNvSpPr>
            <a:spLocks noChangeShapeType="1"/>
          </p:cNvSpPr>
          <p:nvPr/>
        </p:nvSpPr>
        <p:spPr bwMode="auto">
          <a:xfrm>
            <a:off x="1703512" y="1257300"/>
            <a:ext cx="8763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"/>
          <p:cNvGrpSpPr/>
          <p:nvPr/>
        </p:nvGrpSpPr>
        <p:grpSpPr bwMode="auto">
          <a:xfrm>
            <a:off x="506087" y="793569"/>
            <a:ext cx="10938526" cy="5121012"/>
            <a:chOff x="469" y="480"/>
            <a:chExt cx="5341" cy="4118"/>
          </a:xfrm>
        </p:grpSpPr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844E86-795B-4F04-B758-45569B82CAD7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70727" name="Object 7"/>
          <p:cNvGraphicFramePr>
            <a:graphicFrameLocks noChangeAspect="1"/>
          </p:cNvGraphicFramePr>
          <p:nvPr/>
        </p:nvGraphicFramePr>
        <p:xfrm>
          <a:off x="1631504" y="4556307"/>
          <a:ext cx="5040560" cy="950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9" name="Equation" r:id="rId1" imgW="2257425" imgH="352425" progId="Equation.3">
                  <p:embed/>
                </p:oleObj>
              </mc:Choice>
              <mc:Fallback>
                <p:oleObj name="Equation" r:id="rId1" imgW="2257425" imgH="352425" progId="Equation.3">
                  <p:embed/>
                  <p:pic>
                    <p:nvPicPr>
                      <p:cNvPr id="0" name="图片 475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4556307"/>
                        <a:ext cx="5040560" cy="950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30" name="AutoShape 10"/>
          <p:cNvSpPr>
            <a:spLocks noChangeArrowheads="1"/>
          </p:cNvSpPr>
          <p:nvPr/>
        </p:nvSpPr>
        <p:spPr bwMode="auto">
          <a:xfrm>
            <a:off x="4941945" y="5973594"/>
            <a:ext cx="2973387" cy="533400"/>
          </a:xfrm>
          <a:prstGeom prst="wedgeRoundRectCallout">
            <a:avLst>
              <a:gd name="adj1" fmla="val -64310"/>
              <a:gd name="adj2" fmla="val -135417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33B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拉格朗日型余项</a:t>
            </a:r>
            <a:endParaRPr lang="zh-CN" altLang="en-US" sz="2800" b="1" dirty="0">
              <a:solidFill>
                <a:srgbClr val="F33B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70731" name="Object 11"/>
          <p:cNvGraphicFramePr>
            <a:graphicFrameLocks noChangeAspect="1"/>
          </p:cNvGraphicFramePr>
          <p:nvPr/>
        </p:nvGraphicFramePr>
        <p:xfrm>
          <a:off x="1983468" y="2659853"/>
          <a:ext cx="7543800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60" name="" r:id="rId3" imgW="7188200" imgH="1841500" progId="Equation.3">
                  <p:embed/>
                </p:oleObj>
              </mc:Choice>
              <mc:Fallback>
                <p:oleObj name="" r:id="rId3" imgW="7188200" imgH="1841500" progId="Equation.3">
                  <p:embed/>
                  <p:pic>
                    <p:nvPicPr>
                      <p:cNvPr id="0" name="图片 475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3468" y="2659853"/>
                        <a:ext cx="7543800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33" name="Rectangle 13"/>
          <p:cNvSpPr>
            <a:spLocks noChangeArrowheads="1"/>
          </p:cNvSpPr>
          <p:nvPr/>
        </p:nvSpPr>
        <p:spPr bwMode="auto">
          <a:xfrm>
            <a:off x="1815225" y="2703340"/>
            <a:ext cx="7988300" cy="1885326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670729" name="Object 9"/>
          <p:cNvGraphicFramePr>
            <a:graphicFrameLocks noChangeAspect="1"/>
          </p:cNvGraphicFramePr>
          <p:nvPr/>
        </p:nvGraphicFramePr>
        <p:xfrm>
          <a:off x="6929300" y="4726888"/>
          <a:ext cx="2567063" cy="609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61" name="Equation" r:id="rId5" imgW="942975" imgH="133350" progId="Equation.DSMT4">
                  <p:embed/>
                </p:oleObj>
              </mc:Choice>
              <mc:Fallback>
                <p:oleObj name="Equation" r:id="rId5" imgW="942975" imgH="133350" progId="Equation.DSMT4">
                  <p:embed/>
                  <p:pic>
                    <p:nvPicPr>
                      <p:cNvPr id="0" name="图片 475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300" y="4726888"/>
                        <a:ext cx="2567063" cy="609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3"/>
          <p:cNvSpPr>
            <a:spLocks noChangeArrowheads="1"/>
          </p:cNvSpPr>
          <p:nvPr/>
        </p:nvSpPr>
        <p:spPr bwMode="auto">
          <a:xfrm>
            <a:off x="1375113" y="1005541"/>
            <a:ext cx="35917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泰勒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Taylor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中值定理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588861" y="1067866"/>
          <a:ext cx="8441029" cy="1674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62" name="Equation" r:id="rId7" imgW="85953600" imgH="17068800" progId="Equation.DSMT4">
                  <p:embed/>
                </p:oleObj>
              </mc:Choice>
              <mc:Fallback>
                <p:oleObj name="Equation" r:id="rId7" imgW="85953600" imgH="17068800" progId="Equation.DSMT4">
                  <p:embed/>
                  <p:pic>
                    <p:nvPicPr>
                      <p:cNvPr id="0" name="图片 4756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861" y="1067866"/>
                        <a:ext cx="8441029" cy="16745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188095" y="225406"/>
          <a:ext cx="6286221" cy="516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63" name="Equation" r:id="rId9" imgW="66751200" imgH="5486400" progId="Equation.DSMT4">
                  <p:embed/>
                </p:oleObj>
              </mc:Choice>
              <mc:Fallback>
                <p:oleObj name="Equation" r:id="rId9" imgW="66751200" imgH="5486400" progId="Equation.DSMT4">
                  <p:embed/>
                  <p:pic>
                    <p:nvPicPr>
                      <p:cNvPr id="0" name="图片 4756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88095" y="225406"/>
                        <a:ext cx="6286221" cy="51667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2151382" y="227300"/>
            <a:ext cx="100811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问题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67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7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67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7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7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30" grpId="0" animBg="1" autoUpdateAnimBg="0"/>
      <p:bldP spid="670733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1921F63-8EC6-4BE3-A72A-1AB03C0DA9D1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8371" name="Text Box 2"/>
          <p:cNvSpPr txBox="1">
            <a:spLocks noChangeArrowheads="1"/>
          </p:cNvSpPr>
          <p:nvPr/>
        </p:nvSpPr>
        <p:spPr bwMode="auto">
          <a:xfrm>
            <a:off x="2149692" y="800685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证明:</a:t>
            </a:r>
            <a:endParaRPr lang="zh-CN" altLang="en-US" sz="2800" b="1" dirty="0"/>
          </a:p>
        </p:txBody>
      </p:sp>
      <p:graphicFrame>
        <p:nvGraphicFramePr>
          <p:cNvPr id="671747" name="Object 3"/>
          <p:cNvGraphicFramePr>
            <a:graphicFrameLocks noChangeAspect="1"/>
          </p:cNvGraphicFramePr>
          <p:nvPr/>
        </p:nvGraphicFramePr>
        <p:xfrm>
          <a:off x="2125959" y="834630"/>
          <a:ext cx="76962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5" name="文档" r:id="rId1" imgW="7677150" imgH="857250" progId="Word.Document.8">
                  <p:embed/>
                </p:oleObj>
              </mc:Choice>
              <mc:Fallback>
                <p:oleObj name="文档" r:id="rId1" imgW="7677150" imgH="857250" progId="Word.Document.8">
                  <p:embed/>
                  <p:pic>
                    <p:nvPicPr>
                      <p:cNvPr id="0" name="图片 485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959" y="834630"/>
                        <a:ext cx="76962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48" name="Object 4"/>
          <p:cNvGraphicFramePr>
            <a:graphicFrameLocks noChangeAspect="1"/>
          </p:cNvGraphicFramePr>
          <p:nvPr/>
        </p:nvGraphicFramePr>
        <p:xfrm>
          <a:off x="2133600" y="2556670"/>
          <a:ext cx="7924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6" name="文档" r:id="rId3" imgW="7429500" imgH="1019175" progId="Word.Document.8">
                  <p:embed/>
                </p:oleObj>
              </mc:Choice>
              <mc:Fallback>
                <p:oleObj name="文档" r:id="rId3" imgW="7429500" imgH="1019175" progId="Word.Document.8">
                  <p:embed/>
                  <p:pic>
                    <p:nvPicPr>
                      <p:cNvPr id="0" name="图片 485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556670"/>
                        <a:ext cx="79248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49" name="Object 5"/>
          <p:cNvGraphicFramePr>
            <a:graphicFrameLocks noChangeAspect="1"/>
          </p:cNvGraphicFramePr>
          <p:nvPr/>
        </p:nvGraphicFramePr>
        <p:xfrm>
          <a:off x="3368892" y="4941168"/>
          <a:ext cx="56276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7" name="Equation" r:id="rId5" imgW="2527300" imgH="444500" progId="Equation.3">
                  <p:embed/>
                </p:oleObj>
              </mc:Choice>
              <mc:Fallback>
                <p:oleObj name="Equation" r:id="rId5" imgW="2527300" imgH="444500" progId="Equation.3">
                  <p:embed/>
                  <p:pic>
                    <p:nvPicPr>
                      <p:cNvPr id="0" name="图片 485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892" y="4941168"/>
                        <a:ext cx="56276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50" name="Object 6"/>
          <p:cNvGraphicFramePr>
            <a:graphicFrameLocks noChangeAspect="1"/>
          </p:cNvGraphicFramePr>
          <p:nvPr/>
        </p:nvGraphicFramePr>
        <p:xfrm>
          <a:off x="2855640" y="3914923"/>
          <a:ext cx="4203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8" name="公式" r:id="rId7" imgW="4203700" imgH="927100" progId="Equation.3">
                  <p:embed/>
                </p:oleObj>
              </mc:Choice>
              <mc:Fallback>
                <p:oleObj name="公式" r:id="rId7" imgW="4203700" imgH="927100" progId="Equation.3">
                  <p:embed/>
                  <p:pic>
                    <p:nvPicPr>
                      <p:cNvPr id="0" name="图片 485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3914923"/>
                        <a:ext cx="4203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51" name="Object 7"/>
          <p:cNvGraphicFramePr>
            <a:graphicFrameLocks noChangeAspect="1"/>
          </p:cNvGraphicFramePr>
          <p:nvPr/>
        </p:nvGraphicFramePr>
        <p:xfrm>
          <a:off x="2417186" y="1827214"/>
          <a:ext cx="75311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9" name="文档" r:id="rId9" imgW="7010400" imgH="476250" progId="Word.Document.8">
                  <p:embed/>
                </p:oleObj>
              </mc:Choice>
              <mc:Fallback>
                <p:oleObj name="文档" r:id="rId9" imgW="7010400" imgH="476250" progId="Word.Document.8">
                  <p:embed/>
                  <p:pic>
                    <p:nvPicPr>
                      <p:cNvPr id="0" name="图片 485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186" y="1827214"/>
                        <a:ext cx="75311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B34329-ADD2-4343-BE80-D95D2E45B9DF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72770" name="Object 2"/>
          <p:cNvGraphicFramePr>
            <a:graphicFrameLocks noChangeAspect="1"/>
          </p:cNvGraphicFramePr>
          <p:nvPr/>
        </p:nvGraphicFramePr>
        <p:xfrm>
          <a:off x="2286000" y="4324111"/>
          <a:ext cx="4686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21" name="文档" r:id="rId1" imgW="4591050" imgH="352425" progId="Word.Document.8">
                  <p:embed/>
                </p:oleObj>
              </mc:Choice>
              <mc:Fallback>
                <p:oleObj name="文档" r:id="rId1" imgW="4591050" imgH="352425" progId="Word.Document.8">
                  <p:embed/>
                  <p:pic>
                    <p:nvPicPr>
                      <p:cNvPr id="0" name="图片 497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324111"/>
                        <a:ext cx="4686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771" name="Object 3"/>
          <p:cNvGraphicFramePr>
            <a:graphicFrameLocks noChangeAspect="1"/>
          </p:cNvGraphicFramePr>
          <p:nvPr/>
        </p:nvGraphicFramePr>
        <p:xfrm>
          <a:off x="2286000" y="1158980"/>
          <a:ext cx="7696200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22" name="文档" r:id="rId3" imgW="7496175" imgH="1152525" progId="Word.Document.8">
                  <p:embed/>
                </p:oleObj>
              </mc:Choice>
              <mc:Fallback>
                <p:oleObj name="文档" r:id="rId3" imgW="7496175" imgH="1152525" progId="Word.Document.8">
                  <p:embed/>
                  <p:pic>
                    <p:nvPicPr>
                      <p:cNvPr id="0" name="图片 497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158980"/>
                        <a:ext cx="7696200" cy="126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772" name="Object 4"/>
          <p:cNvGraphicFramePr>
            <a:graphicFrameLocks noChangeAspect="1"/>
          </p:cNvGraphicFramePr>
          <p:nvPr/>
        </p:nvGraphicFramePr>
        <p:xfrm>
          <a:off x="2452688" y="2387600"/>
          <a:ext cx="53959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23" name="公式" r:id="rId5" imgW="5534025" imgH="828675" progId="Equation.3">
                  <p:embed/>
                </p:oleObj>
              </mc:Choice>
              <mc:Fallback>
                <p:oleObj name="公式" r:id="rId5" imgW="5534025" imgH="828675" progId="Equation.3">
                  <p:embed/>
                  <p:pic>
                    <p:nvPicPr>
                      <p:cNvPr id="0" name="图片 497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2387600"/>
                        <a:ext cx="53959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773" name="Object 5"/>
          <p:cNvGraphicFramePr>
            <a:graphicFrameLocks noChangeAspect="1"/>
          </p:cNvGraphicFramePr>
          <p:nvPr/>
        </p:nvGraphicFramePr>
        <p:xfrm>
          <a:off x="3503712" y="5824504"/>
          <a:ext cx="6324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24" name="文档" r:id="rId7" imgW="5924550" imgH="504825" progId="Word.Document.8">
                  <p:embed/>
                </p:oleObj>
              </mc:Choice>
              <mc:Fallback>
                <p:oleObj name="文档" r:id="rId7" imgW="5924550" imgH="504825" progId="Word.Document.8">
                  <p:embed/>
                  <p:pic>
                    <p:nvPicPr>
                      <p:cNvPr id="0" name="图片 497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5824504"/>
                        <a:ext cx="63246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774" name="Object 6"/>
          <p:cNvGraphicFramePr>
            <a:graphicFrameLocks noChangeAspect="1"/>
          </p:cNvGraphicFramePr>
          <p:nvPr/>
        </p:nvGraphicFramePr>
        <p:xfrm>
          <a:off x="3676532" y="3338176"/>
          <a:ext cx="63246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25" name="公式" r:id="rId9" imgW="6610350" imgH="828675" progId="Equation.3">
                  <p:embed/>
                </p:oleObj>
              </mc:Choice>
              <mc:Fallback>
                <p:oleObj name="公式" r:id="rId9" imgW="6610350" imgH="828675" progId="Equation.3">
                  <p:embed/>
                  <p:pic>
                    <p:nvPicPr>
                      <p:cNvPr id="0" name="图片 497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6532" y="3338176"/>
                        <a:ext cx="63246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776" name="Object 8"/>
          <p:cNvGraphicFramePr>
            <a:graphicFrameLocks noChangeAspect="1"/>
          </p:cNvGraphicFramePr>
          <p:nvPr/>
        </p:nvGraphicFramePr>
        <p:xfrm>
          <a:off x="4104482" y="4763935"/>
          <a:ext cx="38735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26" name="Equation" r:id="rId11" imgW="1473200" imgH="457200" progId="Equation.3">
                  <p:embed/>
                </p:oleObj>
              </mc:Choice>
              <mc:Fallback>
                <p:oleObj name="Equation" r:id="rId11" imgW="1473200" imgH="457200" progId="Equation.3">
                  <p:embed/>
                  <p:pic>
                    <p:nvPicPr>
                      <p:cNvPr id="0" name="图片 497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482" y="4763935"/>
                        <a:ext cx="387350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2" name="Line 11"/>
          <p:cNvSpPr>
            <a:spLocks noChangeShapeType="1"/>
          </p:cNvSpPr>
          <p:nvPr/>
        </p:nvSpPr>
        <p:spPr bwMode="auto">
          <a:xfrm>
            <a:off x="1866900" y="1162090"/>
            <a:ext cx="8534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59401" name="Object 10"/>
          <p:cNvGraphicFramePr>
            <a:graphicFrameLocks noChangeAspect="1"/>
          </p:cNvGraphicFramePr>
          <p:nvPr/>
        </p:nvGraphicFramePr>
        <p:xfrm>
          <a:off x="2590800" y="103087"/>
          <a:ext cx="690086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27" name="Equation" r:id="rId13" imgW="3098800" imgH="444500" progId="Equation.DSMT4">
                  <p:embed/>
                </p:oleObj>
              </mc:Choice>
              <mc:Fallback>
                <p:oleObj name="Equation" r:id="rId13" imgW="3098800" imgH="444500" progId="Equation.DSMT4">
                  <p:embed/>
                  <p:pic>
                    <p:nvPicPr>
                      <p:cNvPr id="0" name="图片 497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03087"/>
                        <a:ext cx="6900863" cy="989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2AC9A37-22C2-453E-9D1F-43EE1DC6327B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73795" name="Object 3"/>
          <p:cNvGraphicFramePr>
            <a:graphicFrameLocks noChangeAspect="1"/>
          </p:cNvGraphicFramePr>
          <p:nvPr/>
        </p:nvGraphicFramePr>
        <p:xfrm>
          <a:off x="2330449" y="4217194"/>
          <a:ext cx="76708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5" name="文档" r:id="rId1" imgW="7200900" imgH="1657350" progId="Word.Document.8">
                  <p:embed/>
                </p:oleObj>
              </mc:Choice>
              <mc:Fallback>
                <p:oleObj name="文档" r:id="rId1" imgW="7200900" imgH="1657350" progId="Word.Document.8">
                  <p:embed/>
                  <p:pic>
                    <p:nvPicPr>
                      <p:cNvPr id="0" name="图片 507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49" y="4217194"/>
                        <a:ext cx="76708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796" name="Object 4"/>
          <p:cNvGraphicFramePr>
            <a:graphicFrameLocks noChangeAspect="1"/>
          </p:cNvGraphicFramePr>
          <p:nvPr/>
        </p:nvGraphicFramePr>
        <p:xfrm>
          <a:off x="2655886" y="2866607"/>
          <a:ext cx="70199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6" name="Equation" r:id="rId3" imgW="2981325" imgH="352425" progId="Equation.3">
                  <p:embed/>
                </p:oleObj>
              </mc:Choice>
              <mc:Fallback>
                <p:oleObj name="Equation" r:id="rId3" imgW="2981325" imgH="352425" progId="Equation.3">
                  <p:embed/>
                  <p:pic>
                    <p:nvPicPr>
                      <p:cNvPr id="0" name="图片 507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6" y="2866607"/>
                        <a:ext cx="7019925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797" name="Object 5"/>
          <p:cNvGraphicFramePr>
            <a:graphicFrameLocks noChangeAspect="1"/>
          </p:cNvGraphicFramePr>
          <p:nvPr/>
        </p:nvGraphicFramePr>
        <p:xfrm>
          <a:off x="2221293" y="2380604"/>
          <a:ext cx="19812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7" name="文档" r:id="rId5" imgW="1838325" imgH="504825" progId="Word.Document.8">
                  <p:embed/>
                </p:oleObj>
              </mc:Choice>
              <mc:Fallback>
                <p:oleObj name="文档" r:id="rId5" imgW="1838325" imgH="504825" progId="Word.Document.8">
                  <p:embed/>
                  <p:pic>
                    <p:nvPicPr>
                      <p:cNvPr id="0" name="图片 507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1293" y="2380604"/>
                        <a:ext cx="1981200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798" name="Object 6"/>
          <p:cNvGraphicFramePr>
            <a:graphicFrameLocks noChangeAspect="1"/>
          </p:cNvGraphicFramePr>
          <p:nvPr/>
        </p:nvGraphicFramePr>
        <p:xfrm>
          <a:off x="2579914" y="1901179"/>
          <a:ext cx="2590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8" name="公式" r:id="rId7" imgW="2571750" imgH="400050" progId="Equation.3">
                  <p:embed/>
                </p:oleObj>
              </mc:Choice>
              <mc:Fallback>
                <p:oleObj name="公式" r:id="rId7" imgW="2571750" imgH="400050" progId="Equation.3">
                  <p:embed/>
                  <p:pic>
                    <p:nvPicPr>
                      <p:cNvPr id="0" name="图片 507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914" y="1901179"/>
                        <a:ext cx="25908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799" name="Object 7"/>
          <p:cNvGraphicFramePr>
            <a:graphicFrameLocks noChangeAspect="1"/>
          </p:cNvGraphicFramePr>
          <p:nvPr/>
        </p:nvGraphicFramePr>
        <p:xfrm>
          <a:off x="5638800" y="1903480"/>
          <a:ext cx="35433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9" name="公式" r:id="rId9" imgW="3676650" imgH="400050" progId="Equation.3">
                  <p:embed/>
                </p:oleObj>
              </mc:Choice>
              <mc:Fallback>
                <p:oleObj name="公式" r:id="rId9" imgW="3676650" imgH="400050" progId="Equation.3">
                  <p:embed/>
                  <p:pic>
                    <p:nvPicPr>
                      <p:cNvPr id="0" name="图片 507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903480"/>
                        <a:ext cx="35433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10"/>
          <p:cNvGraphicFramePr>
            <a:graphicFrameLocks noChangeAspect="1"/>
          </p:cNvGraphicFramePr>
          <p:nvPr/>
        </p:nvGraphicFramePr>
        <p:xfrm>
          <a:off x="2233802" y="1024843"/>
          <a:ext cx="3429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50" name="Equation" r:id="rId11" imgW="1304925" imgH="133350" progId="Equation.3">
                  <p:embed/>
                </p:oleObj>
              </mc:Choice>
              <mc:Fallback>
                <p:oleObj name="Equation" r:id="rId11" imgW="1304925" imgH="133350" progId="Equation.3">
                  <p:embed/>
                  <p:pic>
                    <p:nvPicPr>
                      <p:cNvPr id="0" name="图片 507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802" y="1024843"/>
                        <a:ext cx="34290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04" name="Object 12"/>
          <p:cNvGraphicFramePr>
            <a:graphicFrameLocks noChangeAspect="1"/>
          </p:cNvGraphicFramePr>
          <p:nvPr/>
        </p:nvGraphicFramePr>
        <p:xfrm>
          <a:off x="6289384" y="631159"/>
          <a:ext cx="38735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51" name="Equation" r:id="rId13" imgW="1473200" imgH="457200" progId="Equation.3">
                  <p:embed/>
                </p:oleObj>
              </mc:Choice>
              <mc:Fallback>
                <p:oleObj name="Equation" r:id="rId13" imgW="1473200" imgH="457200" progId="Equation.3">
                  <p:embed/>
                  <p:pic>
                    <p:nvPicPr>
                      <p:cNvPr id="0" name="图片 507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384" y="631159"/>
                        <a:ext cx="387350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3805" name="Line 13"/>
          <p:cNvSpPr>
            <a:spLocks noChangeShapeType="1"/>
          </p:cNvSpPr>
          <p:nvPr/>
        </p:nvSpPr>
        <p:spPr bwMode="auto">
          <a:xfrm>
            <a:off x="1828800" y="4129012"/>
            <a:ext cx="8515672" cy="228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67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7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80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ED7B8D-5178-47B6-A290-AF5AB6E62175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3213618" y="306564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说明:</a:t>
            </a:r>
            <a:endParaRPr lang="zh-CN" altLang="en-US" sz="4400" dirty="0"/>
          </a:p>
        </p:txBody>
      </p:sp>
      <p:graphicFrame>
        <p:nvGraphicFramePr>
          <p:cNvPr id="675843" name="Object 3"/>
          <p:cNvGraphicFramePr>
            <a:graphicFrameLocks noChangeAspect="1"/>
          </p:cNvGraphicFramePr>
          <p:nvPr/>
        </p:nvGraphicFramePr>
        <p:xfrm>
          <a:off x="2360613" y="914401"/>
          <a:ext cx="7335787" cy="1127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2" name="Document" r:id="rId1" imgW="7935595" imgH="1220470" progId="Word.Document.8">
                  <p:embed/>
                </p:oleObj>
              </mc:Choice>
              <mc:Fallback>
                <p:oleObj name="Document" r:id="rId1" imgW="7935595" imgH="1220470" progId="Word.Document.8">
                  <p:embed/>
                  <p:pic>
                    <p:nvPicPr>
                      <p:cNvPr id="0" name="图片 517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613" y="914401"/>
                        <a:ext cx="7335787" cy="1127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6" name="Object 6"/>
          <p:cNvGraphicFramePr>
            <a:graphicFrameLocks noChangeAspect="1"/>
          </p:cNvGraphicFramePr>
          <p:nvPr/>
        </p:nvGraphicFramePr>
        <p:xfrm>
          <a:off x="2360613" y="1939925"/>
          <a:ext cx="7454900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3" name="Document" r:id="rId3" imgW="3032760" imgH="601980" progId="Word.Document.8">
                  <p:embed/>
                </p:oleObj>
              </mc:Choice>
              <mc:Fallback>
                <p:oleObj name="Document" r:id="rId3" imgW="3032760" imgH="601980" progId="Word.Document.8">
                  <p:embed/>
                  <p:pic>
                    <p:nvPicPr>
                      <p:cNvPr id="0" name="图片 517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613" y="1939925"/>
                        <a:ext cx="7454900" cy="147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8" name="Object 8"/>
          <p:cNvGraphicFramePr>
            <a:graphicFrameLocks noChangeAspect="1"/>
          </p:cNvGraphicFramePr>
          <p:nvPr/>
        </p:nvGraphicFramePr>
        <p:xfrm>
          <a:off x="2438400" y="3962401"/>
          <a:ext cx="381000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4" name="文档" r:id="rId5" imgW="1695450" imgH="590550" progId="Word.Document.8">
                  <p:embed/>
                </p:oleObj>
              </mc:Choice>
              <mc:Fallback>
                <p:oleObj name="文档" r:id="rId5" imgW="1695450" imgH="590550" progId="Word.Document.8">
                  <p:embed/>
                  <p:pic>
                    <p:nvPicPr>
                      <p:cNvPr id="0" name="图片 517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962401"/>
                        <a:ext cx="3810000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9" name="Object 9"/>
          <p:cNvGraphicFramePr>
            <a:graphicFrameLocks noChangeAspect="1"/>
          </p:cNvGraphicFramePr>
          <p:nvPr/>
        </p:nvGraphicFramePr>
        <p:xfrm>
          <a:off x="2438400" y="5029200"/>
          <a:ext cx="68580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5" name="文档" r:id="rId7" imgW="3200400" imgH="400050" progId="Word.Document.8">
                  <p:embed/>
                </p:oleObj>
              </mc:Choice>
              <mc:Fallback>
                <p:oleObj name="文档" r:id="rId7" imgW="3200400" imgH="400050" progId="Word.Document.8">
                  <p:embed/>
                  <p:pic>
                    <p:nvPicPr>
                      <p:cNvPr id="0" name="图片 517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029200"/>
                        <a:ext cx="68580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0" name="Object 10"/>
          <p:cNvGraphicFramePr>
            <a:graphicFrameLocks noChangeAspect="1"/>
          </p:cNvGraphicFramePr>
          <p:nvPr/>
        </p:nvGraphicFramePr>
        <p:xfrm>
          <a:off x="2438400" y="5715000"/>
          <a:ext cx="65532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6" name="文档" r:id="rId9" imgW="2800350" imgH="400050" progId="Word.Document.8">
                  <p:embed/>
                </p:oleObj>
              </mc:Choice>
              <mc:Fallback>
                <p:oleObj name="文档" r:id="rId9" imgW="2800350" imgH="400050" progId="Word.Document.8">
                  <p:embed/>
                  <p:pic>
                    <p:nvPicPr>
                      <p:cNvPr id="0" name="图片 517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715000"/>
                        <a:ext cx="655320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1" name="Object 11"/>
          <p:cNvGraphicFramePr>
            <a:graphicFrameLocks noChangeAspect="1"/>
          </p:cNvGraphicFramePr>
          <p:nvPr/>
        </p:nvGraphicFramePr>
        <p:xfrm>
          <a:off x="2514600" y="3200400"/>
          <a:ext cx="40386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7" name="Equation" r:id="rId11" imgW="1838325" imgH="390525" progId="Equation.3">
                  <p:embed/>
                </p:oleObj>
              </mc:Choice>
              <mc:Fallback>
                <p:oleObj name="Equation" r:id="rId11" imgW="1838325" imgH="390525" progId="Equation.3">
                  <p:embed/>
                  <p:pic>
                    <p:nvPicPr>
                      <p:cNvPr id="0" name="图片 517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200400"/>
                        <a:ext cx="403860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2" name="Object 12"/>
          <p:cNvGraphicFramePr>
            <a:graphicFrameLocks noChangeAspect="1"/>
          </p:cNvGraphicFramePr>
          <p:nvPr/>
        </p:nvGraphicFramePr>
        <p:xfrm>
          <a:off x="6459538" y="3200400"/>
          <a:ext cx="2792412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8" name="Equation" r:id="rId13" imgW="1238250" imgH="333375" progId="Equation.3">
                  <p:embed/>
                </p:oleObj>
              </mc:Choice>
              <mc:Fallback>
                <p:oleObj name="Equation" r:id="rId13" imgW="1238250" imgH="333375" progId="Equation.3">
                  <p:embed/>
                  <p:pic>
                    <p:nvPicPr>
                      <p:cNvPr id="0" name="图片 517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538" y="3200400"/>
                        <a:ext cx="2792412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6870" name="Object 6"/>
          <p:cNvGraphicFramePr>
            <a:graphicFrameLocks noChangeAspect="1"/>
          </p:cNvGraphicFramePr>
          <p:nvPr/>
        </p:nvGraphicFramePr>
        <p:xfrm>
          <a:off x="2046287" y="352331"/>
          <a:ext cx="283051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36" name="Equation" r:id="rId1" imgW="1181100" imgH="228600" progId="Equation.DSMT4">
                  <p:embed/>
                </p:oleObj>
              </mc:Choice>
              <mc:Fallback>
                <p:oleObj name="Equation" r:id="rId1" imgW="1181100" imgH="228600" progId="Equation.DSMT4">
                  <p:embed/>
                  <p:pic>
                    <p:nvPicPr>
                      <p:cNvPr id="0" name="图片 526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287" y="352331"/>
                        <a:ext cx="2830513" cy="5492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5815544-B885-4C66-906C-E5B1F3C44CCE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76866" name="Object 2"/>
          <p:cNvGraphicFramePr>
            <a:graphicFrameLocks noChangeAspect="1"/>
          </p:cNvGraphicFramePr>
          <p:nvPr/>
        </p:nvGraphicFramePr>
        <p:xfrm>
          <a:off x="2286000" y="4876800"/>
          <a:ext cx="7010400" cy="167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37" name="Equation" r:id="rId3" imgW="3057525" imgH="561975" progId="Equation.3">
                  <p:embed/>
                </p:oleObj>
              </mc:Choice>
              <mc:Fallback>
                <p:oleObj name="Equation" r:id="rId3" imgW="3057525" imgH="561975" progId="Equation.3">
                  <p:embed/>
                  <p:pic>
                    <p:nvPicPr>
                      <p:cNvPr id="0" name="图片 526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876800"/>
                        <a:ext cx="7010400" cy="167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868" name="Rectangle 4"/>
          <p:cNvSpPr>
            <a:spLocks noChangeArrowheads="1"/>
          </p:cNvSpPr>
          <p:nvPr/>
        </p:nvSpPr>
        <p:spPr bwMode="auto">
          <a:xfrm>
            <a:off x="1676401" y="2590801"/>
            <a:ext cx="4284663" cy="519113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麦克劳林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Maclaurin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公式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676872" name="Text Box 8"/>
          <p:cNvSpPr txBox="1">
            <a:spLocks noChangeArrowheads="1"/>
          </p:cNvSpPr>
          <p:nvPr/>
        </p:nvSpPr>
        <p:spPr bwMode="auto">
          <a:xfrm>
            <a:off x="4876800" y="381001"/>
            <a:ext cx="54102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此时泰勒公式称为</a:t>
            </a:r>
            <a:r>
              <a:rPr lang="zh-CN" altLang="en-US" sz="2800" b="1" dirty="0">
                <a:solidFill>
                  <a:srgbClr val="FF0000"/>
                </a:solidFill>
              </a:rPr>
              <a:t>麦克劳林公式.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76873" name="Object 9"/>
          <p:cNvGraphicFramePr>
            <a:graphicFrameLocks noChangeAspect="1"/>
          </p:cNvGraphicFramePr>
          <p:nvPr/>
        </p:nvGraphicFramePr>
        <p:xfrm>
          <a:off x="2387600" y="762001"/>
          <a:ext cx="78994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38" name="文档" r:id="rId5" imgW="3609975" imgH="457200" progId="Word.Document.8">
                  <p:embed/>
                </p:oleObj>
              </mc:Choice>
              <mc:Fallback>
                <p:oleObj name="文档" r:id="rId5" imgW="3609975" imgH="457200" progId="Word.Document.8">
                  <p:embed/>
                  <p:pic>
                    <p:nvPicPr>
                      <p:cNvPr id="0" name="图片 526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762001"/>
                        <a:ext cx="789940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4" name="Object 10"/>
          <p:cNvGraphicFramePr>
            <a:graphicFrameLocks noChangeAspect="1"/>
          </p:cNvGraphicFramePr>
          <p:nvPr/>
        </p:nvGraphicFramePr>
        <p:xfrm>
          <a:off x="3581400" y="1524000"/>
          <a:ext cx="51054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39" name="Equation" r:id="rId7" imgW="2286000" imgH="444500" progId="Equation.3">
                  <p:embed/>
                </p:oleObj>
              </mc:Choice>
              <mc:Fallback>
                <p:oleObj name="Equation" r:id="rId7" imgW="2286000" imgH="444500" progId="Equation.3">
                  <p:embed/>
                  <p:pic>
                    <p:nvPicPr>
                      <p:cNvPr id="0" name="图片 526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524000"/>
                        <a:ext cx="51054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6" name="Object 12"/>
          <p:cNvGraphicFramePr>
            <a:graphicFrameLocks noChangeAspect="1"/>
          </p:cNvGraphicFramePr>
          <p:nvPr/>
        </p:nvGraphicFramePr>
        <p:xfrm>
          <a:off x="2286000" y="2971800"/>
          <a:ext cx="7391400" cy="205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40" name="Equation" r:id="rId9" imgW="3057525" imgH="781050" progId="Equation.3">
                  <p:embed/>
                </p:oleObj>
              </mc:Choice>
              <mc:Fallback>
                <p:oleObj name="Equation" r:id="rId9" imgW="3057525" imgH="781050" progId="Equation.3">
                  <p:embed/>
                  <p:pic>
                    <p:nvPicPr>
                      <p:cNvPr id="0" name="图片 526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971800"/>
                        <a:ext cx="7391400" cy="205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878" name="AutoShape 14"/>
          <p:cNvSpPr>
            <a:spLocks noChangeArrowheads="1"/>
          </p:cNvSpPr>
          <p:nvPr/>
        </p:nvSpPr>
        <p:spPr bwMode="auto">
          <a:xfrm>
            <a:off x="7162801" y="2438400"/>
            <a:ext cx="2678113" cy="533400"/>
          </a:xfrm>
          <a:prstGeom prst="wedgeRoundRectCallout">
            <a:avLst>
              <a:gd name="adj1" fmla="val -122917"/>
              <a:gd name="adj2" fmla="val 291069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33B3C"/>
                </a:solidFill>
              </a:rPr>
              <a:t>拉格朗日型余项</a:t>
            </a:r>
            <a:endParaRPr lang="zh-CN" altLang="en-US" sz="2400" b="1">
              <a:solidFill>
                <a:srgbClr val="F33B3C"/>
              </a:solidFill>
            </a:endParaRPr>
          </a:p>
        </p:txBody>
      </p:sp>
      <p:sp>
        <p:nvSpPr>
          <p:cNvPr id="676879" name="AutoShape 15"/>
          <p:cNvSpPr>
            <a:spLocks noChangeArrowheads="1"/>
          </p:cNvSpPr>
          <p:nvPr/>
        </p:nvSpPr>
        <p:spPr bwMode="auto">
          <a:xfrm>
            <a:off x="6781800" y="5943600"/>
            <a:ext cx="2286000" cy="533400"/>
          </a:xfrm>
          <a:prstGeom prst="wedgeRoundRectCallout">
            <a:avLst>
              <a:gd name="adj1" fmla="val -147083"/>
              <a:gd name="adj2" fmla="val 18153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33B3C"/>
                </a:solidFill>
              </a:rPr>
              <a:t>皮亚诺型余项</a:t>
            </a:r>
            <a:endParaRPr lang="zh-CN" altLang="en-US" sz="2400" b="1">
              <a:solidFill>
                <a:srgbClr val="F33B3C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7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67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868" grpId="0" animBg="1" autoUpdateAnimBg="0"/>
      <p:bldP spid="676872" grpId="0" autoUpdateAnimBg="0"/>
      <p:bldP spid="676878" grpId="0" animBg="1" autoUpdateAnimBg="0"/>
      <p:bldP spid="676879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1510" y="2829390"/>
            <a:ext cx="2569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Taylor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展开法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849067" y="2636912"/>
            <a:ext cx="486173" cy="1088831"/>
            <a:chOff x="3593603" y="1520788"/>
            <a:chExt cx="486173" cy="1088831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593603" y="2024844"/>
              <a:ext cx="486173" cy="58477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V="1">
              <a:off x="3610067" y="1520788"/>
              <a:ext cx="469709" cy="50405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3353563" y="2317715"/>
            <a:ext cx="126188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直接法</a:t>
            </a:r>
            <a:endParaRPr lang="zh-CN" altLang="en-US" sz="28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3353563" y="3414165"/>
            <a:ext cx="126188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间接法</a:t>
            </a:r>
            <a:endParaRPr lang="zh-CN" altLang="en-US" sz="2800" b="1" dirty="0"/>
          </a:p>
        </p:txBody>
      </p:sp>
      <p:graphicFrame>
        <p:nvGraphicFramePr>
          <p:cNvPr id="14" name="Object 12"/>
          <p:cNvGraphicFramePr>
            <a:graphicFrameLocks noChangeAspect="1"/>
          </p:cNvGraphicFramePr>
          <p:nvPr/>
        </p:nvGraphicFramePr>
        <p:xfrm>
          <a:off x="4786619" y="370352"/>
          <a:ext cx="6416675" cy="245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4" name="Equation" r:id="rId1" imgW="74371200" imgH="26212800" progId="Equation.DSMT4">
                  <p:embed/>
                </p:oleObj>
              </mc:Choice>
              <mc:Fallback>
                <p:oleObj name="Equation" r:id="rId1" imgW="74371200" imgH="26212800" progId="Equation.DSMT4">
                  <p:embed/>
                  <p:pic>
                    <p:nvPicPr>
                      <p:cNvPr id="0" name="图片 892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619" y="370352"/>
                        <a:ext cx="6416675" cy="245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4807782" y="3433355"/>
          <a:ext cx="67849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5" name="Equation" r:id="rId3" imgW="78638400" imgH="5791200" progId="Equation.DSMT4">
                  <p:embed/>
                </p:oleObj>
              </mc:Choice>
              <mc:Fallback>
                <p:oleObj name="Equation" r:id="rId3" imgW="78638400" imgH="5791200" progId="Equation.DSMT4">
                  <p:embed/>
                  <p:pic>
                    <p:nvPicPr>
                      <p:cNvPr id="0" name="图片 892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7782" y="3433355"/>
                        <a:ext cx="67849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4783644" y="3966594"/>
          <a:ext cx="58912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6" name="Equation" r:id="rId5" imgW="68275200" imgH="5791200" progId="Equation.DSMT4">
                  <p:embed/>
                </p:oleObj>
              </mc:Choice>
              <mc:Fallback>
                <p:oleObj name="Equation" r:id="rId5" imgW="68275200" imgH="5791200" progId="Equation.DSMT4">
                  <p:embed/>
                  <p:pic>
                    <p:nvPicPr>
                      <p:cNvPr id="0" name="图片 89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644" y="3966594"/>
                        <a:ext cx="589121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4807782" y="4509519"/>
          <a:ext cx="5918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7" name="Equation" r:id="rId7" imgW="68580000" imgH="5791200" progId="Equation.DSMT4">
                  <p:embed/>
                </p:oleObj>
              </mc:Choice>
              <mc:Fallback>
                <p:oleObj name="Equation" r:id="rId7" imgW="68580000" imgH="5791200" progId="Equation.DSMT4">
                  <p:embed/>
                  <p:pic>
                    <p:nvPicPr>
                      <p:cNvPr id="0" name="图片 89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7782" y="4509519"/>
                        <a:ext cx="59182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/>
        </p:nvGraphicFramePr>
        <p:xfrm>
          <a:off x="4807782" y="5010913"/>
          <a:ext cx="599757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28" name="Equation" r:id="rId9" imgW="69494400" imgH="11582400" progId="Equation.DSMT4">
                  <p:embed/>
                </p:oleObj>
              </mc:Choice>
              <mc:Fallback>
                <p:oleObj name="Equation" r:id="rId9" imgW="69494400" imgH="11582400" progId="Equation.DSMT4">
                  <p:embed/>
                  <p:pic>
                    <p:nvPicPr>
                      <p:cNvPr id="0" name="图片 89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7782" y="5010913"/>
                        <a:ext cx="599757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3" grpId="1" animBg="1"/>
      <p:bldP spid="13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A726FF0-DD09-407D-8886-4B9F7E1B4C3D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4756" name="Text Box 4"/>
          <p:cNvSpPr txBox="1">
            <a:spLocks noChangeArrowheads="1"/>
          </p:cNvSpPr>
          <p:nvPr/>
        </p:nvSpPr>
        <p:spPr bwMode="auto">
          <a:xfrm>
            <a:off x="2057400" y="838201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14757" name="Object 5"/>
          <p:cNvGraphicFramePr>
            <a:graphicFrameLocks noChangeAspect="1"/>
          </p:cNvGraphicFramePr>
          <p:nvPr/>
        </p:nvGraphicFramePr>
        <p:xfrm>
          <a:off x="2895600" y="838200"/>
          <a:ext cx="2476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06" name="Equation" r:id="rId1" imgW="981075" imgH="133350" progId="Equation.DSMT4">
                  <p:embed/>
                </p:oleObj>
              </mc:Choice>
              <mc:Fallback>
                <p:oleObj name="Equation" r:id="rId1" imgW="981075" imgH="133350" progId="Equation.DSMT4">
                  <p:embed/>
                  <p:pic>
                    <p:nvPicPr>
                      <p:cNvPr id="0" name="图片 540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838200"/>
                        <a:ext cx="24765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58" name="Object 6"/>
          <p:cNvGraphicFramePr>
            <a:graphicFrameLocks noChangeAspect="1"/>
          </p:cNvGraphicFramePr>
          <p:nvPr/>
        </p:nvGraphicFramePr>
        <p:xfrm>
          <a:off x="5486400" y="838201"/>
          <a:ext cx="45720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07" name="Equation" r:id="rId3" imgW="1876425" imgH="133350" progId="Equation.3">
                  <p:embed/>
                </p:oleObj>
              </mc:Choice>
              <mc:Fallback>
                <p:oleObj name="Equation" r:id="rId3" imgW="1876425" imgH="133350" progId="Equation.3">
                  <p:embed/>
                  <p:pic>
                    <p:nvPicPr>
                      <p:cNvPr id="0" name="图片 540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838201"/>
                        <a:ext cx="45720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61" name="Object 9"/>
          <p:cNvGraphicFramePr>
            <a:graphicFrameLocks noChangeAspect="1"/>
          </p:cNvGraphicFramePr>
          <p:nvPr/>
        </p:nvGraphicFramePr>
        <p:xfrm>
          <a:off x="2325613" y="1464471"/>
          <a:ext cx="7154763" cy="1047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08" name="Equation" r:id="rId5" imgW="3181350" imgH="352425" progId="Equation.3">
                  <p:embed/>
                </p:oleObj>
              </mc:Choice>
              <mc:Fallback>
                <p:oleObj name="Equation" r:id="rId5" imgW="3181350" imgH="352425" progId="Equation.3">
                  <p:embed/>
                  <p:pic>
                    <p:nvPicPr>
                      <p:cNvPr id="0" name="图片 540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13" y="1464471"/>
                        <a:ext cx="7154763" cy="1047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63" name="Text Box 11"/>
          <p:cNvSpPr txBox="1">
            <a:spLocks noChangeArrowheads="1"/>
          </p:cNvSpPr>
          <p:nvPr/>
        </p:nvSpPr>
        <p:spPr bwMode="auto">
          <a:xfrm>
            <a:off x="2099450" y="2719595"/>
            <a:ext cx="16764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近似公式</a:t>
            </a:r>
            <a:endParaRPr lang="zh-CN" altLang="en-US" sz="2800" b="1" dirty="0"/>
          </a:p>
        </p:txBody>
      </p:sp>
      <p:graphicFrame>
        <p:nvGraphicFramePr>
          <p:cNvPr id="714764" name="Object 12"/>
          <p:cNvGraphicFramePr>
            <a:graphicFrameLocks noChangeAspect="1"/>
          </p:cNvGraphicFramePr>
          <p:nvPr/>
        </p:nvGraphicFramePr>
        <p:xfrm>
          <a:off x="3846381" y="2444619"/>
          <a:ext cx="3602210" cy="986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09" name="Equation" r:id="rId7" imgW="1552575" imgH="323850" progId="Equation.3">
                  <p:embed/>
                </p:oleObj>
              </mc:Choice>
              <mc:Fallback>
                <p:oleObj name="Equation" r:id="rId7" imgW="1552575" imgH="323850" progId="Equation.3">
                  <p:embed/>
                  <p:pic>
                    <p:nvPicPr>
                      <p:cNvPr id="0" name="图片 540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381" y="2444619"/>
                        <a:ext cx="3602210" cy="986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65" name="Text Box 13"/>
          <p:cNvSpPr txBox="1">
            <a:spLocks noChangeArrowheads="1"/>
          </p:cNvSpPr>
          <p:nvPr/>
        </p:nvSpPr>
        <p:spPr bwMode="auto">
          <a:xfrm>
            <a:off x="2057400" y="3800887"/>
            <a:ext cx="9906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误差</a:t>
            </a:r>
            <a:endParaRPr lang="zh-CN" altLang="en-US" sz="2800" b="1" dirty="0"/>
          </a:p>
        </p:txBody>
      </p:sp>
      <p:graphicFrame>
        <p:nvGraphicFramePr>
          <p:cNvPr id="714766" name="Object 14"/>
          <p:cNvGraphicFramePr>
            <a:graphicFrameLocks noChangeAspect="1"/>
          </p:cNvGraphicFramePr>
          <p:nvPr/>
        </p:nvGraphicFramePr>
        <p:xfrm>
          <a:off x="3188990" y="3555942"/>
          <a:ext cx="5132040" cy="1100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10" name="Equation" r:id="rId9" imgW="2333625" imgH="390525" progId="Equation.3">
                  <p:embed/>
                </p:oleObj>
              </mc:Choice>
              <mc:Fallback>
                <p:oleObj name="Equation" r:id="rId9" imgW="2333625" imgH="390525" progId="Equation.3">
                  <p:embed/>
                  <p:pic>
                    <p:nvPicPr>
                      <p:cNvPr id="0" name="图片 540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8990" y="3555942"/>
                        <a:ext cx="5132040" cy="1100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71" name="Object 19"/>
          <p:cNvGraphicFramePr>
            <a:graphicFrameLocks noChangeAspect="1"/>
          </p:cNvGraphicFramePr>
          <p:nvPr/>
        </p:nvGraphicFramePr>
        <p:xfrm>
          <a:off x="2128025" y="4493317"/>
          <a:ext cx="57277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11" name="Equation" r:id="rId11" imgW="2371725" imgH="314325" progId="Equation.3">
                  <p:embed/>
                </p:oleObj>
              </mc:Choice>
              <mc:Fallback>
                <p:oleObj name="Equation" r:id="rId11" imgW="2371725" imgH="314325" progId="Equation.3">
                  <p:embed/>
                  <p:pic>
                    <p:nvPicPr>
                      <p:cNvPr id="0" name="图片 540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025" y="4493317"/>
                        <a:ext cx="5727700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72" name="Object 20"/>
          <p:cNvGraphicFramePr>
            <a:graphicFrameLocks noChangeAspect="1"/>
          </p:cNvGraphicFramePr>
          <p:nvPr/>
        </p:nvGraphicFramePr>
        <p:xfrm>
          <a:off x="5457993" y="5452180"/>
          <a:ext cx="14081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12" name="公式" r:id="rId13" imgW="1400175" imgH="819150" progId="Equation.3">
                  <p:embed/>
                </p:oleObj>
              </mc:Choice>
              <mc:Fallback>
                <p:oleObj name="公式" r:id="rId13" imgW="1400175" imgH="819150" progId="Equation.3">
                  <p:embed/>
                  <p:pic>
                    <p:nvPicPr>
                      <p:cNvPr id="0" name="图片 540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993" y="5452180"/>
                        <a:ext cx="1408113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73" name="Text Box 21"/>
          <p:cNvSpPr txBox="1">
            <a:spLocks noChangeArrowheads="1"/>
          </p:cNvSpPr>
          <p:nvPr/>
        </p:nvSpPr>
        <p:spPr bwMode="auto">
          <a:xfrm>
            <a:off x="2032775" y="5615483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其误差</a:t>
            </a:r>
            <a:endParaRPr lang="zh-CN" altLang="en-US" sz="2800" b="1" dirty="0"/>
          </a:p>
        </p:txBody>
      </p:sp>
      <p:graphicFrame>
        <p:nvGraphicFramePr>
          <p:cNvPr id="714774" name="Object 22"/>
          <p:cNvGraphicFramePr>
            <a:graphicFrameLocks noChangeAspect="1"/>
          </p:cNvGraphicFramePr>
          <p:nvPr/>
        </p:nvGraphicFramePr>
        <p:xfrm>
          <a:off x="3547353" y="5385517"/>
          <a:ext cx="1905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13" name="Equation" r:id="rId15" imgW="781050" imgH="333375" progId="Equation.3">
                  <p:embed/>
                </p:oleObj>
              </mc:Choice>
              <mc:Fallback>
                <p:oleObj name="Equation" r:id="rId15" imgW="781050" imgH="333375" progId="Equation.3">
                  <p:embed/>
                  <p:pic>
                    <p:nvPicPr>
                      <p:cNvPr id="0" name="图片 540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7353" y="5385517"/>
                        <a:ext cx="1905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042300" y="246881"/>
            <a:ext cx="99060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852738" y="242888"/>
          <a:ext cx="55895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14" name="Equation" r:id="rId17" imgW="55168800" imgH="5486400" progId="Equation.DSMT4">
                  <p:embed/>
                </p:oleObj>
              </mc:Choice>
              <mc:Fallback>
                <p:oleObj name="Equation" r:id="rId17" imgW="55168800" imgH="5486400" progId="Equation.DSMT4">
                  <p:embed/>
                  <p:pic>
                    <p:nvPicPr>
                      <p:cNvPr id="0" name="图片 5401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52738" y="242888"/>
                        <a:ext cx="5589587" cy="555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1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1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1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56" grpId="0" autoUpdateAnimBg="0"/>
      <p:bldP spid="714763" grpId="0" autoUpdateAnimBg="0"/>
      <p:bldP spid="714765" grpId="0" autoUpdateAnimBg="0"/>
      <p:bldP spid="71477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E27D16-2592-4A7C-A5CF-0073F763BC56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716806" name="Object 6"/>
          <p:cNvGraphicFramePr>
            <a:graphicFrameLocks noChangeAspect="1"/>
          </p:cNvGraphicFramePr>
          <p:nvPr/>
        </p:nvGraphicFramePr>
        <p:xfrm>
          <a:off x="2141537" y="4246960"/>
          <a:ext cx="4114800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8" name="文档" r:id="rId1" imgW="1924050" imgH="638175" progId="Word.Document.8">
                  <p:embed/>
                </p:oleObj>
              </mc:Choice>
              <mc:Fallback>
                <p:oleObj name="文档" r:id="rId1" imgW="1924050" imgH="638175" progId="Word.Document.8">
                  <p:embed/>
                  <p:pic>
                    <p:nvPicPr>
                      <p:cNvPr id="0" name="图片 549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7" y="4246960"/>
                        <a:ext cx="4114800" cy="148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09" name="Object 9"/>
          <p:cNvGraphicFramePr>
            <a:graphicFrameLocks noChangeAspect="1"/>
          </p:cNvGraphicFramePr>
          <p:nvPr/>
        </p:nvGraphicFramePr>
        <p:xfrm>
          <a:off x="2131666" y="5130150"/>
          <a:ext cx="7630616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9" name="文档" r:id="rId3" imgW="3076575" imgH="590550" progId="Word.Document.8">
                  <p:embed/>
                </p:oleObj>
              </mc:Choice>
              <mc:Fallback>
                <p:oleObj name="文档" r:id="rId3" imgW="3076575" imgH="590550" progId="Word.Document.8">
                  <p:embed/>
                  <p:pic>
                    <p:nvPicPr>
                      <p:cNvPr id="0" name="图片 549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666" y="5130150"/>
                        <a:ext cx="7630616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13" name="Text Box 13"/>
          <p:cNvSpPr txBox="1">
            <a:spLocks noChangeArrowheads="1"/>
          </p:cNvSpPr>
          <p:nvPr/>
        </p:nvSpPr>
        <p:spPr bwMode="auto">
          <a:xfrm>
            <a:off x="2057400" y="923926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16814" name="Object 14"/>
          <p:cNvGraphicFramePr>
            <a:graphicFrameLocks noChangeAspect="1"/>
          </p:cNvGraphicFramePr>
          <p:nvPr/>
        </p:nvGraphicFramePr>
        <p:xfrm>
          <a:off x="2889250" y="733426"/>
          <a:ext cx="35941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40" name="Equation" r:id="rId5" imgW="1651000" imgH="406400" progId="Equation.3">
                  <p:embed/>
                </p:oleObj>
              </mc:Choice>
              <mc:Fallback>
                <p:oleObj name="Equation" r:id="rId5" imgW="1651000" imgH="406400" progId="Equation.3">
                  <p:embed/>
                  <p:pic>
                    <p:nvPicPr>
                      <p:cNvPr id="0" name="图片 549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733426"/>
                        <a:ext cx="359410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6" name="Object 16"/>
          <p:cNvGraphicFramePr>
            <a:graphicFrameLocks noChangeAspect="1"/>
          </p:cNvGraphicFramePr>
          <p:nvPr/>
        </p:nvGraphicFramePr>
        <p:xfrm>
          <a:off x="6705600" y="714375"/>
          <a:ext cx="26670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41" name="" r:id="rId7" imgW="1218565" imgH="406400" progId="Equation.3">
                  <p:embed/>
                </p:oleObj>
              </mc:Choice>
              <mc:Fallback>
                <p:oleObj name="" r:id="rId7" imgW="1218565" imgH="406400" progId="Equation.3">
                  <p:embed/>
                  <p:pic>
                    <p:nvPicPr>
                      <p:cNvPr id="0" name="图片 549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714375"/>
                        <a:ext cx="26670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8" name="Object 18"/>
          <p:cNvGraphicFramePr>
            <a:graphicFrameLocks noChangeAspect="1"/>
          </p:cNvGraphicFramePr>
          <p:nvPr/>
        </p:nvGraphicFramePr>
        <p:xfrm>
          <a:off x="2131666" y="3461242"/>
          <a:ext cx="73152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42" name="" r:id="rId9" imgW="3305175" imgH="333375" progId="Equation.3">
                  <p:embed/>
                </p:oleObj>
              </mc:Choice>
              <mc:Fallback>
                <p:oleObj name="" r:id="rId9" imgW="3305175" imgH="333375" progId="Equation.3">
                  <p:embed/>
                  <p:pic>
                    <p:nvPicPr>
                      <p:cNvPr id="0" name="图片 549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666" y="3461242"/>
                        <a:ext cx="73152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20" name="Object 20"/>
          <p:cNvGraphicFramePr>
            <a:graphicFrameLocks noChangeAspect="1"/>
          </p:cNvGraphicFramePr>
          <p:nvPr/>
        </p:nvGraphicFramePr>
        <p:xfrm>
          <a:off x="6355830" y="4479877"/>
          <a:ext cx="312420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43" name="" r:id="rId11" imgW="1371600" imgH="431800" progId="Equation.3">
                  <p:embed/>
                </p:oleObj>
              </mc:Choice>
              <mc:Fallback>
                <p:oleObj name="" r:id="rId11" imgW="1371600" imgH="431800" progId="Equation.3">
                  <p:embed/>
                  <p:pic>
                    <p:nvPicPr>
                      <p:cNvPr id="0" name="图片 549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5830" y="4479877"/>
                        <a:ext cx="3124200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249612" y="358776"/>
          <a:ext cx="60547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44" name="Equation" r:id="rId13" imgW="59740800" imgH="5181600" progId="Equation.DSMT4">
                  <p:embed/>
                </p:oleObj>
              </mc:Choice>
              <mc:Fallback>
                <p:oleObj name="Equation" r:id="rId13" imgW="59740800" imgH="5181600" progId="Equation.DSMT4">
                  <p:embed/>
                  <p:pic>
                    <p:nvPicPr>
                      <p:cNvPr id="0" name="图片 5494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49612" y="358776"/>
                        <a:ext cx="6054725" cy="525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2141537" y="317167"/>
            <a:ext cx="103822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919536" y="1466638"/>
          <a:ext cx="3600400" cy="2004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45" name="Equation" r:id="rId15" imgW="39624000" imgH="22250400" progId="Equation.DSMT4">
                  <p:embed/>
                </p:oleObj>
              </mc:Choice>
              <mc:Fallback>
                <p:oleObj name="Equation" r:id="rId15" imgW="39624000" imgH="22250400" progId="Equation.DSMT4">
                  <p:embed/>
                  <p:pic>
                    <p:nvPicPr>
                      <p:cNvPr id="0" name="图片 5494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19536" y="1466638"/>
                        <a:ext cx="3600400" cy="2004106"/>
                      </a:xfrm>
                      <a:prstGeom prst="rect">
                        <a:avLst/>
                      </a:prstGeom>
                      <a:ln w="190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1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E27D16-2592-4A7C-A5CF-0073F763BC56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6813" name="Text Box 13"/>
          <p:cNvSpPr txBox="1">
            <a:spLocks noChangeArrowheads="1"/>
          </p:cNvSpPr>
          <p:nvPr/>
        </p:nvSpPr>
        <p:spPr bwMode="auto">
          <a:xfrm>
            <a:off x="2057400" y="923926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16814" name="Object 14"/>
          <p:cNvGraphicFramePr>
            <a:graphicFrameLocks noChangeAspect="1"/>
          </p:cNvGraphicFramePr>
          <p:nvPr/>
        </p:nvGraphicFramePr>
        <p:xfrm>
          <a:off x="2874963" y="733425"/>
          <a:ext cx="362267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1" name="Equation" r:id="rId1" imgW="39928800" imgH="9753600" progId="Equation.DSMT4">
                  <p:embed/>
                </p:oleObj>
              </mc:Choice>
              <mc:Fallback>
                <p:oleObj name="Equation" r:id="rId1" imgW="39928800" imgH="9753600" progId="Equation.DSMT4">
                  <p:embed/>
                  <p:pic>
                    <p:nvPicPr>
                      <p:cNvPr id="0" name="图片 843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733425"/>
                        <a:ext cx="3622675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6" name="Object 16"/>
          <p:cNvGraphicFramePr>
            <a:graphicFrameLocks noChangeAspect="1"/>
          </p:cNvGraphicFramePr>
          <p:nvPr/>
        </p:nvGraphicFramePr>
        <p:xfrm>
          <a:off x="6691313" y="714375"/>
          <a:ext cx="26955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2" name="Equation" r:id="rId3" imgW="29565600" imgH="9753600" progId="Equation.DSMT4">
                  <p:embed/>
                </p:oleObj>
              </mc:Choice>
              <mc:Fallback>
                <p:oleObj name="Equation" r:id="rId3" imgW="29565600" imgH="9753600" progId="Equation.DSMT4">
                  <p:embed/>
                  <p:pic>
                    <p:nvPicPr>
                      <p:cNvPr id="0" name="图片 843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313" y="714375"/>
                        <a:ext cx="269557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8" name="Object 18"/>
          <p:cNvGraphicFramePr>
            <a:graphicFrameLocks noChangeAspect="1"/>
          </p:cNvGraphicFramePr>
          <p:nvPr/>
        </p:nvGraphicFramePr>
        <p:xfrm>
          <a:off x="2448030" y="3535391"/>
          <a:ext cx="6589229" cy="997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3" name="Equation" r:id="rId5" imgW="74676000" imgH="10363200" progId="Equation.DSMT4">
                  <p:embed/>
                </p:oleObj>
              </mc:Choice>
              <mc:Fallback>
                <p:oleObj name="Equation" r:id="rId5" imgW="74676000" imgH="10363200" progId="Equation.DSMT4">
                  <p:embed/>
                  <p:pic>
                    <p:nvPicPr>
                      <p:cNvPr id="0" name="图片 843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030" y="3535391"/>
                        <a:ext cx="6589229" cy="997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20" name="Object 20"/>
          <p:cNvGraphicFramePr>
            <a:graphicFrameLocks noChangeAspect="1"/>
          </p:cNvGraphicFramePr>
          <p:nvPr/>
        </p:nvGraphicFramePr>
        <p:xfrm>
          <a:off x="6262851" y="4373882"/>
          <a:ext cx="315277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4" name="Equation" r:id="rId7" imgW="33223200" imgH="10363200" progId="Equation.DSMT4">
                  <p:embed/>
                </p:oleObj>
              </mc:Choice>
              <mc:Fallback>
                <p:oleObj name="Equation" r:id="rId7" imgW="33223200" imgH="10363200" progId="Equation.DSMT4">
                  <p:embed/>
                  <p:pic>
                    <p:nvPicPr>
                      <p:cNvPr id="0" name="图片 843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2851" y="4373882"/>
                        <a:ext cx="3152775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087375" y="336524"/>
          <a:ext cx="5958606" cy="514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5" name="Equation" r:id="rId9" imgW="60045600" imgH="5181600" progId="Equation.DSMT4">
                  <p:embed/>
                </p:oleObj>
              </mc:Choice>
              <mc:Fallback>
                <p:oleObj name="Equation" r:id="rId9" imgW="60045600" imgH="5181600" progId="Equation.DSMT4">
                  <p:embed/>
                  <p:pic>
                    <p:nvPicPr>
                      <p:cNvPr id="0" name="图片 843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87375" y="336524"/>
                        <a:ext cx="5958606" cy="514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2141537" y="317167"/>
            <a:ext cx="103822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141537" y="1415012"/>
          <a:ext cx="3840658" cy="2137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6" name="Equation" r:id="rId11" imgW="39624000" imgH="22250400" progId="Equation.DSMT4">
                  <p:embed/>
                </p:oleObj>
              </mc:Choice>
              <mc:Fallback>
                <p:oleObj name="Equation" r:id="rId11" imgW="39624000" imgH="22250400" progId="Equation.DSMT4">
                  <p:embed/>
                  <p:pic>
                    <p:nvPicPr>
                      <p:cNvPr id="0" name="图片 843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41537" y="1415012"/>
                        <a:ext cx="3840658" cy="2137842"/>
                      </a:xfrm>
                      <a:prstGeom prst="rect">
                        <a:avLst/>
                      </a:prstGeom>
                      <a:ln w="190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280284" y="5414230"/>
          <a:ext cx="4146584" cy="94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7" name="Equation" r:id="rId13" imgW="43281600" imgH="9753600" progId="Equation.DSMT4">
                  <p:embed/>
                </p:oleObj>
              </mc:Choice>
              <mc:Fallback>
                <p:oleObj name="Equation" r:id="rId13" imgW="43281600" imgH="9753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0284" y="5414230"/>
                        <a:ext cx="4146584" cy="943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7559337" y="5350195"/>
          <a:ext cx="1846869" cy="964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8" name="Equation" r:id="rId15" imgW="18897600" imgH="9753600" progId="Equation.DSMT4">
                  <p:embed/>
                </p:oleObj>
              </mc:Choice>
              <mc:Fallback>
                <p:oleObj name="Equation" r:id="rId15" imgW="18897600" imgH="9753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9337" y="5350195"/>
                        <a:ext cx="1846869" cy="9645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12343" y="5636752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095017" y="4594803"/>
            <a:ext cx="14462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  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15248" y="4391496"/>
          <a:ext cx="2942104" cy="1000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9" name="Equation" r:id="rId17" imgW="30175200" imgH="10363200" progId="Equation.DSMT4">
                  <p:embed/>
                </p:oleObj>
              </mc:Choice>
              <mc:Fallback>
                <p:oleObj name="Equation" r:id="rId17" imgW="30175200" imgH="10363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248" y="4391496"/>
                        <a:ext cx="2942104" cy="10004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71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1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13" grpId="0" autoUpdateAnimBg="0"/>
      <p:bldP spid="4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E27D16-2592-4A7C-A5CF-0073F763BC56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6813" name="Text Box 13"/>
          <p:cNvSpPr txBox="1">
            <a:spLocks noChangeArrowheads="1"/>
          </p:cNvSpPr>
          <p:nvPr/>
        </p:nvSpPr>
        <p:spPr bwMode="auto">
          <a:xfrm>
            <a:off x="2057007" y="1063609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16814" name="Object 14"/>
          <p:cNvGraphicFramePr>
            <a:graphicFrameLocks noChangeAspect="1"/>
          </p:cNvGraphicFramePr>
          <p:nvPr/>
        </p:nvGraphicFramePr>
        <p:xfrm>
          <a:off x="2810612" y="851964"/>
          <a:ext cx="522763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95" name="Equation" r:id="rId1" imgW="57607200" imgH="10363200" progId="Equation.DSMT4">
                  <p:embed/>
                </p:oleObj>
              </mc:Choice>
              <mc:Fallback>
                <p:oleObj name="Equation" r:id="rId1" imgW="57607200" imgH="10363200" progId="Equation.DSMT4">
                  <p:embed/>
                  <p:pic>
                    <p:nvPicPr>
                      <p:cNvPr id="0" name="图片 852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0612" y="851964"/>
                        <a:ext cx="5227638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6" name="Object 16"/>
          <p:cNvGraphicFramePr>
            <a:graphicFrameLocks noChangeAspect="1"/>
          </p:cNvGraphicFramePr>
          <p:nvPr/>
        </p:nvGraphicFramePr>
        <p:xfrm>
          <a:off x="2601913" y="1744663"/>
          <a:ext cx="483711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96" name="Equation" r:id="rId3" imgW="48158400" imgH="5486400" progId="Equation.DSMT4">
                  <p:embed/>
                </p:oleObj>
              </mc:Choice>
              <mc:Fallback>
                <p:oleObj name="Equation" r:id="rId3" imgW="48158400" imgH="5486400" progId="Equation.DSMT4">
                  <p:embed/>
                  <p:pic>
                    <p:nvPicPr>
                      <p:cNvPr id="0" name="图片 852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1913" y="1744663"/>
                        <a:ext cx="483711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8" name="Object 18"/>
          <p:cNvGraphicFramePr>
            <a:graphicFrameLocks noChangeAspect="1"/>
          </p:cNvGraphicFramePr>
          <p:nvPr/>
        </p:nvGraphicFramePr>
        <p:xfrm>
          <a:off x="2137751" y="2311293"/>
          <a:ext cx="7396162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97" name="Equation" r:id="rId5" imgW="83820000" imgH="9753600" progId="Equation.DSMT4">
                  <p:embed/>
                </p:oleObj>
              </mc:Choice>
              <mc:Fallback>
                <p:oleObj name="Equation" r:id="rId5" imgW="83820000" imgH="9753600" progId="Equation.DSMT4">
                  <p:embed/>
                  <p:pic>
                    <p:nvPicPr>
                      <p:cNvPr id="0" name="图片 852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7751" y="2311293"/>
                        <a:ext cx="7396162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179762" y="368461"/>
          <a:ext cx="6275463" cy="503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98" name="Equation" r:id="rId7" imgW="64617600" imgH="5181600" progId="Equation.DSMT4">
                  <p:embed/>
                </p:oleObj>
              </mc:Choice>
              <mc:Fallback>
                <p:oleObj name="Equation" r:id="rId7" imgW="64617600" imgH="5181600" progId="Equation.DSMT4">
                  <p:embed/>
                  <p:pic>
                    <p:nvPicPr>
                      <p:cNvPr id="0" name="图片 852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79762" y="368461"/>
                        <a:ext cx="6275463" cy="503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2141537" y="317167"/>
            <a:ext cx="103822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214575" y="4314354"/>
          <a:ext cx="545941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99" name="Equation" r:id="rId9" imgW="56997600" imgH="9753600" progId="Equation.DSMT4">
                  <p:embed/>
                </p:oleObj>
              </mc:Choice>
              <mc:Fallback>
                <p:oleObj name="Equation" r:id="rId9" imgW="56997600" imgH="9753600" progId="Equation.DSMT4">
                  <p:embed/>
                  <p:pic>
                    <p:nvPicPr>
                      <p:cNvPr id="0" name="图片 852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575" y="4314354"/>
                        <a:ext cx="5459413" cy="942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11184" y="4494084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057833" y="3571084"/>
            <a:ext cx="14462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  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119438" y="3250842"/>
          <a:ext cx="380206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0" name="Equation" r:id="rId11" imgW="39014400" imgH="10668000" progId="Equation.DSMT4">
                  <p:embed/>
                </p:oleObj>
              </mc:Choice>
              <mc:Fallback>
                <p:oleObj name="Equation" r:id="rId11" imgW="39014400" imgH="10668000" progId="Equation.DSMT4">
                  <p:embed/>
                  <p:pic>
                    <p:nvPicPr>
                      <p:cNvPr id="0" name="图片 852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438" y="3250842"/>
                        <a:ext cx="3802062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2137751" y="5248734"/>
          <a:ext cx="661511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1" name="Equation" r:id="rId13" imgW="74980800" imgH="9753600" progId="Equation.DSMT4">
                  <p:embed/>
                </p:oleObj>
              </mc:Choice>
              <mc:Fallback>
                <p:oleObj name="Equation" r:id="rId13" imgW="74980800" imgH="9753600" progId="Equation.DSMT4">
                  <p:embed/>
                  <p:pic>
                    <p:nvPicPr>
                      <p:cNvPr id="0" name="图片 853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7751" y="5248734"/>
                        <a:ext cx="6615113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71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13" grpId="0" autoUpdateAnimBg="0"/>
      <p:bldP spid="4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E27D16-2592-4A7C-A5CF-0073F763BC56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6813" name="Text Box 13"/>
          <p:cNvSpPr txBox="1">
            <a:spLocks noChangeArrowheads="1"/>
          </p:cNvSpPr>
          <p:nvPr/>
        </p:nvSpPr>
        <p:spPr bwMode="auto">
          <a:xfrm>
            <a:off x="2057007" y="1063609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16814" name="Object 14"/>
          <p:cNvGraphicFramePr>
            <a:graphicFrameLocks noChangeAspect="1"/>
          </p:cNvGraphicFramePr>
          <p:nvPr/>
        </p:nvGraphicFramePr>
        <p:xfrm>
          <a:off x="3345654" y="940731"/>
          <a:ext cx="4122737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22" name="Equation" r:id="rId1" imgW="45415200" imgH="11277600" progId="Equation.DSMT4">
                  <p:embed/>
                </p:oleObj>
              </mc:Choice>
              <mc:Fallback>
                <p:oleObj name="Equation" r:id="rId1" imgW="45415200" imgH="11277600" progId="Equation.DSMT4">
                  <p:embed/>
                  <p:pic>
                    <p:nvPicPr>
                      <p:cNvPr id="0" name="图片 873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5654" y="940731"/>
                        <a:ext cx="4122737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6" name="Object 16"/>
          <p:cNvGraphicFramePr>
            <a:graphicFrameLocks noChangeAspect="1"/>
          </p:cNvGraphicFramePr>
          <p:nvPr/>
        </p:nvGraphicFramePr>
        <p:xfrm>
          <a:off x="3320832" y="1965651"/>
          <a:ext cx="388778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23" name="Equation" r:id="rId3" imgW="38709600" imgH="5486400" progId="Equation.DSMT4">
                  <p:embed/>
                </p:oleObj>
              </mc:Choice>
              <mc:Fallback>
                <p:oleObj name="Equation" r:id="rId3" imgW="38709600" imgH="5486400" progId="Equation.DSMT4">
                  <p:embed/>
                  <p:pic>
                    <p:nvPicPr>
                      <p:cNvPr id="0" name="图片 873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0832" y="1965651"/>
                        <a:ext cx="3887788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8" name="Object 18"/>
          <p:cNvGraphicFramePr>
            <a:graphicFrameLocks noChangeAspect="1"/>
          </p:cNvGraphicFramePr>
          <p:nvPr/>
        </p:nvGraphicFramePr>
        <p:xfrm>
          <a:off x="2531046" y="2364178"/>
          <a:ext cx="6111875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24" name="Equation" r:id="rId5" imgW="61874400" imgH="9753600" progId="Equation.DSMT4">
                  <p:embed/>
                </p:oleObj>
              </mc:Choice>
              <mc:Fallback>
                <p:oleObj name="Equation" r:id="rId5" imgW="61874400" imgH="9753600" progId="Equation.DSMT4">
                  <p:embed/>
                  <p:pic>
                    <p:nvPicPr>
                      <p:cNvPr id="0" name="图片 87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046" y="2364178"/>
                        <a:ext cx="6111875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955244" y="66062"/>
          <a:ext cx="580072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25" name="Equation" r:id="rId7" imgW="59740800" imgH="9753600" progId="Equation.DSMT4">
                  <p:embed/>
                </p:oleObj>
              </mc:Choice>
              <mc:Fallback>
                <p:oleObj name="Equation" r:id="rId7" imgW="59740800" imgH="9753600" progId="Equation.DSMT4">
                  <p:embed/>
                  <p:pic>
                    <p:nvPicPr>
                      <p:cNvPr id="0" name="图片 873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55244" y="66062"/>
                        <a:ext cx="5800725" cy="946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2141538" y="317167"/>
            <a:ext cx="858118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92514" y="4512582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038932" y="3457473"/>
            <a:ext cx="14462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  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177251" y="3213158"/>
          <a:ext cx="285273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26" name="Equation" r:id="rId9" imgW="29260800" imgH="10668000" progId="Equation.DSMT4">
                  <p:embed/>
                </p:oleObj>
              </mc:Choice>
              <mc:Fallback>
                <p:oleObj name="Equation" r:id="rId9" imgW="29260800" imgH="10668000" progId="Equation.DSMT4">
                  <p:embed/>
                  <p:pic>
                    <p:nvPicPr>
                      <p:cNvPr id="0" name="图片 873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7251" y="3213158"/>
                        <a:ext cx="2852738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2495600" y="5212346"/>
          <a:ext cx="5376862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27" name="Equation" r:id="rId11" imgW="60960000" imgH="9753600" progId="Equation.DSMT4">
                  <p:embed/>
                </p:oleObj>
              </mc:Choice>
              <mc:Fallback>
                <p:oleObj name="Equation" r:id="rId11" imgW="60960000" imgH="9753600" progId="Equation.DSMT4">
                  <p:embed/>
                  <p:pic>
                    <p:nvPicPr>
                      <p:cNvPr id="0" name="图片 873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5212346"/>
                        <a:ext cx="5376862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>
            <a:graphicFrameLocks noChangeAspect="1"/>
          </p:cNvGraphicFramePr>
          <p:nvPr/>
        </p:nvGraphicFramePr>
        <p:xfrm>
          <a:off x="3179762" y="4251617"/>
          <a:ext cx="4170363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28" name="Equation" r:id="rId13" imgW="47244000" imgH="9753600" progId="Equation.DSMT4">
                  <p:embed/>
                </p:oleObj>
              </mc:Choice>
              <mc:Fallback>
                <p:oleObj name="Equation" r:id="rId13" imgW="47244000" imgH="9753600" progId="Equation.DSMT4">
                  <p:embed/>
                  <p:pic>
                    <p:nvPicPr>
                      <p:cNvPr id="0" name="图片 873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762" y="4251617"/>
                        <a:ext cx="4170363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71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13" grpId="0" autoUpdateAnimBg="0"/>
      <p:bldP spid="4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E27D16-2592-4A7C-A5CF-0073F763BC56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6813" name="Text Box 13"/>
          <p:cNvSpPr txBox="1">
            <a:spLocks noChangeArrowheads="1"/>
          </p:cNvSpPr>
          <p:nvPr/>
        </p:nvSpPr>
        <p:spPr bwMode="auto">
          <a:xfrm>
            <a:off x="1505532" y="1038595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16814" name="Object 14"/>
          <p:cNvGraphicFramePr>
            <a:graphicFrameLocks noChangeAspect="1"/>
          </p:cNvGraphicFramePr>
          <p:nvPr/>
        </p:nvGraphicFramePr>
        <p:xfrm>
          <a:off x="2351584" y="948902"/>
          <a:ext cx="72485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03" name="Equation" r:id="rId1" imgW="79857600" imgH="7620000" progId="Equation.DSMT4">
                  <p:embed/>
                </p:oleObj>
              </mc:Choice>
              <mc:Fallback>
                <p:oleObj name="Equation" r:id="rId1" imgW="79857600" imgH="7620000" progId="Equation.DSMT4">
                  <p:embed/>
                  <p:pic>
                    <p:nvPicPr>
                      <p:cNvPr id="0" name="图片 903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948902"/>
                        <a:ext cx="72485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6" name="Object 16"/>
          <p:cNvGraphicFramePr>
            <a:graphicFrameLocks noChangeAspect="1"/>
          </p:cNvGraphicFramePr>
          <p:nvPr/>
        </p:nvGraphicFramePr>
        <p:xfrm>
          <a:off x="2141538" y="1736980"/>
          <a:ext cx="581501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04" name="Equation" r:id="rId3" imgW="57912000" imgH="5486400" progId="Equation.DSMT4">
                  <p:embed/>
                </p:oleObj>
              </mc:Choice>
              <mc:Fallback>
                <p:oleObj name="Equation" r:id="rId3" imgW="57912000" imgH="5486400" progId="Equation.DSMT4">
                  <p:embed/>
                  <p:pic>
                    <p:nvPicPr>
                      <p:cNvPr id="0" name="图片 903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1736980"/>
                        <a:ext cx="5815013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8" name="Object 18"/>
          <p:cNvGraphicFramePr>
            <a:graphicFrameLocks noChangeAspect="1"/>
          </p:cNvGraphicFramePr>
          <p:nvPr/>
        </p:nvGraphicFramePr>
        <p:xfrm>
          <a:off x="1553776" y="2296874"/>
          <a:ext cx="9342996" cy="894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05" name="Equation" r:id="rId5" imgW="99060000" imgH="9753600" progId="Equation.DSMT4">
                  <p:embed/>
                </p:oleObj>
              </mc:Choice>
              <mc:Fallback>
                <p:oleObj name="Equation" r:id="rId5" imgW="99060000" imgH="9753600" progId="Equation.DSMT4">
                  <p:embed/>
                  <p:pic>
                    <p:nvPicPr>
                      <p:cNvPr id="0" name="图片 903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3776" y="2296874"/>
                        <a:ext cx="9342996" cy="8942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411894" y="317558"/>
          <a:ext cx="61563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06" name="Equation" r:id="rId7" imgW="63398400" imgH="5486400" progId="Equation.DSMT4">
                  <p:embed/>
                </p:oleObj>
              </mc:Choice>
              <mc:Fallback>
                <p:oleObj name="Equation" r:id="rId7" imgW="63398400" imgH="5486400" progId="Equation.DSMT4">
                  <p:embed/>
                  <p:pic>
                    <p:nvPicPr>
                      <p:cNvPr id="0" name="图片 9030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11894" y="317558"/>
                        <a:ext cx="6156325" cy="5318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1553776" y="337380"/>
            <a:ext cx="858118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481535" y="4284633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405999" y="3259795"/>
            <a:ext cx="14462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  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434809" y="3054866"/>
          <a:ext cx="573722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07" name="Equation" r:id="rId9" imgW="58826400" imgH="10363200" progId="Equation.DSMT4">
                  <p:embed/>
                </p:oleObj>
              </mc:Choice>
              <mc:Fallback>
                <p:oleObj name="Equation" r:id="rId9" imgW="58826400" imgH="10363200" progId="Equation.DSMT4">
                  <p:embed/>
                  <p:pic>
                    <p:nvPicPr>
                      <p:cNvPr id="0" name="图片 903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4809" y="3054866"/>
                        <a:ext cx="5737225" cy="998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2510923" y="5070731"/>
          <a:ext cx="46767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08" name="Equation" r:id="rId11" imgW="53035200" imgH="10363200" progId="Equation.DSMT4">
                  <p:embed/>
                </p:oleObj>
              </mc:Choice>
              <mc:Fallback>
                <p:oleObj name="Equation" r:id="rId11" imgW="53035200" imgH="10363200" progId="Equation.DSMT4">
                  <p:embed/>
                  <p:pic>
                    <p:nvPicPr>
                      <p:cNvPr id="0" name="图片 903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0923" y="5070731"/>
                        <a:ext cx="467677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>
            <a:graphicFrameLocks noChangeAspect="1"/>
          </p:cNvGraphicFramePr>
          <p:nvPr/>
        </p:nvGraphicFramePr>
        <p:xfrm>
          <a:off x="2567608" y="4092961"/>
          <a:ext cx="462915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09" name="Equation" r:id="rId13" imgW="52425600" imgH="9753600" progId="Equation.DSMT4">
                  <p:embed/>
                </p:oleObj>
              </mc:Choice>
              <mc:Fallback>
                <p:oleObj name="Equation" r:id="rId13" imgW="52425600" imgH="9753600" progId="Equation.DSMT4">
                  <p:embed/>
                  <p:pic>
                    <p:nvPicPr>
                      <p:cNvPr id="0" name="图片 903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4092961"/>
                        <a:ext cx="462915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71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13" grpId="0" autoUpdateAnimBg="0"/>
      <p:bldP spid="4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F3F4C7-6C0B-4144-8FA9-38CC50440EDB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77890" name="Text Box 2"/>
          <p:cNvSpPr txBox="1">
            <a:spLocks noChangeArrowheads="1"/>
          </p:cNvSpPr>
          <p:nvPr/>
        </p:nvSpPr>
        <p:spPr bwMode="auto">
          <a:xfrm>
            <a:off x="2063552" y="186714"/>
            <a:ext cx="4800600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33B3C"/>
                </a:solidFill>
                <a:ea typeface="黑体" panose="02010609060101010101" pitchFamily="49" charset="-122"/>
              </a:rPr>
              <a:t> 常用函数的麦克劳林公式</a:t>
            </a:r>
            <a:endParaRPr lang="zh-CN" altLang="en-US" dirty="0">
              <a:solidFill>
                <a:srgbClr val="F33B3C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677892" name="Object 4"/>
          <p:cNvGraphicFramePr>
            <a:graphicFrameLocks noChangeAspect="1"/>
          </p:cNvGraphicFramePr>
          <p:nvPr/>
        </p:nvGraphicFramePr>
        <p:xfrm>
          <a:off x="2286000" y="1583462"/>
          <a:ext cx="7122368" cy="919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90" name="" r:id="rId1" imgW="7781925" imgH="923925" progId="Equation.3">
                  <p:embed/>
                </p:oleObj>
              </mc:Choice>
              <mc:Fallback>
                <p:oleObj name="" r:id="rId1" imgW="7781925" imgH="923925" progId="Equation.3">
                  <p:embed/>
                  <p:pic>
                    <p:nvPicPr>
                      <p:cNvPr id="0" name="图片 557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83462"/>
                        <a:ext cx="7122368" cy="919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894" name="Object 6"/>
          <p:cNvGraphicFramePr>
            <a:graphicFrameLocks noChangeAspect="1"/>
          </p:cNvGraphicFramePr>
          <p:nvPr/>
        </p:nvGraphicFramePr>
        <p:xfrm>
          <a:off x="2286000" y="2515260"/>
          <a:ext cx="6906344" cy="89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91" name="" r:id="rId3" imgW="7743825" imgH="923925" progId="Equation.3">
                  <p:embed/>
                </p:oleObj>
              </mc:Choice>
              <mc:Fallback>
                <p:oleObj name="" r:id="rId3" imgW="7743825" imgH="923925" progId="Equation.3">
                  <p:embed/>
                  <p:pic>
                    <p:nvPicPr>
                      <p:cNvPr id="0" name="图片 557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15260"/>
                        <a:ext cx="6906344" cy="89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896" name="Object 8"/>
          <p:cNvGraphicFramePr>
            <a:graphicFrameLocks noChangeAspect="1"/>
          </p:cNvGraphicFramePr>
          <p:nvPr/>
        </p:nvGraphicFramePr>
        <p:xfrm>
          <a:off x="2311400" y="3424910"/>
          <a:ext cx="655320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92" name="" r:id="rId5" imgW="7439025" imgH="790575" progId="Equation.3">
                  <p:embed/>
                </p:oleObj>
              </mc:Choice>
              <mc:Fallback>
                <p:oleObj name="" r:id="rId5" imgW="7439025" imgH="790575" progId="Equation.3">
                  <p:embed/>
                  <p:pic>
                    <p:nvPicPr>
                      <p:cNvPr id="0" name="图片 557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3424910"/>
                        <a:ext cx="6553200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898" name="Object 10"/>
          <p:cNvGraphicFramePr>
            <a:graphicFrameLocks noChangeAspect="1"/>
          </p:cNvGraphicFramePr>
          <p:nvPr/>
        </p:nvGraphicFramePr>
        <p:xfrm>
          <a:off x="2311400" y="4261944"/>
          <a:ext cx="4792712" cy="7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93" name="" r:id="rId7" imgW="5353050" imgH="790575" progId="Equation.3">
                  <p:embed/>
                </p:oleObj>
              </mc:Choice>
              <mc:Fallback>
                <p:oleObj name="" r:id="rId7" imgW="5353050" imgH="790575" progId="Equation.3">
                  <p:embed/>
                  <p:pic>
                    <p:nvPicPr>
                      <p:cNvPr id="0" name="图片 557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4261944"/>
                        <a:ext cx="4792712" cy="7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0" name="Object 12"/>
          <p:cNvGraphicFramePr>
            <a:graphicFrameLocks noChangeAspect="1"/>
          </p:cNvGraphicFramePr>
          <p:nvPr/>
        </p:nvGraphicFramePr>
        <p:xfrm>
          <a:off x="1919536" y="5138726"/>
          <a:ext cx="8991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94" name="Equation" r:id="rId9" imgW="4248150" imgH="314325" progId="Equation.3">
                  <p:embed/>
                </p:oleObj>
              </mc:Choice>
              <mc:Fallback>
                <p:oleObj name="Equation" r:id="rId9" imgW="4248150" imgH="314325" progId="Equation.3">
                  <p:embed/>
                  <p:pic>
                    <p:nvPicPr>
                      <p:cNvPr id="0" name="图片 557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5138726"/>
                        <a:ext cx="8991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2" name="Object 14"/>
          <p:cNvGraphicFramePr>
            <a:graphicFrameLocks noChangeAspect="1"/>
          </p:cNvGraphicFramePr>
          <p:nvPr/>
        </p:nvGraphicFramePr>
        <p:xfrm>
          <a:off x="2311400" y="632007"/>
          <a:ext cx="4432672" cy="968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95" name="Equation" r:id="rId11" imgW="1971675" imgH="323850" progId="Equation.3">
                  <p:embed/>
                </p:oleObj>
              </mc:Choice>
              <mc:Fallback>
                <p:oleObj name="Equation" r:id="rId11" imgW="1971675" imgH="323850" progId="Equation.3">
                  <p:embed/>
                  <p:pic>
                    <p:nvPicPr>
                      <p:cNvPr id="0" name="图片 557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632007"/>
                        <a:ext cx="4432672" cy="968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890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BB0218-8E4E-4B5E-8FD8-68130EF97C39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80962" name="Text Box 2"/>
          <p:cNvSpPr txBox="1">
            <a:spLocks noChangeArrowheads="1"/>
          </p:cNvSpPr>
          <p:nvPr/>
        </p:nvSpPr>
        <p:spPr bwMode="auto">
          <a:xfrm>
            <a:off x="2209800" y="1752601"/>
            <a:ext cx="762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80963" name="Object 3"/>
          <p:cNvGraphicFramePr>
            <a:graphicFrameLocks noChangeAspect="1"/>
          </p:cNvGraphicFramePr>
          <p:nvPr/>
        </p:nvGraphicFramePr>
        <p:xfrm>
          <a:off x="2971801" y="1778001"/>
          <a:ext cx="18764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89" name="Equation" r:id="rId1" imgW="600075" imgH="104775" progId="Equation.3">
                  <p:embed/>
                </p:oleObj>
              </mc:Choice>
              <mc:Fallback>
                <p:oleObj name="Equation" r:id="rId1" imgW="600075" imgH="104775" progId="Equation.3">
                  <p:embed/>
                  <p:pic>
                    <p:nvPicPr>
                      <p:cNvPr id="0" name="图片 568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1778001"/>
                        <a:ext cx="18764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4" name="Object 4"/>
          <p:cNvGraphicFramePr>
            <a:graphicFrameLocks noChangeAspect="1"/>
          </p:cNvGraphicFramePr>
          <p:nvPr/>
        </p:nvGraphicFramePr>
        <p:xfrm>
          <a:off x="3129744" y="337253"/>
          <a:ext cx="6749752" cy="107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90" name="Equation" r:id="rId3" imgW="63093600" imgH="10668000" progId="Equation.DSMT4">
                  <p:embed/>
                </p:oleObj>
              </mc:Choice>
              <mc:Fallback>
                <p:oleObj name="Equation" r:id="rId3" imgW="63093600" imgH="10668000" progId="Equation.DSMT4">
                  <p:embed/>
                  <p:pic>
                    <p:nvPicPr>
                      <p:cNvPr id="0" name="图片 568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9744" y="337253"/>
                        <a:ext cx="6749752" cy="1077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6" name="Object 6"/>
          <p:cNvGraphicFramePr>
            <a:graphicFrameLocks noChangeAspect="1"/>
          </p:cNvGraphicFramePr>
          <p:nvPr/>
        </p:nvGraphicFramePr>
        <p:xfrm>
          <a:off x="4953000" y="1778001"/>
          <a:ext cx="23876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91" name="Equation" r:id="rId5" imgW="790575" imgH="104775" progId="Equation.3">
                  <p:embed/>
                </p:oleObj>
              </mc:Choice>
              <mc:Fallback>
                <p:oleObj name="Equation" r:id="rId5" imgW="790575" imgH="104775" progId="Equation.3">
                  <p:embed/>
                  <p:pic>
                    <p:nvPicPr>
                      <p:cNvPr id="0" name="图片 568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778001"/>
                        <a:ext cx="23876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7" name="Object 7"/>
          <p:cNvGraphicFramePr>
            <a:graphicFrameLocks noChangeAspect="1"/>
          </p:cNvGraphicFramePr>
          <p:nvPr/>
        </p:nvGraphicFramePr>
        <p:xfrm>
          <a:off x="2971800" y="2514601"/>
          <a:ext cx="221773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92" name="Equation" r:id="rId7" imgW="733425" imgH="104775" progId="Equation.3">
                  <p:embed/>
                </p:oleObj>
              </mc:Choice>
              <mc:Fallback>
                <p:oleObj name="Equation" r:id="rId7" imgW="733425" imgH="104775" progId="Equation.3">
                  <p:embed/>
                  <p:pic>
                    <p:nvPicPr>
                      <p:cNvPr id="0" name="图片 568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14601"/>
                        <a:ext cx="221773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8" name="Object 8"/>
          <p:cNvGraphicFramePr>
            <a:graphicFrameLocks noChangeAspect="1"/>
          </p:cNvGraphicFramePr>
          <p:nvPr/>
        </p:nvGraphicFramePr>
        <p:xfrm>
          <a:off x="5410200" y="2514601"/>
          <a:ext cx="24907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93" name="Equation" r:id="rId9" imgW="828675" imgH="104775" progId="Equation.3">
                  <p:embed/>
                </p:oleObj>
              </mc:Choice>
              <mc:Fallback>
                <p:oleObj name="Equation" r:id="rId9" imgW="828675" imgH="104775" progId="Equation.3">
                  <p:embed/>
                  <p:pic>
                    <p:nvPicPr>
                      <p:cNvPr id="0" name="图片 568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514601"/>
                        <a:ext cx="24907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0" name="Object 10"/>
          <p:cNvGraphicFramePr>
            <a:graphicFrameLocks noChangeAspect="1"/>
          </p:cNvGraphicFramePr>
          <p:nvPr/>
        </p:nvGraphicFramePr>
        <p:xfrm>
          <a:off x="2514600" y="3200401"/>
          <a:ext cx="7518400" cy="201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94" name="Equation" r:id="rId11" imgW="2959100" imgH="812800" progId="Equation.3">
                  <p:embed/>
                </p:oleObj>
              </mc:Choice>
              <mc:Fallback>
                <p:oleObj name="Equation" r:id="rId11" imgW="2959100" imgH="812800" progId="Equation.3">
                  <p:embed/>
                  <p:pic>
                    <p:nvPicPr>
                      <p:cNvPr id="0" name="图片 568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200401"/>
                        <a:ext cx="7518400" cy="201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2" name="Object 12"/>
          <p:cNvGraphicFramePr>
            <a:graphicFrameLocks noChangeAspect="1"/>
          </p:cNvGraphicFramePr>
          <p:nvPr/>
        </p:nvGraphicFramePr>
        <p:xfrm>
          <a:off x="3352801" y="5257801"/>
          <a:ext cx="60563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95" name="Equation" r:id="rId13" imgW="2438400" imgH="228600" progId="Equation.3">
                  <p:embed/>
                </p:oleObj>
              </mc:Choice>
              <mc:Fallback>
                <p:oleObj name="Equation" r:id="rId13" imgW="2438400" imgH="228600" progId="Equation.3">
                  <p:embed/>
                  <p:pic>
                    <p:nvPicPr>
                      <p:cNvPr id="0" name="图片 568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5257801"/>
                        <a:ext cx="605631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2051856" y="352688"/>
            <a:ext cx="1077888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 smtClean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6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EC20BF-E3F3-4EE0-A717-BF5F421F457A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32172" name="Text Box 12"/>
          <p:cNvSpPr txBox="1">
            <a:spLocks noChangeArrowheads="1"/>
          </p:cNvSpPr>
          <p:nvPr/>
        </p:nvSpPr>
        <p:spPr bwMode="auto">
          <a:xfrm>
            <a:off x="2209800" y="1600201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32173" name="Object 13"/>
          <p:cNvGraphicFramePr>
            <a:graphicFrameLocks noChangeAspect="1"/>
          </p:cNvGraphicFramePr>
          <p:nvPr/>
        </p:nvGraphicFramePr>
        <p:xfrm>
          <a:off x="3064024" y="1677494"/>
          <a:ext cx="1828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38" name="Equation" r:id="rId1" imgW="761365" imgH="203200" progId="Equation.3">
                  <p:embed/>
                </p:oleObj>
              </mc:Choice>
              <mc:Fallback>
                <p:oleObj name="Equation" r:id="rId1" imgW="761365" imgH="203200" progId="Equation.3">
                  <p:embed/>
                  <p:pic>
                    <p:nvPicPr>
                      <p:cNvPr id="0" name="图片 578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4024" y="1677494"/>
                        <a:ext cx="18288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75" name="Object 15"/>
          <p:cNvGraphicFramePr>
            <a:graphicFrameLocks noChangeAspect="1"/>
          </p:cNvGraphicFramePr>
          <p:nvPr/>
        </p:nvGraphicFramePr>
        <p:xfrm>
          <a:off x="4892824" y="1702894"/>
          <a:ext cx="23447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39" name="Equation" r:id="rId3" imgW="1028065" imgH="203200" progId="Equation.3">
                  <p:embed/>
                </p:oleObj>
              </mc:Choice>
              <mc:Fallback>
                <p:oleObj name="Equation" r:id="rId3" imgW="1028065" imgH="203200" progId="Equation.3">
                  <p:embed/>
                  <p:pic>
                    <p:nvPicPr>
                      <p:cNvPr id="0" name="图片 578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824" y="1702894"/>
                        <a:ext cx="234473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79" name="Object 19"/>
          <p:cNvGraphicFramePr>
            <a:graphicFrameLocks noChangeAspect="1"/>
          </p:cNvGraphicFramePr>
          <p:nvPr/>
        </p:nvGraphicFramePr>
        <p:xfrm>
          <a:off x="3958208" y="2247574"/>
          <a:ext cx="30035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40" name="Equation" r:id="rId5" imgW="1332865" imgH="406400" progId="Equation.3">
                  <p:embed/>
                </p:oleObj>
              </mc:Choice>
              <mc:Fallback>
                <p:oleObj name="Equation" r:id="rId5" imgW="1332865" imgH="406400" progId="Equation.3">
                  <p:embed/>
                  <p:pic>
                    <p:nvPicPr>
                      <p:cNvPr id="0" name="图片 578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8208" y="2247574"/>
                        <a:ext cx="30035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80" name="Object 20"/>
          <p:cNvGraphicFramePr>
            <a:graphicFrameLocks noChangeAspect="1"/>
          </p:cNvGraphicFramePr>
          <p:nvPr/>
        </p:nvGraphicFramePr>
        <p:xfrm>
          <a:off x="2438400" y="5181601"/>
          <a:ext cx="68580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41" name="" r:id="rId7" imgW="7439025" imgH="790575" progId="Equation.3">
                  <p:embed/>
                </p:oleObj>
              </mc:Choice>
              <mc:Fallback>
                <p:oleObj name="" r:id="rId7" imgW="7439025" imgH="790575" progId="Equation.3">
                  <p:embed/>
                  <p:pic>
                    <p:nvPicPr>
                      <p:cNvPr id="0" name="图片 578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181601"/>
                        <a:ext cx="68580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83" name="Object 23"/>
          <p:cNvGraphicFramePr>
            <a:graphicFrameLocks noChangeAspect="1"/>
          </p:cNvGraphicFramePr>
          <p:nvPr/>
        </p:nvGraphicFramePr>
        <p:xfrm>
          <a:off x="3958208" y="3124201"/>
          <a:ext cx="5638800" cy="199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42" name="Equation" r:id="rId9" imgW="2552700" imgH="850900" progId="Equation.3">
                  <p:embed/>
                </p:oleObj>
              </mc:Choice>
              <mc:Fallback>
                <p:oleObj name="Equation" r:id="rId9" imgW="2552700" imgH="850900" progId="Equation.3">
                  <p:embed/>
                  <p:pic>
                    <p:nvPicPr>
                      <p:cNvPr id="0" name="图片 578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8208" y="3124201"/>
                        <a:ext cx="5638800" cy="199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2175378" y="296292"/>
            <a:ext cx="84510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 smtClean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135560" y="317862"/>
          <a:ext cx="85026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43" name="Equation" r:id="rId11" imgW="88087200" imgH="10972800" progId="Equation.DSMT4">
                  <p:embed/>
                </p:oleObj>
              </mc:Choice>
              <mc:Fallback>
                <p:oleObj name="Equation" r:id="rId11" imgW="88087200" imgH="10972800" progId="Equation.DSMT4">
                  <p:embed/>
                  <p:pic>
                    <p:nvPicPr>
                      <p:cNvPr id="0" name="图片 5784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35560" y="317862"/>
                        <a:ext cx="8502650" cy="106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217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69422E-F9F8-40ED-B2C1-220318AE01FA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85059" name="Text Box 3"/>
          <p:cNvSpPr txBox="1">
            <a:spLocks noChangeArrowheads="1"/>
          </p:cNvSpPr>
          <p:nvPr/>
        </p:nvSpPr>
        <p:spPr bwMode="auto">
          <a:xfrm>
            <a:off x="2234209" y="2578454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85060" name="Object 4"/>
          <p:cNvGraphicFramePr>
            <a:graphicFrameLocks noChangeAspect="1"/>
          </p:cNvGraphicFramePr>
          <p:nvPr/>
        </p:nvGraphicFramePr>
        <p:xfrm>
          <a:off x="3184005" y="2257432"/>
          <a:ext cx="4269978" cy="990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88" name="Equation" r:id="rId1" imgW="46634400" imgH="9753600" progId="Equation.DSMT4">
                  <p:embed/>
                </p:oleObj>
              </mc:Choice>
              <mc:Fallback>
                <p:oleObj name="Equation" r:id="rId1" imgW="46634400" imgH="9753600" progId="Equation.DSMT4">
                  <p:embed/>
                  <p:pic>
                    <p:nvPicPr>
                      <p:cNvPr id="0" name="图片 587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005" y="2257432"/>
                        <a:ext cx="4269978" cy="990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5061" name="Object 5"/>
          <p:cNvGraphicFramePr>
            <a:graphicFrameLocks noChangeAspect="1"/>
          </p:cNvGraphicFramePr>
          <p:nvPr/>
        </p:nvGraphicFramePr>
        <p:xfrm>
          <a:off x="3575720" y="3356992"/>
          <a:ext cx="3878263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89" name="Equation" r:id="rId3" imgW="4057650" imgH="828675" progId="Equation.3">
                  <p:embed/>
                </p:oleObj>
              </mc:Choice>
              <mc:Fallback>
                <p:oleObj name="Equation" r:id="rId3" imgW="4057650" imgH="828675" progId="Equation.3">
                  <p:embed/>
                  <p:pic>
                    <p:nvPicPr>
                      <p:cNvPr id="0" name="图片 587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3356992"/>
                        <a:ext cx="3878263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5062" name="Object 6"/>
          <p:cNvGraphicFramePr>
            <a:graphicFrameLocks noChangeAspect="1"/>
          </p:cNvGraphicFramePr>
          <p:nvPr/>
        </p:nvGraphicFramePr>
        <p:xfrm>
          <a:off x="2843809" y="4189803"/>
          <a:ext cx="6050050" cy="1032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90" name="Equation" r:id="rId5" imgW="67665600" imgH="9753600" progId="Equation.DSMT4">
                  <p:embed/>
                </p:oleObj>
              </mc:Choice>
              <mc:Fallback>
                <p:oleObj name="Equation" r:id="rId5" imgW="67665600" imgH="9753600" progId="Equation.DSMT4">
                  <p:embed/>
                  <p:pic>
                    <p:nvPicPr>
                      <p:cNvPr id="0" name="图片 587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9" y="4189803"/>
                        <a:ext cx="6050050" cy="1032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5063" name="Object 7"/>
          <p:cNvGraphicFramePr>
            <a:graphicFrameLocks noChangeAspect="1"/>
          </p:cNvGraphicFramePr>
          <p:nvPr/>
        </p:nvGraphicFramePr>
        <p:xfrm>
          <a:off x="3359696" y="5117942"/>
          <a:ext cx="4800600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91" name="Equation" r:id="rId7" imgW="1895475" imgH="476250" progId="Equation.3">
                  <p:embed/>
                </p:oleObj>
              </mc:Choice>
              <mc:Fallback>
                <p:oleObj name="Equation" r:id="rId7" imgW="1895475" imgH="476250" progId="Equation.3">
                  <p:embed/>
                  <p:pic>
                    <p:nvPicPr>
                      <p:cNvPr id="0" name="图片 587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5117942"/>
                        <a:ext cx="4800600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7" name="Text Box 9"/>
          <p:cNvSpPr txBox="1">
            <a:spLocks noChangeArrowheads="1"/>
          </p:cNvSpPr>
          <p:nvPr/>
        </p:nvSpPr>
        <p:spPr bwMode="auto">
          <a:xfrm>
            <a:off x="2203327" y="632243"/>
            <a:ext cx="5170488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二、利用泰勒展开式求极限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2" name="Rectangle 38"/>
          <p:cNvSpPr>
            <a:spLocks noChangeArrowheads="1"/>
          </p:cNvSpPr>
          <p:nvPr/>
        </p:nvSpPr>
        <p:spPr bwMode="auto">
          <a:xfrm>
            <a:off x="2120534" y="1494348"/>
            <a:ext cx="7232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例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416300" y="1219200"/>
          <a:ext cx="4135438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92" name="Equation" r:id="rId9" imgW="40843200" imgH="10668000" progId="Equation.DSMT4">
                  <p:embed/>
                </p:oleObj>
              </mc:Choice>
              <mc:Fallback>
                <p:oleObj name="Equation" r:id="rId9" imgW="40843200" imgH="106680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1219200"/>
                        <a:ext cx="4135438" cy="1087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05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5D9A68-EFA7-434A-B80A-161287AACCE8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86082" name="Text Box 2"/>
          <p:cNvSpPr txBox="1">
            <a:spLocks noChangeArrowheads="1"/>
          </p:cNvSpPr>
          <p:nvPr/>
        </p:nvSpPr>
        <p:spPr bwMode="auto">
          <a:xfrm>
            <a:off x="2209800" y="6858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86084" name="Object 4"/>
          <p:cNvGraphicFramePr>
            <a:graphicFrameLocks noChangeAspect="1"/>
          </p:cNvGraphicFramePr>
          <p:nvPr/>
        </p:nvGraphicFramePr>
        <p:xfrm>
          <a:off x="3221961" y="476672"/>
          <a:ext cx="4960937" cy="1047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09" name="Equation" r:id="rId1" imgW="1917065" imgH="406400" progId="Equation.3">
                  <p:embed/>
                </p:oleObj>
              </mc:Choice>
              <mc:Fallback>
                <p:oleObj name="Equation" r:id="rId1" imgW="1917065" imgH="406400" progId="Equation.3">
                  <p:embed/>
                  <p:pic>
                    <p:nvPicPr>
                      <p:cNvPr id="0" name="图片 598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961" y="476672"/>
                        <a:ext cx="4960937" cy="1047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085" name="Text Box 5"/>
          <p:cNvSpPr txBox="1">
            <a:spLocks noChangeArrowheads="1"/>
          </p:cNvSpPr>
          <p:nvPr/>
        </p:nvSpPr>
        <p:spPr bwMode="auto">
          <a:xfrm>
            <a:off x="2286000" y="1828800"/>
            <a:ext cx="685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86086" name="Object 6"/>
          <p:cNvGraphicFramePr>
            <a:graphicFrameLocks noChangeAspect="1"/>
          </p:cNvGraphicFramePr>
          <p:nvPr/>
        </p:nvGraphicFramePr>
        <p:xfrm>
          <a:off x="3048000" y="4343401"/>
          <a:ext cx="44196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10" name="Equation" r:id="rId3" imgW="1609725" imgH="314325" progId="Equation.3">
                  <p:embed/>
                </p:oleObj>
              </mc:Choice>
              <mc:Fallback>
                <p:oleObj name="Equation" r:id="rId3" imgW="1609725" imgH="314325" progId="Equation.3">
                  <p:embed/>
                  <p:pic>
                    <p:nvPicPr>
                      <p:cNvPr id="0" name="图片 598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343401"/>
                        <a:ext cx="44196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089" name="Object 9"/>
          <p:cNvGraphicFramePr>
            <a:graphicFrameLocks noChangeAspect="1"/>
          </p:cNvGraphicFramePr>
          <p:nvPr/>
        </p:nvGraphicFramePr>
        <p:xfrm>
          <a:off x="3200401" y="1676401"/>
          <a:ext cx="54832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11" name="Equation" r:id="rId5" imgW="2184400" imgH="393700" progId="Equation.3">
                  <p:embed/>
                </p:oleObj>
              </mc:Choice>
              <mc:Fallback>
                <p:oleObj name="Equation" r:id="rId5" imgW="2184400" imgH="393700" progId="Equation.3">
                  <p:embed/>
                  <p:pic>
                    <p:nvPicPr>
                      <p:cNvPr id="0" name="图片 598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1676401"/>
                        <a:ext cx="54832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090" name="Object 10"/>
          <p:cNvGraphicFramePr>
            <a:graphicFrameLocks noChangeAspect="1"/>
          </p:cNvGraphicFramePr>
          <p:nvPr/>
        </p:nvGraphicFramePr>
        <p:xfrm>
          <a:off x="3200400" y="3048001"/>
          <a:ext cx="51323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12" name="Equation" r:id="rId7" imgW="2044700" imgH="393700" progId="Equation.3">
                  <p:embed/>
                </p:oleObj>
              </mc:Choice>
              <mc:Fallback>
                <p:oleObj name="Equation" r:id="rId7" imgW="2044700" imgH="393700" progId="Equation.3">
                  <p:embed/>
                  <p:pic>
                    <p:nvPicPr>
                      <p:cNvPr id="0" name="图片 598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048001"/>
                        <a:ext cx="5132388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091" name="Object 11"/>
          <p:cNvGraphicFramePr>
            <a:graphicFrameLocks noChangeAspect="1"/>
          </p:cNvGraphicFramePr>
          <p:nvPr/>
        </p:nvGraphicFramePr>
        <p:xfrm>
          <a:off x="7543801" y="4343400"/>
          <a:ext cx="9620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13" name="Equation" r:id="rId9" imgW="247650" imgH="314325" progId="Equation.3">
                  <p:embed/>
                </p:oleObj>
              </mc:Choice>
              <mc:Fallback>
                <p:oleObj name="Equation" r:id="rId9" imgW="247650" imgH="314325" progId="Equation.3">
                  <p:embed/>
                  <p:pic>
                    <p:nvPicPr>
                      <p:cNvPr id="0" name="图片 598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1" y="4343400"/>
                        <a:ext cx="9620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8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8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8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082" grpId="0" autoUpdateAnimBg="0"/>
      <p:bldP spid="68608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31504" y="764704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23592" y="76470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求极限</a:t>
            </a:r>
            <a:endParaRPr lang="zh-CN" altLang="en-US" sz="28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685476" y="548680"/>
          <a:ext cx="2701314" cy="936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29" name="Equation" r:id="rId1" imgW="30784800" imgH="10668000" progId="Equation.DSMT4">
                  <p:embed/>
                </p:oleObj>
              </mc:Choice>
              <mc:Fallback>
                <p:oleObj name="Equation" r:id="rId1" imgW="30784800" imgH="10668000" progId="Equation.DSMT4">
                  <p:embed/>
                  <p:pic>
                    <p:nvPicPr>
                      <p:cNvPr id="0" name="图片 649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85476" y="548680"/>
                        <a:ext cx="2701314" cy="936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627359" y="16288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425054" y="1398358"/>
          <a:ext cx="3836987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0" name="Equation" r:id="rId3" imgW="40233600" imgH="10058400" progId="Equation.DSMT4">
                  <p:embed/>
                </p:oleObj>
              </mc:Choice>
              <mc:Fallback>
                <p:oleObj name="Equation" r:id="rId3" imgW="40233600" imgH="10058400" progId="Equation.DSMT4">
                  <p:embed/>
                  <p:pic>
                    <p:nvPicPr>
                      <p:cNvPr id="0" name="图片 649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5054" y="1398358"/>
                        <a:ext cx="3836987" cy="960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814638" y="2144713"/>
          <a:ext cx="39782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1" name="Equation" r:id="rId5" imgW="43281600" imgH="10058400" progId="Equation.DSMT4">
                  <p:embed/>
                </p:oleObj>
              </mc:Choice>
              <mc:Fallback>
                <p:oleObj name="Equation" r:id="rId5" imgW="43281600" imgH="10058400" progId="Equation.DSMT4">
                  <p:embed/>
                  <p:pic>
                    <p:nvPicPr>
                      <p:cNvPr id="0" name="图片 649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4638" y="2144713"/>
                        <a:ext cx="3978275" cy="92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898636" y="2996952"/>
          <a:ext cx="3887587" cy="936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2" name="Equation" r:id="rId7" imgW="41757600" imgH="10058400" progId="Equation.DSMT4">
                  <p:embed/>
                </p:oleObj>
              </mc:Choice>
              <mc:Fallback>
                <p:oleObj name="Equation" r:id="rId7" imgW="41757600" imgH="10058400" progId="Equation.DSMT4">
                  <p:embed/>
                  <p:pic>
                    <p:nvPicPr>
                      <p:cNvPr id="0" name="图片 6493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8636" y="2996952"/>
                        <a:ext cx="3887587" cy="9364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631884" y="368104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得</a:t>
            </a:r>
            <a:endParaRPr lang="zh-CN" altLang="en-US" sz="28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899228" y="3942654"/>
          <a:ext cx="6394450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3" name="Equation" r:id="rId9" imgW="72847200" imgH="19202400" progId="Equation.DSMT4">
                  <p:embed/>
                </p:oleObj>
              </mc:Choice>
              <mc:Fallback>
                <p:oleObj name="Equation" r:id="rId9" imgW="72847200" imgH="19202400" progId="Equation.DSMT4">
                  <p:embed/>
                  <p:pic>
                    <p:nvPicPr>
                      <p:cNvPr id="0" name="图片 6493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99228" y="3942654"/>
                        <a:ext cx="6394450" cy="168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293678" y="4509120"/>
          <a:ext cx="745796" cy="360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4" name="Equation" r:id="rId11" imgW="8839200" imgH="4267200" progId="Equation.DSMT4">
                  <p:embed/>
                </p:oleObj>
              </mc:Choice>
              <mc:Fallback>
                <p:oleObj name="Equation" r:id="rId11" imgW="8839200" imgH="4267200" progId="Equation.DSMT4">
                  <p:embed/>
                  <p:pic>
                    <p:nvPicPr>
                      <p:cNvPr id="0" name="图片 6493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93678" y="4509120"/>
                        <a:ext cx="745796" cy="360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31504" y="764704"/>
            <a:ext cx="884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23592" y="76470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求极限</a:t>
            </a:r>
            <a:endParaRPr lang="zh-CN" altLang="en-US" sz="28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54289" y="114160"/>
          <a:ext cx="3021012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14" name="Equation" r:id="rId1" imgW="34442400" imgH="15544800" progId="Equation.DSMT4">
                  <p:embed/>
                </p:oleObj>
              </mc:Choice>
              <mc:Fallback>
                <p:oleObj name="Equation" r:id="rId1" imgW="34442400" imgH="15544800" progId="Equation.DSMT4">
                  <p:embed/>
                  <p:pic>
                    <p:nvPicPr>
                      <p:cNvPr id="0" name="图片 660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54289" y="114160"/>
                        <a:ext cx="3021012" cy="1362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627359" y="16288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735960" y="2277101"/>
          <a:ext cx="401161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15" name="Equation" r:id="rId3" imgW="42062400" imgH="9753600" progId="Equation.DSMT4">
                  <p:embed/>
                </p:oleObj>
              </mc:Choice>
              <mc:Fallback>
                <p:oleObj name="Equation" r:id="rId3" imgW="42062400" imgH="9753600" progId="Equation.DSMT4">
                  <p:embed/>
                  <p:pic>
                    <p:nvPicPr>
                      <p:cNvPr id="0" name="图片 660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35960" y="2277101"/>
                        <a:ext cx="4011613" cy="931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751901" y="2259106"/>
          <a:ext cx="38671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16" name="Equation" r:id="rId5" imgW="42062400" imgH="10058400" progId="Equation.DSMT4">
                  <p:embed/>
                </p:oleObj>
              </mc:Choice>
              <mc:Fallback>
                <p:oleObj name="Equation" r:id="rId5" imgW="42062400" imgH="10058400" progId="Equation.DSMT4">
                  <p:embed/>
                  <p:pic>
                    <p:nvPicPr>
                      <p:cNvPr id="0" name="图片 660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51901" y="2259106"/>
                        <a:ext cx="3867150" cy="92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354779" y="1406877"/>
          <a:ext cx="59880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17" name="Equation" r:id="rId7" imgW="64312800" imgH="10058400" progId="Equation.DSMT4">
                  <p:embed/>
                </p:oleObj>
              </mc:Choice>
              <mc:Fallback>
                <p:oleObj name="Equation" r:id="rId7" imgW="64312800" imgH="10058400" progId="Equation.DSMT4">
                  <p:embed/>
                  <p:pic>
                    <p:nvPicPr>
                      <p:cNvPr id="0" name="图片 660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54779" y="1406877"/>
                        <a:ext cx="5988050" cy="93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627359" y="393194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得</a:t>
            </a:r>
            <a:endParaRPr lang="zh-CN" altLang="en-US" sz="2800" b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0346437" y="4455160"/>
          <a:ext cx="10033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18" name="Equation" r:id="rId9" imgW="11887200" imgH="9753600" progId="Equation.DSMT4">
                  <p:embed/>
                </p:oleObj>
              </mc:Choice>
              <mc:Fallback>
                <p:oleObj name="Equation" r:id="rId9" imgW="11887200" imgH="9753600" progId="Equation.DSMT4">
                  <p:embed/>
                  <p:pic>
                    <p:nvPicPr>
                      <p:cNvPr id="0" name="图片 660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346437" y="4455160"/>
                        <a:ext cx="1003300" cy="819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51901" y="3066807"/>
          <a:ext cx="4837796" cy="955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19" name="Equation" r:id="rId11" imgW="50901600" imgH="10058400" progId="Equation.DSMT4">
                  <p:embed/>
                </p:oleObj>
              </mc:Choice>
              <mc:Fallback>
                <p:oleObj name="Equation" r:id="rId11" imgW="50901600" imgH="10058400" progId="Equation.DSMT4">
                  <p:embed/>
                  <p:pic>
                    <p:nvPicPr>
                      <p:cNvPr id="0" name="图片 6601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51901" y="3066807"/>
                        <a:ext cx="4837796" cy="955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780313" y="4038576"/>
          <a:ext cx="8582026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20" name="Equation" r:id="rId13" imgW="97840800" imgH="19812000" progId="Equation.DSMT4">
                  <p:embed/>
                </p:oleObj>
              </mc:Choice>
              <mc:Fallback>
                <p:oleObj name="Equation" r:id="rId13" imgW="97840800" imgH="19812000" progId="Equation.DSMT4">
                  <p:embed/>
                  <p:pic>
                    <p:nvPicPr>
                      <p:cNvPr id="0" name="图片 6601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80313" y="4038576"/>
                        <a:ext cx="8582026" cy="173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87488" y="836712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34135" y="83671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求极限</a:t>
            </a:r>
            <a:endParaRPr lang="zh-CN" altLang="en-US" sz="28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473817" y="548681"/>
          <a:ext cx="4371917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05" name="Equation" r:id="rId1" imgW="51816000" imgH="12801600" progId="Equation.DSMT4">
                  <p:embed/>
                </p:oleObj>
              </mc:Choice>
              <mc:Fallback>
                <p:oleObj name="Equation" r:id="rId1" imgW="51816000" imgH="12801600" progId="Equation.DSMT4">
                  <p:embed/>
                  <p:pic>
                    <p:nvPicPr>
                      <p:cNvPr id="0" name="图片 802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73817" y="548681"/>
                        <a:ext cx="4371917" cy="10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487488" y="155679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35560" y="1551783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利用定价无穷小替换有</a:t>
            </a:r>
            <a:endParaRPr lang="zh-CN" altLang="en-US" sz="28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559496" y="1935719"/>
          <a:ext cx="6984776" cy="122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06" name="Equation" r:id="rId3" imgW="72847200" imgH="12801600" progId="Equation.DSMT4">
                  <p:embed/>
                </p:oleObj>
              </mc:Choice>
              <mc:Fallback>
                <p:oleObj name="Equation" r:id="rId3" imgW="72847200" imgH="12801600" progId="Equation.DSMT4">
                  <p:embed/>
                  <p:pic>
                    <p:nvPicPr>
                      <p:cNvPr id="0" name="图片 802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9496" y="1935719"/>
                        <a:ext cx="6984776" cy="1227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312532" y="3053680"/>
          <a:ext cx="6497442" cy="1008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07" name="Equation" r:id="rId5" imgW="70713600" imgH="10972800" progId="Equation.DSMT4">
                  <p:embed/>
                </p:oleObj>
              </mc:Choice>
              <mc:Fallback>
                <p:oleObj name="Equation" r:id="rId5" imgW="70713600" imgH="10972800" progId="Equation.DSMT4">
                  <p:embed/>
                  <p:pic>
                    <p:nvPicPr>
                      <p:cNvPr id="0" name="图片 802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12532" y="3053680"/>
                        <a:ext cx="6497442" cy="10082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480883" y="3989381"/>
            <a:ext cx="29906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利用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Taylor</a:t>
            </a:r>
            <a:r>
              <a:rPr lang="zh-CN" altLang="en-US" sz="2800" b="1" dirty="0" smtClean="0"/>
              <a:t>展开，</a:t>
            </a:r>
            <a:endParaRPr lang="zh-CN" altLang="en-US" sz="2800" b="1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276808" y="4010564"/>
          <a:ext cx="1895475" cy="480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08" name="Equation" r:id="rId7" imgW="20421600" imgH="5181600" progId="Equation.DSMT4">
                  <p:embed/>
                </p:oleObj>
              </mc:Choice>
              <mc:Fallback>
                <p:oleObj name="Equation" r:id="rId7" imgW="20421600" imgH="5181600" progId="Equation.DSMT4">
                  <p:embed/>
                  <p:pic>
                    <p:nvPicPr>
                      <p:cNvPr id="0" name="图片 8020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76808" y="4010564"/>
                        <a:ext cx="1895475" cy="480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814253" y="4396392"/>
          <a:ext cx="5170113" cy="983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09" name="Equation" r:id="rId9" imgW="56083200" imgH="10668000" progId="Equation.DSMT4">
                  <p:embed/>
                </p:oleObj>
              </mc:Choice>
              <mc:Fallback>
                <p:oleObj name="Equation" r:id="rId9" imgW="56083200" imgH="10668000" progId="Equation.DSMT4">
                  <p:embed/>
                  <p:pic>
                    <p:nvPicPr>
                      <p:cNvPr id="0" name="图片 8020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14253" y="4396392"/>
                        <a:ext cx="5170113" cy="983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811828" y="5338813"/>
          <a:ext cx="5143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10" name="Equation" r:id="rId11" imgW="55778400" imgH="10668000" progId="Equation.DSMT4">
                  <p:embed/>
                </p:oleObj>
              </mc:Choice>
              <mc:Fallback>
                <p:oleObj name="Equation" r:id="rId11" imgW="55778400" imgH="10668000" progId="Equation.DSMT4">
                  <p:embed/>
                  <p:pic>
                    <p:nvPicPr>
                      <p:cNvPr id="0" name="图片 8020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11828" y="5338813"/>
                        <a:ext cx="5143500" cy="98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390299" y="570262"/>
          <a:ext cx="5143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61" name="Equation" r:id="rId1" imgW="55778400" imgH="10668000" progId="Equation.DSMT4">
                  <p:embed/>
                </p:oleObj>
              </mc:Choice>
              <mc:Fallback>
                <p:oleObj name="Equation" r:id="rId1" imgW="55778400" imgH="10668000" progId="Equation.DSMT4">
                  <p:embed/>
                  <p:pic>
                    <p:nvPicPr>
                      <p:cNvPr id="0" name="图片 8116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90299" y="570262"/>
                        <a:ext cx="5143500" cy="98425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271464" y="148478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类似可得</a:t>
            </a:r>
            <a:endParaRPr lang="zh-CN" altLang="en-US" sz="28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47528" y="1854714"/>
          <a:ext cx="7643812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62" name="Equation" r:id="rId3" imgW="82905600" imgH="10668000" progId="Equation.DSMT4">
                  <p:embed/>
                </p:oleObj>
              </mc:Choice>
              <mc:Fallback>
                <p:oleObj name="Equation" r:id="rId3" imgW="82905600" imgH="10668000" progId="Equation.DSMT4">
                  <p:embed/>
                  <p:pic>
                    <p:nvPicPr>
                      <p:cNvPr id="0" name="图片 8116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7528" y="1854714"/>
                        <a:ext cx="7643812" cy="98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271464" y="275512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从而</a:t>
            </a:r>
            <a:endParaRPr lang="zh-CN" altLang="en-US" sz="2800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44353" y="3208894"/>
          <a:ext cx="7646987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63" name="Equation" r:id="rId5" imgW="83210400" imgH="10668000" progId="Equation.DSMT4">
                  <p:embed/>
                </p:oleObj>
              </mc:Choice>
              <mc:Fallback>
                <p:oleObj name="Equation" r:id="rId5" imgW="83210400" imgH="10668000" progId="Equation.DSMT4">
                  <p:embed/>
                  <p:pic>
                    <p:nvPicPr>
                      <p:cNvPr id="0" name="图片 8116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4353" y="3208894"/>
                        <a:ext cx="7646987" cy="979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79576" y="4677250"/>
          <a:ext cx="5153025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64" name="Equation" r:id="rId7" imgW="56083200" imgH="11277600" progId="Equation.DSMT4">
                  <p:embed/>
                </p:oleObj>
              </mc:Choice>
              <mc:Fallback>
                <p:oleObj name="Equation" r:id="rId7" imgW="56083200" imgH="11277600" progId="Equation.DSMT4">
                  <p:embed/>
                  <p:pic>
                    <p:nvPicPr>
                      <p:cNvPr id="0" name="图片 8116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79576" y="4677250"/>
                        <a:ext cx="5153025" cy="1036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487488" y="429309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所以</a:t>
            </a:r>
            <a:endParaRPr lang="zh-CN" altLang="en-US" sz="2800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432601" y="4754513"/>
          <a:ext cx="689148" cy="88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65" name="Equation" r:id="rId9" imgW="7620000" imgH="9753600" progId="Equation.DSMT4">
                  <p:embed/>
                </p:oleObj>
              </mc:Choice>
              <mc:Fallback>
                <p:oleObj name="Equation" r:id="rId9" imgW="7620000" imgH="9753600" progId="Equation.DSMT4">
                  <p:embed/>
                  <p:pic>
                    <p:nvPicPr>
                      <p:cNvPr id="0" name="图片 8116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32601" y="4754513"/>
                        <a:ext cx="689148" cy="8821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616280" y="4781533"/>
          <a:ext cx="30353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66" name="Equation" r:id="rId11" imgW="35966400" imgH="12801600" progId="Equation.DSMT4">
                  <p:embed/>
                </p:oleObj>
              </mc:Choice>
              <mc:Fallback>
                <p:oleObj name="Equation" r:id="rId11" imgW="35966400" imgH="12801600" progId="Equation.DSMT4">
                  <p:embed/>
                  <p:pic>
                    <p:nvPicPr>
                      <p:cNvPr id="0" name="图片 8116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16280" y="4781533"/>
                        <a:ext cx="3035300" cy="1079500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  <p:grpSp>
        <p:nvGrpSpPr>
          <p:cNvPr id="13" name="组合 12"/>
          <p:cNvGrpSpPr/>
          <p:nvPr/>
        </p:nvGrpSpPr>
        <p:grpSpPr>
          <a:xfrm>
            <a:off x="1466285" y="1414041"/>
            <a:ext cx="6267670" cy="523220"/>
            <a:chOff x="1466285" y="1414041"/>
            <a:chExt cx="6267670" cy="523220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/>
          </p:nvGraphicFramePr>
          <p:xfrm>
            <a:off x="5231904" y="1521798"/>
            <a:ext cx="798539" cy="3899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418" name="Equation" r:id="rId1" imgW="405765" imgH="203200" progId="Equation.DSMT4">
                    <p:embed/>
                  </p:oleObj>
                </mc:Choice>
                <mc:Fallback>
                  <p:oleObj name="Equation" r:id="rId1" imgW="405765" imgH="203200" progId="Equation.DSMT4">
                    <p:embed/>
                    <p:pic>
                      <p:nvPicPr>
                        <p:cNvPr id="0" name="图片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1904" y="1521798"/>
                          <a:ext cx="798539" cy="3899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466285" y="1414041"/>
              <a:ext cx="383762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为等价无穷小，求常数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6030443" y="1414041"/>
              <a:ext cx="170351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的取值．</a:t>
              </a: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991544" y="837042"/>
            <a:ext cx="8693679" cy="531675"/>
            <a:chOff x="1487488" y="786119"/>
            <a:chExt cx="8693679" cy="531675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2567608" y="867990"/>
            <a:ext cx="4392488" cy="441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419" name="Equation" r:id="rId3" imgW="1991995" imgH="203200" progId="Equation.DSMT4">
                    <p:embed/>
                  </p:oleObj>
                </mc:Choice>
                <mc:Fallback>
                  <p:oleObj name="Equation" r:id="rId3" imgW="1991995" imgH="203200" progId="Equation.DSMT4">
                    <p:embed/>
                    <p:pic>
                      <p:nvPicPr>
                        <p:cNvPr id="0" name="图片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7608" y="867990"/>
                          <a:ext cx="4392488" cy="441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7143209" y="867990"/>
            <a:ext cx="1368152" cy="4498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420" name="Equation" r:id="rId5" imgW="698500" imgH="228600" progId="Equation.DSMT4">
                    <p:embed/>
                  </p:oleObj>
                </mc:Choice>
                <mc:Fallback>
                  <p:oleObj name="Equation" r:id="rId5" imgW="698500" imgH="228600" progId="Equation.DSMT4">
                    <p:embed/>
                    <p:pic>
                      <p:nvPicPr>
                        <p:cNvPr id="0" name="图片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3209" y="867990"/>
                          <a:ext cx="1368152" cy="44980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/>
          </p:nvGraphicFramePr>
          <p:xfrm>
            <a:off x="8904312" y="880872"/>
            <a:ext cx="790377" cy="3337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421" name="Equation" r:id="rId7" imgW="431165" imgH="177800" progId="Equation.DSMT4">
                    <p:embed/>
                  </p:oleObj>
                </mc:Choice>
                <mc:Fallback>
                  <p:oleObj name="Equation" r:id="rId7" imgW="431165" imgH="177800" progId="Equation.DSMT4">
                    <p:embed/>
                    <p:pic>
                      <p:nvPicPr>
                        <p:cNvPr id="0" name="图片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04312" y="880872"/>
                          <a:ext cx="790377" cy="33371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487488" y="790575"/>
              <a:ext cx="127146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设函数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8458638" y="786120"/>
              <a:ext cx="56369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9627524" y="786119"/>
              <a:ext cx="55364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917985" y="2055399"/>
            <a:ext cx="5490383" cy="523220"/>
            <a:chOff x="4439816" y="2079712"/>
            <a:chExt cx="5490383" cy="523220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/>
          </p:nvGraphicFramePr>
          <p:xfrm>
            <a:off x="5537711" y="2139464"/>
            <a:ext cx="4392488" cy="441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422" name="Equation" r:id="rId9" imgW="1991995" imgH="203200" progId="Equation.DSMT4">
                    <p:embed/>
                  </p:oleObj>
                </mc:Choice>
                <mc:Fallback>
                  <p:oleObj name="Equation" r:id="rId9" imgW="1991995" imgH="203200" progId="Equation.DSMT4">
                    <p:embed/>
                    <p:pic>
                      <p:nvPicPr>
                        <p:cNvPr id="0" name="图片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7711" y="2139464"/>
                          <a:ext cx="4392488" cy="441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4439816" y="2079712"/>
              <a:ext cx="130306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Calibri" panose="020F0502020204030204" pitchFamily="34" charset="0"/>
                </a:rPr>
                <a:t>把函数</a:t>
              </a:r>
              <a:endPara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466285" y="2671815"/>
            <a:ext cx="52319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Calibri" panose="020F0502020204030204" pitchFamily="34" charset="0"/>
              </a:rPr>
              <a:t>展开到三阶的马克劳林公式，得</a:t>
            </a:r>
            <a:endParaRPr kumimoji="0" lang="zh-CN" altLang="zh-CN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1519813" y="2088843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Calibri" panose="020F0502020204030204" pitchFamily="34" charset="0"/>
              </a:rPr>
              <a:t>解</a:t>
            </a:r>
            <a:endParaRPr kumimoji="0" lang="zh-CN" altLang="zh-CN" sz="2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063552" y="2057594"/>
            <a:ext cx="2185661" cy="526474"/>
            <a:chOff x="2063552" y="2057594"/>
            <a:chExt cx="2185661" cy="526474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2607291" y="2169544"/>
            <a:ext cx="813688" cy="343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423" name="Equation" r:id="rId10" imgW="431165" imgH="177800" progId="Equation.DSMT4">
                    <p:embed/>
                  </p:oleObj>
                </mc:Choice>
                <mc:Fallback>
                  <p:oleObj name="Equation" r:id="rId10" imgW="431165" imgH="177800" progId="Equation.DSMT4">
                    <p:embed/>
                    <p:pic>
                      <p:nvPicPr>
                        <p:cNvPr id="0" name="图片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7291" y="2169544"/>
                          <a:ext cx="813688" cy="34355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2063552" y="2060848"/>
              <a:ext cx="5437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Calibri" panose="020F0502020204030204" pitchFamily="34" charset="0"/>
                </a:rPr>
                <a:t>当</a:t>
              </a:r>
              <a:endPara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3343468" y="2057594"/>
              <a:ext cx="90574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Calibri" panose="020F0502020204030204" pitchFamily="34" charset="0"/>
                </a:rPr>
                <a:t>时，</a:t>
              </a:r>
              <a:endPara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494020" y="3124992"/>
          <a:ext cx="7338283" cy="173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24" name="Equation" r:id="rId12" imgW="3543300" imgH="838200" progId="Equation.DSMT4">
                  <p:embed/>
                </p:oleObj>
              </mc:Choice>
              <mc:Fallback>
                <p:oleObj name="Equation" r:id="rId12" imgW="3543300" imgH="838200" progId="Equation.DSMT4">
                  <p:embed/>
                  <p:pic>
                    <p:nvPicPr>
                      <p:cNvPr id="0" name="图片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020" y="3124992"/>
                        <a:ext cx="7338283" cy="1735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8635498" y="4089070"/>
          <a:ext cx="1376113" cy="1946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25" name="Equation" r:id="rId14" imgW="787400" imgH="1219200" progId="Equation.DSMT4">
                  <p:embed/>
                </p:oleObj>
              </mc:Choice>
              <mc:Fallback>
                <p:oleObj name="Equation" r:id="rId14" imgW="787400" imgH="1219200" progId="Equation.DSMT4">
                  <p:embed/>
                  <p:pic>
                    <p:nvPicPr>
                      <p:cNvPr id="0" name="图片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5498" y="4089070"/>
                        <a:ext cx="1376113" cy="19466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/>
          <p:cNvGrpSpPr/>
          <p:nvPr/>
        </p:nvGrpSpPr>
        <p:grpSpPr>
          <a:xfrm>
            <a:off x="1392885" y="4740604"/>
            <a:ext cx="2762714" cy="523220"/>
            <a:chOff x="1392885" y="4740604"/>
            <a:chExt cx="2762714" cy="523220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/>
          </p:nvGraphicFramePr>
          <p:xfrm>
            <a:off x="2547307" y="4832520"/>
            <a:ext cx="836046" cy="3529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426" name="Equation" r:id="rId16" imgW="431165" imgH="177800" progId="Equation.DSMT4">
                    <p:embed/>
                  </p:oleObj>
                </mc:Choice>
                <mc:Fallback>
                  <p:oleObj name="Equation" r:id="rId16" imgW="431165" imgH="177800" progId="Equation.DSMT4">
                    <p:embed/>
                    <p:pic>
                      <p:nvPicPr>
                        <p:cNvPr id="0" name="图片 1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7307" y="4832520"/>
                          <a:ext cx="836046" cy="35299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Rectangle 24"/>
            <p:cNvSpPr>
              <a:spLocks noChangeArrowheads="1"/>
            </p:cNvSpPr>
            <p:nvPr/>
          </p:nvSpPr>
          <p:spPr bwMode="auto">
            <a:xfrm>
              <a:off x="1392885" y="4740604"/>
              <a:ext cx="134133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由于当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0" name="Rectangle 25"/>
            <p:cNvSpPr>
              <a:spLocks noChangeArrowheads="1"/>
            </p:cNvSpPr>
            <p:nvPr/>
          </p:nvSpPr>
          <p:spPr bwMode="auto">
            <a:xfrm>
              <a:off x="3370469" y="4740604"/>
              <a:ext cx="78513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kumimoji="0" lang="en-US" alt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921903" y="4740604"/>
            <a:ext cx="4001736" cy="523220"/>
            <a:chOff x="3921903" y="4740604"/>
            <a:chExt cx="4001736" cy="523220"/>
          </a:xfrm>
        </p:grpSpPr>
        <p:graphicFrame>
          <p:nvGraphicFramePr>
            <p:cNvPr id="27" name="对象 26"/>
            <p:cNvGraphicFramePr>
              <a:graphicFrameLocks noChangeAspect="1"/>
            </p:cNvGraphicFramePr>
            <p:nvPr/>
          </p:nvGraphicFramePr>
          <p:xfrm>
            <a:off x="3921903" y="4860930"/>
            <a:ext cx="1402478" cy="387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427" name="Equation" r:id="rId17" imgW="723265" imgH="203200" progId="Equation.DSMT4">
                    <p:embed/>
                  </p:oleObj>
                </mc:Choice>
                <mc:Fallback>
                  <p:oleObj name="Equation" r:id="rId17" imgW="723265" imgH="203200" progId="Equation.DSMT4">
                    <p:embed/>
                    <p:pic>
                      <p:nvPicPr>
                        <p:cNvPr id="0" name="图片 1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1903" y="4860930"/>
                          <a:ext cx="1402478" cy="38752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Rectangle 26"/>
            <p:cNvSpPr>
              <a:spLocks noChangeArrowheads="1"/>
            </p:cNvSpPr>
            <p:nvPr/>
          </p:nvSpPr>
          <p:spPr bwMode="auto">
            <a:xfrm>
              <a:off x="5221052" y="4740604"/>
              <a:ext cx="27025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是等价无穷小，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34" name="Rectangle 26"/>
          <p:cNvSpPr>
            <a:spLocks noChangeArrowheads="1"/>
          </p:cNvSpPr>
          <p:nvPr/>
        </p:nvSpPr>
        <p:spPr bwMode="auto">
          <a:xfrm>
            <a:off x="7685076" y="4725237"/>
            <a:ext cx="9443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则有</a:t>
            </a: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6" name="Rectangle 39"/>
          <p:cNvSpPr>
            <a:spLocks noChangeArrowheads="1"/>
          </p:cNvSpPr>
          <p:nvPr/>
        </p:nvSpPr>
        <p:spPr bwMode="auto">
          <a:xfrm>
            <a:off x="2136506" y="5658318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Calibri" panose="020F0502020204030204" pitchFamily="34" charset="0"/>
              </a:rPr>
              <a:t>解得，</a:t>
            </a:r>
            <a:endParaRPr kumimoji="0" lang="zh-CN" altLang="zh-CN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3315814" y="5541374"/>
          <a:ext cx="2799539" cy="757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28" name="Equation" r:id="rId19" imgW="1510030" imgH="405765" progId="Equation.DSMT4">
                  <p:embed/>
                </p:oleObj>
              </mc:Choice>
              <mc:Fallback>
                <p:oleObj name="Equation" r:id="rId19" imgW="1510030" imgH="405765" progId="Equation.DSMT4">
                  <p:embed/>
                  <p:pic>
                    <p:nvPicPr>
                      <p:cNvPr id="0" name="图片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814" y="5541374"/>
                        <a:ext cx="2799539" cy="7571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26"/>
          <p:cNvSpPr>
            <a:spLocks noChangeArrowheads="1"/>
          </p:cNvSpPr>
          <p:nvPr/>
        </p:nvSpPr>
        <p:spPr bwMode="auto">
          <a:xfrm>
            <a:off x="7677686" y="1533854"/>
            <a:ext cx="24538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(2015</a:t>
            </a:r>
            <a:r>
              <a:rPr lang="zh-CN" altLang="en-US" sz="2400" b="1" dirty="0" smtClean="0">
                <a:solidFill>
                  <a:srgbClr val="0000CC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高数一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236740" y="827844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34" grpId="0"/>
      <p:bldP spid="3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                        </a:t>
            </a:r>
            <a:endParaRPr lang="en-US" altLang="zh-CN" sz="2600" dirty="0" smtClean="0">
              <a:solidFill>
                <a:srgbClr val="639EF4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sz="260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                         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1600" b="1" smtClean="0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  <a:endParaRPr lang="zh-CN" altLang="en-US" sz="1600" b="1" dirty="0" smtClean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847528" y="1052736"/>
            <a:ext cx="8570788" cy="548719"/>
            <a:chOff x="1703512" y="811213"/>
            <a:chExt cx="8570788" cy="548719"/>
          </a:xfrm>
        </p:grpSpPr>
        <p:grpSp>
          <p:nvGrpSpPr>
            <p:cNvPr id="13" name="组合 12"/>
            <p:cNvGrpSpPr/>
            <p:nvPr/>
          </p:nvGrpSpPr>
          <p:grpSpPr>
            <a:xfrm>
              <a:off x="1703512" y="811213"/>
              <a:ext cx="8570788" cy="542943"/>
              <a:chOff x="1112649" y="777139"/>
              <a:chExt cx="8570788" cy="542943"/>
            </a:xfrm>
          </p:grpSpPr>
          <p:graphicFrame>
            <p:nvGraphicFramePr>
              <p:cNvPr id="15" name="对象 14"/>
              <p:cNvGraphicFramePr>
                <a:graphicFrameLocks noChangeAspect="1"/>
              </p:cNvGraphicFramePr>
              <p:nvPr/>
            </p:nvGraphicFramePr>
            <p:xfrm>
              <a:off x="3184418" y="790685"/>
              <a:ext cx="3779837" cy="4968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381" name="Equation" r:id="rId3" imgW="41148000" imgH="5486400" progId="Equation.DSMT4">
                      <p:embed/>
                    </p:oleObj>
                  </mc:Choice>
                  <mc:Fallback>
                    <p:oleObj name="Equation" r:id="rId3" imgW="41148000" imgH="5486400" progId="Equation.DSMT4">
                      <p:embed/>
                      <p:pic>
                        <p:nvPicPr>
                          <p:cNvPr id="0" name="图片 973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84418" y="790685"/>
                            <a:ext cx="3779837" cy="496888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/>
              <p:cNvGraphicFramePr>
                <a:graphicFrameLocks noChangeAspect="1"/>
              </p:cNvGraphicFramePr>
              <p:nvPr/>
            </p:nvGraphicFramePr>
            <p:xfrm>
              <a:off x="7446650" y="777139"/>
              <a:ext cx="2236787" cy="5000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382" name="Equation" r:id="rId5" imgW="27432000" imgH="6096000" progId="Equation.DSMT4">
                      <p:embed/>
                    </p:oleObj>
                  </mc:Choice>
                  <mc:Fallback>
                    <p:oleObj name="Equation" r:id="rId5" imgW="27432000" imgH="6096000" progId="Equation.DSMT4">
                      <p:embed/>
                      <p:pic>
                        <p:nvPicPr>
                          <p:cNvPr id="0" name="图片 973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46650" y="777139"/>
                            <a:ext cx="2236787" cy="500062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对象 16"/>
              <p:cNvGraphicFramePr>
                <a:graphicFrameLocks noChangeAspect="1"/>
              </p:cNvGraphicFramePr>
              <p:nvPr/>
            </p:nvGraphicFramePr>
            <p:xfrm>
              <a:off x="1676341" y="891614"/>
              <a:ext cx="790377" cy="3337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383" name="Equation" r:id="rId7" imgW="10363200" imgH="4267200" progId="Equation.DSMT4">
                      <p:embed/>
                    </p:oleObj>
                  </mc:Choice>
                  <mc:Fallback>
                    <p:oleObj name="Equation" r:id="rId7" imgW="10363200" imgH="4267200" progId="Equation.DSMT4">
                      <p:embed/>
                      <p:pic>
                        <p:nvPicPr>
                          <p:cNvPr id="0" name="图片 973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76341" y="891614"/>
                            <a:ext cx="790377" cy="333715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Rectangle 7"/>
              <p:cNvSpPr>
                <a:spLocks noChangeArrowheads="1"/>
              </p:cNvSpPr>
              <p:nvPr/>
            </p:nvSpPr>
            <p:spPr bwMode="auto">
              <a:xfrm>
                <a:off x="1112649" y="796862"/>
                <a:ext cx="56369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cs typeface="Times New Roman" panose="02020603050405020304" pitchFamily="18" charset="0"/>
                  </a:rPr>
                  <a:t>在</a:t>
                </a:r>
                <a:endPara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9" name="Rectangle 8"/>
              <p:cNvSpPr>
                <a:spLocks noChangeArrowheads="1"/>
              </p:cNvSpPr>
              <p:nvPr/>
            </p:nvSpPr>
            <p:spPr bwMode="auto">
              <a:xfrm>
                <a:off x="2451158" y="777519"/>
                <a:ext cx="79331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:r>
                  <a:rPr kumimoji="0" lang="en-US" altLang="zh-CN" sz="2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endPara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7538931" y="836712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/>
                <a:t>与</a:t>
              </a:r>
              <a:endParaRPr lang="zh-CN" altLang="en-US" sz="2800" b="1" dirty="0"/>
            </a:p>
          </p:txBody>
        </p:sp>
      </p:grpSp>
      <p:sp>
        <p:nvSpPr>
          <p:cNvPr id="20" name="矩形 19"/>
          <p:cNvSpPr/>
          <p:nvPr/>
        </p:nvSpPr>
        <p:spPr>
          <a:xfrm>
            <a:off x="839416" y="1844824"/>
            <a:ext cx="54296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为等价无穷小</a:t>
            </a:r>
            <a:r>
              <a:rPr lang="zh-CN" altLang="en-US" sz="2800" b="1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=__________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  <a:effectLst/>
        </p:spPr>
        <p:txBody>
          <a:bodyPr wrap="square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12800283" y="635000"/>
            <a:ext cx="963633" cy="400110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因为</a:t>
            </a:r>
            <a:endParaRPr lang="zh-CN" altLang="en-US" sz="20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11751" y="1840983"/>
            <a:ext cx="1928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高数二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2744456" y="1083497"/>
          <a:ext cx="3438900" cy="673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4" name="Equation" r:id="rId12" imgW="58826400" imgH="10668000" progId="Equation.DSMT4">
                  <p:embed/>
                </p:oleObj>
              </mc:Choice>
              <mc:Fallback>
                <p:oleObj name="Equation" r:id="rId12" imgW="58826400" imgH="10668000" progId="Equation.DSMT4">
                  <p:embed/>
                  <p:pic>
                    <p:nvPicPr>
                      <p:cNvPr id="0" name="图片 973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4456" y="1083497"/>
                        <a:ext cx="3438900" cy="6737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2736754" y="1844824"/>
          <a:ext cx="3587826" cy="1199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5" name="Equation" r:id="rId14" imgW="59131200" imgH="18288000" progId="Equation.DSMT4">
                  <p:embed/>
                </p:oleObj>
              </mc:Choice>
              <mc:Fallback>
                <p:oleObj name="Equation" r:id="rId14" imgW="59131200" imgH="18288000" progId="Equation.DSMT4">
                  <p:embed/>
                  <p:pic>
                    <p:nvPicPr>
                      <p:cNvPr id="0" name="图片 973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6754" y="1844824"/>
                        <a:ext cx="3587826" cy="11993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12680950" y="3044151"/>
          <a:ext cx="3222178" cy="1221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6" name="Equation" r:id="rId16" imgW="52120800" imgH="18288000" progId="Equation.DSMT4">
                  <p:embed/>
                </p:oleObj>
              </mc:Choice>
              <mc:Fallback>
                <p:oleObj name="Equation" r:id="rId16" imgW="52120800" imgH="18288000" progId="Equation.DSMT4">
                  <p:embed/>
                  <p:pic>
                    <p:nvPicPr>
                      <p:cNvPr id="0" name="图片 973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0950" y="3044151"/>
                        <a:ext cx="3222178" cy="12218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2734157" y="4135708"/>
          <a:ext cx="333216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7" name="Equation" r:id="rId18" imgW="40843200" imgH="9753600" progId="Equation.DSMT4">
                  <p:embed/>
                </p:oleObj>
              </mc:Choice>
              <mc:Fallback>
                <p:oleObj name="Equation" r:id="rId18" imgW="40843200" imgH="9753600" progId="Equation.DSMT4">
                  <p:embed/>
                  <p:pic>
                    <p:nvPicPr>
                      <p:cNvPr id="0" name="图片 973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4157" y="4135708"/>
                        <a:ext cx="3332163" cy="800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12757513" y="4935808"/>
          <a:ext cx="22621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8" name="Equation" r:id="rId20" imgW="27736800" imgH="5181600" progId="Equation.DSMT4">
                  <p:embed/>
                </p:oleObj>
              </mc:Choice>
              <mc:Fallback>
                <p:oleObj name="Equation" r:id="rId20" imgW="27736800" imgH="5181600" progId="Equation.DSMT4">
                  <p:embed/>
                  <p:pic>
                    <p:nvPicPr>
                      <p:cNvPr id="0" name="图片 973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57513" y="4935808"/>
                        <a:ext cx="2262187" cy="425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2774806" y="5457044"/>
          <a:ext cx="16891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9" name="Equation" r:id="rId22" imgW="20726400" imgH="4876800" progId="Equation.DSMT4">
                  <p:embed/>
                </p:oleObj>
              </mc:Choice>
              <mc:Fallback>
                <p:oleObj name="Equation" r:id="rId22" imgW="20726400" imgH="4876800" progId="Equation.DSMT4">
                  <p:embed/>
                  <p:pic>
                    <p:nvPicPr>
                      <p:cNvPr id="0" name="图片 973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4806" y="5457044"/>
                        <a:ext cx="1689100" cy="400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>
            <p:custDataLst>
              <p:tags r:id="rId24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22" name="RemarkBack"/>
            <p:cNvSpPr/>
            <p:nvPr>
              <p:custDataLst>
                <p:tags r:id="rId25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 smtClean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3" name="RemarkBlock"/>
            <p:cNvSpPr/>
            <p:nvPr>
              <p:custDataLst>
                <p:tags r:id="rId26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 smtClean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4" name="RemarkTitleText"/>
            <p:cNvSpPr txBox="1"/>
            <p:nvPr>
              <p:custDataLst>
                <p:tags r:id="rId27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2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 smtClean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3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 smtClean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3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3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 smtClean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 smtClean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3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3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71464" y="764704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95729" y="812017"/>
          <a:ext cx="4899043" cy="475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18" name="Equation" r:id="rId1" imgW="53340000" imgH="5181600" progId="Equation.DSMT4">
                  <p:embed/>
                </p:oleObj>
              </mc:Choice>
              <mc:Fallback>
                <p:oleObj name="Equation" r:id="rId1" imgW="53340000" imgH="5181600" progId="Equation.DSMT4">
                  <p:embed/>
                  <p:pic>
                    <p:nvPicPr>
                      <p:cNvPr id="0" name="图片 713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95729" y="812017"/>
                        <a:ext cx="4899043" cy="4759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104112" y="799879"/>
          <a:ext cx="3043104" cy="48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19" name="Equation" r:id="rId3" imgW="32308800" imgH="5181600" progId="Equation.DSMT4">
                  <p:embed/>
                </p:oleObj>
              </mc:Choice>
              <mc:Fallback>
                <p:oleObj name="Equation" r:id="rId3" imgW="32308800" imgH="5181600" progId="Equation.DSMT4">
                  <p:embed/>
                  <p:pic>
                    <p:nvPicPr>
                      <p:cNvPr id="0" name="图片 713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04112" y="799879"/>
                        <a:ext cx="3043104" cy="488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312993" y="1433082"/>
          <a:ext cx="4392488" cy="477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20" name="Equation" r:id="rId5" imgW="47548800" imgH="5181600" progId="Equation.DSMT4">
                  <p:embed/>
                </p:oleObj>
              </mc:Choice>
              <mc:Fallback>
                <p:oleObj name="Equation" r:id="rId5" imgW="47548800" imgH="5181600" progId="Equation.DSMT4">
                  <p:embed/>
                  <p:pic>
                    <p:nvPicPr>
                      <p:cNvPr id="0" name="图片 713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12993" y="1433082"/>
                        <a:ext cx="4392488" cy="4775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729610" y="1210887"/>
          <a:ext cx="4284440" cy="921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21" name="Equation" r:id="rId7" imgW="48158400" imgH="10363200" progId="Equation.DSMT4">
                  <p:embed/>
                </p:oleObj>
              </mc:Choice>
              <mc:Fallback>
                <p:oleObj name="Equation" r:id="rId7" imgW="48158400" imgH="10363200" progId="Equation.DSMT4">
                  <p:embed/>
                  <p:pic>
                    <p:nvPicPr>
                      <p:cNvPr id="0" name="图片 713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29610" y="1210887"/>
                        <a:ext cx="4284440" cy="921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298770" y="204625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证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19536" y="2046253"/>
            <a:ext cx="79053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函数 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= a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处分别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Taylor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展开有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544763" y="2544763"/>
          <a:ext cx="66548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22" name="Equation" r:id="rId9" imgW="70408800" imgH="9753600" progId="Equation.DSMT4">
                  <p:embed/>
                </p:oleObj>
              </mc:Choice>
              <mc:Fallback>
                <p:oleObj name="Equation" r:id="rId9" imgW="70408800" imgH="9753600" progId="Equation.DSMT4">
                  <p:embed/>
                  <p:pic>
                    <p:nvPicPr>
                      <p:cNvPr id="0" name="图片 713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44763" y="2544763"/>
                        <a:ext cx="6654800" cy="92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559050" y="3390900"/>
          <a:ext cx="6626225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23" name="Equation" r:id="rId11" imgW="70104000" imgH="9753600" progId="Equation.DSMT4">
                  <p:embed/>
                </p:oleObj>
              </mc:Choice>
              <mc:Fallback>
                <p:oleObj name="Equation" r:id="rId11" imgW="70104000" imgH="9753600" progId="Equation.DSMT4">
                  <p:embed/>
                  <p:pic>
                    <p:nvPicPr>
                      <p:cNvPr id="0" name="图片 7132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59050" y="3390900"/>
                        <a:ext cx="6626225" cy="922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314747" y="4392813"/>
          <a:ext cx="3456384" cy="501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24" name="Equation" r:id="rId13" imgW="37795200" imgH="5486400" progId="Equation.DSMT4">
                  <p:embed/>
                </p:oleObj>
              </mc:Choice>
              <mc:Fallback>
                <p:oleObj name="Equation" r:id="rId13" imgW="37795200" imgH="5486400" progId="Equation.DSMT4">
                  <p:embed/>
                  <p:pic>
                    <p:nvPicPr>
                      <p:cNvPr id="0" name="图片 7132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14747" y="4392813"/>
                        <a:ext cx="3456384" cy="501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871864" y="4392813"/>
          <a:ext cx="27876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25" name="Equation" r:id="rId15" imgW="30480000" imgH="5486400" progId="Equation.DSMT4">
                  <p:embed/>
                </p:oleObj>
              </mc:Choice>
              <mc:Fallback>
                <p:oleObj name="Equation" r:id="rId15" imgW="30480000" imgH="5486400" progId="Equation.DSMT4">
                  <p:embed/>
                  <p:pic>
                    <p:nvPicPr>
                      <p:cNvPr id="0" name="图片 713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71864" y="4392813"/>
                        <a:ext cx="2787650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386345" y="4974122"/>
          <a:ext cx="3384786" cy="910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26" name="Equation" r:id="rId17" imgW="36271200" imgH="9753600" progId="Equation.DSMT4">
                  <p:embed/>
                </p:oleObj>
              </mc:Choice>
              <mc:Fallback>
                <p:oleObj name="Equation" r:id="rId17" imgW="36271200" imgH="9753600" progId="Equation.DSMT4">
                  <p:embed/>
                  <p:pic>
                    <p:nvPicPr>
                      <p:cNvPr id="0" name="图片 7132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86345" y="4974122"/>
                        <a:ext cx="3384786" cy="910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871864" y="5193956"/>
          <a:ext cx="4151691" cy="47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27" name="Equation" r:id="rId19" imgW="45720000" imgH="5181600" progId="Equation.DSMT4">
                  <p:embed/>
                </p:oleObj>
              </mc:Choice>
              <mc:Fallback>
                <p:oleObj name="Equation" r:id="rId19" imgW="45720000" imgH="5181600" progId="Equation.DSMT4">
                  <p:embed/>
                  <p:pic>
                    <p:nvPicPr>
                      <p:cNvPr id="0" name="图片 7132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71864" y="5193956"/>
                        <a:ext cx="4151691" cy="47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783632" y="525495"/>
          <a:ext cx="5143546" cy="10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4" name="Equation" r:id="rId1" imgW="57912000" imgH="11277600" progId="Equation.DSMT4">
                  <p:embed/>
                </p:oleObj>
              </mc:Choice>
              <mc:Fallback>
                <p:oleObj name="Equation" r:id="rId1" imgW="57912000" imgH="11277600" progId="Equation.DSMT4">
                  <p:embed/>
                  <p:pic>
                    <p:nvPicPr>
                      <p:cNvPr id="0" name="图片 7215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3632" y="525495"/>
                        <a:ext cx="5143546" cy="10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783632" y="1527133"/>
          <a:ext cx="5143546" cy="10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5" name="Equation" r:id="rId3" imgW="57912000" imgH="11277600" progId="Equation.DSMT4">
                  <p:embed/>
                </p:oleObj>
              </mc:Choice>
              <mc:Fallback>
                <p:oleObj name="Equation" r:id="rId3" imgW="57912000" imgH="11277600" progId="Equation.DSMT4">
                  <p:embed/>
                  <p:pic>
                    <p:nvPicPr>
                      <p:cNvPr id="0" name="图片 721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3632" y="1527133"/>
                        <a:ext cx="5143546" cy="10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501453" y="2452698"/>
          <a:ext cx="40417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6" name="Equation" r:id="rId5" imgW="44196000" imgH="9753600" progId="Equation.DSMT4">
                  <p:embed/>
                </p:oleObj>
              </mc:Choice>
              <mc:Fallback>
                <p:oleObj name="Equation" r:id="rId5" imgW="44196000" imgH="9753600" progId="Equation.DSMT4">
                  <p:embed/>
                  <p:pic>
                    <p:nvPicPr>
                      <p:cNvPr id="0" name="图片 7215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01453" y="2452698"/>
                        <a:ext cx="4041775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447928" y="2432770"/>
          <a:ext cx="3427413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7" name="Equation" r:id="rId7" imgW="37490400" imgH="9753600" progId="Equation.DSMT4">
                  <p:embed/>
                </p:oleObj>
              </mc:Choice>
              <mc:Fallback>
                <p:oleObj name="Equation" r:id="rId7" imgW="37490400" imgH="9753600" progId="Equation.DSMT4">
                  <p:embed/>
                  <p:pic>
                    <p:nvPicPr>
                      <p:cNvPr id="0" name="图片 7215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47928" y="2432770"/>
                        <a:ext cx="3427413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501453" y="3192726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两式相减得，</a:t>
            </a:r>
            <a:endParaRPr lang="zh-CN" altLang="en-US" sz="28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07568" y="3447932"/>
          <a:ext cx="6106765" cy="913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8" name="Equation" r:id="rId9" imgW="65227200" imgH="9753600" progId="Equation.DSMT4">
                  <p:embed/>
                </p:oleObj>
              </mc:Choice>
              <mc:Fallback>
                <p:oleObj name="Equation" r:id="rId9" imgW="65227200" imgH="9753600" progId="Equation.DSMT4">
                  <p:embed/>
                  <p:pic>
                    <p:nvPicPr>
                      <p:cNvPr id="0" name="图片 7215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07568" y="3447932"/>
                        <a:ext cx="6106765" cy="9131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194770" y="4230582"/>
          <a:ext cx="4534396" cy="89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9" name="Equation" r:id="rId11" imgW="49682400" imgH="9753600" progId="Equation.DSMT4">
                  <p:embed/>
                </p:oleObj>
              </mc:Choice>
              <mc:Fallback>
                <p:oleObj name="Equation" r:id="rId11" imgW="49682400" imgH="9753600" progId="Equation.DSMT4">
                  <p:embed/>
                  <p:pic>
                    <p:nvPicPr>
                      <p:cNvPr id="0" name="图片 7215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94770" y="4230582"/>
                        <a:ext cx="4534396" cy="890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501452" y="5059327"/>
          <a:ext cx="5386635" cy="49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0" name="Equation" r:id="rId13" imgW="60045600" imgH="5486400" progId="Equation.DSMT4">
                  <p:embed/>
                </p:oleObj>
              </mc:Choice>
              <mc:Fallback>
                <p:oleObj name="Equation" r:id="rId13" imgW="60045600" imgH="5486400" progId="Equation.DSMT4">
                  <p:embed/>
                  <p:pic>
                    <p:nvPicPr>
                      <p:cNvPr id="0" name="图片 7215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01452" y="5059327"/>
                        <a:ext cx="5386635" cy="492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868309" y="5028287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则有，</a:t>
            </a:r>
            <a:endParaRPr lang="zh-CN" altLang="en-US" sz="28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647544" y="5549027"/>
          <a:ext cx="4861596" cy="915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1" name="Equation" r:id="rId15" imgW="51816000" imgH="9753600" progId="Equation.DSMT4">
                  <p:embed/>
                </p:oleObj>
              </mc:Choice>
              <mc:Fallback>
                <p:oleObj name="Equation" r:id="rId15" imgW="51816000" imgH="9753600" progId="Equation.DSMT4">
                  <p:embed/>
                  <p:pic>
                    <p:nvPicPr>
                      <p:cNvPr id="0" name="图片 7216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47544" y="5549027"/>
                        <a:ext cx="4861596" cy="9151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608168" y="5784968"/>
            <a:ext cx="1720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结论锝证</a:t>
            </a:r>
            <a:r>
              <a:rPr lang="en-US" altLang="zh-CN" sz="2800" b="1" dirty="0" smtClean="0"/>
              <a:t>.</a:t>
            </a:r>
            <a:endParaRPr lang="zh-CN" altLang="en-US" sz="2800" b="1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13501" y="680502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15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370149" y="740535"/>
          <a:ext cx="4032448" cy="46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74" name="Equation" r:id="rId1" imgW="45110400" imgH="5181600" progId="Equation.DSMT4">
                  <p:embed/>
                </p:oleObj>
              </mc:Choice>
              <mc:Fallback>
                <p:oleObj name="Equation" r:id="rId1" imgW="45110400" imgH="5181600" progId="Equation.DSMT4">
                  <p:embed/>
                  <p:pic>
                    <p:nvPicPr>
                      <p:cNvPr id="0" name="图片 7827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70149" y="740535"/>
                        <a:ext cx="4032448" cy="463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375400" y="738188"/>
          <a:ext cx="37274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75" name="Equation" r:id="rId3" imgW="41452800" imgH="5181600" progId="Equation.DSMT4">
                  <p:embed/>
                </p:oleObj>
              </mc:Choice>
              <mc:Fallback>
                <p:oleObj name="Equation" r:id="rId3" imgW="41452800" imgH="5181600" progId="Equation.DSMT4">
                  <p:embed/>
                  <p:pic>
                    <p:nvPicPr>
                      <p:cNvPr id="0" name="图片 7827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75400" y="738188"/>
                        <a:ext cx="3727450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388580" y="143125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证明：</a:t>
            </a:r>
            <a:endParaRPr lang="zh-CN" altLang="en-US" sz="2800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10188" y="1134777"/>
          <a:ext cx="4752528" cy="1013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76" name="Equation" r:id="rId5" imgW="45720000" imgH="9753600" progId="Equation.DSMT4">
                  <p:embed/>
                </p:oleObj>
              </mc:Choice>
              <mc:Fallback>
                <p:oleObj name="Equation" r:id="rId5" imgW="45720000" imgH="9753600" progId="Equation.DSMT4">
                  <p:embed/>
                  <p:pic>
                    <p:nvPicPr>
                      <p:cNvPr id="0" name="图片 782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10188" y="1134777"/>
                        <a:ext cx="4752528" cy="1013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61689" y="214049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证明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444182" y="2164381"/>
          <a:ext cx="2603260" cy="514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77" name="Equation" r:id="rId7" imgW="26212800" imgH="5181600" progId="Equation.DSMT4">
                  <p:embed/>
                </p:oleObj>
              </mc:Choice>
              <mc:Fallback>
                <p:oleObj name="Equation" r:id="rId7" imgW="26212800" imgH="5181600" progId="Equation.DSMT4">
                  <p:embed/>
                  <p:pic>
                    <p:nvPicPr>
                      <p:cNvPr id="0" name="图片 782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44182" y="2164381"/>
                        <a:ext cx="2603260" cy="514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227124" y="2132856"/>
            <a:ext cx="3173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由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Taylor </a:t>
            </a:r>
            <a:r>
              <a:rPr lang="zh-CN" altLang="en-US" sz="2800" b="1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公式可得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413501" y="2671345"/>
          <a:ext cx="9431769" cy="1033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78" name="Equation" r:id="rId9" imgW="89001600" imgH="9753600" progId="Equation.DSMT4">
                  <p:embed/>
                </p:oleObj>
              </mc:Choice>
              <mc:Fallback>
                <p:oleObj name="Equation" r:id="rId9" imgW="89001600" imgH="9753600" progId="Equation.DSMT4">
                  <p:embed/>
                  <p:pic>
                    <p:nvPicPr>
                      <p:cNvPr id="0" name="图片 782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13501" y="2671345"/>
                        <a:ext cx="9431769" cy="1033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446260" y="3573016"/>
          <a:ext cx="936625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79" name="Equation" r:id="rId11" imgW="88392000" imgH="9753600" progId="Equation.DSMT4">
                  <p:embed/>
                </p:oleObj>
              </mc:Choice>
              <mc:Fallback>
                <p:oleObj name="Equation" r:id="rId11" imgW="88392000" imgH="9753600" progId="Equation.DSMT4">
                  <p:embed/>
                  <p:pic>
                    <p:nvPicPr>
                      <p:cNvPr id="0" name="图片 7827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46260" y="3573016"/>
                        <a:ext cx="9366250" cy="1033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435701" y="4494918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两式相减，整理可得，</a:t>
            </a:r>
            <a:endParaRPr lang="zh-CN" altLang="en-US" sz="2800" b="1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135560" y="4863033"/>
          <a:ext cx="817086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80" name="Equation" r:id="rId13" imgW="77114400" imgH="10058400" progId="Equation.DSMT4">
                  <p:embed/>
                </p:oleObj>
              </mc:Choice>
              <mc:Fallback>
                <p:oleObj name="Equation" r:id="rId13" imgW="77114400" imgH="10058400" progId="Equation.DSMT4">
                  <p:embed/>
                  <p:pic>
                    <p:nvPicPr>
                      <p:cNvPr id="0" name="图片 7827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35560" y="4863033"/>
                        <a:ext cx="8170862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7844" y="252683"/>
            <a:ext cx="341632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由三角不等式可得，</a:t>
            </a:r>
            <a:endParaRPr lang="zh-CN" altLang="en-US" sz="28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255621" y="438642"/>
          <a:ext cx="9289032" cy="1054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28" name="Equation" r:id="rId1" imgW="88696800" imgH="10058400" progId="Equation.DSMT4">
                  <p:embed/>
                </p:oleObj>
              </mc:Choice>
              <mc:Fallback>
                <p:oleObj name="Equation" r:id="rId1" imgW="88696800" imgH="10058400" progId="Equation.DSMT4">
                  <p:embed/>
                  <p:pic>
                    <p:nvPicPr>
                      <p:cNvPr id="0" name="图片 795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5621" y="438642"/>
                        <a:ext cx="9289032" cy="1054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92642" y="1338962"/>
          <a:ext cx="3768962" cy="1193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29" name="Equation" r:id="rId3" imgW="36576000" imgH="11582400" progId="Equation.DSMT4">
                  <p:embed/>
                </p:oleObj>
              </mc:Choice>
              <mc:Fallback>
                <p:oleObj name="Equation" r:id="rId3" imgW="36576000" imgH="11582400" progId="Equation.DSMT4">
                  <p:embed/>
                  <p:pic>
                    <p:nvPicPr>
                      <p:cNvPr id="0" name="图片 795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2642" y="1338962"/>
                        <a:ext cx="3768962" cy="1193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238548" y="1418944"/>
          <a:ext cx="1512168" cy="98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30" name="Equation" r:id="rId5" imgW="14935200" imgH="9753600" progId="Equation.DSMT4">
                  <p:embed/>
                </p:oleObj>
              </mc:Choice>
              <mc:Fallback>
                <p:oleObj name="Equation" r:id="rId5" imgW="14935200" imgH="9753600" progId="Equation.DSMT4">
                  <p:embed/>
                  <p:pic>
                    <p:nvPicPr>
                      <p:cNvPr id="0" name="图片 795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38548" y="1418944"/>
                        <a:ext cx="1512168" cy="987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137844" y="2454535"/>
          <a:ext cx="7344816" cy="499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31" name="Equation" r:id="rId7" imgW="76200000" imgH="5181600" progId="Equation.DSMT4">
                  <p:embed/>
                </p:oleObj>
              </mc:Choice>
              <mc:Fallback>
                <p:oleObj name="Equation" r:id="rId7" imgW="76200000" imgH="5181600" progId="Equation.DSMT4">
                  <p:embed/>
                  <p:pic>
                    <p:nvPicPr>
                      <p:cNvPr id="0" name="图片 795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37844" y="2454535"/>
                        <a:ext cx="7344816" cy="499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251023" y="2830359"/>
          <a:ext cx="2709301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32" name="Equation" r:id="rId9" imgW="26212800" imgH="9753600" progId="Equation.DSMT4">
                  <p:embed/>
                </p:oleObj>
              </mc:Choice>
              <mc:Fallback>
                <p:oleObj name="Equation" r:id="rId9" imgW="26212800" imgH="9753600" progId="Equation.DSMT4">
                  <p:embed/>
                  <p:pic>
                    <p:nvPicPr>
                      <p:cNvPr id="0" name="图片 7953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1023" y="2830359"/>
                        <a:ext cx="2709301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960324" y="3108655"/>
          <a:ext cx="6154214" cy="500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33" name="Equation" r:id="rId11" imgW="63703200" imgH="5181600" progId="Equation.DSMT4">
                  <p:embed/>
                </p:oleObj>
              </mc:Choice>
              <mc:Fallback>
                <p:oleObj name="Equation" r:id="rId11" imgW="63703200" imgH="5181600" progId="Equation.DSMT4">
                  <p:embed/>
                  <p:pic>
                    <p:nvPicPr>
                      <p:cNvPr id="0" name="图片 7953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60324" y="3108655"/>
                        <a:ext cx="6154214" cy="500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251023" y="3805469"/>
          <a:ext cx="3912888" cy="489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34" name="Equation" r:id="rId13" imgW="41452800" imgH="5181600" progId="Equation.DSMT4">
                  <p:embed/>
                </p:oleObj>
              </mc:Choice>
              <mc:Fallback>
                <p:oleObj name="Equation" r:id="rId13" imgW="41452800" imgH="5181600" progId="Equation.DSMT4">
                  <p:embed/>
                  <p:pic>
                    <p:nvPicPr>
                      <p:cNvPr id="0" name="图片 7953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1023" y="3805469"/>
                        <a:ext cx="3912888" cy="489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315926" y="377668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使得</a:t>
            </a:r>
            <a:endParaRPr lang="zh-CN" altLang="en-US" sz="28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461340" y="4062023"/>
          <a:ext cx="6588359" cy="967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35" name="Equation" r:id="rId15" imgW="66446400" imgH="9753600" progId="Equation.DSMT4">
                  <p:embed/>
                </p:oleObj>
              </mc:Choice>
              <mc:Fallback>
                <p:oleObj name="Equation" r:id="rId15" imgW="66446400" imgH="9753600" progId="Equation.DSMT4">
                  <p:embed/>
                  <p:pic>
                    <p:nvPicPr>
                      <p:cNvPr id="0" name="图片 7953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61340" y="4062023"/>
                        <a:ext cx="6588359" cy="967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252510" y="495868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因此有</a:t>
            </a:r>
            <a:endParaRPr lang="zh-CN" altLang="en-US" sz="2800" b="1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488614" y="4732257"/>
          <a:ext cx="4454179" cy="937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36" name="Equation" r:id="rId17" imgW="46329600" imgH="9753600" progId="Equation.DSMT4">
                  <p:embed/>
                </p:oleObj>
              </mc:Choice>
              <mc:Fallback>
                <p:oleObj name="Equation" r:id="rId17" imgW="46329600" imgH="9753600" progId="Equation.DSMT4">
                  <p:embed/>
                  <p:pic>
                    <p:nvPicPr>
                      <p:cNvPr id="0" name="图片 7953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88614" y="4732257"/>
                        <a:ext cx="4454179" cy="937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970067" y="4763662"/>
          <a:ext cx="3545144" cy="922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37" name="Equation" r:id="rId19" imgW="37490400" imgH="9753600" progId="Equation.DSMT4">
                  <p:embed/>
                </p:oleObj>
              </mc:Choice>
              <mc:Fallback>
                <p:oleObj name="Equation" r:id="rId19" imgW="37490400" imgH="9753600" progId="Equation.DSMT4">
                  <p:embed/>
                  <p:pic>
                    <p:nvPicPr>
                      <p:cNvPr id="0" name="图片 7953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70067" y="4763662"/>
                        <a:ext cx="3545144" cy="922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251023" y="570267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类似方法可以证明</a:t>
            </a:r>
            <a:endParaRPr lang="zh-CN" altLang="en-US" sz="2800" b="1" dirty="0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159435" y="5481908"/>
          <a:ext cx="242093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38" name="Equation" r:id="rId21" imgW="25603200" imgH="9753600" progId="Equation.DSMT4">
                  <p:embed/>
                </p:oleObj>
              </mc:Choice>
              <mc:Fallback>
                <p:oleObj name="Equation" r:id="rId21" imgW="25603200" imgH="9753600" progId="Equation.DSMT4">
                  <p:embed/>
                  <p:pic>
                    <p:nvPicPr>
                      <p:cNvPr id="0" name="图片 7953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59435" y="5481908"/>
                        <a:ext cx="2420938" cy="922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  <p:bldP spid="12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1504" y="692696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647968" y="747878"/>
          <a:ext cx="74739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88" name="Equation" r:id="rId1" imgW="80162400" imgH="5181600" progId="Equation.DSMT4">
                  <p:embed/>
                </p:oleObj>
              </mc:Choice>
              <mc:Fallback>
                <p:oleObj name="Equation" r:id="rId1" imgW="80162400" imgH="5181600" progId="Equation.DSMT4">
                  <p:embed/>
                  <p:pic>
                    <p:nvPicPr>
                      <p:cNvPr id="0" name="图片 7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47968" y="747878"/>
                        <a:ext cx="747395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03712" y="1124744"/>
          <a:ext cx="3384376" cy="108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89" name="Equation" r:id="rId3" imgW="39014400" imgH="12496800" progId="Equation.DSMT4">
                  <p:embed/>
                </p:oleObj>
              </mc:Choice>
              <mc:Fallback>
                <p:oleObj name="Equation" r:id="rId3" imgW="39014400" imgH="12496800" progId="Equation.DSMT4">
                  <p:embed/>
                  <p:pic>
                    <p:nvPicPr>
                      <p:cNvPr id="0" name="图片 7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3712" y="1124744"/>
                        <a:ext cx="3384376" cy="1084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725920" y="2098905"/>
          <a:ext cx="65865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90" name="Equation" r:id="rId5" imgW="71628000" imgH="12496800" progId="Equation.DSMT4">
                  <p:embed/>
                </p:oleObj>
              </mc:Choice>
              <mc:Fallback>
                <p:oleObj name="Equation" r:id="rId5" imgW="71628000" imgH="12496800" progId="Equation.DSMT4">
                  <p:embed/>
                  <p:pic>
                    <p:nvPicPr>
                      <p:cNvPr id="0" name="图片 7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25920" y="2098905"/>
                        <a:ext cx="6586538" cy="1149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725920" y="318615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32226" y="317328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由于</a:t>
            </a:r>
            <a:endParaRPr lang="zh-CN" altLang="en-US" sz="2800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33414" y="3344762"/>
          <a:ext cx="4824536" cy="98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91" name="Equation" r:id="rId7" imgW="53949600" imgH="10972800" progId="Equation.DSMT4">
                  <p:embed/>
                </p:oleObj>
              </mc:Choice>
              <mc:Fallback>
                <p:oleObj name="Equation" r:id="rId7" imgW="53949600" imgH="10972800" progId="Equation.DSMT4">
                  <p:embed/>
                  <p:pic>
                    <p:nvPicPr>
                      <p:cNvPr id="0" name="图片 7309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3414" y="3344762"/>
                        <a:ext cx="4824536" cy="981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725920" y="407337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所以，</a:t>
            </a:r>
            <a:endParaRPr lang="zh-CN" altLang="en-US" sz="2800" b="1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265371" y="4221088"/>
          <a:ext cx="3600400" cy="9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92" name="Equation" r:id="rId9" imgW="41148000" imgH="10668000" progId="Equation.DSMT4">
                  <p:embed/>
                </p:oleObj>
              </mc:Choice>
              <mc:Fallback>
                <p:oleObj name="Equation" r:id="rId9" imgW="41148000" imgH="10668000" progId="Equation.DSMT4">
                  <p:embed/>
                  <p:pic>
                    <p:nvPicPr>
                      <p:cNvPr id="0" name="图片 730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65371" y="4221088"/>
                        <a:ext cx="3600400" cy="933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695838" y="5225644"/>
          <a:ext cx="2854548" cy="932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93" name="Equation" r:id="rId11" imgW="29870400" imgH="9753600" progId="Equation.DSMT4">
                  <p:embed/>
                </p:oleObj>
              </mc:Choice>
              <mc:Fallback>
                <p:oleObj name="Equation" r:id="rId11" imgW="29870400" imgH="9753600" progId="Equation.DSMT4">
                  <p:embed/>
                  <p:pic>
                    <p:nvPicPr>
                      <p:cNvPr id="0" name="图片 7309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95838" y="5225644"/>
                        <a:ext cx="2854548" cy="932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655840" y="5430082"/>
            <a:ext cx="4078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将 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麦克劳林展开，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919535" y="476672"/>
          <a:ext cx="7488833" cy="918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73" name="Equation" r:id="rId1" imgW="79552800" imgH="9753600" progId="Equation.DSMT4">
                  <p:embed/>
                </p:oleObj>
              </mc:Choice>
              <mc:Fallback>
                <p:oleObj name="Equation" r:id="rId1" imgW="79552800" imgH="9753600" progId="Equation.DSMT4">
                  <p:embed/>
                  <p:pic>
                    <p:nvPicPr>
                      <p:cNvPr id="0" name="图片 742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19535" y="476672"/>
                        <a:ext cx="7488833" cy="918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55440" y="119675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因此，</a:t>
            </a:r>
            <a:endParaRPr lang="zh-CN" altLang="en-US" sz="28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317324" y="1204138"/>
          <a:ext cx="618807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74" name="Equation" r:id="rId3" imgW="70713600" imgH="10668000" progId="Equation.DSMT4">
                  <p:embed/>
                </p:oleObj>
              </mc:Choice>
              <mc:Fallback>
                <p:oleObj name="Equation" r:id="rId3" imgW="70713600" imgH="10668000" progId="Equation.DSMT4">
                  <p:embed/>
                  <p:pic>
                    <p:nvPicPr>
                      <p:cNvPr id="0" name="图片 742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7324" y="1204138"/>
                        <a:ext cx="6188075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79751" y="2097646"/>
          <a:ext cx="7015163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75" name="Equation" r:id="rId5" imgW="80162400" imgH="10972800" progId="Equation.DSMT4">
                  <p:embed/>
                </p:oleObj>
              </mc:Choice>
              <mc:Fallback>
                <p:oleObj name="Equation" r:id="rId5" imgW="80162400" imgH="10972800" progId="Equation.DSMT4">
                  <p:embed/>
                  <p:pic>
                    <p:nvPicPr>
                      <p:cNvPr id="0" name="图片 742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79751" y="2097646"/>
                        <a:ext cx="7015163" cy="960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79751" y="2909853"/>
          <a:ext cx="5627687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76" name="Equation" r:id="rId7" imgW="64312800" imgH="11582400" progId="Equation.DSMT4">
                  <p:embed/>
                </p:oleObj>
              </mc:Choice>
              <mc:Fallback>
                <p:oleObj name="Equation" r:id="rId7" imgW="64312800" imgH="11582400" progId="Equation.DSMT4">
                  <p:embed/>
                  <p:pic>
                    <p:nvPicPr>
                      <p:cNvPr id="0" name="图片 742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79751" y="2909853"/>
                        <a:ext cx="5627687" cy="101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059619" y="3870291"/>
          <a:ext cx="5426015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77" name="Equation" r:id="rId9" imgW="55778400" imgH="5181600" progId="Equation.DSMT4">
                  <p:embed/>
                </p:oleObj>
              </mc:Choice>
              <mc:Fallback>
                <p:oleObj name="Equation" r:id="rId9" imgW="55778400" imgH="5181600" progId="Equation.DSMT4">
                  <p:embed/>
                  <p:pic>
                    <p:nvPicPr>
                      <p:cNvPr id="0" name="图片 742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59619" y="3870291"/>
                        <a:ext cx="5426015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546025" y="3851127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因此，</a:t>
            </a:r>
            <a:endParaRPr lang="zh-CN" altLang="en-US" sz="2800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163985" y="4225624"/>
          <a:ext cx="5868987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78" name="Equation" r:id="rId11" imgW="67665600" imgH="12801600" progId="Equation.DSMT4">
                  <p:embed/>
                </p:oleObj>
              </mc:Choice>
              <mc:Fallback>
                <p:oleObj name="Equation" r:id="rId11" imgW="67665600" imgH="12801600" progId="Equation.DSMT4">
                  <p:embed/>
                  <p:pic>
                    <p:nvPicPr>
                      <p:cNvPr id="0" name="图片 7427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63985" y="4225624"/>
                        <a:ext cx="5868987" cy="1111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960096" y="4384374"/>
          <a:ext cx="37020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79" name="Equation" r:id="rId13" imgW="42672000" imgH="10972800" progId="Equation.DSMT4">
                  <p:embed/>
                </p:oleObj>
              </mc:Choice>
              <mc:Fallback>
                <p:oleObj name="Equation" r:id="rId13" imgW="42672000" imgH="10972800" progId="Equation.DSMT4">
                  <p:embed/>
                  <p:pic>
                    <p:nvPicPr>
                      <p:cNvPr id="0" name="图片 7427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60096" y="4384374"/>
                        <a:ext cx="37020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762851" y="5218113"/>
          <a:ext cx="4019550" cy="163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80" name="Equation" r:id="rId15" imgW="46329600" imgH="18897600" progId="Equation.DSMT4">
                  <p:embed/>
                </p:oleObj>
              </mc:Choice>
              <mc:Fallback>
                <p:oleObj name="Equation" r:id="rId15" imgW="46329600" imgH="18897600" progId="Equation.DSMT4">
                  <p:embed/>
                  <p:pic>
                    <p:nvPicPr>
                      <p:cNvPr id="0" name="图片 7427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62851" y="5218113"/>
                        <a:ext cx="4019550" cy="16398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782401" y="5756507"/>
          <a:ext cx="715724" cy="424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81" name="Equation" r:id="rId17" imgW="8229600" imgH="4876800" progId="Equation.DSMT4">
                  <p:embed/>
                </p:oleObj>
              </mc:Choice>
              <mc:Fallback>
                <p:oleObj name="Equation" r:id="rId17" imgW="8229600" imgH="4876800" progId="Equation.DSMT4">
                  <p:embed/>
                  <p:pic>
                    <p:nvPicPr>
                      <p:cNvPr id="0" name="图片 7428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82401" y="5756507"/>
                        <a:ext cx="715724" cy="424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1504" y="692696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练习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647968" y="747878"/>
          <a:ext cx="74739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74" name="Equation" r:id="rId1" imgW="80162400" imgH="5181600" progId="Equation.DSMT4">
                  <p:embed/>
                </p:oleObj>
              </mc:Choice>
              <mc:Fallback>
                <p:oleObj name="Equation" r:id="rId1" imgW="80162400" imgH="5181600" progId="Equation.DSMT4">
                  <p:embed/>
                  <p:pic>
                    <p:nvPicPr>
                      <p:cNvPr id="0" name="图片 8817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47968" y="747878"/>
                        <a:ext cx="747395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43300" y="1204913"/>
          <a:ext cx="33051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75" name="Equation" r:id="rId3" imgW="38100000" imgH="10668000" progId="Equation.DSMT4">
                  <p:embed/>
                </p:oleObj>
              </mc:Choice>
              <mc:Fallback>
                <p:oleObj name="Equation" r:id="rId3" imgW="38100000" imgH="10668000" progId="Equation.DSMT4">
                  <p:embed/>
                  <p:pic>
                    <p:nvPicPr>
                      <p:cNvPr id="0" name="图片 8817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43300" y="1204913"/>
                        <a:ext cx="3305175" cy="92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725920" y="2147355"/>
          <a:ext cx="680878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76" name="Equation" r:id="rId5" imgW="74066400" imgH="10668000" progId="Equation.DSMT4">
                  <p:embed/>
                </p:oleObj>
              </mc:Choice>
              <mc:Fallback>
                <p:oleObj name="Equation" r:id="rId5" imgW="74066400" imgH="10668000" progId="Equation.DSMT4">
                  <p:embed/>
                  <p:pic>
                    <p:nvPicPr>
                      <p:cNvPr id="0" name="图片 881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25920" y="2147355"/>
                        <a:ext cx="6808788" cy="981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055440" y="98072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55788" y="1019175"/>
          <a:ext cx="5457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3" name="Equation" r:id="rId1" imgW="59436000" imgH="5181600" progId="Equation.DSMT4">
                  <p:embed/>
                </p:oleObj>
              </mc:Choice>
              <mc:Fallback>
                <p:oleObj name="Equation" r:id="rId1" imgW="59436000" imgH="5181600" progId="Equation.DSMT4">
                  <p:embed/>
                  <p:pic>
                    <p:nvPicPr>
                      <p:cNvPr id="0" name="图片 924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55788" y="1019175"/>
                        <a:ext cx="5457825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304685" y="95237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证明：</a:t>
            </a:r>
            <a:endParaRPr lang="zh-CN" altLang="en-US" sz="2800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56402" y="1700808"/>
          <a:ext cx="213836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4" name="Equation" r:id="rId3" imgW="23774400" imgH="5181600" progId="Equation.DSMT4">
                  <p:embed/>
                </p:oleObj>
              </mc:Choice>
              <mc:Fallback>
                <p:oleObj name="Equation" r:id="rId3" imgW="23774400" imgH="5181600" progId="Equation.DSMT4">
                  <p:embed/>
                  <p:pic>
                    <p:nvPicPr>
                      <p:cNvPr id="0" name="图片 924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6402" y="1700808"/>
                        <a:ext cx="2138362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162807" y="1694457"/>
          <a:ext cx="236537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5" name="Equation" r:id="rId5" imgW="25603200" imgH="5181600" progId="Equation.DSMT4">
                  <p:embed/>
                </p:oleObj>
              </mc:Choice>
              <mc:Fallback>
                <p:oleObj name="Equation" r:id="rId5" imgW="25603200" imgH="5181600" progId="Equation.DSMT4">
                  <p:embed/>
                  <p:pic>
                    <p:nvPicPr>
                      <p:cNvPr id="0" name="图片 924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62807" y="1694457"/>
                        <a:ext cx="2365375" cy="477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616152" y="1487545"/>
          <a:ext cx="466407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6" name="Equation" r:id="rId7" imgW="52425600" imgH="9753600" progId="Equation.DSMT4">
                  <p:embed/>
                </p:oleObj>
              </mc:Choice>
              <mc:Fallback>
                <p:oleObj name="Equation" r:id="rId7" imgW="52425600" imgH="9753600" progId="Equation.DSMT4">
                  <p:embed/>
                  <p:pic>
                    <p:nvPicPr>
                      <p:cNvPr id="0" name="图片 9243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16152" y="1487545"/>
                        <a:ext cx="4664075" cy="86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055440" y="2397185"/>
          <a:ext cx="4578351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7" name="Equation" r:id="rId9" imgW="50901600" imgH="5181600" progId="Equation.DSMT4">
                  <p:embed/>
                </p:oleObj>
              </mc:Choice>
              <mc:Fallback>
                <p:oleObj name="Equation" r:id="rId9" imgW="50901600" imgH="5181600" progId="Equation.DSMT4">
                  <p:embed/>
                  <p:pic>
                    <p:nvPicPr>
                      <p:cNvPr id="0" name="图片 9243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55440" y="2397185"/>
                        <a:ext cx="4578351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528182" y="2390834"/>
          <a:ext cx="270351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8" name="Equation" r:id="rId11" imgW="29260800" imgH="5181600" progId="Equation.DSMT4">
                  <p:embed/>
                </p:oleObj>
              </mc:Choice>
              <mc:Fallback>
                <p:oleObj name="Equation" r:id="rId11" imgW="29260800" imgH="5181600" progId="Equation.DSMT4">
                  <p:embed/>
                  <p:pic>
                    <p:nvPicPr>
                      <p:cNvPr id="0" name="图片 924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28182" y="2390834"/>
                        <a:ext cx="2703512" cy="477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048762" y="2842847"/>
          <a:ext cx="4881563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9" name="Equation" r:id="rId13" imgW="54864000" imgH="9753600" progId="Equation.DSMT4">
                  <p:embed/>
                </p:oleObj>
              </mc:Choice>
              <mc:Fallback>
                <p:oleObj name="Equation" r:id="rId13" imgW="54864000" imgH="9753600" progId="Equation.DSMT4">
                  <p:embed/>
                  <p:pic>
                    <p:nvPicPr>
                      <p:cNvPr id="0" name="图片 9243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8762" y="2842847"/>
                        <a:ext cx="4881563" cy="86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2100975" y="3631356"/>
            <a:ext cx="6531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函数 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处分别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Taylor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展开有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686431" y="4080149"/>
          <a:ext cx="531812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0" name="Equation" r:id="rId15" imgW="53644800" imgH="9753600" progId="Equation.DSMT4">
                  <p:embed/>
                </p:oleObj>
              </mc:Choice>
              <mc:Fallback>
                <p:oleObj name="Equation" r:id="rId15" imgW="53644800" imgH="9753600" progId="Equation.DSMT4">
                  <p:embed/>
                  <p:pic>
                    <p:nvPicPr>
                      <p:cNvPr id="0" name="图片 9243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86431" y="4080149"/>
                        <a:ext cx="5318125" cy="966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067259" y="4344867"/>
          <a:ext cx="33464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1" name="Equation" r:id="rId17" imgW="36576000" imgH="5181600" progId="Equation.DSMT4">
                  <p:embed/>
                </p:oleObj>
              </mc:Choice>
              <mc:Fallback>
                <p:oleObj name="Equation" r:id="rId17" imgW="36576000" imgH="5181600" progId="Equation.DSMT4">
                  <p:embed/>
                  <p:pic>
                    <p:nvPicPr>
                      <p:cNvPr id="0" name="图片 9244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067259" y="4344867"/>
                        <a:ext cx="3346450" cy="474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963350" y="4715683"/>
          <a:ext cx="7623175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2" name="Equation" r:id="rId19" imgW="71932800" imgH="9753600" progId="Equation.DSMT4">
                  <p:embed/>
                </p:oleObj>
              </mc:Choice>
              <mc:Fallback>
                <p:oleObj name="Equation" r:id="rId19" imgW="71932800" imgH="9753600" progId="Equation.DSMT4">
                  <p:embed/>
                  <p:pic>
                    <p:nvPicPr>
                      <p:cNvPr id="0" name="图片 9244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63350" y="4715683"/>
                        <a:ext cx="7623175" cy="1033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847528" y="5547567"/>
          <a:ext cx="8139113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3" name="Equation" r:id="rId21" imgW="76809600" imgH="9753600" progId="Equation.DSMT4">
                  <p:embed/>
                </p:oleObj>
              </mc:Choice>
              <mc:Fallback>
                <p:oleObj name="Equation" r:id="rId21" imgW="76809600" imgH="9753600" progId="Equation.DSMT4">
                  <p:embed/>
                  <p:pic>
                    <p:nvPicPr>
                      <p:cNvPr id="0" name="图片 9244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47528" y="5547567"/>
                        <a:ext cx="8139113" cy="1033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1048762" y="363135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证明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55440" y="495696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于是</a:t>
            </a:r>
            <a:endParaRPr lang="zh-CN" altLang="en-US" sz="28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6316557" y="2973246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年数学一二三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39416" y="90872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两式相加得</a:t>
            </a:r>
            <a:endParaRPr lang="zh-CN" altLang="en-US" sz="28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535113" y="1196975"/>
          <a:ext cx="645318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83" name="Equation" r:id="rId1" imgW="72542400" imgH="10058400" progId="Equation.DSMT4">
                  <p:embed/>
                </p:oleObj>
              </mc:Choice>
              <mc:Fallback>
                <p:oleObj name="Equation" r:id="rId1" imgW="72542400" imgH="10058400" progId="Equation.DSMT4">
                  <p:embed/>
                  <p:pic>
                    <p:nvPicPr>
                      <p:cNvPr id="0" name="图片 933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35113" y="1196975"/>
                        <a:ext cx="6453187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11340" y="2127721"/>
          <a:ext cx="39195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84" name="Equation" r:id="rId3" imgW="42672000" imgH="5486400" progId="Equation.DSMT4">
                  <p:embed/>
                </p:oleObj>
              </mc:Choice>
              <mc:Fallback>
                <p:oleObj name="Equation" r:id="rId3" imgW="42672000" imgH="5486400" progId="Equation.DSMT4">
                  <p:embed/>
                  <p:pic>
                    <p:nvPicPr>
                      <p:cNvPr id="0" name="图片 933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1340" y="2127721"/>
                        <a:ext cx="3919537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786313" y="2143125"/>
          <a:ext cx="43719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85" name="Equation" r:id="rId5" imgW="46329600" imgH="5181600" progId="Equation.DSMT4">
                  <p:embed/>
                </p:oleObj>
              </mc:Choice>
              <mc:Fallback>
                <p:oleObj name="Equation" r:id="rId5" imgW="46329600" imgH="5181600" progId="Equation.DSMT4">
                  <p:embed/>
                  <p:pic>
                    <p:nvPicPr>
                      <p:cNvPr id="0" name="图片 933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6313" y="2143125"/>
                        <a:ext cx="4371975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181770" y="210885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即</a:t>
            </a:r>
            <a:endParaRPr lang="zh-CN" altLang="en-US" sz="2800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34094" y="2787883"/>
          <a:ext cx="49482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86" name="Equation" r:id="rId7" imgW="52425600" imgH="5486400" progId="Equation.DSMT4">
                  <p:embed/>
                </p:oleObj>
              </mc:Choice>
              <mc:Fallback>
                <p:oleObj name="Equation" r:id="rId7" imgW="52425600" imgH="5486400" progId="Equation.DSMT4">
                  <p:embed/>
                  <p:pic>
                    <p:nvPicPr>
                      <p:cNvPr id="0" name="图片 933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4094" y="2787883"/>
                        <a:ext cx="4948238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905209" y="2612463"/>
          <a:ext cx="42576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87" name="Equation" r:id="rId9" imgW="47853600" imgH="9753600" progId="Equation.DSMT4">
                  <p:embed/>
                </p:oleObj>
              </mc:Choice>
              <mc:Fallback>
                <p:oleObj name="Equation" r:id="rId9" imgW="47853600" imgH="9753600" progId="Equation.DSMT4">
                  <p:embed/>
                  <p:pic>
                    <p:nvPicPr>
                      <p:cNvPr id="0" name="图片 933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05209" y="2612463"/>
                        <a:ext cx="4257675" cy="868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811340" y="3584869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由介值定理知，</a:t>
            </a:r>
            <a:endParaRPr lang="zh-CN" altLang="en-US" sz="2800" b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308213" y="3584869"/>
          <a:ext cx="37671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88" name="Equation" r:id="rId11" imgW="39928800" imgH="5486400" progId="Equation.DSMT4">
                  <p:embed/>
                </p:oleObj>
              </mc:Choice>
              <mc:Fallback>
                <p:oleObj name="Equation" r:id="rId11" imgW="39928800" imgH="5486400" progId="Equation.DSMT4">
                  <p:embed/>
                  <p:pic>
                    <p:nvPicPr>
                      <p:cNvPr id="0" name="图片 9338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08213" y="3584869"/>
                        <a:ext cx="3767138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242101" y="3411312"/>
          <a:ext cx="395922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89" name="Equation" r:id="rId13" imgW="44500800" imgH="9753600" progId="Equation.DSMT4">
                  <p:embed/>
                </p:oleObj>
              </mc:Choice>
              <mc:Fallback>
                <p:oleObj name="Equation" r:id="rId13" imgW="44500800" imgH="9753600" progId="Equation.DSMT4">
                  <p:embed/>
                  <p:pic>
                    <p:nvPicPr>
                      <p:cNvPr id="0" name="图片 9338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42101" y="3411312"/>
                        <a:ext cx="3959225" cy="86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34094" y="4518811"/>
            <a:ext cx="1686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代入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686312" y="4462010"/>
          <a:ext cx="39624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0" name="Equation" r:id="rId15" imgW="38404800" imgH="5486400" progId="Equation.DSMT4">
                  <p:embed/>
                </p:oleObj>
              </mc:Choice>
              <mc:Fallback>
                <p:oleObj name="Equation" r:id="rId15" imgW="38404800" imgH="5486400" progId="Equation.DSMT4">
                  <p:embed/>
                  <p:pic>
                    <p:nvPicPr>
                      <p:cNvPr id="0" name="图片 9338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86312" y="4462010"/>
                        <a:ext cx="3962400" cy="566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888088" y="4279674"/>
          <a:ext cx="39941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1" name="Equation" r:id="rId17" imgW="38709600" imgH="9753600" progId="Equation.DSMT4">
                  <p:embed/>
                </p:oleObj>
              </mc:Choice>
              <mc:Fallback>
                <p:oleObj name="Equation" r:id="rId17" imgW="38709600" imgH="9753600" progId="Equation.DSMT4">
                  <p:embed/>
                  <p:pic>
                    <p:nvPicPr>
                      <p:cNvPr id="0" name="图片 9339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88088" y="4279674"/>
                        <a:ext cx="3994150" cy="1008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199456" y="980728"/>
          <a:ext cx="55721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4" name="Equation" r:id="rId1" imgW="60655200" imgH="5486400" progId="Equation.DSMT4">
                  <p:embed/>
                </p:oleObj>
              </mc:Choice>
              <mc:Fallback>
                <p:oleObj name="Equation" r:id="rId1" imgW="60655200" imgH="5486400" progId="Equation.DSMT4">
                  <p:embed/>
                  <p:pic>
                    <p:nvPicPr>
                      <p:cNvPr id="0" name="图片 944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99456" y="980728"/>
                        <a:ext cx="557212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771581" y="980727"/>
          <a:ext cx="23241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5" name="Equation" r:id="rId3" imgW="25298400" imgH="5486400" progId="Equation.DSMT4">
                  <p:embed/>
                </p:oleObj>
              </mc:Choice>
              <mc:Fallback>
                <p:oleObj name="Equation" r:id="rId3" imgW="25298400" imgH="5486400" progId="Equation.DSMT4">
                  <p:embed/>
                  <p:pic>
                    <p:nvPicPr>
                      <p:cNvPr id="0" name="图片 944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71581" y="980727"/>
                        <a:ext cx="2324100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055100" y="957263"/>
          <a:ext cx="19589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6" name="Equation" r:id="rId5" imgW="21336000" imgH="5486400" progId="Equation.DSMT4">
                  <p:embed/>
                </p:oleObj>
              </mc:Choice>
              <mc:Fallback>
                <p:oleObj name="Equation" r:id="rId5" imgW="21336000" imgH="5486400" progId="Equation.DSMT4">
                  <p:embed/>
                  <p:pic>
                    <p:nvPicPr>
                      <p:cNvPr id="0" name="图片 944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55100" y="957263"/>
                        <a:ext cx="195897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271464" y="1480325"/>
          <a:ext cx="6408712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7" name="Equation" r:id="rId7" imgW="76809600" imgH="9753600" progId="Equation.DSMT4">
                  <p:embed/>
                </p:oleObj>
              </mc:Choice>
              <mc:Fallback>
                <p:oleObj name="Equation" r:id="rId7" imgW="76809600" imgH="9753600" progId="Equation.DSMT4">
                  <p:embed/>
                  <p:pic>
                    <p:nvPicPr>
                      <p:cNvPr id="0" name="图片 944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71464" y="1480325"/>
                        <a:ext cx="6408712" cy="896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680177" y="1480325"/>
          <a:ext cx="3168352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8" name="Equation" r:id="rId9" imgW="40538400" imgH="9753600" progId="Equation.DSMT4">
                  <p:embed/>
                </p:oleObj>
              </mc:Choice>
              <mc:Fallback>
                <p:oleObj name="Equation" r:id="rId9" imgW="40538400" imgH="9753600" progId="Equation.DSMT4">
                  <p:embed/>
                  <p:pic>
                    <p:nvPicPr>
                      <p:cNvPr id="0" name="图片 944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80177" y="1480325"/>
                        <a:ext cx="3168352" cy="896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96473" y="2348880"/>
          <a:ext cx="27606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9" name="Equation" r:id="rId11" imgW="30175200" imgH="5486400" progId="Equation.DSMT4">
                  <p:embed/>
                </p:oleObj>
              </mc:Choice>
              <mc:Fallback>
                <p:oleObj name="Equation" r:id="rId11" imgW="30175200" imgH="5486400" progId="Equation.DSMT4">
                  <p:embed/>
                  <p:pic>
                    <p:nvPicPr>
                      <p:cNvPr id="0" name="图片 9441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6473" y="2348880"/>
                        <a:ext cx="2760663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847528" y="2793339"/>
          <a:ext cx="5646738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0" name="Equation" r:id="rId13" imgW="72237600" imgH="9753600" progId="Equation.DSMT4">
                  <p:embed/>
                </p:oleObj>
              </mc:Choice>
              <mc:Fallback>
                <p:oleObj name="Equation" r:id="rId13" imgW="72237600" imgH="9753600" progId="Equation.DSMT4">
                  <p:embed/>
                  <p:pic>
                    <p:nvPicPr>
                      <p:cNvPr id="0" name="图片 9441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47528" y="2793339"/>
                        <a:ext cx="5646738" cy="896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985518" y="227687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则有</a:t>
            </a:r>
            <a:endParaRPr lang="zh-CN" altLang="en-US" sz="28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872390" y="3663419"/>
          <a:ext cx="5170488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1" name="Equation" r:id="rId15" imgW="66141600" imgH="9753600" progId="Equation.DSMT4">
                  <p:embed/>
                </p:oleObj>
              </mc:Choice>
              <mc:Fallback>
                <p:oleObj name="Equation" r:id="rId15" imgW="66141600" imgH="9753600" progId="Equation.DSMT4">
                  <p:embed/>
                  <p:pic>
                    <p:nvPicPr>
                      <p:cNvPr id="0" name="图片 9442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72390" y="3663419"/>
                        <a:ext cx="5170488" cy="896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199456" y="436510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从而，</a:t>
            </a:r>
            <a:endParaRPr lang="zh-CN" altLang="en-US" sz="2800" b="1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271464" y="4664829"/>
          <a:ext cx="610639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2" name="Equation" r:id="rId17" imgW="83210400" imgH="10668000" progId="Equation.DSMT4">
                  <p:embed/>
                </p:oleObj>
              </mc:Choice>
              <mc:Fallback>
                <p:oleObj name="Equation" r:id="rId17" imgW="83210400" imgH="10668000" progId="Equation.DSMT4">
                  <p:embed/>
                  <p:pic>
                    <p:nvPicPr>
                      <p:cNvPr id="0" name="图片 9442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71464" y="4664829"/>
                        <a:ext cx="6106393" cy="981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670897" y="5656792"/>
          <a:ext cx="432048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3" name="Equation" r:id="rId19" imgW="62484000" imgH="9753600" progId="Equation.DSMT4">
                  <p:embed/>
                </p:oleObj>
              </mc:Choice>
              <mc:Fallback>
                <p:oleObj name="Equation" r:id="rId19" imgW="62484000" imgH="9753600" progId="Equation.DSMT4">
                  <p:embed/>
                  <p:pic>
                    <p:nvPicPr>
                      <p:cNvPr id="0" name="图片 9442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70897" y="5656792"/>
                        <a:ext cx="4320480" cy="896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</a:fld>
            <a:endParaRPr lang="en-US" altLang="zh-CN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343472" y="908720"/>
          <a:ext cx="2184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83" name="Equation" r:id="rId1" imgW="23774400" imgH="5181600" progId="Equation.DSMT4">
                  <p:embed/>
                </p:oleObj>
              </mc:Choice>
              <mc:Fallback>
                <p:oleObj name="Equation" r:id="rId1" imgW="23774400" imgH="5181600" progId="Equation.DSMT4">
                  <p:embed/>
                  <p:pic>
                    <p:nvPicPr>
                      <p:cNvPr id="0" name="图片 953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43472" y="908720"/>
                        <a:ext cx="2184400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647728" y="880145"/>
          <a:ext cx="40894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84" name="Equation" r:id="rId3" imgW="44500800" imgH="5486400" progId="Equation.DSMT4">
                  <p:embed/>
                </p:oleObj>
              </mc:Choice>
              <mc:Fallback>
                <p:oleObj name="Equation" r:id="rId3" imgW="44500800" imgH="5486400" progId="Equation.DSMT4">
                  <p:embed/>
                  <p:pic>
                    <p:nvPicPr>
                      <p:cNvPr id="0" name="图片 953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7728" y="880145"/>
                        <a:ext cx="4089400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737128" y="86175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则</a:t>
            </a:r>
            <a:endParaRPr lang="zh-CN" altLang="en-US" sz="2800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343472" y="1556792"/>
          <a:ext cx="7448574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85" name="Equation" r:id="rId5" imgW="90830400" imgH="9753600" progId="Equation.DSMT4">
                  <p:embed/>
                </p:oleObj>
              </mc:Choice>
              <mc:Fallback>
                <p:oleObj name="Equation" r:id="rId5" imgW="90830400" imgH="9753600" progId="Equation.DSMT4">
                  <p:embed/>
                  <p:pic>
                    <p:nvPicPr>
                      <p:cNvPr id="0" name="图片 953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43472" y="1556792"/>
                        <a:ext cx="7448574" cy="896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339371" y="2596624"/>
          <a:ext cx="21574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86" name="Equation" r:id="rId7" imgW="23469600" imgH="5486400" progId="Equation.DSMT4">
                  <p:embed/>
                </p:oleObj>
              </mc:Choice>
              <mc:Fallback>
                <p:oleObj name="Equation" r:id="rId7" imgW="23469600" imgH="5486400" progId="Equation.DSMT4">
                  <p:embed/>
                  <p:pic>
                    <p:nvPicPr>
                      <p:cNvPr id="0" name="图片 953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39371" y="2596624"/>
                        <a:ext cx="2157413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527872" y="25334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故</a:t>
            </a:r>
            <a:endParaRPr lang="zh-CN" altLang="en-US" sz="2800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071664" y="3130230"/>
          <a:ext cx="29495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87" name="Equation" r:id="rId9" imgW="35966400" imgH="5791200" progId="Equation.DSMT4">
                  <p:embed/>
                </p:oleObj>
              </mc:Choice>
              <mc:Fallback>
                <p:oleObj name="Equation" r:id="rId9" imgW="35966400" imgH="5791200" progId="Equation.DSMT4">
                  <p:embed/>
                  <p:pic>
                    <p:nvPicPr>
                      <p:cNvPr id="0" name="图片 953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71664" y="3130230"/>
                        <a:ext cx="2949575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376064" y="3663630"/>
          <a:ext cx="8001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88" name="Equation" r:id="rId11" imgW="9753600" imgH="4876800" progId="Equation.DSMT4">
                  <p:embed/>
                </p:oleObj>
              </mc:Choice>
              <mc:Fallback>
                <p:oleObj name="Equation" r:id="rId11" imgW="9753600" imgH="4876800" progId="Equation.DSMT4">
                  <p:embed/>
                  <p:pic>
                    <p:nvPicPr>
                      <p:cNvPr id="0" name="图片 9538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76064" y="3663630"/>
                        <a:ext cx="800100" cy="449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911142" y="3805092"/>
          <a:ext cx="31003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89" name="Equation" r:id="rId13" imgW="37795200" imgH="9753600" progId="Equation.DSMT4">
                  <p:embed/>
                </p:oleObj>
              </mc:Choice>
              <mc:Fallback>
                <p:oleObj name="Equation" r:id="rId13" imgW="37795200" imgH="9753600" progId="Equation.DSMT4">
                  <p:embed/>
                  <p:pic>
                    <p:nvPicPr>
                      <p:cNvPr id="0" name="图片 9538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11142" y="3805092"/>
                        <a:ext cx="3100388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410834" y="4845079"/>
          <a:ext cx="518922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90" name="Equation" r:id="rId15" imgW="56388000" imgH="5486400" progId="Equation.DSMT4">
                  <p:embed/>
                </p:oleObj>
              </mc:Choice>
              <mc:Fallback>
                <p:oleObj name="Equation" r:id="rId15" imgW="56388000" imgH="5486400" progId="Equation.DSMT4">
                  <p:embed/>
                  <p:pic>
                    <p:nvPicPr>
                      <p:cNvPr id="0" name="图片 9538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10834" y="4845079"/>
                        <a:ext cx="5189222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708275" y="5349875"/>
          <a:ext cx="35258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91" name="Equation" r:id="rId17" imgW="42976800" imgH="9753600" progId="Equation.DSMT4">
                  <p:embed/>
                </p:oleObj>
              </mc:Choice>
              <mc:Fallback>
                <p:oleObj name="Equation" r:id="rId17" imgW="42976800" imgH="9753600" progId="Equation.DSMT4">
                  <p:embed/>
                  <p:pic>
                    <p:nvPicPr>
                      <p:cNvPr id="0" name="图片 9539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08275" y="5349875"/>
                        <a:ext cx="3525838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FillBlank"/>
</p:tagLst>
</file>

<file path=ppt/tags/tag3.xml><?xml version="1.0" encoding="utf-8"?>
<p:tagLst xmlns:p="http://schemas.openxmlformats.org/presentationml/2006/main">
  <p:tag name="RAINPROBLEM" val="ProblemRemarkBoard"/>
</p:tagLst>
</file>

<file path=ppt/tags/tag4.xml><?xml version="1.0" encoding="utf-8"?>
<p:tagLst xmlns:p="http://schemas.openxmlformats.org/presentationml/2006/main">
  <p:tag name="PROBLEMREMARKTITLE" val="ProblemRemarkBoardTip"/>
</p:tagLst>
</file>

<file path=ppt/tags/tag5.xml><?xml version="1.0" encoding="utf-8"?>
<p:tagLst xmlns:p="http://schemas.openxmlformats.org/presentationml/2006/main">
  <p:tag name="RAINPROBLEM" val="ProblemRemark"/>
</p:tagLst>
</file>

<file path=ppt/tags/tag6.xml><?xml version="1.0" encoding="utf-8"?>
<p:tagLst xmlns:p="http://schemas.openxmlformats.org/presentationml/2006/main">
  <p:tag name="PROBLEMREMARKTITLE" val="ProblemRemarkBoardTitle"/>
</p:tagLst>
</file>

<file path=ppt/tags/tag7.xml><?xml version="1.0" encoding="utf-8"?>
<p:tagLst xmlns:p="http://schemas.openxmlformats.org/presentationml/2006/main">
  <p:tag name="PROBLEMREMARKTITLE" val="ProblemRemarkBoardTitle"/>
</p:tagLst>
</file>

<file path=ppt/tags/tag8.xml><?xml version="1.0" encoding="utf-8"?>
<p:tagLst xmlns:p="http://schemas.openxmlformats.org/presentationml/2006/main">
  <p:tag name="PROBLEMREMARKTITLE" val="ProblemRemarkBoardTitle"/>
</p:tagLst>
</file>

<file path=ppt/tags/tag9.xml><?xml version="1.0" encoding="utf-8"?>
<p:tagLst xmlns:p="http://schemas.openxmlformats.org/presentationml/2006/main">
  <p:tag name="PROBLEMREMARKTITLE" val="ProblemRemarkBoardTitle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" val="ProblemSetting"/>
  <p:tag name="RAINPROBLEMTYPE" val="FillBlank"/>
</p:tagLst>
</file>

<file path=ppt/tags/tag16.xml><?xml version="1.0" encoding="utf-8"?>
<p:tagLst xmlns:p="http://schemas.openxmlformats.org/presentationml/2006/main">
  <p:tag name="RAINPROBLEM" val="FillBlank"/>
  <p:tag name="PROBLEMHASREMARK" val="True"/>
  <p:tag name="PROBLEMBLANKORDER" val="true"/>
  <p:tag name="PROBLEMBLANKKEYWORD" val="填空"/>
  <p:tag name="PROBLEMREMARK" val="因为"/>
  <p:tag name="PROBLEMSCORE" val="10.0"/>
  <p:tag name="PROBLEMBLANK" val="[{&quot;num&quot;:1,&quot;caseSensitive&quot;:false,&quot;fuzzyMatch&quot;:false,&quot;Score&quot;:10.0,&quot;answers&quot;:[&quot;-2&quot;]}]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</Words>
  <Application>WPS 演示</Application>
  <PresentationFormat>宽屏</PresentationFormat>
  <Paragraphs>363</Paragraphs>
  <Slides>40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288</vt:i4>
      </vt:variant>
      <vt:variant>
        <vt:lpstr>幻灯片标题</vt:lpstr>
      </vt:variant>
      <vt:variant>
        <vt:i4>40</vt:i4>
      </vt:variant>
    </vt:vector>
  </HeadingPairs>
  <TitlesOfParts>
    <vt:vector size="344" baseType="lpstr">
      <vt:lpstr>Arial</vt:lpstr>
      <vt:lpstr>宋体</vt:lpstr>
      <vt:lpstr>Wingdings</vt:lpstr>
      <vt:lpstr>等线</vt:lpstr>
      <vt:lpstr>Calibri</vt:lpstr>
      <vt:lpstr>华文楷体</vt:lpstr>
      <vt:lpstr>楷体_GB2312</vt:lpstr>
      <vt:lpstr>新宋体</vt:lpstr>
      <vt:lpstr>Times New Roman</vt:lpstr>
      <vt:lpstr>华文行楷</vt:lpstr>
      <vt:lpstr>Brush Script MT</vt:lpstr>
      <vt:lpstr>黑体</vt:lpstr>
      <vt:lpstr>微软雅黑</vt:lpstr>
      <vt:lpstr>Arial Unicode MS</vt:lpstr>
      <vt:lpstr>方正舒体</vt:lpstr>
      <vt:lpstr>Office 主题</vt:lpstr>
      <vt:lpstr>Word.Document.8</vt:lpstr>
      <vt:lpstr>Word.Document.8</vt:lpstr>
      <vt:lpstr>Word.Document.8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Word.Document.8</vt:lpstr>
      <vt:lpstr>Word.Document.8</vt:lpstr>
      <vt:lpstr>Word.Document.8</vt:lpstr>
      <vt:lpstr>Equation.3</vt:lpstr>
      <vt:lpstr>Equation.3</vt:lpstr>
      <vt:lpstr>Word.Document.8</vt:lpstr>
      <vt:lpstr>Word.Document.8</vt:lpstr>
      <vt:lpstr>Word.Document.8</vt:lpstr>
      <vt:lpstr>Equation.3</vt:lpstr>
      <vt:lpstr>Word.Document.8</vt:lpstr>
      <vt:lpstr>Equation.3</vt:lpstr>
      <vt:lpstr>Equation.3</vt:lpstr>
      <vt:lpstr>Equation.3</vt:lpstr>
      <vt:lpstr>Equation.DSMT4</vt:lpstr>
      <vt:lpstr>Word.Document.8</vt:lpstr>
      <vt:lpstr>Equation.3</vt:lpstr>
      <vt:lpstr>Word.Document.8</vt:lpstr>
      <vt:lpstr>Equation.3</vt:lpstr>
      <vt:lpstr>Equation.3</vt:lpstr>
      <vt:lpstr>Equation.3</vt:lpstr>
      <vt:lpstr>Equation.3</vt:lpstr>
      <vt:lpstr>Word.Document.8</vt:lpstr>
      <vt:lpstr>Word.Document.8</vt:lpstr>
      <vt:lpstr>Word.Document.8</vt:lpstr>
      <vt:lpstr>Word.Document.8</vt:lpstr>
      <vt:lpstr>Equation.3</vt:lpstr>
      <vt:lpstr>Equation.3</vt:lpstr>
      <vt:lpstr>Equation.DSMT4</vt:lpstr>
      <vt:lpstr>Equation.3</vt:lpstr>
      <vt:lpstr>Word.Document.8</vt:lpstr>
      <vt:lpstr>Equation.3</vt:lpstr>
      <vt:lpstr>Equation.3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Equation.DSMT4</vt:lpstr>
      <vt:lpstr>Word.Document.8</vt:lpstr>
      <vt:lpstr>Word.Document.8</vt:lpstr>
      <vt:lpstr>Equation.3</vt:lpstr>
      <vt:lpstr>Equation.3</vt:lpstr>
      <vt:lpstr>Equation.3</vt:lpstr>
      <vt:lpstr>Equation.3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谢谢配合.</cp:lastModifiedBy>
  <cp:revision>274</cp:revision>
  <dcterms:created xsi:type="dcterms:W3CDTF">2009-06-13T01:14:00Z</dcterms:created>
  <dcterms:modified xsi:type="dcterms:W3CDTF">2023-11-05T11:21:33Z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7490952D7D874E35B1E7C0B984A1E573_13</vt:lpwstr>
  </property>
  <property fmtid="{D5CDD505-2E9C-101B-9397-08002B2CF9AE}" pid="3" name="KSOProductBuildVer">
    <vt:lpwstr>2052-12.1.0.15712</vt:lpwstr>
  </property>
</Properties>
</file>