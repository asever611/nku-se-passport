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91" r:id="rId10"/>
    <p:sldId id="29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37D939-37D7-4B82-B1E2-AEC49F563076}" type="datetimeFigureOut">
              <a:rPr lang="zh-CN" altLang="en-US" smtClean="0"/>
              <a:t>2024/3/17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6277BE-E9AD-466E-A30E-C4BC86680A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2937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B9EF5D-2F2D-42EB-9D68-A1F7E53423DA}" type="datetimeFigureOut">
              <a:rPr lang="zh-CN" altLang="en-US" smtClean="0"/>
              <a:t>2024/3/17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0D42CE-80F2-49A2-8A9B-2846FB032C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04952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0D42CE-80F2-49A2-8A9B-2846FB032C9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10120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0D42CE-80F2-49A2-8A9B-2846FB032C9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3745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35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0D42CE-80F2-49A2-8A9B-2846FB032C9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11524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55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0D42CE-80F2-49A2-8A9B-2846FB032C9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7860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0D42CE-80F2-49A2-8A9B-2846FB032C9B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27625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0D42CE-80F2-49A2-8A9B-2846FB032C9B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09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2F99-1F64-4527-A920-28A36E33AB42}" type="datetime1">
              <a:rPr lang="zh-CN" altLang="en-US" smtClean="0"/>
              <a:t>2024/3/17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1705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41076-B1D9-4DF1-B1F0-4C2BFBBF2B3D}" type="datetime1">
              <a:rPr lang="zh-CN" altLang="en-US" smtClean="0"/>
              <a:t>2024/3/17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2090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043F8-2C08-42E1-A853-AE5B77AD7279}" type="datetime1">
              <a:rPr lang="zh-CN" altLang="en-US" smtClean="0"/>
              <a:t>2024/3/17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6897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C99A6-CAB5-4039-9A40-57DE42CE3B7C}" type="datetime1">
              <a:rPr lang="zh-CN" altLang="en-US" smtClean="0"/>
              <a:t>2024/3/17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6469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A7F8C-59CF-46CC-82B7-847A13E1D1C1}" type="datetime1">
              <a:rPr lang="zh-CN" altLang="en-US" smtClean="0"/>
              <a:t>2024/3/17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8621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FE9C8-FC01-4113-B1A1-31AB588B121B}" type="datetime1">
              <a:rPr lang="zh-CN" altLang="en-US" smtClean="0"/>
              <a:t>2024/3/17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545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6691C-7DF4-4CD3-A40F-162D5A6CDF01}" type="datetime1">
              <a:rPr lang="zh-CN" altLang="en-US" smtClean="0"/>
              <a:t>2024/3/17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8526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B0DC9-F9BC-43C9-B0CE-5E0DF833A458}" type="datetime1">
              <a:rPr lang="zh-CN" altLang="en-US" smtClean="0"/>
              <a:t>2024/3/17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4736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0574-9429-401D-A970-749A3E813A61}" type="datetime1">
              <a:rPr lang="zh-CN" altLang="en-US" smtClean="0"/>
              <a:t>2024/3/17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4675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145ED-9580-41C5-AD26-C4D96B778210}" type="datetime1">
              <a:rPr lang="zh-CN" altLang="en-US" smtClean="0"/>
              <a:t>2024/3/17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70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3E20B-06F7-42DF-88EA-588ABE775AF3}" type="datetime1">
              <a:rPr lang="zh-CN" altLang="en-US" smtClean="0"/>
              <a:t>2024/3/17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7419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2"/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E9348-962A-4666-A35F-4E855CF9A665}" type="datetime1">
              <a:rPr lang="zh-CN" altLang="en-US" smtClean="0"/>
              <a:t>2024/3/17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8CEEA0-4E1A-4F92-810A-3B6AD6CDF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1632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image" Target="../media/image7.wmf"/><Relationship Id="rId18" Type="http://schemas.openxmlformats.org/officeDocument/2006/relationships/oleObject" Target="../embeddings/oleObject10.bin"/><Relationship Id="rId3" Type="http://schemas.openxmlformats.org/officeDocument/2006/relationships/image" Target="../media/image2.wmf"/><Relationship Id="rId21" Type="http://schemas.openxmlformats.org/officeDocument/2006/relationships/oleObject" Target="../embeddings/oleObject12.bin"/><Relationship Id="rId7" Type="http://schemas.openxmlformats.org/officeDocument/2006/relationships/image" Target="../media/image4.wmf"/><Relationship Id="rId12" Type="http://schemas.openxmlformats.org/officeDocument/2006/relationships/oleObject" Target="../embeddings/oleObject7.bin"/><Relationship Id="rId17" Type="http://schemas.openxmlformats.org/officeDocument/2006/relationships/image" Target="../media/image9.wmf"/><Relationship Id="rId2" Type="http://schemas.openxmlformats.org/officeDocument/2006/relationships/oleObject" Target="../embeddings/oleObject2.bin"/><Relationship Id="rId16" Type="http://schemas.openxmlformats.org/officeDocument/2006/relationships/oleObject" Target="../embeddings/oleObject9.bin"/><Relationship Id="rId20" Type="http://schemas.openxmlformats.org/officeDocument/2006/relationships/oleObject" Target="../embeddings/oleObject11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6.wmf"/><Relationship Id="rId5" Type="http://schemas.openxmlformats.org/officeDocument/2006/relationships/image" Target="../media/image3.wmf"/><Relationship Id="rId15" Type="http://schemas.openxmlformats.org/officeDocument/2006/relationships/image" Target="../media/image8.wmf"/><Relationship Id="rId10" Type="http://schemas.openxmlformats.org/officeDocument/2006/relationships/oleObject" Target="../embeddings/oleObject6.bin"/><Relationship Id="rId19" Type="http://schemas.openxmlformats.org/officeDocument/2006/relationships/image" Target="../media/image10.wmf"/><Relationship Id="rId4" Type="http://schemas.openxmlformats.org/officeDocument/2006/relationships/oleObject" Target="../embeddings/oleObject3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8.bin"/><Relationship Id="rId22" Type="http://schemas.openxmlformats.org/officeDocument/2006/relationships/image" Target="../media/image11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13" Type="http://schemas.openxmlformats.org/officeDocument/2006/relationships/image" Target="../media/image4.wmf"/><Relationship Id="rId18" Type="http://schemas.openxmlformats.org/officeDocument/2006/relationships/oleObject" Target="../embeddings/oleObject22.bin"/><Relationship Id="rId26" Type="http://schemas.openxmlformats.org/officeDocument/2006/relationships/image" Target="../media/image15.wmf"/><Relationship Id="rId3" Type="http://schemas.openxmlformats.org/officeDocument/2006/relationships/image" Target="../media/image12.wmf"/><Relationship Id="rId21" Type="http://schemas.openxmlformats.org/officeDocument/2006/relationships/image" Target="../media/image8.wmf"/><Relationship Id="rId7" Type="http://schemas.openxmlformats.org/officeDocument/2006/relationships/oleObject" Target="../embeddings/oleObject16.bin"/><Relationship Id="rId12" Type="http://schemas.openxmlformats.org/officeDocument/2006/relationships/oleObject" Target="../embeddings/oleObject19.bin"/><Relationship Id="rId17" Type="http://schemas.openxmlformats.org/officeDocument/2006/relationships/image" Target="../media/image6.wmf"/><Relationship Id="rId25" Type="http://schemas.openxmlformats.org/officeDocument/2006/relationships/oleObject" Target="../embeddings/oleObject26.bin"/><Relationship Id="rId2" Type="http://schemas.openxmlformats.org/officeDocument/2006/relationships/oleObject" Target="../embeddings/oleObject13.bin"/><Relationship Id="rId16" Type="http://schemas.openxmlformats.org/officeDocument/2006/relationships/oleObject" Target="../embeddings/oleObject21.bin"/><Relationship Id="rId20" Type="http://schemas.openxmlformats.org/officeDocument/2006/relationships/oleObject" Target="../embeddings/oleObject2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3.wmf"/><Relationship Id="rId24" Type="http://schemas.openxmlformats.org/officeDocument/2006/relationships/image" Target="../media/image11.wmf"/><Relationship Id="rId5" Type="http://schemas.openxmlformats.org/officeDocument/2006/relationships/image" Target="../media/image13.wmf"/><Relationship Id="rId15" Type="http://schemas.openxmlformats.org/officeDocument/2006/relationships/image" Target="../media/image5.wmf"/><Relationship Id="rId23" Type="http://schemas.openxmlformats.org/officeDocument/2006/relationships/oleObject" Target="../embeddings/oleObject25.bin"/><Relationship Id="rId28" Type="http://schemas.openxmlformats.org/officeDocument/2006/relationships/image" Target="../media/image16.wmf"/><Relationship Id="rId10" Type="http://schemas.openxmlformats.org/officeDocument/2006/relationships/oleObject" Target="../embeddings/oleObject18.bin"/><Relationship Id="rId19" Type="http://schemas.openxmlformats.org/officeDocument/2006/relationships/image" Target="../media/image7.wmf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4.wmf"/><Relationship Id="rId14" Type="http://schemas.openxmlformats.org/officeDocument/2006/relationships/oleObject" Target="../embeddings/oleObject20.bin"/><Relationship Id="rId22" Type="http://schemas.openxmlformats.org/officeDocument/2006/relationships/oleObject" Target="../embeddings/oleObject24.bin"/><Relationship Id="rId27" Type="http://schemas.openxmlformats.org/officeDocument/2006/relationships/oleObject" Target="../embeddings/oleObject27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3" Type="http://schemas.openxmlformats.org/officeDocument/2006/relationships/image" Target="../media/image17.wmf"/><Relationship Id="rId7" Type="http://schemas.openxmlformats.org/officeDocument/2006/relationships/image" Target="../media/image19.w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0.bin"/><Relationship Id="rId5" Type="http://schemas.openxmlformats.org/officeDocument/2006/relationships/image" Target="../media/image18.wmf"/><Relationship Id="rId4" Type="http://schemas.openxmlformats.org/officeDocument/2006/relationships/oleObject" Target="../embeddings/oleObject29.bin"/><Relationship Id="rId9" Type="http://schemas.openxmlformats.org/officeDocument/2006/relationships/image" Target="../media/image20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13" Type="http://schemas.openxmlformats.org/officeDocument/2006/relationships/image" Target="../media/image26.wmf"/><Relationship Id="rId18" Type="http://schemas.openxmlformats.org/officeDocument/2006/relationships/oleObject" Target="../embeddings/oleObject40.bin"/><Relationship Id="rId26" Type="http://schemas.openxmlformats.org/officeDocument/2006/relationships/oleObject" Target="../embeddings/oleObject44.bin"/><Relationship Id="rId3" Type="http://schemas.openxmlformats.org/officeDocument/2006/relationships/image" Target="../media/image21.emf"/><Relationship Id="rId21" Type="http://schemas.openxmlformats.org/officeDocument/2006/relationships/image" Target="../media/image30.wmf"/><Relationship Id="rId7" Type="http://schemas.openxmlformats.org/officeDocument/2006/relationships/image" Target="../media/image23.wmf"/><Relationship Id="rId12" Type="http://schemas.openxmlformats.org/officeDocument/2006/relationships/oleObject" Target="../embeddings/oleObject37.bin"/><Relationship Id="rId17" Type="http://schemas.openxmlformats.org/officeDocument/2006/relationships/image" Target="../media/image28.wmf"/><Relationship Id="rId25" Type="http://schemas.openxmlformats.org/officeDocument/2006/relationships/image" Target="../media/image32.wmf"/><Relationship Id="rId2" Type="http://schemas.openxmlformats.org/officeDocument/2006/relationships/oleObject" Target="../embeddings/oleObject32.bin"/><Relationship Id="rId16" Type="http://schemas.openxmlformats.org/officeDocument/2006/relationships/oleObject" Target="../embeddings/oleObject39.bin"/><Relationship Id="rId20" Type="http://schemas.openxmlformats.org/officeDocument/2006/relationships/oleObject" Target="../embeddings/oleObject4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4.bin"/><Relationship Id="rId11" Type="http://schemas.openxmlformats.org/officeDocument/2006/relationships/image" Target="../media/image25.wmf"/><Relationship Id="rId24" Type="http://schemas.openxmlformats.org/officeDocument/2006/relationships/oleObject" Target="../embeddings/oleObject43.bin"/><Relationship Id="rId5" Type="http://schemas.openxmlformats.org/officeDocument/2006/relationships/image" Target="../media/image22.wmf"/><Relationship Id="rId15" Type="http://schemas.openxmlformats.org/officeDocument/2006/relationships/image" Target="../media/image27.wmf"/><Relationship Id="rId23" Type="http://schemas.openxmlformats.org/officeDocument/2006/relationships/image" Target="../media/image31.wmf"/><Relationship Id="rId10" Type="http://schemas.openxmlformats.org/officeDocument/2006/relationships/oleObject" Target="../embeddings/oleObject36.bin"/><Relationship Id="rId19" Type="http://schemas.openxmlformats.org/officeDocument/2006/relationships/image" Target="../media/image29.wmf"/><Relationship Id="rId4" Type="http://schemas.openxmlformats.org/officeDocument/2006/relationships/oleObject" Target="../embeddings/oleObject33.bin"/><Relationship Id="rId9" Type="http://schemas.openxmlformats.org/officeDocument/2006/relationships/image" Target="../media/image24.wmf"/><Relationship Id="rId14" Type="http://schemas.openxmlformats.org/officeDocument/2006/relationships/oleObject" Target="../embeddings/oleObject38.bin"/><Relationship Id="rId22" Type="http://schemas.openxmlformats.org/officeDocument/2006/relationships/oleObject" Target="../embeddings/oleObject42.bin"/><Relationship Id="rId27" Type="http://schemas.openxmlformats.org/officeDocument/2006/relationships/image" Target="../media/image33.wmf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50.bin"/><Relationship Id="rId18" Type="http://schemas.openxmlformats.org/officeDocument/2006/relationships/image" Target="../media/image41.emf"/><Relationship Id="rId26" Type="http://schemas.openxmlformats.org/officeDocument/2006/relationships/image" Target="../media/image45.emf"/><Relationship Id="rId39" Type="http://schemas.openxmlformats.org/officeDocument/2006/relationships/oleObject" Target="../embeddings/oleObject63.bin"/><Relationship Id="rId21" Type="http://schemas.openxmlformats.org/officeDocument/2006/relationships/oleObject" Target="../embeddings/oleObject54.bin"/><Relationship Id="rId34" Type="http://schemas.openxmlformats.org/officeDocument/2006/relationships/image" Target="../media/image49.emf"/><Relationship Id="rId42" Type="http://schemas.openxmlformats.org/officeDocument/2006/relationships/image" Target="../media/image53.emf"/><Relationship Id="rId7" Type="http://schemas.openxmlformats.org/officeDocument/2006/relationships/oleObject" Target="../embeddings/oleObject47.bin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40.emf"/><Relationship Id="rId20" Type="http://schemas.openxmlformats.org/officeDocument/2006/relationships/image" Target="../media/image42.emf"/><Relationship Id="rId29" Type="http://schemas.openxmlformats.org/officeDocument/2006/relationships/oleObject" Target="../embeddings/oleObject58.bin"/><Relationship Id="rId41" Type="http://schemas.openxmlformats.org/officeDocument/2006/relationships/oleObject" Target="../embeddings/oleObject64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emf"/><Relationship Id="rId11" Type="http://schemas.openxmlformats.org/officeDocument/2006/relationships/oleObject" Target="../embeddings/oleObject49.bin"/><Relationship Id="rId24" Type="http://schemas.openxmlformats.org/officeDocument/2006/relationships/image" Target="../media/image44.emf"/><Relationship Id="rId32" Type="http://schemas.openxmlformats.org/officeDocument/2006/relationships/image" Target="../media/image48.emf"/><Relationship Id="rId37" Type="http://schemas.openxmlformats.org/officeDocument/2006/relationships/oleObject" Target="../embeddings/oleObject62.bin"/><Relationship Id="rId40" Type="http://schemas.openxmlformats.org/officeDocument/2006/relationships/image" Target="../media/image52.emf"/><Relationship Id="rId5" Type="http://schemas.openxmlformats.org/officeDocument/2006/relationships/oleObject" Target="../embeddings/oleObject46.bin"/><Relationship Id="rId15" Type="http://schemas.openxmlformats.org/officeDocument/2006/relationships/oleObject" Target="../embeddings/oleObject51.bin"/><Relationship Id="rId23" Type="http://schemas.openxmlformats.org/officeDocument/2006/relationships/oleObject" Target="../embeddings/oleObject55.bin"/><Relationship Id="rId28" Type="http://schemas.openxmlformats.org/officeDocument/2006/relationships/image" Target="../media/image46.emf"/><Relationship Id="rId36" Type="http://schemas.openxmlformats.org/officeDocument/2006/relationships/image" Target="../media/image50.emf"/><Relationship Id="rId10" Type="http://schemas.openxmlformats.org/officeDocument/2006/relationships/image" Target="../media/image37.emf"/><Relationship Id="rId19" Type="http://schemas.openxmlformats.org/officeDocument/2006/relationships/oleObject" Target="../embeddings/oleObject53.bin"/><Relationship Id="rId31" Type="http://schemas.openxmlformats.org/officeDocument/2006/relationships/oleObject" Target="../embeddings/oleObject59.bin"/><Relationship Id="rId4" Type="http://schemas.openxmlformats.org/officeDocument/2006/relationships/image" Target="../media/image34.png"/><Relationship Id="rId9" Type="http://schemas.openxmlformats.org/officeDocument/2006/relationships/oleObject" Target="../embeddings/oleObject48.bin"/><Relationship Id="rId14" Type="http://schemas.openxmlformats.org/officeDocument/2006/relationships/image" Target="../media/image39.emf"/><Relationship Id="rId22" Type="http://schemas.openxmlformats.org/officeDocument/2006/relationships/image" Target="../media/image43.emf"/><Relationship Id="rId27" Type="http://schemas.openxmlformats.org/officeDocument/2006/relationships/oleObject" Target="../embeddings/oleObject57.bin"/><Relationship Id="rId30" Type="http://schemas.openxmlformats.org/officeDocument/2006/relationships/image" Target="../media/image47.emf"/><Relationship Id="rId35" Type="http://schemas.openxmlformats.org/officeDocument/2006/relationships/oleObject" Target="../embeddings/oleObject61.bin"/><Relationship Id="rId8" Type="http://schemas.openxmlformats.org/officeDocument/2006/relationships/image" Target="../media/image36.emf"/><Relationship Id="rId3" Type="http://schemas.openxmlformats.org/officeDocument/2006/relationships/oleObject" Target="../embeddings/oleObject45.bin"/><Relationship Id="rId12" Type="http://schemas.openxmlformats.org/officeDocument/2006/relationships/image" Target="../media/image38.emf"/><Relationship Id="rId17" Type="http://schemas.openxmlformats.org/officeDocument/2006/relationships/oleObject" Target="../embeddings/oleObject52.bin"/><Relationship Id="rId25" Type="http://schemas.openxmlformats.org/officeDocument/2006/relationships/oleObject" Target="../embeddings/oleObject56.bin"/><Relationship Id="rId33" Type="http://schemas.openxmlformats.org/officeDocument/2006/relationships/oleObject" Target="../embeddings/oleObject60.bin"/><Relationship Id="rId38" Type="http://schemas.openxmlformats.org/officeDocument/2006/relationships/image" Target="../media/image51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8.bin"/><Relationship Id="rId3" Type="http://schemas.openxmlformats.org/officeDocument/2006/relationships/image" Target="../media/image54.wmf"/><Relationship Id="rId7" Type="http://schemas.openxmlformats.org/officeDocument/2006/relationships/image" Target="../media/image56.wmf"/><Relationship Id="rId2" Type="http://schemas.openxmlformats.org/officeDocument/2006/relationships/oleObject" Target="../embeddings/oleObject6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7.bin"/><Relationship Id="rId11" Type="http://schemas.openxmlformats.org/officeDocument/2006/relationships/image" Target="../media/image58.wmf"/><Relationship Id="rId5" Type="http://schemas.openxmlformats.org/officeDocument/2006/relationships/image" Target="../media/image55.wmf"/><Relationship Id="rId10" Type="http://schemas.openxmlformats.org/officeDocument/2006/relationships/oleObject" Target="../embeddings/oleObject69.bin"/><Relationship Id="rId4" Type="http://schemas.openxmlformats.org/officeDocument/2006/relationships/oleObject" Target="../embeddings/oleObject66.bin"/><Relationship Id="rId9" Type="http://schemas.openxmlformats.org/officeDocument/2006/relationships/image" Target="../media/image57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7" Type="http://schemas.openxmlformats.org/officeDocument/2006/relationships/image" Target="../media/image61.wmf"/><Relationship Id="rId2" Type="http://schemas.openxmlformats.org/officeDocument/2006/relationships/oleObject" Target="../embeddings/oleObject7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2.bin"/><Relationship Id="rId5" Type="http://schemas.openxmlformats.org/officeDocument/2006/relationships/image" Target="../media/image60.wmf"/><Relationship Id="rId4" Type="http://schemas.openxmlformats.org/officeDocument/2006/relationships/oleObject" Target="../embeddings/oleObject71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wmf"/><Relationship Id="rId13" Type="http://schemas.openxmlformats.org/officeDocument/2006/relationships/oleObject" Target="../embeddings/oleObject78.bin"/><Relationship Id="rId18" Type="http://schemas.openxmlformats.org/officeDocument/2006/relationships/image" Target="../media/image69.wmf"/><Relationship Id="rId26" Type="http://schemas.openxmlformats.org/officeDocument/2006/relationships/image" Target="../media/image73.wmf"/><Relationship Id="rId3" Type="http://schemas.openxmlformats.org/officeDocument/2006/relationships/oleObject" Target="../embeddings/oleObject73.bin"/><Relationship Id="rId21" Type="http://schemas.openxmlformats.org/officeDocument/2006/relationships/oleObject" Target="../embeddings/oleObject82.bin"/><Relationship Id="rId7" Type="http://schemas.openxmlformats.org/officeDocument/2006/relationships/oleObject" Target="../embeddings/oleObject75.bin"/><Relationship Id="rId12" Type="http://schemas.openxmlformats.org/officeDocument/2006/relationships/image" Target="../media/image66.wmf"/><Relationship Id="rId17" Type="http://schemas.openxmlformats.org/officeDocument/2006/relationships/oleObject" Target="../embeddings/oleObject80.bin"/><Relationship Id="rId25" Type="http://schemas.openxmlformats.org/officeDocument/2006/relationships/oleObject" Target="../embeddings/oleObject84.bin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68.wmf"/><Relationship Id="rId20" Type="http://schemas.openxmlformats.org/officeDocument/2006/relationships/image" Target="../media/image70.wmf"/><Relationship Id="rId29" Type="http://schemas.openxmlformats.org/officeDocument/2006/relationships/oleObject" Target="../embeddings/oleObject86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wmf"/><Relationship Id="rId11" Type="http://schemas.openxmlformats.org/officeDocument/2006/relationships/oleObject" Target="../embeddings/oleObject77.bin"/><Relationship Id="rId24" Type="http://schemas.openxmlformats.org/officeDocument/2006/relationships/image" Target="../media/image72.wmf"/><Relationship Id="rId5" Type="http://schemas.openxmlformats.org/officeDocument/2006/relationships/oleObject" Target="../embeddings/oleObject74.bin"/><Relationship Id="rId15" Type="http://schemas.openxmlformats.org/officeDocument/2006/relationships/oleObject" Target="../embeddings/oleObject79.bin"/><Relationship Id="rId23" Type="http://schemas.openxmlformats.org/officeDocument/2006/relationships/oleObject" Target="../embeddings/oleObject83.bin"/><Relationship Id="rId28" Type="http://schemas.openxmlformats.org/officeDocument/2006/relationships/image" Target="../media/image74.wmf"/><Relationship Id="rId10" Type="http://schemas.openxmlformats.org/officeDocument/2006/relationships/image" Target="../media/image65.wmf"/><Relationship Id="rId19" Type="http://schemas.openxmlformats.org/officeDocument/2006/relationships/oleObject" Target="../embeddings/oleObject81.bin"/><Relationship Id="rId4" Type="http://schemas.openxmlformats.org/officeDocument/2006/relationships/image" Target="../media/image62.wmf"/><Relationship Id="rId9" Type="http://schemas.openxmlformats.org/officeDocument/2006/relationships/oleObject" Target="../embeddings/oleObject76.bin"/><Relationship Id="rId14" Type="http://schemas.openxmlformats.org/officeDocument/2006/relationships/image" Target="../media/image67.wmf"/><Relationship Id="rId22" Type="http://schemas.openxmlformats.org/officeDocument/2006/relationships/image" Target="../media/image71.wmf"/><Relationship Id="rId27" Type="http://schemas.openxmlformats.org/officeDocument/2006/relationships/oleObject" Target="../embeddings/oleObject85.bin"/><Relationship Id="rId30" Type="http://schemas.openxmlformats.org/officeDocument/2006/relationships/image" Target="../media/image75.wmf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92.bin"/><Relationship Id="rId18" Type="http://schemas.openxmlformats.org/officeDocument/2006/relationships/image" Target="../media/image83.wmf"/><Relationship Id="rId26" Type="http://schemas.openxmlformats.org/officeDocument/2006/relationships/image" Target="../media/image87.wmf"/><Relationship Id="rId39" Type="http://schemas.openxmlformats.org/officeDocument/2006/relationships/oleObject" Target="../embeddings/oleObject105.bin"/><Relationship Id="rId21" Type="http://schemas.openxmlformats.org/officeDocument/2006/relationships/oleObject" Target="../embeddings/oleObject96.bin"/><Relationship Id="rId34" Type="http://schemas.openxmlformats.org/officeDocument/2006/relationships/image" Target="../media/image91.wmf"/><Relationship Id="rId42" Type="http://schemas.openxmlformats.org/officeDocument/2006/relationships/image" Target="../media/image95.wmf"/><Relationship Id="rId7" Type="http://schemas.openxmlformats.org/officeDocument/2006/relationships/oleObject" Target="../embeddings/oleObject89.bin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82.wmf"/><Relationship Id="rId20" Type="http://schemas.openxmlformats.org/officeDocument/2006/relationships/image" Target="../media/image84.wmf"/><Relationship Id="rId29" Type="http://schemas.openxmlformats.org/officeDocument/2006/relationships/oleObject" Target="../embeddings/oleObject100.bin"/><Relationship Id="rId41" Type="http://schemas.openxmlformats.org/officeDocument/2006/relationships/oleObject" Target="../embeddings/oleObject106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7.wmf"/><Relationship Id="rId11" Type="http://schemas.openxmlformats.org/officeDocument/2006/relationships/oleObject" Target="../embeddings/oleObject91.bin"/><Relationship Id="rId24" Type="http://schemas.openxmlformats.org/officeDocument/2006/relationships/image" Target="../media/image86.wmf"/><Relationship Id="rId32" Type="http://schemas.openxmlformats.org/officeDocument/2006/relationships/image" Target="../media/image90.wmf"/><Relationship Id="rId37" Type="http://schemas.openxmlformats.org/officeDocument/2006/relationships/oleObject" Target="../embeddings/oleObject104.bin"/><Relationship Id="rId40" Type="http://schemas.openxmlformats.org/officeDocument/2006/relationships/image" Target="../media/image94.wmf"/><Relationship Id="rId5" Type="http://schemas.openxmlformats.org/officeDocument/2006/relationships/oleObject" Target="../embeddings/oleObject88.bin"/><Relationship Id="rId15" Type="http://schemas.openxmlformats.org/officeDocument/2006/relationships/oleObject" Target="../embeddings/oleObject93.bin"/><Relationship Id="rId23" Type="http://schemas.openxmlformats.org/officeDocument/2006/relationships/oleObject" Target="../embeddings/oleObject97.bin"/><Relationship Id="rId28" Type="http://schemas.openxmlformats.org/officeDocument/2006/relationships/image" Target="../media/image88.wmf"/><Relationship Id="rId36" Type="http://schemas.openxmlformats.org/officeDocument/2006/relationships/image" Target="../media/image92.wmf"/><Relationship Id="rId10" Type="http://schemas.openxmlformats.org/officeDocument/2006/relationships/image" Target="../media/image79.wmf"/><Relationship Id="rId19" Type="http://schemas.openxmlformats.org/officeDocument/2006/relationships/oleObject" Target="../embeddings/oleObject95.bin"/><Relationship Id="rId31" Type="http://schemas.openxmlformats.org/officeDocument/2006/relationships/oleObject" Target="../embeddings/oleObject101.bin"/><Relationship Id="rId4" Type="http://schemas.openxmlformats.org/officeDocument/2006/relationships/image" Target="../media/image76.wmf"/><Relationship Id="rId9" Type="http://schemas.openxmlformats.org/officeDocument/2006/relationships/oleObject" Target="../embeddings/oleObject90.bin"/><Relationship Id="rId14" Type="http://schemas.openxmlformats.org/officeDocument/2006/relationships/image" Target="../media/image81.emf"/><Relationship Id="rId22" Type="http://schemas.openxmlformats.org/officeDocument/2006/relationships/image" Target="../media/image85.wmf"/><Relationship Id="rId27" Type="http://schemas.openxmlformats.org/officeDocument/2006/relationships/oleObject" Target="../embeddings/oleObject99.bin"/><Relationship Id="rId30" Type="http://schemas.openxmlformats.org/officeDocument/2006/relationships/image" Target="../media/image89.emf"/><Relationship Id="rId35" Type="http://schemas.openxmlformats.org/officeDocument/2006/relationships/oleObject" Target="../embeddings/oleObject103.bin"/><Relationship Id="rId8" Type="http://schemas.openxmlformats.org/officeDocument/2006/relationships/image" Target="../media/image78.wmf"/><Relationship Id="rId3" Type="http://schemas.openxmlformats.org/officeDocument/2006/relationships/oleObject" Target="../embeddings/oleObject87.bin"/><Relationship Id="rId12" Type="http://schemas.openxmlformats.org/officeDocument/2006/relationships/image" Target="../media/image80.wmf"/><Relationship Id="rId17" Type="http://schemas.openxmlformats.org/officeDocument/2006/relationships/oleObject" Target="../embeddings/oleObject94.bin"/><Relationship Id="rId25" Type="http://schemas.openxmlformats.org/officeDocument/2006/relationships/oleObject" Target="../embeddings/oleObject98.bin"/><Relationship Id="rId33" Type="http://schemas.openxmlformats.org/officeDocument/2006/relationships/oleObject" Target="../embeddings/oleObject102.bin"/><Relationship Id="rId38" Type="http://schemas.openxmlformats.org/officeDocument/2006/relationships/image" Target="../media/image93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0.bin"/><Relationship Id="rId13" Type="http://schemas.openxmlformats.org/officeDocument/2006/relationships/image" Target="../media/image100.wmf"/><Relationship Id="rId3" Type="http://schemas.openxmlformats.org/officeDocument/2006/relationships/image" Target="../media/image96.emf"/><Relationship Id="rId7" Type="http://schemas.openxmlformats.org/officeDocument/2006/relationships/image" Target="../media/image98.emf"/><Relationship Id="rId12" Type="http://schemas.openxmlformats.org/officeDocument/2006/relationships/oleObject" Target="../embeddings/oleObject112.bin"/><Relationship Id="rId2" Type="http://schemas.openxmlformats.org/officeDocument/2006/relationships/oleObject" Target="../embeddings/oleObject10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9.bin"/><Relationship Id="rId11" Type="http://schemas.openxmlformats.org/officeDocument/2006/relationships/image" Target="../media/image27.wmf"/><Relationship Id="rId5" Type="http://schemas.openxmlformats.org/officeDocument/2006/relationships/image" Target="../media/image97.emf"/><Relationship Id="rId15" Type="http://schemas.openxmlformats.org/officeDocument/2006/relationships/image" Target="../media/image101.wmf"/><Relationship Id="rId10" Type="http://schemas.openxmlformats.org/officeDocument/2006/relationships/oleObject" Target="../embeddings/oleObject111.bin"/><Relationship Id="rId4" Type="http://schemas.openxmlformats.org/officeDocument/2006/relationships/oleObject" Target="../embeddings/oleObject108.bin"/><Relationship Id="rId9" Type="http://schemas.openxmlformats.org/officeDocument/2006/relationships/image" Target="../media/image99.wmf"/><Relationship Id="rId14" Type="http://schemas.openxmlformats.org/officeDocument/2006/relationships/oleObject" Target="../embeddings/oleObject113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7.bin"/><Relationship Id="rId13" Type="http://schemas.openxmlformats.org/officeDocument/2006/relationships/image" Target="../media/image107.wmf"/><Relationship Id="rId3" Type="http://schemas.openxmlformats.org/officeDocument/2006/relationships/image" Target="../media/image102.wmf"/><Relationship Id="rId7" Type="http://schemas.openxmlformats.org/officeDocument/2006/relationships/image" Target="../media/image104.wmf"/><Relationship Id="rId12" Type="http://schemas.openxmlformats.org/officeDocument/2006/relationships/oleObject" Target="../embeddings/oleObject119.bin"/><Relationship Id="rId17" Type="http://schemas.openxmlformats.org/officeDocument/2006/relationships/image" Target="../media/image108.wmf"/><Relationship Id="rId2" Type="http://schemas.openxmlformats.org/officeDocument/2006/relationships/oleObject" Target="../embeddings/oleObject114.bin"/><Relationship Id="rId16" Type="http://schemas.openxmlformats.org/officeDocument/2006/relationships/oleObject" Target="../embeddings/oleObject12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6.bin"/><Relationship Id="rId11" Type="http://schemas.openxmlformats.org/officeDocument/2006/relationships/image" Target="../media/image106.wmf"/><Relationship Id="rId5" Type="http://schemas.openxmlformats.org/officeDocument/2006/relationships/image" Target="../media/image103.wmf"/><Relationship Id="rId15" Type="http://schemas.openxmlformats.org/officeDocument/2006/relationships/image" Target="../media/image27.wmf"/><Relationship Id="rId10" Type="http://schemas.openxmlformats.org/officeDocument/2006/relationships/oleObject" Target="../embeddings/oleObject118.bin"/><Relationship Id="rId4" Type="http://schemas.openxmlformats.org/officeDocument/2006/relationships/oleObject" Target="../embeddings/oleObject115.bin"/><Relationship Id="rId9" Type="http://schemas.openxmlformats.org/officeDocument/2006/relationships/image" Target="../media/image105.wmf"/><Relationship Id="rId14" Type="http://schemas.openxmlformats.org/officeDocument/2006/relationships/oleObject" Target="../embeddings/oleObject120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5.bin"/><Relationship Id="rId13" Type="http://schemas.openxmlformats.org/officeDocument/2006/relationships/image" Target="../media/image114.emf"/><Relationship Id="rId3" Type="http://schemas.openxmlformats.org/officeDocument/2006/relationships/image" Target="../media/image109.wmf"/><Relationship Id="rId7" Type="http://schemas.openxmlformats.org/officeDocument/2006/relationships/image" Target="../media/image111.wmf"/><Relationship Id="rId12" Type="http://schemas.openxmlformats.org/officeDocument/2006/relationships/oleObject" Target="../embeddings/oleObject127.bin"/><Relationship Id="rId2" Type="http://schemas.openxmlformats.org/officeDocument/2006/relationships/oleObject" Target="../embeddings/oleObject122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24.bin"/><Relationship Id="rId11" Type="http://schemas.openxmlformats.org/officeDocument/2006/relationships/image" Target="../media/image113.emf"/><Relationship Id="rId5" Type="http://schemas.openxmlformats.org/officeDocument/2006/relationships/image" Target="../media/image110.wmf"/><Relationship Id="rId15" Type="http://schemas.openxmlformats.org/officeDocument/2006/relationships/image" Target="../media/image115.emf"/><Relationship Id="rId10" Type="http://schemas.openxmlformats.org/officeDocument/2006/relationships/oleObject" Target="../embeddings/oleObject126.bin"/><Relationship Id="rId4" Type="http://schemas.openxmlformats.org/officeDocument/2006/relationships/oleObject" Target="../embeddings/oleObject123.bin"/><Relationship Id="rId9" Type="http://schemas.openxmlformats.org/officeDocument/2006/relationships/image" Target="../media/image112.png"/><Relationship Id="rId14" Type="http://schemas.openxmlformats.org/officeDocument/2006/relationships/oleObject" Target="../embeddings/oleObject128.bin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1.emf"/><Relationship Id="rId18" Type="http://schemas.openxmlformats.org/officeDocument/2006/relationships/oleObject" Target="../embeddings/oleObject137.bin"/><Relationship Id="rId26" Type="http://schemas.openxmlformats.org/officeDocument/2006/relationships/oleObject" Target="../embeddings/oleObject141.bin"/><Relationship Id="rId39" Type="http://schemas.openxmlformats.org/officeDocument/2006/relationships/image" Target="../media/image134.emf"/><Relationship Id="rId21" Type="http://schemas.openxmlformats.org/officeDocument/2006/relationships/image" Target="../media/image125.emf"/><Relationship Id="rId34" Type="http://schemas.openxmlformats.org/officeDocument/2006/relationships/oleObject" Target="../embeddings/oleObject145.bin"/><Relationship Id="rId7" Type="http://schemas.openxmlformats.org/officeDocument/2006/relationships/image" Target="../media/image118.emf"/><Relationship Id="rId2" Type="http://schemas.openxmlformats.org/officeDocument/2006/relationships/oleObject" Target="../embeddings/oleObject129.bin"/><Relationship Id="rId16" Type="http://schemas.openxmlformats.org/officeDocument/2006/relationships/oleObject" Target="../embeddings/oleObject136.bin"/><Relationship Id="rId20" Type="http://schemas.openxmlformats.org/officeDocument/2006/relationships/oleObject" Target="../embeddings/oleObject138.bin"/><Relationship Id="rId29" Type="http://schemas.openxmlformats.org/officeDocument/2006/relationships/image" Target="../media/image129.emf"/><Relationship Id="rId41" Type="http://schemas.openxmlformats.org/officeDocument/2006/relationships/image" Target="../media/image135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1.bin"/><Relationship Id="rId11" Type="http://schemas.openxmlformats.org/officeDocument/2006/relationships/image" Target="../media/image120.emf"/><Relationship Id="rId24" Type="http://schemas.openxmlformats.org/officeDocument/2006/relationships/oleObject" Target="../embeddings/oleObject140.bin"/><Relationship Id="rId32" Type="http://schemas.openxmlformats.org/officeDocument/2006/relationships/oleObject" Target="../embeddings/oleObject144.bin"/><Relationship Id="rId37" Type="http://schemas.openxmlformats.org/officeDocument/2006/relationships/image" Target="../media/image133.emf"/><Relationship Id="rId40" Type="http://schemas.openxmlformats.org/officeDocument/2006/relationships/oleObject" Target="../embeddings/oleObject148.bin"/><Relationship Id="rId5" Type="http://schemas.openxmlformats.org/officeDocument/2006/relationships/image" Target="../media/image117.emf"/><Relationship Id="rId15" Type="http://schemas.openxmlformats.org/officeDocument/2006/relationships/image" Target="../media/image122.emf"/><Relationship Id="rId23" Type="http://schemas.openxmlformats.org/officeDocument/2006/relationships/image" Target="../media/image126.wmf"/><Relationship Id="rId28" Type="http://schemas.openxmlformats.org/officeDocument/2006/relationships/oleObject" Target="../embeddings/oleObject142.bin"/><Relationship Id="rId36" Type="http://schemas.openxmlformats.org/officeDocument/2006/relationships/oleObject" Target="../embeddings/oleObject146.bin"/><Relationship Id="rId10" Type="http://schemas.openxmlformats.org/officeDocument/2006/relationships/oleObject" Target="../embeddings/oleObject133.bin"/><Relationship Id="rId19" Type="http://schemas.openxmlformats.org/officeDocument/2006/relationships/image" Target="../media/image124.emf"/><Relationship Id="rId31" Type="http://schemas.openxmlformats.org/officeDocument/2006/relationships/image" Target="../media/image130.emf"/><Relationship Id="rId4" Type="http://schemas.openxmlformats.org/officeDocument/2006/relationships/oleObject" Target="../embeddings/oleObject130.bin"/><Relationship Id="rId9" Type="http://schemas.openxmlformats.org/officeDocument/2006/relationships/image" Target="../media/image119.emf"/><Relationship Id="rId14" Type="http://schemas.openxmlformats.org/officeDocument/2006/relationships/oleObject" Target="../embeddings/oleObject135.bin"/><Relationship Id="rId22" Type="http://schemas.openxmlformats.org/officeDocument/2006/relationships/oleObject" Target="../embeddings/oleObject139.bin"/><Relationship Id="rId27" Type="http://schemas.openxmlformats.org/officeDocument/2006/relationships/image" Target="../media/image128.wmf"/><Relationship Id="rId30" Type="http://schemas.openxmlformats.org/officeDocument/2006/relationships/oleObject" Target="../embeddings/oleObject143.bin"/><Relationship Id="rId35" Type="http://schemas.openxmlformats.org/officeDocument/2006/relationships/image" Target="../media/image132.wmf"/><Relationship Id="rId8" Type="http://schemas.openxmlformats.org/officeDocument/2006/relationships/oleObject" Target="../embeddings/oleObject132.bin"/><Relationship Id="rId3" Type="http://schemas.openxmlformats.org/officeDocument/2006/relationships/image" Target="../media/image116.png"/><Relationship Id="rId12" Type="http://schemas.openxmlformats.org/officeDocument/2006/relationships/oleObject" Target="../embeddings/oleObject134.bin"/><Relationship Id="rId17" Type="http://schemas.openxmlformats.org/officeDocument/2006/relationships/image" Target="../media/image123.emf"/><Relationship Id="rId25" Type="http://schemas.openxmlformats.org/officeDocument/2006/relationships/image" Target="../media/image127.wmf"/><Relationship Id="rId33" Type="http://schemas.openxmlformats.org/officeDocument/2006/relationships/image" Target="../media/image131.emf"/><Relationship Id="rId38" Type="http://schemas.openxmlformats.org/officeDocument/2006/relationships/oleObject" Target="../embeddings/oleObject147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2.bin"/><Relationship Id="rId13" Type="http://schemas.openxmlformats.org/officeDocument/2006/relationships/image" Target="../media/image141.wmf"/><Relationship Id="rId18" Type="http://schemas.openxmlformats.org/officeDocument/2006/relationships/oleObject" Target="../embeddings/oleObject157.bin"/><Relationship Id="rId26" Type="http://schemas.openxmlformats.org/officeDocument/2006/relationships/oleObject" Target="../embeddings/oleObject161.bin"/><Relationship Id="rId3" Type="http://schemas.openxmlformats.org/officeDocument/2006/relationships/image" Target="../media/image136.wmf"/><Relationship Id="rId21" Type="http://schemas.openxmlformats.org/officeDocument/2006/relationships/image" Target="../media/image144.emf"/><Relationship Id="rId7" Type="http://schemas.openxmlformats.org/officeDocument/2006/relationships/image" Target="../media/image138.wmf"/><Relationship Id="rId12" Type="http://schemas.openxmlformats.org/officeDocument/2006/relationships/oleObject" Target="../embeddings/oleObject154.bin"/><Relationship Id="rId17" Type="http://schemas.openxmlformats.org/officeDocument/2006/relationships/image" Target="../media/image116.png"/><Relationship Id="rId25" Type="http://schemas.openxmlformats.org/officeDocument/2006/relationships/image" Target="../media/image146.emf"/><Relationship Id="rId2" Type="http://schemas.openxmlformats.org/officeDocument/2006/relationships/oleObject" Target="../embeddings/oleObject149.bin"/><Relationship Id="rId16" Type="http://schemas.openxmlformats.org/officeDocument/2006/relationships/oleObject" Target="../embeddings/oleObject156.bin"/><Relationship Id="rId20" Type="http://schemas.openxmlformats.org/officeDocument/2006/relationships/oleObject" Target="../embeddings/oleObject158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51.bin"/><Relationship Id="rId11" Type="http://schemas.openxmlformats.org/officeDocument/2006/relationships/image" Target="../media/image140.wmf"/><Relationship Id="rId24" Type="http://schemas.openxmlformats.org/officeDocument/2006/relationships/oleObject" Target="../embeddings/oleObject160.bin"/><Relationship Id="rId5" Type="http://schemas.openxmlformats.org/officeDocument/2006/relationships/image" Target="../media/image137.emf"/><Relationship Id="rId15" Type="http://schemas.openxmlformats.org/officeDocument/2006/relationships/image" Target="../media/image142.wmf"/><Relationship Id="rId23" Type="http://schemas.openxmlformats.org/officeDocument/2006/relationships/image" Target="../media/image145.emf"/><Relationship Id="rId10" Type="http://schemas.openxmlformats.org/officeDocument/2006/relationships/oleObject" Target="../embeddings/oleObject153.bin"/><Relationship Id="rId19" Type="http://schemas.openxmlformats.org/officeDocument/2006/relationships/image" Target="../media/image143.emf"/><Relationship Id="rId4" Type="http://schemas.openxmlformats.org/officeDocument/2006/relationships/oleObject" Target="../embeddings/oleObject150.bin"/><Relationship Id="rId9" Type="http://schemas.openxmlformats.org/officeDocument/2006/relationships/image" Target="../media/image139.wmf"/><Relationship Id="rId14" Type="http://schemas.openxmlformats.org/officeDocument/2006/relationships/oleObject" Target="../embeddings/oleObject155.bin"/><Relationship Id="rId22" Type="http://schemas.openxmlformats.org/officeDocument/2006/relationships/oleObject" Target="../embeddings/oleObject159.bin"/><Relationship Id="rId27" Type="http://schemas.openxmlformats.org/officeDocument/2006/relationships/image" Target="../media/image147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5.bin"/><Relationship Id="rId13" Type="http://schemas.openxmlformats.org/officeDocument/2006/relationships/image" Target="../media/image153.emf"/><Relationship Id="rId18" Type="http://schemas.openxmlformats.org/officeDocument/2006/relationships/oleObject" Target="../embeddings/oleObject170.bin"/><Relationship Id="rId26" Type="http://schemas.openxmlformats.org/officeDocument/2006/relationships/oleObject" Target="../embeddings/oleObject174.bin"/><Relationship Id="rId3" Type="http://schemas.openxmlformats.org/officeDocument/2006/relationships/image" Target="../media/image148.wmf"/><Relationship Id="rId21" Type="http://schemas.openxmlformats.org/officeDocument/2006/relationships/image" Target="../media/image157.emf"/><Relationship Id="rId7" Type="http://schemas.openxmlformats.org/officeDocument/2006/relationships/image" Target="../media/image150.emf"/><Relationship Id="rId12" Type="http://schemas.openxmlformats.org/officeDocument/2006/relationships/oleObject" Target="../embeddings/oleObject167.bin"/><Relationship Id="rId17" Type="http://schemas.openxmlformats.org/officeDocument/2006/relationships/image" Target="../media/image155.wmf"/><Relationship Id="rId25" Type="http://schemas.openxmlformats.org/officeDocument/2006/relationships/image" Target="../media/image159.emf"/><Relationship Id="rId2" Type="http://schemas.openxmlformats.org/officeDocument/2006/relationships/oleObject" Target="../embeddings/oleObject162.bin"/><Relationship Id="rId16" Type="http://schemas.openxmlformats.org/officeDocument/2006/relationships/oleObject" Target="../embeddings/oleObject169.bin"/><Relationship Id="rId20" Type="http://schemas.openxmlformats.org/officeDocument/2006/relationships/oleObject" Target="../embeddings/oleObject171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64.bin"/><Relationship Id="rId11" Type="http://schemas.openxmlformats.org/officeDocument/2006/relationships/image" Target="../media/image152.emf"/><Relationship Id="rId24" Type="http://schemas.openxmlformats.org/officeDocument/2006/relationships/oleObject" Target="../embeddings/oleObject173.bin"/><Relationship Id="rId5" Type="http://schemas.openxmlformats.org/officeDocument/2006/relationships/image" Target="../media/image149.emf"/><Relationship Id="rId15" Type="http://schemas.openxmlformats.org/officeDocument/2006/relationships/image" Target="../media/image154.wmf"/><Relationship Id="rId23" Type="http://schemas.openxmlformats.org/officeDocument/2006/relationships/image" Target="../media/image158.wmf"/><Relationship Id="rId10" Type="http://schemas.openxmlformats.org/officeDocument/2006/relationships/oleObject" Target="../embeddings/oleObject166.bin"/><Relationship Id="rId19" Type="http://schemas.openxmlformats.org/officeDocument/2006/relationships/image" Target="../media/image156.wmf"/><Relationship Id="rId4" Type="http://schemas.openxmlformats.org/officeDocument/2006/relationships/oleObject" Target="../embeddings/oleObject163.bin"/><Relationship Id="rId9" Type="http://schemas.openxmlformats.org/officeDocument/2006/relationships/image" Target="../media/image151.emf"/><Relationship Id="rId14" Type="http://schemas.openxmlformats.org/officeDocument/2006/relationships/oleObject" Target="../embeddings/oleObject168.bin"/><Relationship Id="rId22" Type="http://schemas.openxmlformats.org/officeDocument/2006/relationships/oleObject" Target="../embeddings/oleObject172.bin"/><Relationship Id="rId27" Type="http://schemas.openxmlformats.org/officeDocument/2006/relationships/image" Target="../media/image160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8.bin"/><Relationship Id="rId13" Type="http://schemas.openxmlformats.org/officeDocument/2006/relationships/image" Target="../media/image166.wmf"/><Relationship Id="rId3" Type="http://schemas.openxmlformats.org/officeDocument/2006/relationships/image" Target="../media/image161.emf"/><Relationship Id="rId7" Type="http://schemas.openxmlformats.org/officeDocument/2006/relationships/image" Target="../media/image163.wmf"/><Relationship Id="rId12" Type="http://schemas.openxmlformats.org/officeDocument/2006/relationships/oleObject" Target="../embeddings/oleObject180.bin"/><Relationship Id="rId2" Type="http://schemas.openxmlformats.org/officeDocument/2006/relationships/oleObject" Target="../embeddings/oleObject175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77.bin"/><Relationship Id="rId11" Type="http://schemas.openxmlformats.org/officeDocument/2006/relationships/image" Target="../media/image165.emf"/><Relationship Id="rId5" Type="http://schemas.openxmlformats.org/officeDocument/2006/relationships/image" Target="../media/image162.wmf"/><Relationship Id="rId15" Type="http://schemas.openxmlformats.org/officeDocument/2006/relationships/image" Target="../media/image167.wmf"/><Relationship Id="rId10" Type="http://schemas.openxmlformats.org/officeDocument/2006/relationships/oleObject" Target="../embeddings/oleObject179.bin"/><Relationship Id="rId4" Type="http://schemas.openxmlformats.org/officeDocument/2006/relationships/oleObject" Target="../embeddings/oleObject176.bin"/><Relationship Id="rId9" Type="http://schemas.openxmlformats.org/officeDocument/2006/relationships/image" Target="../media/image164.wmf"/><Relationship Id="rId14" Type="http://schemas.openxmlformats.org/officeDocument/2006/relationships/oleObject" Target="../embeddings/oleObject181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wmf"/><Relationship Id="rId7" Type="http://schemas.openxmlformats.org/officeDocument/2006/relationships/image" Target="../media/image170.wmf"/><Relationship Id="rId2" Type="http://schemas.openxmlformats.org/officeDocument/2006/relationships/oleObject" Target="../embeddings/oleObject18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4.bin"/><Relationship Id="rId5" Type="http://schemas.openxmlformats.org/officeDocument/2006/relationships/image" Target="../media/image169.wmf"/><Relationship Id="rId4" Type="http://schemas.openxmlformats.org/officeDocument/2006/relationships/oleObject" Target="../embeddings/oleObject183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wmf"/><Relationship Id="rId13" Type="http://schemas.openxmlformats.org/officeDocument/2006/relationships/oleObject" Target="../embeddings/oleObject190.bin"/><Relationship Id="rId3" Type="http://schemas.openxmlformats.org/officeDocument/2006/relationships/oleObject" Target="../embeddings/oleObject185.bin"/><Relationship Id="rId7" Type="http://schemas.openxmlformats.org/officeDocument/2006/relationships/oleObject" Target="../embeddings/oleObject187.bin"/><Relationship Id="rId12" Type="http://schemas.openxmlformats.org/officeDocument/2006/relationships/image" Target="../media/image176.wmf"/><Relationship Id="rId2" Type="http://schemas.openxmlformats.org/officeDocument/2006/relationships/image" Target="../media/image171.png"/><Relationship Id="rId16" Type="http://schemas.openxmlformats.org/officeDocument/2006/relationships/image" Target="../media/image178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3.wmf"/><Relationship Id="rId11" Type="http://schemas.openxmlformats.org/officeDocument/2006/relationships/oleObject" Target="../embeddings/oleObject189.bin"/><Relationship Id="rId5" Type="http://schemas.openxmlformats.org/officeDocument/2006/relationships/oleObject" Target="../embeddings/oleObject186.bin"/><Relationship Id="rId15" Type="http://schemas.openxmlformats.org/officeDocument/2006/relationships/oleObject" Target="../embeddings/oleObject191.bin"/><Relationship Id="rId10" Type="http://schemas.openxmlformats.org/officeDocument/2006/relationships/image" Target="../media/image175.wmf"/><Relationship Id="rId4" Type="http://schemas.openxmlformats.org/officeDocument/2006/relationships/image" Target="../media/image172.emf"/><Relationship Id="rId9" Type="http://schemas.openxmlformats.org/officeDocument/2006/relationships/oleObject" Target="../embeddings/oleObject188.bin"/><Relationship Id="rId14" Type="http://schemas.openxmlformats.org/officeDocument/2006/relationships/image" Target="../media/image177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5.bin"/><Relationship Id="rId13" Type="http://schemas.openxmlformats.org/officeDocument/2006/relationships/image" Target="../media/image184.wmf"/><Relationship Id="rId3" Type="http://schemas.openxmlformats.org/officeDocument/2006/relationships/image" Target="../media/image179.emf"/><Relationship Id="rId7" Type="http://schemas.openxmlformats.org/officeDocument/2006/relationships/image" Target="../media/image181.wmf"/><Relationship Id="rId12" Type="http://schemas.openxmlformats.org/officeDocument/2006/relationships/oleObject" Target="../embeddings/oleObject197.bin"/><Relationship Id="rId17" Type="http://schemas.openxmlformats.org/officeDocument/2006/relationships/image" Target="../media/image186.wmf"/><Relationship Id="rId2" Type="http://schemas.openxmlformats.org/officeDocument/2006/relationships/oleObject" Target="../embeddings/oleObject192.bin"/><Relationship Id="rId16" Type="http://schemas.openxmlformats.org/officeDocument/2006/relationships/oleObject" Target="../embeddings/oleObject19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4.bin"/><Relationship Id="rId11" Type="http://schemas.openxmlformats.org/officeDocument/2006/relationships/image" Target="../media/image183.wmf"/><Relationship Id="rId5" Type="http://schemas.openxmlformats.org/officeDocument/2006/relationships/image" Target="../media/image180.wmf"/><Relationship Id="rId15" Type="http://schemas.openxmlformats.org/officeDocument/2006/relationships/image" Target="../media/image185.wmf"/><Relationship Id="rId10" Type="http://schemas.openxmlformats.org/officeDocument/2006/relationships/oleObject" Target="../embeddings/oleObject196.bin"/><Relationship Id="rId4" Type="http://schemas.openxmlformats.org/officeDocument/2006/relationships/oleObject" Target="../embeddings/oleObject193.bin"/><Relationship Id="rId9" Type="http://schemas.openxmlformats.org/officeDocument/2006/relationships/image" Target="../media/image182.wmf"/><Relationship Id="rId14" Type="http://schemas.openxmlformats.org/officeDocument/2006/relationships/oleObject" Target="../embeddings/oleObject198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3.bin"/><Relationship Id="rId3" Type="http://schemas.openxmlformats.org/officeDocument/2006/relationships/image" Target="../media/image187.emf"/><Relationship Id="rId7" Type="http://schemas.openxmlformats.org/officeDocument/2006/relationships/image" Target="../media/image189.wmf"/><Relationship Id="rId2" Type="http://schemas.openxmlformats.org/officeDocument/2006/relationships/oleObject" Target="../embeddings/oleObject20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2.bin"/><Relationship Id="rId11" Type="http://schemas.openxmlformats.org/officeDocument/2006/relationships/image" Target="../media/image191.wmf"/><Relationship Id="rId5" Type="http://schemas.openxmlformats.org/officeDocument/2006/relationships/image" Target="../media/image188.wmf"/><Relationship Id="rId10" Type="http://schemas.openxmlformats.org/officeDocument/2006/relationships/oleObject" Target="../embeddings/oleObject204.bin"/><Relationship Id="rId4" Type="http://schemas.openxmlformats.org/officeDocument/2006/relationships/oleObject" Target="../embeddings/oleObject201.bin"/><Relationship Id="rId9" Type="http://schemas.openxmlformats.org/officeDocument/2006/relationships/image" Target="../media/image190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8.bin"/><Relationship Id="rId13" Type="http://schemas.openxmlformats.org/officeDocument/2006/relationships/image" Target="../media/image196.wmf"/><Relationship Id="rId3" Type="http://schemas.openxmlformats.org/officeDocument/2006/relationships/image" Target="../media/image188.wmf"/><Relationship Id="rId7" Type="http://schemas.openxmlformats.org/officeDocument/2006/relationships/image" Target="../media/image193.wmf"/><Relationship Id="rId12" Type="http://schemas.openxmlformats.org/officeDocument/2006/relationships/oleObject" Target="../embeddings/oleObject210.bin"/><Relationship Id="rId17" Type="http://schemas.openxmlformats.org/officeDocument/2006/relationships/image" Target="../media/image198.wmf"/><Relationship Id="rId2" Type="http://schemas.openxmlformats.org/officeDocument/2006/relationships/oleObject" Target="../embeddings/oleObject205.bin"/><Relationship Id="rId16" Type="http://schemas.openxmlformats.org/officeDocument/2006/relationships/oleObject" Target="../embeddings/oleObject21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7.bin"/><Relationship Id="rId11" Type="http://schemas.openxmlformats.org/officeDocument/2006/relationships/image" Target="../media/image195.wmf"/><Relationship Id="rId5" Type="http://schemas.openxmlformats.org/officeDocument/2006/relationships/image" Target="../media/image192.wmf"/><Relationship Id="rId15" Type="http://schemas.openxmlformats.org/officeDocument/2006/relationships/image" Target="../media/image197.wmf"/><Relationship Id="rId10" Type="http://schemas.openxmlformats.org/officeDocument/2006/relationships/oleObject" Target="../embeddings/oleObject209.bin"/><Relationship Id="rId4" Type="http://schemas.openxmlformats.org/officeDocument/2006/relationships/oleObject" Target="../embeddings/oleObject206.bin"/><Relationship Id="rId9" Type="http://schemas.openxmlformats.org/officeDocument/2006/relationships/image" Target="../media/image194.wmf"/><Relationship Id="rId14" Type="http://schemas.openxmlformats.org/officeDocument/2006/relationships/oleObject" Target="../embeddings/oleObject211.bin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4.emf"/><Relationship Id="rId18" Type="http://schemas.openxmlformats.org/officeDocument/2006/relationships/oleObject" Target="../embeddings/oleObject221.bin"/><Relationship Id="rId26" Type="http://schemas.openxmlformats.org/officeDocument/2006/relationships/oleObject" Target="../embeddings/oleObject225.bin"/><Relationship Id="rId3" Type="http://schemas.openxmlformats.org/officeDocument/2006/relationships/image" Target="../media/image199.emf"/><Relationship Id="rId21" Type="http://schemas.openxmlformats.org/officeDocument/2006/relationships/image" Target="../media/image208.emf"/><Relationship Id="rId34" Type="http://schemas.openxmlformats.org/officeDocument/2006/relationships/oleObject" Target="../embeddings/oleObject229.bin"/><Relationship Id="rId7" Type="http://schemas.openxmlformats.org/officeDocument/2006/relationships/image" Target="../media/image201.emf"/><Relationship Id="rId12" Type="http://schemas.openxmlformats.org/officeDocument/2006/relationships/oleObject" Target="../embeddings/oleObject218.bin"/><Relationship Id="rId17" Type="http://schemas.openxmlformats.org/officeDocument/2006/relationships/image" Target="../media/image206.emf"/><Relationship Id="rId25" Type="http://schemas.openxmlformats.org/officeDocument/2006/relationships/image" Target="../media/image210.emf"/><Relationship Id="rId33" Type="http://schemas.openxmlformats.org/officeDocument/2006/relationships/image" Target="../media/image214.emf"/><Relationship Id="rId2" Type="http://schemas.openxmlformats.org/officeDocument/2006/relationships/oleObject" Target="../embeddings/oleObject213.bin"/><Relationship Id="rId16" Type="http://schemas.openxmlformats.org/officeDocument/2006/relationships/oleObject" Target="../embeddings/oleObject220.bin"/><Relationship Id="rId20" Type="http://schemas.openxmlformats.org/officeDocument/2006/relationships/oleObject" Target="../embeddings/oleObject222.bin"/><Relationship Id="rId29" Type="http://schemas.openxmlformats.org/officeDocument/2006/relationships/image" Target="../media/image212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5.bin"/><Relationship Id="rId11" Type="http://schemas.openxmlformats.org/officeDocument/2006/relationships/image" Target="../media/image203.emf"/><Relationship Id="rId24" Type="http://schemas.openxmlformats.org/officeDocument/2006/relationships/oleObject" Target="../embeddings/oleObject224.bin"/><Relationship Id="rId32" Type="http://schemas.openxmlformats.org/officeDocument/2006/relationships/oleObject" Target="../embeddings/oleObject228.bin"/><Relationship Id="rId5" Type="http://schemas.openxmlformats.org/officeDocument/2006/relationships/image" Target="../media/image200.wmf"/><Relationship Id="rId15" Type="http://schemas.openxmlformats.org/officeDocument/2006/relationships/image" Target="../media/image205.emf"/><Relationship Id="rId23" Type="http://schemas.openxmlformats.org/officeDocument/2006/relationships/image" Target="../media/image209.emf"/><Relationship Id="rId28" Type="http://schemas.openxmlformats.org/officeDocument/2006/relationships/oleObject" Target="../embeddings/oleObject226.bin"/><Relationship Id="rId10" Type="http://schemas.openxmlformats.org/officeDocument/2006/relationships/oleObject" Target="../embeddings/oleObject217.bin"/><Relationship Id="rId19" Type="http://schemas.openxmlformats.org/officeDocument/2006/relationships/image" Target="../media/image207.emf"/><Relationship Id="rId31" Type="http://schemas.openxmlformats.org/officeDocument/2006/relationships/image" Target="../media/image213.emf"/><Relationship Id="rId4" Type="http://schemas.openxmlformats.org/officeDocument/2006/relationships/oleObject" Target="../embeddings/oleObject214.bin"/><Relationship Id="rId9" Type="http://schemas.openxmlformats.org/officeDocument/2006/relationships/image" Target="../media/image202.emf"/><Relationship Id="rId14" Type="http://schemas.openxmlformats.org/officeDocument/2006/relationships/oleObject" Target="../embeddings/oleObject219.bin"/><Relationship Id="rId22" Type="http://schemas.openxmlformats.org/officeDocument/2006/relationships/oleObject" Target="../embeddings/oleObject223.bin"/><Relationship Id="rId27" Type="http://schemas.openxmlformats.org/officeDocument/2006/relationships/image" Target="../media/image211.emf"/><Relationship Id="rId30" Type="http://schemas.openxmlformats.org/officeDocument/2006/relationships/oleObject" Target="../embeddings/oleObject227.bin"/><Relationship Id="rId35" Type="http://schemas.openxmlformats.org/officeDocument/2006/relationships/image" Target="../media/image215.emf"/><Relationship Id="rId8" Type="http://schemas.openxmlformats.org/officeDocument/2006/relationships/oleObject" Target="../embeddings/oleObject216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3.bin"/><Relationship Id="rId13" Type="http://schemas.openxmlformats.org/officeDocument/2006/relationships/image" Target="../media/image221.wmf"/><Relationship Id="rId3" Type="http://schemas.openxmlformats.org/officeDocument/2006/relationships/image" Target="../media/image216.emf"/><Relationship Id="rId7" Type="http://schemas.openxmlformats.org/officeDocument/2006/relationships/image" Target="../media/image218.wmf"/><Relationship Id="rId12" Type="http://schemas.openxmlformats.org/officeDocument/2006/relationships/oleObject" Target="../embeddings/oleObject235.bin"/><Relationship Id="rId17" Type="http://schemas.openxmlformats.org/officeDocument/2006/relationships/image" Target="../media/image223.wmf"/><Relationship Id="rId2" Type="http://schemas.openxmlformats.org/officeDocument/2006/relationships/oleObject" Target="../embeddings/oleObject230.bin"/><Relationship Id="rId16" Type="http://schemas.openxmlformats.org/officeDocument/2006/relationships/oleObject" Target="../embeddings/oleObject23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32.bin"/><Relationship Id="rId11" Type="http://schemas.openxmlformats.org/officeDocument/2006/relationships/image" Target="../media/image220.wmf"/><Relationship Id="rId5" Type="http://schemas.openxmlformats.org/officeDocument/2006/relationships/image" Target="../media/image217.wmf"/><Relationship Id="rId15" Type="http://schemas.openxmlformats.org/officeDocument/2006/relationships/image" Target="../media/image222.wmf"/><Relationship Id="rId10" Type="http://schemas.openxmlformats.org/officeDocument/2006/relationships/oleObject" Target="../embeddings/oleObject234.bin"/><Relationship Id="rId4" Type="http://schemas.openxmlformats.org/officeDocument/2006/relationships/oleObject" Target="../embeddings/oleObject231.bin"/><Relationship Id="rId9" Type="http://schemas.openxmlformats.org/officeDocument/2006/relationships/image" Target="../media/image219.wmf"/><Relationship Id="rId14" Type="http://schemas.openxmlformats.org/officeDocument/2006/relationships/oleObject" Target="../embeddings/oleObject236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1.bin"/><Relationship Id="rId13" Type="http://schemas.openxmlformats.org/officeDocument/2006/relationships/image" Target="../media/image229.wmf"/><Relationship Id="rId18" Type="http://schemas.openxmlformats.org/officeDocument/2006/relationships/oleObject" Target="../embeddings/oleObject246.bin"/><Relationship Id="rId3" Type="http://schemas.openxmlformats.org/officeDocument/2006/relationships/image" Target="../media/image224.wmf"/><Relationship Id="rId21" Type="http://schemas.openxmlformats.org/officeDocument/2006/relationships/image" Target="../media/image233.wmf"/><Relationship Id="rId7" Type="http://schemas.openxmlformats.org/officeDocument/2006/relationships/image" Target="../media/image226.wmf"/><Relationship Id="rId12" Type="http://schemas.openxmlformats.org/officeDocument/2006/relationships/oleObject" Target="../embeddings/oleObject243.bin"/><Relationship Id="rId17" Type="http://schemas.openxmlformats.org/officeDocument/2006/relationships/image" Target="../media/image231.wmf"/><Relationship Id="rId2" Type="http://schemas.openxmlformats.org/officeDocument/2006/relationships/oleObject" Target="../embeddings/oleObject238.bin"/><Relationship Id="rId16" Type="http://schemas.openxmlformats.org/officeDocument/2006/relationships/oleObject" Target="../embeddings/oleObject245.bin"/><Relationship Id="rId20" Type="http://schemas.openxmlformats.org/officeDocument/2006/relationships/oleObject" Target="../embeddings/oleObject24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40.bin"/><Relationship Id="rId11" Type="http://schemas.openxmlformats.org/officeDocument/2006/relationships/image" Target="../media/image228.wmf"/><Relationship Id="rId5" Type="http://schemas.openxmlformats.org/officeDocument/2006/relationships/image" Target="../media/image225.wmf"/><Relationship Id="rId15" Type="http://schemas.openxmlformats.org/officeDocument/2006/relationships/image" Target="../media/image230.wmf"/><Relationship Id="rId23" Type="http://schemas.openxmlformats.org/officeDocument/2006/relationships/image" Target="../media/image234.wmf"/><Relationship Id="rId10" Type="http://schemas.openxmlformats.org/officeDocument/2006/relationships/oleObject" Target="../embeddings/oleObject242.bin"/><Relationship Id="rId19" Type="http://schemas.openxmlformats.org/officeDocument/2006/relationships/image" Target="../media/image232.wmf"/><Relationship Id="rId4" Type="http://schemas.openxmlformats.org/officeDocument/2006/relationships/oleObject" Target="../embeddings/oleObject239.bin"/><Relationship Id="rId9" Type="http://schemas.openxmlformats.org/officeDocument/2006/relationships/image" Target="../media/image227.wmf"/><Relationship Id="rId14" Type="http://schemas.openxmlformats.org/officeDocument/2006/relationships/oleObject" Target="../embeddings/oleObject244.bin"/><Relationship Id="rId22" Type="http://schemas.openxmlformats.org/officeDocument/2006/relationships/oleObject" Target="../embeddings/oleObject248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7.emf"/><Relationship Id="rId13" Type="http://schemas.openxmlformats.org/officeDocument/2006/relationships/oleObject" Target="../embeddings/oleObject254.bin"/><Relationship Id="rId18" Type="http://schemas.openxmlformats.org/officeDocument/2006/relationships/image" Target="../media/image242.emf"/><Relationship Id="rId3" Type="http://schemas.openxmlformats.org/officeDocument/2006/relationships/oleObject" Target="../embeddings/oleObject249.bin"/><Relationship Id="rId7" Type="http://schemas.openxmlformats.org/officeDocument/2006/relationships/oleObject" Target="../embeddings/oleObject251.bin"/><Relationship Id="rId12" Type="http://schemas.openxmlformats.org/officeDocument/2006/relationships/image" Target="../media/image239.emf"/><Relationship Id="rId17" Type="http://schemas.openxmlformats.org/officeDocument/2006/relationships/oleObject" Target="../embeddings/oleObject256.bin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41.emf"/><Relationship Id="rId20" Type="http://schemas.openxmlformats.org/officeDocument/2006/relationships/image" Target="../media/image243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6.emf"/><Relationship Id="rId11" Type="http://schemas.openxmlformats.org/officeDocument/2006/relationships/oleObject" Target="../embeddings/oleObject253.bin"/><Relationship Id="rId5" Type="http://schemas.openxmlformats.org/officeDocument/2006/relationships/oleObject" Target="../embeddings/oleObject250.bin"/><Relationship Id="rId15" Type="http://schemas.openxmlformats.org/officeDocument/2006/relationships/oleObject" Target="../embeddings/oleObject255.bin"/><Relationship Id="rId10" Type="http://schemas.openxmlformats.org/officeDocument/2006/relationships/image" Target="../media/image238.emf"/><Relationship Id="rId19" Type="http://schemas.openxmlformats.org/officeDocument/2006/relationships/oleObject" Target="../embeddings/oleObject257.bin"/><Relationship Id="rId4" Type="http://schemas.openxmlformats.org/officeDocument/2006/relationships/image" Target="../media/image235.emf"/><Relationship Id="rId9" Type="http://schemas.openxmlformats.org/officeDocument/2006/relationships/oleObject" Target="../embeddings/oleObject252.bin"/><Relationship Id="rId14" Type="http://schemas.openxmlformats.org/officeDocument/2006/relationships/image" Target="../media/image240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1.bin"/><Relationship Id="rId13" Type="http://schemas.openxmlformats.org/officeDocument/2006/relationships/image" Target="../media/image249.emf"/><Relationship Id="rId18" Type="http://schemas.openxmlformats.org/officeDocument/2006/relationships/oleObject" Target="../embeddings/oleObject266.bin"/><Relationship Id="rId26" Type="http://schemas.openxmlformats.org/officeDocument/2006/relationships/oleObject" Target="../embeddings/oleObject270.bin"/><Relationship Id="rId3" Type="http://schemas.openxmlformats.org/officeDocument/2006/relationships/image" Target="../media/image244.emf"/><Relationship Id="rId21" Type="http://schemas.openxmlformats.org/officeDocument/2006/relationships/image" Target="../media/image253.emf"/><Relationship Id="rId7" Type="http://schemas.openxmlformats.org/officeDocument/2006/relationships/image" Target="../media/image246.emf"/><Relationship Id="rId12" Type="http://schemas.openxmlformats.org/officeDocument/2006/relationships/oleObject" Target="../embeddings/oleObject263.bin"/><Relationship Id="rId17" Type="http://schemas.openxmlformats.org/officeDocument/2006/relationships/image" Target="../media/image251.emf"/><Relationship Id="rId25" Type="http://schemas.openxmlformats.org/officeDocument/2006/relationships/image" Target="../media/image255.emf"/><Relationship Id="rId2" Type="http://schemas.openxmlformats.org/officeDocument/2006/relationships/oleObject" Target="../embeddings/oleObject258.bin"/><Relationship Id="rId16" Type="http://schemas.openxmlformats.org/officeDocument/2006/relationships/oleObject" Target="../embeddings/oleObject265.bin"/><Relationship Id="rId20" Type="http://schemas.openxmlformats.org/officeDocument/2006/relationships/oleObject" Target="../embeddings/oleObject267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60.bin"/><Relationship Id="rId11" Type="http://schemas.openxmlformats.org/officeDocument/2006/relationships/image" Target="../media/image248.emf"/><Relationship Id="rId24" Type="http://schemas.openxmlformats.org/officeDocument/2006/relationships/oleObject" Target="../embeddings/oleObject269.bin"/><Relationship Id="rId5" Type="http://schemas.openxmlformats.org/officeDocument/2006/relationships/image" Target="../media/image245.emf"/><Relationship Id="rId15" Type="http://schemas.openxmlformats.org/officeDocument/2006/relationships/image" Target="../media/image250.emf"/><Relationship Id="rId23" Type="http://schemas.openxmlformats.org/officeDocument/2006/relationships/image" Target="../media/image254.emf"/><Relationship Id="rId10" Type="http://schemas.openxmlformats.org/officeDocument/2006/relationships/oleObject" Target="../embeddings/oleObject262.bin"/><Relationship Id="rId19" Type="http://schemas.openxmlformats.org/officeDocument/2006/relationships/image" Target="../media/image252.emf"/><Relationship Id="rId4" Type="http://schemas.openxmlformats.org/officeDocument/2006/relationships/oleObject" Target="../embeddings/oleObject259.bin"/><Relationship Id="rId9" Type="http://schemas.openxmlformats.org/officeDocument/2006/relationships/image" Target="../media/image247.emf"/><Relationship Id="rId14" Type="http://schemas.openxmlformats.org/officeDocument/2006/relationships/oleObject" Target="../embeddings/oleObject264.bin"/><Relationship Id="rId22" Type="http://schemas.openxmlformats.org/officeDocument/2006/relationships/oleObject" Target="../embeddings/oleObject268.bin"/><Relationship Id="rId27" Type="http://schemas.openxmlformats.org/officeDocument/2006/relationships/image" Target="../media/image256.e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9.wmf"/><Relationship Id="rId13" Type="http://schemas.openxmlformats.org/officeDocument/2006/relationships/oleObject" Target="../embeddings/oleObject276.bin"/><Relationship Id="rId18" Type="http://schemas.openxmlformats.org/officeDocument/2006/relationships/image" Target="../media/image264.wmf"/><Relationship Id="rId3" Type="http://schemas.openxmlformats.org/officeDocument/2006/relationships/oleObject" Target="../embeddings/oleObject271.bin"/><Relationship Id="rId7" Type="http://schemas.openxmlformats.org/officeDocument/2006/relationships/oleObject" Target="../embeddings/oleObject273.bin"/><Relationship Id="rId12" Type="http://schemas.openxmlformats.org/officeDocument/2006/relationships/image" Target="../media/image261.wmf"/><Relationship Id="rId17" Type="http://schemas.openxmlformats.org/officeDocument/2006/relationships/oleObject" Target="../embeddings/oleObject278.bin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63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8.wmf"/><Relationship Id="rId11" Type="http://schemas.openxmlformats.org/officeDocument/2006/relationships/oleObject" Target="../embeddings/oleObject275.bin"/><Relationship Id="rId5" Type="http://schemas.openxmlformats.org/officeDocument/2006/relationships/oleObject" Target="../embeddings/oleObject272.bin"/><Relationship Id="rId15" Type="http://schemas.openxmlformats.org/officeDocument/2006/relationships/oleObject" Target="../embeddings/oleObject277.bin"/><Relationship Id="rId10" Type="http://schemas.openxmlformats.org/officeDocument/2006/relationships/image" Target="../media/image260.wmf"/><Relationship Id="rId4" Type="http://schemas.openxmlformats.org/officeDocument/2006/relationships/image" Target="../media/image257.emf"/><Relationship Id="rId9" Type="http://schemas.openxmlformats.org/officeDocument/2006/relationships/oleObject" Target="../embeddings/oleObject274.bin"/><Relationship Id="rId14" Type="http://schemas.openxmlformats.org/officeDocument/2006/relationships/image" Target="../media/image262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2.bin"/><Relationship Id="rId13" Type="http://schemas.openxmlformats.org/officeDocument/2006/relationships/image" Target="../media/image270.wmf"/><Relationship Id="rId3" Type="http://schemas.openxmlformats.org/officeDocument/2006/relationships/image" Target="../media/image265.emf"/><Relationship Id="rId7" Type="http://schemas.openxmlformats.org/officeDocument/2006/relationships/image" Target="../media/image267.wmf"/><Relationship Id="rId12" Type="http://schemas.openxmlformats.org/officeDocument/2006/relationships/oleObject" Target="../embeddings/oleObject284.bin"/><Relationship Id="rId2" Type="http://schemas.openxmlformats.org/officeDocument/2006/relationships/oleObject" Target="../embeddings/oleObject279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81.bin"/><Relationship Id="rId11" Type="http://schemas.openxmlformats.org/officeDocument/2006/relationships/image" Target="../media/image269.wmf"/><Relationship Id="rId5" Type="http://schemas.openxmlformats.org/officeDocument/2006/relationships/image" Target="../media/image266.wmf"/><Relationship Id="rId10" Type="http://schemas.openxmlformats.org/officeDocument/2006/relationships/oleObject" Target="../embeddings/oleObject283.bin"/><Relationship Id="rId4" Type="http://schemas.openxmlformats.org/officeDocument/2006/relationships/oleObject" Target="../embeddings/oleObject280.bin"/><Relationship Id="rId9" Type="http://schemas.openxmlformats.org/officeDocument/2006/relationships/image" Target="../media/image268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8.bin"/><Relationship Id="rId13" Type="http://schemas.openxmlformats.org/officeDocument/2006/relationships/image" Target="../media/image276.emf"/><Relationship Id="rId18" Type="http://schemas.openxmlformats.org/officeDocument/2006/relationships/oleObject" Target="../embeddings/oleObject293.bin"/><Relationship Id="rId3" Type="http://schemas.openxmlformats.org/officeDocument/2006/relationships/image" Target="../media/image271.emf"/><Relationship Id="rId21" Type="http://schemas.openxmlformats.org/officeDocument/2006/relationships/image" Target="../media/image280.emf"/><Relationship Id="rId7" Type="http://schemas.openxmlformats.org/officeDocument/2006/relationships/image" Target="../media/image273.emf"/><Relationship Id="rId12" Type="http://schemas.openxmlformats.org/officeDocument/2006/relationships/oleObject" Target="../embeddings/oleObject290.bin"/><Relationship Id="rId17" Type="http://schemas.openxmlformats.org/officeDocument/2006/relationships/image" Target="../media/image278.emf"/><Relationship Id="rId25" Type="http://schemas.openxmlformats.org/officeDocument/2006/relationships/image" Target="../media/image282.emf"/><Relationship Id="rId2" Type="http://schemas.openxmlformats.org/officeDocument/2006/relationships/oleObject" Target="../embeddings/oleObject285.bin"/><Relationship Id="rId16" Type="http://schemas.openxmlformats.org/officeDocument/2006/relationships/oleObject" Target="../embeddings/oleObject292.bin"/><Relationship Id="rId20" Type="http://schemas.openxmlformats.org/officeDocument/2006/relationships/oleObject" Target="../embeddings/oleObject29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87.bin"/><Relationship Id="rId11" Type="http://schemas.openxmlformats.org/officeDocument/2006/relationships/image" Target="../media/image275.emf"/><Relationship Id="rId24" Type="http://schemas.openxmlformats.org/officeDocument/2006/relationships/oleObject" Target="../embeddings/oleObject296.bin"/><Relationship Id="rId5" Type="http://schemas.openxmlformats.org/officeDocument/2006/relationships/image" Target="../media/image272.emf"/><Relationship Id="rId15" Type="http://schemas.openxmlformats.org/officeDocument/2006/relationships/image" Target="../media/image277.emf"/><Relationship Id="rId23" Type="http://schemas.openxmlformats.org/officeDocument/2006/relationships/image" Target="../media/image281.emf"/><Relationship Id="rId10" Type="http://schemas.openxmlformats.org/officeDocument/2006/relationships/oleObject" Target="../embeddings/oleObject289.bin"/><Relationship Id="rId19" Type="http://schemas.openxmlformats.org/officeDocument/2006/relationships/image" Target="../media/image279.emf"/><Relationship Id="rId4" Type="http://schemas.openxmlformats.org/officeDocument/2006/relationships/oleObject" Target="../embeddings/oleObject286.bin"/><Relationship Id="rId9" Type="http://schemas.openxmlformats.org/officeDocument/2006/relationships/image" Target="../media/image274.emf"/><Relationship Id="rId14" Type="http://schemas.openxmlformats.org/officeDocument/2006/relationships/oleObject" Target="../embeddings/oleObject291.bin"/><Relationship Id="rId22" Type="http://schemas.openxmlformats.org/officeDocument/2006/relationships/oleObject" Target="../embeddings/oleObject295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0.bin"/><Relationship Id="rId3" Type="http://schemas.openxmlformats.org/officeDocument/2006/relationships/image" Target="../media/image283.emf"/><Relationship Id="rId7" Type="http://schemas.openxmlformats.org/officeDocument/2006/relationships/image" Target="../media/image285.emf"/><Relationship Id="rId2" Type="http://schemas.openxmlformats.org/officeDocument/2006/relationships/oleObject" Target="../embeddings/oleObject297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99.bin"/><Relationship Id="rId11" Type="http://schemas.openxmlformats.org/officeDocument/2006/relationships/image" Target="../media/image287.emf"/><Relationship Id="rId5" Type="http://schemas.openxmlformats.org/officeDocument/2006/relationships/image" Target="../media/image284.emf"/><Relationship Id="rId10" Type="http://schemas.openxmlformats.org/officeDocument/2006/relationships/oleObject" Target="../embeddings/oleObject301.bin"/><Relationship Id="rId4" Type="http://schemas.openxmlformats.org/officeDocument/2006/relationships/oleObject" Target="../embeddings/oleObject298.bin"/><Relationship Id="rId9" Type="http://schemas.openxmlformats.org/officeDocument/2006/relationships/image" Target="../media/image286.e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5.bin"/><Relationship Id="rId13" Type="http://schemas.openxmlformats.org/officeDocument/2006/relationships/image" Target="../media/image293.emf"/><Relationship Id="rId18" Type="http://schemas.openxmlformats.org/officeDocument/2006/relationships/oleObject" Target="../embeddings/oleObject310.bin"/><Relationship Id="rId3" Type="http://schemas.openxmlformats.org/officeDocument/2006/relationships/image" Target="../media/image288.emf"/><Relationship Id="rId21" Type="http://schemas.openxmlformats.org/officeDocument/2006/relationships/image" Target="../media/image297.emf"/><Relationship Id="rId7" Type="http://schemas.openxmlformats.org/officeDocument/2006/relationships/image" Target="../media/image290.emf"/><Relationship Id="rId12" Type="http://schemas.openxmlformats.org/officeDocument/2006/relationships/oleObject" Target="../embeddings/oleObject307.bin"/><Relationship Id="rId17" Type="http://schemas.openxmlformats.org/officeDocument/2006/relationships/image" Target="../media/image295.emf"/><Relationship Id="rId2" Type="http://schemas.openxmlformats.org/officeDocument/2006/relationships/oleObject" Target="../embeddings/oleObject302.bin"/><Relationship Id="rId16" Type="http://schemas.openxmlformats.org/officeDocument/2006/relationships/oleObject" Target="../embeddings/oleObject309.bin"/><Relationship Id="rId20" Type="http://schemas.openxmlformats.org/officeDocument/2006/relationships/oleObject" Target="../embeddings/oleObject311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04.bin"/><Relationship Id="rId11" Type="http://schemas.openxmlformats.org/officeDocument/2006/relationships/image" Target="../media/image292.emf"/><Relationship Id="rId5" Type="http://schemas.openxmlformats.org/officeDocument/2006/relationships/image" Target="../media/image289.emf"/><Relationship Id="rId15" Type="http://schemas.openxmlformats.org/officeDocument/2006/relationships/image" Target="../media/image294.emf"/><Relationship Id="rId23" Type="http://schemas.openxmlformats.org/officeDocument/2006/relationships/image" Target="../media/image298.emf"/><Relationship Id="rId10" Type="http://schemas.openxmlformats.org/officeDocument/2006/relationships/oleObject" Target="../embeddings/oleObject306.bin"/><Relationship Id="rId19" Type="http://schemas.openxmlformats.org/officeDocument/2006/relationships/image" Target="../media/image296.emf"/><Relationship Id="rId4" Type="http://schemas.openxmlformats.org/officeDocument/2006/relationships/oleObject" Target="../embeddings/oleObject303.bin"/><Relationship Id="rId9" Type="http://schemas.openxmlformats.org/officeDocument/2006/relationships/image" Target="../media/image291.emf"/><Relationship Id="rId14" Type="http://schemas.openxmlformats.org/officeDocument/2006/relationships/oleObject" Target="../embeddings/oleObject308.bin"/><Relationship Id="rId22" Type="http://schemas.openxmlformats.org/officeDocument/2006/relationships/oleObject" Target="../embeddings/oleObject312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6.bin"/><Relationship Id="rId13" Type="http://schemas.openxmlformats.org/officeDocument/2006/relationships/image" Target="../media/image304.emf"/><Relationship Id="rId18" Type="http://schemas.openxmlformats.org/officeDocument/2006/relationships/oleObject" Target="../embeddings/oleObject321.bin"/><Relationship Id="rId3" Type="http://schemas.openxmlformats.org/officeDocument/2006/relationships/image" Target="../media/image299.emf"/><Relationship Id="rId21" Type="http://schemas.openxmlformats.org/officeDocument/2006/relationships/image" Target="../media/image308.emf"/><Relationship Id="rId7" Type="http://schemas.openxmlformats.org/officeDocument/2006/relationships/image" Target="../media/image301.emf"/><Relationship Id="rId12" Type="http://schemas.openxmlformats.org/officeDocument/2006/relationships/oleObject" Target="../embeddings/oleObject318.bin"/><Relationship Id="rId17" Type="http://schemas.openxmlformats.org/officeDocument/2006/relationships/image" Target="../media/image306.emf"/><Relationship Id="rId25" Type="http://schemas.openxmlformats.org/officeDocument/2006/relationships/image" Target="../media/image310.emf"/><Relationship Id="rId2" Type="http://schemas.openxmlformats.org/officeDocument/2006/relationships/oleObject" Target="../embeddings/oleObject313.bin"/><Relationship Id="rId16" Type="http://schemas.openxmlformats.org/officeDocument/2006/relationships/oleObject" Target="../embeddings/oleObject320.bin"/><Relationship Id="rId20" Type="http://schemas.openxmlformats.org/officeDocument/2006/relationships/oleObject" Target="../embeddings/oleObject322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15.bin"/><Relationship Id="rId11" Type="http://schemas.openxmlformats.org/officeDocument/2006/relationships/image" Target="../media/image303.emf"/><Relationship Id="rId24" Type="http://schemas.openxmlformats.org/officeDocument/2006/relationships/oleObject" Target="../embeddings/oleObject324.bin"/><Relationship Id="rId5" Type="http://schemas.openxmlformats.org/officeDocument/2006/relationships/image" Target="../media/image300.emf"/><Relationship Id="rId15" Type="http://schemas.openxmlformats.org/officeDocument/2006/relationships/image" Target="../media/image305.emf"/><Relationship Id="rId23" Type="http://schemas.openxmlformats.org/officeDocument/2006/relationships/image" Target="../media/image309.emf"/><Relationship Id="rId10" Type="http://schemas.openxmlformats.org/officeDocument/2006/relationships/oleObject" Target="../embeddings/oleObject317.bin"/><Relationship Id="rId19" Type="http://schemas.openxmlformats.org/officeDocument/2006/relationships/image" Target="../media/image307.emf"/><Relationship Id="rId4" Type="http://schemas.openxmlformats.org/officeDocument/2006/relationships/oleObject" Target="../embeddings/oleObject314.bin"/><Relationship Id="rId9" Type="http://schemas.openxmlformats.org/officeDocument/2006/relationships/image" Target="../media/image302.emf"/><Relationship Id="rId14" Type="http://schemas.openxmlformats.org/officeDocument/2006/relationships/oleObject" Target="../embeddings/oleObject319.bin"/><Relationship Id="rId22" Type="http://schemas.openxmlformats.org/officeDocument/2006/relationships/oleObject" Target="../embeddings/oleObject32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Box 10"/>
          <p:cNvSpPr txBox="1">
            <a:spLocks noChangeArrowheads="1"/>
          </p:cNvSpPr>
          <p:nvPr/>
        </p:nvSpPr>
        <p:spPr bwMode="auto">
          <a:xfrm>
            <a:off x="2943996" y="2715684"/>
            <a:ext cx="55086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dirty="0">
                <a:latin typeface="+mn-ea"/>
                <a:ea typeface="+mn-ea"/>
              </a:rPr>
              <a:t>一、空间曲线的切线与法平面</a:t>
            </a:r>
          </a:p>
        </p:txBody>
      </p:sp>
      <p:sp>
        <p:nvSpPr>
          <p:cNvPr id="2052" name="Text Box 11"/>
          <p:cNvSpPr txBox="1">
            <a:spLocks noChangeArrowheads="1"/>
          </p:cNvSpPr>
          <p:nvPr/>
        </p:nvSpPr>
        <p:spPr bwMode="auto">
          <a:xfrm>
            <a:off x="2943996" y="3705225"/>
            <a:ext cx="564796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dirty="0">
                <a:latin typeface="+mn-ea"/>
                <a:ea typeface="+mn-ea"/>
              </a:rPr>
              <a:t>二、空间曲面的切平面与法线</a:t>
            </a:r>
            <a:endParaRPr lang="en-US" altLang="zh-CN" b="0" dirty="0">
              <a:latin typeface="+mn-ea"/>
              <a:ea typeface="+mn-ea"/>
            </a:endParaRPr>
          </a:p>
        </p:txBody>
      </p:sp>
      <p:sp>
        <p:nvSpPr>
          <p:cNvPr id="2054" name="Text Box 13"/>
          <p:cNvSpPr txBox="1">
            <a:spLocks noChangeArrowheads="1"/>
          </p:cNvSpPr>
          <p:nvPr/>
        </p:nvSpPr>
        <p:spPr bwMode="auto">
          <a:xfrm>
            <a:off x="2384485" y="1446421"/>
            <a:ext cx="788023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40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第七节</a:t>
            </a:r>
            <a:r>
              <a:rPr lang="zh-CN" altLang="en-US" sz="4000" b="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多元函数微分学的几何应用</a:t>
            </a:r>
          </a:p>
        </p:txBody>
      </p:sp>
      <p:graphicFrame>
        <p:nvGraphicFramePr>
          <p:cNvPr id="2055" name="Object 14"/>
          <p:cNvGraphicFramePr>
            <a:graphicFrameLocks noChangeAspect="1"/>
          </p:cNvGraphicFramePr>
          <p:nvPr/>
        </p:nvGraphicFramePr>
        <p:xfrm>
          <a:off x="5994400" y="3213100"/>
          <a:ext cx="203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3112" imgH="431613" progId="Equation.3">
                  <p:embed/>
                </p:oleObj>
              </mc:Choice>
              <mc:Fallback>
                <p:oleObj name="Equation" r:id="rId3" imgW="203112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4400" y="3213100"/>
                        <a:ext cx="2032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7" name="Rectangle 16"/>
          <p:cNvSpPr>
            <a:spLocks noChangeArrowheads="1"/>
          </p:cNvSpPr>
          <p:nvPr/>
        </p:nvSpPr>
        <p:spPr bwMode="auto">
          <a:xfrm>
            <a:off x="2943996" y="4700103"/>
            <a:ext cx="183255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dirty="0">
                <a:latin typeface="+mn-ea"/>
                <a:ea typeface="+mn-ea"/>
              </a:rPr>
              <a:t>三、小结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1724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4" name="Text Box 2"/>
          <p:cNvSpPr txBox="1">
            <a:spLocks noChangeArrowheads="1"/>
          </p:cNvSpPr>
          <p:nvPr/>
        </p:nvSpPr>
        <p:spPr bwMode="auto">
          <a:xfrm>
            <a:off x="2340046" y="2393950"/>
            <a:ext cx="3276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/>
              <a:t>设空间曲线的方程</a:t>
            </a:r>
          </a:p>
        </p:txBody>
      </p:sp>
      <p:graphicFrame>
        <p:nvGraphicFramePr>
          <p:cNvPr id="46387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9320425"/>
              </p:ext>
            </p:extLst>
          </p:nvPr>
        </p:nvGraphicFramePr>
        <p:xfrm>
          <a:off x="5330244" y="1819874"/>
          <a:ext cx="3134307" cy="1656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69720" imgH="698400" progId="Equation.DSMT4">
                  <p:embed/>
                </p:oleObj>
              </mc:Choice>
              <mc:Fallback>
                <p:oleObj name="Equation" r:id="rId2" imgW="126972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0244" y="1819874"/>
                        <a:ext cx="3134307" cy="16560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3876" name="Group 4"/>
          <p:cNvGrpSpPr>
            <a:grpSpLocks/>
          </p:cNvGrpSpPr>
          <p:nvPr/>
        </p:nvGrpSpPr>
        <p:grpSpPr bwMode="auto">
          <a:xfrm>
            <a:off x="7088188" y="3657601"/>
            <a:ext cx="2665412" cy="2265363"/>
            <a:chOff x="942" y="2352"/>
            <a:chExt cx="2034" cy="1728"/>
          </a:xfrm>
        </p:grpSpPr>
        <p:grpSp>
          <p:nvGrpSpPr>
            <p:cNvPr id="3088" name="Group 5"/>
            <p:cNvGrpSpPr>
              <a:grpSpLocks/>
            </p:cNvGrpSpPr>
            <p:nvPr/>
          </p:nvGrpSpPr>
          <p:grpSpPr bwMode="auto">
            <a:xfrm>
              <a:off x="1152" y="2352"/>
              <a:ext cx="1824" cy="1728"/>
              <a:chOff x="1152" y="2352"/>
              <a:chExt cx="1824" cy="1728"/>
            </a:xfrm>
          </p:grpSpPr>
          <p:sp>
            <p:nvSpPr>
              <p:cNvPr id="3093" name="Line 6"/>
              <p:cNvSpPr>
                <a:spLocks noChangeShapeType="1"/>
              </p:cNvSpPr>
              <p:nvPr/>
            </p:nvSpPr>
            <p:spPr bwMode="auto">
              <a:xfrm flipV="1">
                <a:off x="1632" y="2352"/>
                <a:ext cx="0" cy="124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94" name="Line 7"/>
              <p:cNvSpPr>
                <a:spLocks noChangeShapeType="1"/>
              </p:cNvSpPr>
              <p:nvPr/>
            </p:nvSpPr>
            <p:spPr bwMode="auto">
              <a:xfrm>
                <a:off x="1632" y="3600"/>
                <a:ext cx="134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95" name="Line 8"/>
              <p:cNvSpPr>
                <a:spLocks noChangeShapeType="1"/>
              </p:cNvSpPr>
              <p:nvPr/>
            </p:nvSpPr>
            <p:spPr bwMode="auto">
              <a:xfrm flipH="1">
                <a:off x="1152" y="3600"/>
                <a:ext cx="480" cy="4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3089" name="Object 9"/>
            <p:cNvGraphicFramePr>
              <a:graphicFrameLocks noChangeAspect="1"/>
            </p:cNvGraphicFramePr>
            <p:nvPr/>
          </p:nvGraphicFramePr>
          <p:xfrm>
            <a:off x="1632" y="3648"/>
            <a:ext cx="210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228600" imgH="241300" progId="Equation.3">
                    <p:embed/>
                  </p:oleObj>
                </mc:Choice>
                <mc:Fallback>
                  <p:oleObj name="公式" r:id="rId4" imgW="228600" imgH="2413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2" y="3648"/>
                          <a:ext cx="210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90" name="Object 10"/>
            <p:cNvGraphicFramePr>
              <a:graphicFrameLocks noChangeAspect="1"/>
            </p:cNvGraphicFramePr>
            <p:nvPr/>
          </p:nvGraphicFramePr>
          <p:xfrm>
            <a:off x="1388" y="2352"/>
            <a:ext cx="196" cy="2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215806" imgH="228501" progId="Equation.3">
                    <p:embed/>
                  </p:oleObj>
                </mc:Choice>
                <mc:Fallback>
                  <p:oleObj name="公式" r:id="rId6" imgW="215806" imgH="22850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8" y="2352"/>
                          <a:ext cx="196" cy="2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91" name="Object 11"/>
            <p:cNvGraphicFramePr>
              <a:graphicFrameLocks noChangeAspect="1"/>
            </p:cNvGraphicFramePr>
            <p:nvPr/>
          </p:nvGraphicFramePr>
          <p:xfrm>
            <a:off x="2736" y="3648"/>
            <a:ext cx="231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253780" imgH="317225" progId="Equation.3">
                    <p:embed/>
                  </p:oleObj>
                </mc:Choice>
                <mc:Fallback>
                  <p:oleObj name="公式" r:id="rId8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6" y="3648"/>
                          <a:ext cx="231" cy="2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92" name="Object 12"/>
            <p:cNvGraphicFramePr>
              <a:graphicFrameLocks noChangeAspect="1"/>
            </p:cNvGraphicFramePr>
            <p:nvPr/>
          </p:nvGraphicFramePr>
          <p:xfrm>
            <a:off x="942" y="3840"/>
            <a:ext cx="210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228600" imgH="241300" progId="Equation.3">
                    <p:embed/>
                  </p:oleObj>
                </mc:Choice>
                <mc:Fallback>
                  <p:oleObj name="公式" r:id="rId10" imgW="228600" imgH="2413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2" y="3840"/>
                          <a:ext cx="210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63885" name="Arc 13"/>
          <p:cNvSpPr>
            <a:spLocks/>
          </p:cNvSpPr>
          <p:nvPr/>
        </p:nvSpPr>
        <p:spPr bwMode="auto">
          <a:xfrm rot="21002579" flipV="1">
            <a:off x="8004176" y="3881439"/>
            <a:ext cx="1133475" cy="1133475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3886" name="Text Box 14"/>
          <p:cNvSpPr txBox="1">
            <a:spLocks noChangeArrowheads="1"/>
          </p:cNvSpPr>
          <p:nvPr/>
        </p:nvSpPr>
        <p:spPr bwMode="auto">
          <a:xfrm>
            <a:off x="2262540" y="3567114"/>
            <a:ext cx="464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dirty="0"/>
              <a:t>(1)</a:t>
            </a:r>
            <a:r>
              <a:rPr lang="zh-CN" altLang="en-US" sz="2800" dirty="0"/>
              <a:t>式中的三个函数均可导</a:t>
            </a:r>
            <a:r>
              <a:rPr lang="en-US" altLang="zh-CN" sz="2800" dirty="0"/>
              <a:t>.</a:t>
            </a:r>
          </a:p>
        </p:txBody>
      </p:sp>
      <p:sp>
        <p:nvSpPr>
          <p:cNvPr id="3079" name="Rectangle 15"/>
          <p:cNvSpPr>
            <a:spLocks noGrp="1" noChangeArrowheads="1"/>
          </p:cNvSpPr>
          <p:nvPr>
            <p:ph type="title"/>
          </p:nvPr>
        </p:nvSpPr>
        <p:spPr>
          <a:xfrm>
            <a:off x="2271132" y="1008760"/>
            <a:ext cx="6305551" cy="787819"/>
          </a:xfrm>
        </p:spPr>
        <p:txBody>
          <a:bodyPr>
            <a:normAutofit/>
          </a:bodyPr>
          <a:lstStyle/>
          <a:p>
            <a:pPr algn="l" eaLnBrk="1" hangingPunct="1"/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一、空间曲线的切线与法平面</a:t>
            </a:r>
          </a:p>
        </p:txBody>
      </p:sp>
      <p:grpSp>
        <p:nvGrpSpPr>
          <p:cNvPr id="463888" name="Group 16"/>
          <p:cNvGrpSpPr>
            <a:grpSpLocks/>
          </p:cNvGrpSpPr>
          <p:nvPr/>
        </p:nvGrpSpPr>
        <p:grpSpPr bwMode="auto">
          <a:xfrm>
            <a:off x="8405814" y="4933951"/>
            <a:ext cx="485775" cy="315913"/>
            <a:chOff x="4608" y="1728"/>
            <a:chExt cx="306" cy="199"/>
          </a:xfrm>
        </p:grpSpPr>
        <p:graphicFrame>
          <p:nvGraphicFramePr>
            <p:cNvPr id="3086" name="Object 17"/>
            <p:cNvGraphicFramePr>
              <a:graphicFrameLocks noChangeAspect="1"/>
            </p:cNvGraphicFramePr>
            <p:nvPr/>
          </p:nvGraphicFramePr>
          <p:xfrm>
            <a:off x="4704" y="1776"/>
            <a:ext cx="210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406048" imgH="291847" progId="Equation.3">
                    <p:embed/>
                  </p:oleObj>
                </mc:Choice>
                <mc:Fallback>
                  <p:oleObj name="公式" r:id="rId12" imgW="406048" imgH="29184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4" y="1776"/>
                          <a:ext cx="210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87" name="Object 18"/>
            <p:cNvGraphicFramePr>
              <a:graphicFrameLocks noChangeAspect="1"/>
            </p:cNvGraphicFramePr>
            <p:nvPr/>
          </p:nvGraphicFramePr>
          <p:xfrm>
            <a:off x="4608" y="1728"/>
            <a:ext cx="74" cy="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190417" imgH="203112" progId="Equation.3">
                    <p:embed/>
                  </p:oleObj>
                </mc:Choice>
                <mc:Fallback>
                  <p:oleObj name="公式" r:id="rId14" imgW="190417" imgH="20311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1728"/>
                          <a:ext cx="74" cy="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6389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9466801"/>
              </p:ext>
            </p:extLst>
          </p:nvPr>
        </p:nvGraphicFramePr>
        <p:xfrm>
          <a:off x="2271132" y="5027614"/>
          <a:ext cx="4186238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4191000" imgH="990600" progId="Equation.3">
                  <p:embed/>
                </p:oleObj>
              </mc:Choice>
              <mc:Fallback>
                <p:oleObj name="公式" r:id="rId16" imgW="4191000" imgH="990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1132" y="5027614"/>
                        <a:ext cx="4186238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389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3385786"/>
              </p:ext>
            </p:extLst>
          </p:nvPr>
        </p:nvGraphicFramePr>
        <p:xfrm>
          <a:off x="2338060" y="4335464"/>
          <a:ext cx="441960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4432300" imgH="444500" progId="Equation.3">
                  <p:embed/>
                </p:oleObj>
              </mc:Choice>
              <mc:Fallback>
                <p:oleObj name="公式" r:id="rId18" imgW="44323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8060" y="4335464"/>
                        <a:ext cx="441960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3893" name="Group 21"/>
          <p:cNvGrpSpPr>
            <a:grpSpLocks/>
          </p:cNvGrpSpPr>
          <p:nvPr/>
        </p:nvGrpSpPr>
        <p:grpSpPr bwMode="auto">
          <a:xfrm>
            <a:off x="8996363" y="3887789"/>
            <a:ext cx="609600" cy="261937"/>
            <a:chOff x="4560" y="2064"/>
            <a:chExt cx="384" cy="165"/>
          </a:xfrm>
        </p:grpSpPr>
        <p:graphicFrame>
          <p:nvGraphicFramePr>
            <p:cNvPr id="3084" name="Object 22"/>
            <p:cNvGraphicFramePr>
              <a:graphicFrameLocks noChangeAspect="1"/>
            </p:cNvGraphicFramePr>
            <p:nvPr/>
          </p:nvGraphicFramePr>
          <p:xfrm>
            <a:off x="4560" y="2143"/>
            <a:ext cx="74" cy="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190417" imgH="203112" progId="Equation.3">
                    <p:embed/>
                  </p:oleObj>
                </mc:Choice>
                <mc:Fallback>
                  <p:oleObj name="公式" r:id="rId20" imgW="190417" imgH="20311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2143"/>
                          <a:ext cx="74" cy="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85" name="Object 23"/>
            <p:cNvGraphicFramePr>
              <a:graphicFrameLocks noChangeAspect="1"/>
            </p:cNvGraphicFramePr>
            <p:nvPr/>
          </p:nvGraphicFramePr>
          <p:xfrm>
            <a:off x="4687" y="2064"/>
            <a:ext cx="257" cy="1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1" imgW="494870" imgH="317225" progId="Equation.3">
                    <p:embed/>
                  </p:oleObj>
                </mc:Choice>
                <mc:Fallback>
                  <p:oleObj name="公式" r:id="rId21" imgW="49487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7" y="2064"/>
                          <a:ext cx="257" cy="1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297041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463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63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1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75"/>
                                        <p:tgtEl>
                                          <p:spTgt spid="463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150"/>
                            </p:stCondLst>
                            <p:childTnLst>
                              <p:par>
                                <p:cTn id="17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463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65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63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63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63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63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63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3874" grpId="0" autoUpdateAnimBg="0"/>
      <p:bldP spid="463885" grpId="0" animBg="1"/>
      <p:bldP spid="463886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898" name="Text Box 2"/>
          <p:cNvSpPr txBox="1">
            <a:spLocks noChangeArrowheads="1"/>
          </p:cNvSpPr>
          <p:nvPr/>
        </p:nvSpPr>
        <p:spPr bwMode="auto">
          <a:xfrm>
            <a:off x="2362200" y="3429001"/>
            <a:ext cx="6705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/>
              <a:t>考察割线趋近于极限位置</a:t>
            </a:r>
            <a:r>
              <a:rPr lang="en-US" altLang="zh-CN" sz="2800"/>
              <a:t>——</a:t>
            </a:r>
            <a:r>
              <a:rPr lang="zh-CN" altLang="en-US" sz="2800"/>
              <a:t>切线的过程</a:t>
            </a:r>
          </a:p>
        </p:txBody>
      </p:sp>
      <p:graphicFrame>
        <p:nvGraphicFramePr>
          <p:cNvPr id="464899" name="Object 3"/>
          <p:cNvGraphicFramePr>
            <a:graphicFrameLocks noChangeAspect="1"/>
          </p:cNvGraphicFramePr>
          <p:nvPr/>
        </p:nvGraphicFramePr>
        <p:xfrm>
          <a:off x="2819400" y="1995488"/>
          <a:ext cx="3989388" cy="1052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657600" imgH="965200" progId="Equation.3">
                  <p:embed/>
                </p:oleObj>
              </mc:Choice>
              <mc:Fallback>
                <p:oleObj name="公式" r:id="rId2" imgW="36576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995488"/>
                        <a:ext cx="3989388" cy="1052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49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0956908"/>
              </p:ext>
            </p:extLst>
          </p:nvPr>
        </p:nvGraphicFramePr>
        <p:xfrm>
          <a:off x="5054600" y="5537633"/>
          <a:ext cx="508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508000" imgH="469900" progId="Equation.3">
                  <p:embed/>
                </p:oleObj>
              </mc:Choice>
              <mc:Fallback>
                <p:oleObj name="公式" r:id="rId4" imgW="5080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4600" y="5537633"/>
                        <a:ext cx="5080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490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065048"/>
              </p:ext>
            </p:extLst>
          </p:nvPr>
        </p:nvGraphicFramePr>
        <p:xfrm>
          <a:off x="3606800" y="5511656"/>
          <a:ext cx="508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08000" imgH="469900" progId="Equation.3">
                  <p:embed/>
                </p:oleObj>
              </mc:Choice>
              <mc:Fallback>
                <p:oleObj name="公式" r:id="rId6" imgW="5080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6800" y="5511656"/>
                        <a:ext cx="5080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490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5314984"/>
              </p:ext>
            </p:extLst>
          </p:nvPr>
        </p:nvGraphicFramePr>
        <p:xfrm>
          <a:off x="6410325" y="5540953"/>
          <a:ext cx="508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508000" imgH="469900" progId="Equation.3">
                  <p:embed/>
                </p:oleObj>
              </mc:Choice>
              <mc:Fallback>
                <p:oleObj name="公式" r:id="rId7" imgW="5080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0325" y="5540953"/>
                        <a:ext cx="5080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4903" name="Group 7"/>
          <p:cNvGrpSpPr>
            <a:grpSpLocks/>
          </p:cNvGrpSpPr>
          <p:nvPr/>
        </p:nvGrpSpPr>
        <p:grpSpPr bwMode="auto">
          <a:xfrm>
            <a:off x="2438400" y="4038601"/>
            <a:ext cx="3886200" cy="519113"/>
            <a:chOff x="576" y="2544"/>
            <a:chExt cx="2448" cy="327"/>
          </a:xfrm>
        </p:grpSpPr>
        <p:sp>
          <p:nvSpPr>
            <p:cNvPr id="4126" name="Text Box 8"/>
            <p:cNvSpPr txBox="1">
              <a:spLocks noChangeArrowheads="1"/>
            </p:cNvSpPr>
            <p:nvPr/>
          </p:nvSpPr>
          <p:spPr bwMode="auto">
            <a:xfrm>
              <a:off x="576" y="2544"/>
              <a:ext cx="244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/>
                <a:t>上式分母同除以</a:t>
              </a:r>
            </a:p>
          </p:txBody>
        </p:sp>
        <p:graphicFrame>
          <p:nvGraphicFramePr>
            <p:cNvPr id="4127" name="Object 9"/>
            <p:cNvGraphicFramePr>
              <a:graphicFrameLocks noChangeAspect="1"/>
            </p:cNvGraphicFramePr>
            <p:nvPr/>
          </p:nvGraphicFramePr>
          <p:xfrm>
            <a:off x="2236" y="2633"/>
            <a:ext cx="296" cy="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469696" imgH="355446" progId="Equation.3">
                    <p:embed/>
                  </p:oleObj>
                </mc:Choice>
                <mc:Fallback>
                  <p:oleObj name="公式" r:id="rId8" imgW="469696" imgH="35544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36" y="2633"/>
                          <a:ext cx="296" cy="2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104" name="Group 10"/>
          <p:cNvGrpSpPr>
            <a:grpSpLocks/>
          </p:cNvGrpSpPr>
          <p:nvPr/>
        </p:nvGrpSpPr>
        <p:grpSpPr bwMode="auto">
          <a:xfrm>
            <a:off x="7086601" y="1087438"/>
            <a:ext cx="2665413" cy="2265362"/>
            <a:chOff x="942" y="2352"/>
            <a:chExt cx="2034" cy="1728"/>
          </a:xfrm>
        </p:grpSpPr>
        <p:grpSp>
          <p:nvGrpSpPr>
            <p:cNvPr id="4118" name="Group 11"/>
            <p:cNvGrpSpPr>
              <a:grpSpLocks/>
            </p:cNvGrpSpPr>
            <p:nvPr/>
          </p:nvGrpSpPr>
          <p:grpSpPr bwMode="auto">
            <a:xfrm>
              <a:off x="1152" y="2352"/>
              <a:ext cx="1824" cy="1728"/>
              <a:chOff x="1152" y="2352"/>
              <a:chExt cx="1824" cy="1728"/>
            </a:xfrm>
          </p:grpSpPr>
          <p:sp>
            <p:nvSpPr>
              <p:cNvPr id="4123" name="Line 12"/>
              <p:cNvSpPr>
                <a:spLocks noChangeShapeType="1"/>
              </p:cNvSpPr>
              <p:nvPr/>
            </p:nvSpPr>
            <p:spPr bwMode="auto">
              <a:xfrm flipV="1">
                <a:off x="1632" y="2352"/>
                <a:ext cx="0" cy="124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24" name="Line 13"/>
              <p:cNvSpPr>
                <a:spLocks noChangeShapeType="1"/>
              </p:cNvSpPr>
              <p:nvPr/>
            </p:nvSpPr>
            <p:spPr bwMode="auto">
              <a:xfrm>
                <a:off x="1632" y="3600"/>
                <a:ext cx="134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25" name="Line 14"/>
              <p:cNvSpPr>
                <a:spLocks noChangeShapeType="1"/>
              </p:cNvSpPr>
              <p:nvPr/>
            </p:nvSpPr>
            <p:spPr bwMode="auto">
              <a:xfrm flipH="1">
                <a:off x="1152" y="3600"/>
                <a:ext cx="480" cy="4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4119" name="Object 15"/>
            <p:cNvGraphicFramePr>
              <a:graphicFrameLocks noChangeAspect="1"/>
            </p:cNvGraphicFramePr>
            <p:nvPr/>
          </p:nvGraphicFramePr>
          <p:xfrm>
            <a:off x="1632" y="3648"/>
            <a:ext cx="210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228600" imgH="241300" progId="Equation.3">
                    <p:embed/>
                  </p:oleObj>
                </mc:Choice>
                <mc:Fallback>
                  <p:oleObj name="公式" r:id="rId10" imgW="228600" imgH="2413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2" y="3648"/>
                          <a:ext cx="210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20" name="Object 16"/>
            <p:cNvGraphicFramePr>
              <a:graphicFrameLocks noChangeAspect="1"/>
            </p:cNvGraphicFramePr>
            <p:nvPr/>
          </p:nvGraphicFramePr>
          <p:xfrm>
            <a:off x="1388" y="2352"/>
            <a:ext cx="196" cy="2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215806" imgH="228501" progId="Equation.3">
                    <p:embed/>
                  </p:oleObj>
                </mc:Choice>
                <mc:Fallback>
                  <p:oleObj name="公式" r:id="rId12" imgW="215806" imgH="22850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8" y="2352"/>
                          <a:ext cx="196" cy="2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21" name="Object 17"/>
            <p:cNvGraphicFramePr>
              <a:graphicFrameLocks noChangeAspect="1"/>
            </p:cNvGraphicFramePr>
            <p:nvPr/>
          </p:nvGraphicFramePr>
          <p:xfrm>
            <a:off x="2736" y="3648"/>
            <a:ext cx="231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253780" imgH="317225" progId="Equation.3">
                    <p:embed/>
                  </p:oleObj>
                </mc:Choice>
                <mc:Fallback>
                  <p:oleObj name="公式" r:id="rId14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6" y="3648"/>
                          <a:ext cx="231" cy="2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22" name="Object 18"/>
            <p:cNvGraphicFramePr>
              <a:graphicFrameLocks noChangeAspect="1"/>
            </p:cNvGraphicFramePr>
            <p:nvPr/>
          </p:nvGraphicFramePr>
          <p:xfrm>
            <a:off x="942" y="3840"/>
            <a:ext cx="210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228600" imgH="241300" progId="Equation.3">
                    <p:embed/>
                  </p:oleObj>
                </mc:Choice>
                <mc:Fallback>
                  <p:oleObj name="公式" r:id="rId16" imgW="228600" imgH="2413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2" y="3840"/>
                          <a:ext cx="210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05" name="Arc 19"/>
          <p:cNvSpPr>
            <a:spLocks/>
          </p:cNvSpPr>
          <p:nvPr/>
        </p:nvSpPr>
        <p:spPr bwMode="auto">
          <a:xfrm rot="21002579" flipV="1">
            <a:off x="8075614" y="1214439"/>
            <a:ext cx="1133475" cy="1133475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4916" name="Line 20"/>
          <p:cNvSpPr>
            <a:spLocks noChangeShapeType="1"/>
          </p:cNvSpPr>
          <p:nvPr/>
        </p:nvSpPr>
        <p:spPr bwMode="auto">
          <a:xfrm flipH="1">
            <a:off x="8377238" y="1066800"/>
            <a:ext cx="914400" cy="1447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4917" name="Line 21"/>
          <p:cNvSpPr>
            <a:spLocks noChangeShapeType="1"/>
          </p:cNvSpPr>
          <p:nvPr/>
        </p:nvSpPr>
        <p:spPr bwMode="auto">
          <a:xfrm rot="805010" flipV="1">
            <a:off x="8207376" y="1912938"/>
            <a:ext cx="1069975" cy="6921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108" name="Group 22"/>
          <p:cNvGrpSpPr>
            <a:grpSpLocks/>
          </p:cNvGrpSpPr>
          <p:nvPr/>
        </p:nvGrpSpPr>
        <p:grpSpPr bwMode="auto">
          <a:xfrm>
            <a:off x="8477251" y="2266951"/>
            <a:ext cx="485775" cy="315913"/>
            <a:chOff x="4608" y="1728"/>
            <a:chExt cx="306" cy="199"/>
          </a:xfrm>
        </p:grpSpPr>
        <p:graphicFrame>
          <p:nvGraphicFramePr>
            <p:cNvPr id="4116" name="Object 23"/>
            <p:cNvGraphicFramePr>
              <a:graphicFrameLocks noChangeAspect="1"/>
            </p:cNvGraphicFramePr>
            <p:nvPr/>
          </p:nvGraphicFramePr>
          <p:xfrm>
            <a:off x="4704" y="1776"/>
            <a:ext cx="210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406048" imgH="291847" progId="Equation.3">
                    <p:embed/>
                  </p:oleObj>
                </mc:Choice>
                <mc:Fallback>
                  <p:oleObj name="公式" r:id="rId18" imgW="406048" imgH="29184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4" y="1776"/>
                          <a:ext cx="210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17" name="Object 24"/>
            <p:cNvGraphicFramePr>
              <a:graphicFrameLocks noChangeAspect="1"/>
            </p:cNvGraphicFramePr>
            <p:nvPr/>
          </p:nvGraphicFramePr>
          <p:xfrm>
            <a:off x="4608" y="1728"/>
            <a:ext cx="74" cy="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190417" imgH="203112" progId="Equation.3">
                    <p:embed/>
                  </p:oleObj>
                </mc:Choice>
                <mc:Fallback>
                  <p:oleObj name="公式" r:id="rId20" imgW="190417" imgH="20311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1728"/>
                          <a:ext cx="74" cy="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109" name="Group 25"/>
          <p:cNvGrpSpPr>
            <a:grpSpLocks/>
          </p:cNvGrpSpPr>
          <p:nvPr/>
        </p:nvGrpSpPr>
        <p:grpSpPr bwMode="auto">
          <a:xfrm>
            <a:off x="9067800" y="1220789"/>
            <a:ext cx="609600" cy="261937"/>
            <a:chOff x="4560" y="2064"/>
            <a:chExt cx="384" cy="165"/>
          </a:xfrm>
        </p:grpSpPr>
        <p:graphicFrame>
          <p:nvGraphicFramePr>
            <p:cNvPr id="4114" name="Object 26"/>
            <p:cNvGraphicFramePr>
              <a:graphicFrameLocks noChangeAspect="1"/>
            </p:cNvGraphicFramePr>
            <p:nvPr/>
          </p:nvGraphicFramePr>
          <p:xfrm>
            <a:off x="4560" y="2143"/>
            <a:ext cx="74" cy="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190417" imgH="203112" progId="Equation.3">
                    <p:embed/>
                  </p:oleObj>
                </mc:Choice>
                <mc:Fallback>
                  <p:oleObj name="公式" r:id="rId22" imgW="190417" imgH="20311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2143"/>
                          <a:ext cx="74" cy="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15" name="Object 27"/>
            <p:cNvGraphicFramePr>
              <a:graphicFrameLocks noChangeAspect="1"/>
            </p:cNvGraphicFramePr>
            <p:nvPr/>
          </p:nvGraphicFramePr>
          <p:xfrm>
            <a:off x="4687" y="2064"/>
            <a:ext cx="257" cy="1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3" imgW="494870" imgH="317225" progId="Equation.3">
                    <p:embed/>
                  </p:oleObj>
                </mc:Choice>
                <mc:Fallback>
                  <p:oleObj name="公式" r:id="rId23" imgW="49487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7" y="2064"/>
                          <a:ext cx="257" cy="1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110" name="Group 28"/>
          <p:cNvGrpSpPr>
            <a:grpSpLocks/>
          </p:cNvGrpSpPr>
          <p:nvPr/>
        </p:nvGrpSpPr>
        <p:grpSpPr bwMode="auto">
          <a:xfrm>
            <a:off x="2438400" y="1219201"/>
            <a:ext cx="3352800" cy="519113"/>
            <a:chOff x="576" y="768"/>
            <a:chExt cx="2112" cy="327"/>
          </a:xfrm>
        </p:grpSpPr>
        <p:sp>
          <p:nvSpPr>
            <p:cNvPr id="4112" name="Text Box 29"/>
            <p:cNvSpPr txBox="1">
              <a:spLocks noChangeArrowheads="1"/>
            </p:cNvSpPr>
            <p:nvPr/>
          </p:nvSpPr>
          <p:spPr bwMode="auto">
            <a:xfrm>
              <a:off x="576" y="768"/>
              <a:ext cx="21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/>
                <a:t>割线           的方程为</a:t>
              </a:r>
              <a:endParaRPr lang="zh-CN" altLang="en-US" sz="2800" b="0"/>
            </a:p>
          </p:txBody>
        </p:sp>
        <p:graphicFrame>
          <p:nvGraphicFramePr>
            <p:cNvPr id="4113" name="Object 30"/>
            <p:cNvGraphicFramePr>
              <a:graphicFrameLocks noChangeAspect="1"/>
            </p:cNvGraphicFramePr>
            <p:nvPr/>
          </p:nvGraphicFramePr>
          <p:xfrm>
            <a:off x="1116" y="828"/>
            <a:ext cx="511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5" imgW="812447" imgH="317362" progId="Equation.3">
                    <p:embed/>
                  </p:oleObj>
                </mc:Choice>
                <mc:Fallback>
                  <p:oleObj name="公式" r:id="rId25" imgW="812447" imgH="31736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6" y="828"/>
                          <a:ext cx="511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64927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8900950"/>
              </p:ext>
            </p:extLst>
          </p:nvPr>
        </p:nvGraphicFramePr>
        <p:xfrm>
          <a:off x="3355181" y="4619193"/>
          <a:ext cx="3906838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7" imgW="3581400" imgH="914400" progId="Equation.3">
                  <p:embed/>
                </p:oleObj>
              </mc:Choice>
              <mc:Fallback>
                <p:oleObj name="公式" r:id="rId27" imgW="35814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5181" y="4619193"/>
                        <a:ext cx="3906838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19962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4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64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"/>
                                        <p:tgtEl>
                                          <p:spTgt spid="464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35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64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64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64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464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464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64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4898" grpId="0" autoUpdateAnimBg="0"/>
      <p:bldP spid="464916" grpId="0" animBg="1"/>
      <p:bldP spid="4649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2" name="Object 2"/>
          <p:cNvGraphicFramePr>
            <a:graphicFrameLocks noChangeAspect="1"/>
          </p:cNvGraphicFramePr>
          <p:nvPr/>
        </p:nvGraphicFramePr>
        <p:xfrm>
          <a:off x="2667000" y="941388"/>
          <a:ext cx="36957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695700" imgH="431800" progId="Equation.3">
                  <p:embed/>
                </p:oleObj>
              </mc:Choice>
              <mc:Fallback>
                <p:oleObj name="公式" r:id="rId2" imgW="36957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941388"/>
                        <a:ext cx="3695700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5923" name="Text Box 3"/>
          <p:cNvSpPr txBox="1">
            <a:spLocks noChangeArrowheads="1"/>
          </p:cNvSpPr>
          <p:nvPr/>
        </p:nvSpPr>
        <p:spPr bwMode="auto">
          <a:xfrm>
            <a:off x="2514600" y="1524001"/>
            <a:ext cx="4724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/>
              <a:t>曲线在</a:t>
            </a:r>
            <a:r>
              <a:rPr lang="en-US" altLang="zh-CN" sz="2800"/>
              <a:t>M</a:t>
            </a:r>
            <a:r>
              <a:rPr lang="zh-CN" altLang="en-US" sz="2800"/>
              <a:t>处的切线方程</a:t>
            </a:r>
            <a:endParaRPr lang="zh-CN" altLang="en-US" sz="2800" b="0"/>
          </a:p>
        </p:txBody>
      </p:sp>
      <p:graphicFrame>
        <p:nvGraphicFramePr>
          <p:cNvPr id="4659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7827449"/>
              </p:ext>
            </p:extLst>
          </p:nvPr>
        </p:nvGraphicFramePr>
        <p:xfrm>
          <a:off x="3581401" y="2043114"/>
          <a:ext cx="4317024" cy="11874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12800" imgH="444240" progId="Equation.DSMT4">
                  <p:embed/>
                </p:oleObj>
              </mc:Choice>
              <mc:Fallback>
                <p:oleObj name="Equation" r:id="rId4" imgW="16128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1" y="2043114"/>
                        <a:ext cx="4317024" cy="11874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5925" name="Text Box 5"/>
          <p:cNvSpPr txBox="1">
            <a:spLocks noChangeArrowheads="1"/>
          </p:cNvSpPr>
          <p:nvPr/>
        </p:nvSpPr>
        <p:spPr bwMode="auto">
          <a:xfrm>
            <a:off x="2514600" y="3429001"/>
            <a:ext cx="7696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/>
              <a:t>切向量：切线的方向向量称为曲线的切向量</a:t>
            </a:r>
            <a:r>
              <a:rPr lang="en-US" altLang="zh-CN" sz="2800" dirty="0"/>
              <a:t>.  </a:t>
            </a:r>
            <a:endParaRPr lang="en-US" altLang="zh-CN" sz="2800" b="0" dirty="0"/>
          </a:p>
        </p:txBody>
      </p:sp>
      <p:graphicFrame>
        <p:nvGraphicFramePr>
          <p:cNvPr id="46592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6252944"/>
              </p:ext>
            </p:extLst>
          </p:nvPr>
        </p:nvGraphicFramePr>
        <p:xfrm>
          <a:off x="3548352" y="3981654"/>
          <a:ext cx="4350073" cy="7109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25400" imgH="266400" progId="Equation.DSMT4">
                  <p:embed/>
                </p:oleObj>
              </mc:Choice>
              <mc:Fallback>
                <p:oleObj name="Equation" r:id="rId6" imgW="162540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8352" y="3981654"/>
                        <a:ext cx="4350073" cy="7109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5927" name="Text Box 7"/>
          <p:cNvSpPr txBox="1">
            <a:spLocks noChangeArrowheads="1"/>
          </p:cNvSpPr>
          <p:nvPr/>
        </p:nvSpPr>
        <p:spPr bwMode="auto">
          <a:xfrm>
            <a:off x="2438400" y="4891088"/>
            <a:ext cx="6858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/>
              <a:t>法平面：过</a:t>
            </a:r>
            <a:r>
              <a:rPr lang="en-US" altLang="zh-CN" sz="2800" i="1" dirty="0"/>
              <a:t>M</a:t>
            </a:r>
            <a:r>
              <a:rPr lang="zh-CN" altLang="en-US" sz="2800" dirty="0"/>
              <a:t>点且与切线垂直的平面</a:t>
            </a:r>
            <a:r>
              <a:rPr lang="en-US" altLang="zh-CN" sz="2800" dirty="0"/>
              <a:t>.</a:t>
            </a:r>
          </a:p>
        </p:txBody>
      </p:sp>
      <p:graphicFrame>
        <p:nvGraphicFramePr>
          <p:cNvPr id="46592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9552421"/>
              </p:ext>
            </p:extLst>
          </p:nvPr>
        </p:nvGraphicFramePr>
        <p:xfrm>
          <a:off x="2514600" y="5479823"/>
          <a:ext cx="8021969" cy="598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060360" imgH="228600" progId="Equation.DSMT4">
                  <p:embed/>
                </p:oleObj>
              </mc:Choice>
              <mc:Fallback>
                <p:oleObj name="Equation" r:id="rId8" imgW="30603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5479823"/>
                        <a:ext cx="8021969" cy="5987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867794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465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65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"/>
                                        <p:tgtEl>
                                          <p:spTgt spid="465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65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75"/>
                                        <p:tgtEl>
                                          <p:spTgt spid="465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275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65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5923" grpId="0" autoUpdateAnimBg="0"/>
      <p:bldP spid="465925" grpId="0" autoUpdateAnimBg="0"/>
      <p:bldP spid="465927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304571"/>
              </p:ext>
            </p:extLst>
          </p:nvPr>
        </p:nvGraphicFramePr>
        <p:xfrm>
          <a:off x="2219325" y="515938"/>
          <a:ext cx="7482024" cy="1362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693836" imgH="1386684" progId="Word.Document.8">
                  <p:embed/>
                </p:oleObj>
              </mc:Choice>
              <mc:Fallback>
                <p:oleObj name="Document" r:id="rId2" imgW="7693836" imgH="138668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9325" y="515938"/>
                        <a:ext cx="7482024" cy="1362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2219325" y="2044446"/>
            <a:ext cx="68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46694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0523210"/>
              </p:ext>
            </p:extLst>
          </p:nvPr>
        </p:nvGraphicFramePr>
        <p:xfrm>
          <a:off x="3225800" y="2024857"/>
          <a:ext cx="187325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4" imgW="1865560" imgH="601942" progId="Word.Document.8">
                  <p:embed/>
                </p:oleObj>
              </mc:Choice>
              <mc:Fallback>
                <p:oleObj name="文档" r:id="rId4" imgW="1865560" imgH="60194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5800" y="2024857"/>
                        <a:ext cx="1873250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4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3880247"/>
              </p:ext>
            </p:extLst>
          </p:nvPr>
        </p:nvGraphicFramePr>
        <p:xfrm>
          <a:off x="4934790" y="2136775"/>
          <a:ext cx="26035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603500" imgH="393700" progId="Equation.3">
                  <p:embed/>
                </p:oleObj>
              </mc:Choice>
              <mc:Fallback>
                <p:oleObj name="公式" r:id="rId6" imgW="26035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4790" y="2136775"/>
                        <a:ext cx="26035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5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4451477"/>
              </p:ext>
            </p:extLst>
          </p:nvPr>
        </p:nvGraphicFramePr>
        <p:xfrm>
          <a:off x="2997200" y="2726531"/>
          <a:ext cx="18669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866900" imgH="482600" progId="Equation.3">
                  <p:embed/>
                </p:oleObj>
              </mc:Choice>
              <mc:Fallback>
                <p:oleObj name="公式" r:id="rId8" imgW="18669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7200" y="2726531"/>
                        <a:ext cx="186690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5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2423127"/>
              </p:ext>
            </p:extLst>
          </p:nvPr>
        </p:nvGraphicFramePr>
        <p:xfrm>
          <a:off x="4972050" y="2787396"/>
          <a:ext cx="27305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730500" imgH="431800" progId="Equation.3">
                  <p:embed/>
                </p:oleObj>
              </mc:Choice>
              <mc:Fallback>
                <p:oleObj name="公式" r:id="rId10" imgW="27305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2050" y="2787396"/>
                        <a:ext cx="2730500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5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4509960"/>
              </p:ext>
            </p:extLst>
          </p:nvPr>
        </p:nvGraphicFramePr>
        <p:xfrm>
          <a:off x="7881668" y="2774696"/>
          <a:ext cx="133350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333500" imgH="444500" progId="Equation.3">
                  <p:embed/>
                </p:oleObj>
              </mc:Choice>
              <mc:Fallback>
                <p:oleObj name="公式" r:id="rId12" imgW="13335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1668" y="2774696"/>
                        <a:ext cx="133350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53" name="Object 9"/>
          <p:cNvGraphicFramePr>
            <a:graphicFrameLocks noChangeAspect="1"/>
          </p:cNvGraphicFramePr>
          <p:nvPr/>
        </p:nvGraphicFramePr>
        <p:xfrm>
          <a:off x="3200400" y="3633788"/>
          <a:ext cx="419100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418918" imgH="253890" progId="Equation.3">
                  <p:embed/>
                </p:oleObj>
              </mc:Choice>
              <mc:Fallback>
                <p:oleObj name="公式" r:id="rId14" imgW="418918" imgH="25389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3633788"/>
                        <a:ext cx="419100" cy="252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54" name="Object 10"/>
          <p:cNvGraphicFramePr>
            <a:graphicFrameLocks noChangeAspect="1"/>
          </p:cNvGraphicFramePr>
          <p:nvPr/>
        </p:nvGraphicFramePr>
        <p:xfrm>
          <a:off x="3727450" y="3544888"/>
          <a:ext cx="13716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371600" imgH="406400" progId="Equation.3">
                  <p:embed/>
                </p:oleObj>
              </mc:Choice>
              <mc:Fallback>
                <p:oleObj name="公式" r:id="rId16" imgW="13716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7450" y="3544888"/>
                        <a:ext cx="137160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55" name="Object 11"/>
          <p:cNvGraphicFramePr>
            <a:graphicFrameLocks noChangeAspect="1"/>
          </p:cNvGraphicFramePr>
          <p:nvPr/>
        </p:nvGraphicFramePr>
        <p:xfrm>
          <a:off x="5461000" y="3505201"/>
          <a:ext cx="13970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396394" imgH="406224" progId="Equation.3">
                  <p:embed/>
                </p:oleObj>
              </mc:Choice>
              <mc:Fallback>
                <p:oleObj name="公式" r:id="rId18" imgW="1396394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1000" y="3505201"/>
                        <a:ext cx="139700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56" name="Object 12"/>
          <p:cNvGraphicFramePr>
            <a:graphicFrameLocks noChangeAspect="1"/>
          </p:cNvGraphicFramePr>
          <p:nvPr/>
        </p:nvGraphicFramePr>
        <p:xfrm>
          <a:off x="7112000" y="3505201"/>
          <a:ext cx="13462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345616" imgH="406224" progId="Equation.3">
                  <p:embed/>
                </p:oleObj>
              </mc:Choice>
              <mc:Fallback>
                <p:oleObj name="公式" r:id="rId20" imgW="1345616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2000" y="3505201"/>
                        <a:ext cx="134620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6957" name="Rectangle 13"/>
          <p:cNvSpPr>
            <a:spLocks noChangeArrowheads="1"/>
          </p:cNvSpPr>
          <p:nvPr/>
        </p:nvSpPr>
        <p:spPr bwMode="auto">
          <a:xfrm>
            <a:off x="2743200" y="4205288"/>
            <a:ext cx="16192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/>
              <a:t>切线方程</a:t>
            </a:r>
          </a:p>
        </p:txBody>
      </p:sp>
      <p:graphicFrame>
        <p:nvGraphicFramePr>
          <p:cNvPr id="466958" name="Object 14"/>
          <p:cNvGraphicFramePr>
            <a:graphicFrameLocks noChangeAspect="1"/>
          </p:cNvGraphicFramePr>
          <p:nvPr/>
        </p:nvGraphicFramePr>
        <p:xfrm>
          <a:off x="4576764" y="4129088"/>
          <a:ext cx="2960687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3098800" imgH="838200" progId="Equation.3">
                  <p:embed/>
                </p:oleObj>
              </mc:Choice>
              <mc:Fallback>
                <p:oleObj name="公式" r:id="rId22" imgW="30988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6764" y="4129088"/>
                        <a:ext cx="2960687" cy="798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6959" name="Rectangle 15"/>
          <p:cNvSpPr>
            <a:spLocks noChangeArrowheads="1"/>
          </p:cNvSpPr>
          <p:nvPr/>
        </p:nvSpPr>
        <p:spPr bwMode="auto">
          <a:xfrm>
            <a:off x="2438400" y="5029201"/>
            <a:ext cx="213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法平面方程</a:t>
            </a:r>
          </a:p>
        </p:txBody>
      </p:sp>
      <p:graphicFrame>
        <p:nvGraphicFramePr>
          <p:cNvPr id="466960" name="Object 16"/>
          <p:cNvGraphicFramePr>
            <a:graphicFrameLocks noChangeAspect="1"/>
          </p:cNvGraphicFramePr>
          <p:nvPr/>
        </p:nvGraphicFramePr>
        <p:xfrm>
          <a:off x="4629150" y="5111751"/>
          <a:ext cx="38227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3822700" imgH="393700" progId="Equation.3">
                  <p:embed/>
                </p:oleObj>
              </mc:Choice>
              <mc:Fallback>
                <p:oleObj name="公式" r:id="rId24" imgW="38227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9150" y="5111751"/>
                        <a:ext cx="38227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61" name="Object 17"/>
          <p:cNvGraphicFramePr>
            <a:graphicFrameLocks noChangeAspect="1"/>
          </p:cNvGraphicFramePr>
          <p:nvPr/>
        </p:nvGraphicFramePr>
        <p:xfrm>
          <a:off x="4724400" y="5753100"/>
          <a:ext cx="3225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3225800" imgH="419100" progId="Equation.3">
                  <p:embed/>
                </p:oleObj>
              </mc:Choice>
              <mc:Fallback>
                <p:oleObj name="公式" r:id="rId26" imgW="32258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5753100"/>
                        <a:ext cx="32258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2076762" y="636123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286961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6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66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66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66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66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66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66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66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66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66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66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66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66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66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/>
      <p:bldP spid="466957" grpId="0" autoUpdateAnimBg="0"/>
      <p:bldP spid="466959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7970" name="Group 2"/>
          <p:cNvGrpSpPr>
            <a:grpSpLocks/>
          </p:cNvGrpSpPr>
          <p:nvPr/>
        </p:nvGrpSpPr>
        <p:grpSpPr bwMode="auto">
          <a:xfrm>
            <a:off x="8153400" y="3200400"/>
            <a:ext cx="1828800" cy="2819400"/>
            <a:chOff x="4224" y="912"/>
            <a:chExt cx="1152" cy="1776"/>
          </a:xfrm>
        </p:grpSpPr>
        <p:graphicFrame>
          <p:nvGraphicFramePr>
            <p:cNvPr id="7201" name="Object 3"/>
            <p:cNvGraphicFramePr>
              <a:graphicFrameLocks noChangeAspect="1"/>
            </p:cNvGraphicFramePr>
            <p:nvPr/>
          </p:nvGraphicFramePr>
          <p:xfrm>
            <a:off x="4338" y="936"/>
            <a:ext cx="1038" cy="16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MP 图象" r:id="rId3" imgW="1647619" imgH="2629267" progId="Paint.Picture">
                    <p:embed/>
                  </p:oleObj>
                </mc:Choice>
                <mc:Fallback>
                  <p:oleObj name="BMP 图象" r:id="rId3" imgW="1647619" imgH="2629267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8" y="936"/>
                          <a:ext cx="1038" cy="16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02" name="Object 4"/>
            <p:cNvGraphicFramePr>
              <a:graphicFrameLocks noChangeAspect="1"/>
            </p:cNvGraphicFramePr>
            <p:nvPr/>
          </p:nvGraphicFramePr>
          <p:xfrm>
            <a:off x="4803" y="912"/>
            <a:ext cx="136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71428" imgH="171334" progId="Equation.3">
                    <p:embed/>
                  </p:oleObj>
                </mc:Choice>
                <mc:Fallback>
                  <p:oleObj name="Equation" r:id="rId5" imgW="171428" imgH="17133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3" y="912"/>
                          <a:ext cx="136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03" name="Object 5"/>
            <p:cNvGraphicFramePr>
              <a:graphicFrameLocks noChangeAspect="1"/>
            </p:cNvGraphicFramePr>
            <p:nvPr/>
          </p:nvGraphicFramePr>
          <p:xfrm>
            <a:off x="5224" y="2488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90514" imgH="266558" progId="Equation.3">
                    <p:embed/>
                  </p:oleObj>
                </mc:Choice>
                <mc:Fallback>
                  <p:oleObj name="Equation" r:id="rId7" imgW="190514" imgH="26655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24" y="2488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04" name="Object 6"/>
            <p:cNvGraphicFramePr>
              <a:graphicFrameLocks noChangeAspect="1"/>
            </p:cNvGraphicFramePr>
            <p:nvPr/>
          </p:nvGraphicFramePr>
          <p:xfrm>
            <a:off x="4224" y="2496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81145" imgH="190449" progId="Equation.3">
                    <p:embed/>
                  </p:oleObj>
                </mc:Choice>
                <mc:Fallback>
                  <p:oleObj name="Equation" r:id="rId9" imgW="181145" imgH="19044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2496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05" name="Object 7"/>
            <p:cNvGraphicFramePr>
              <a:graphicFrameLocks noChangeAspect="1"/>
            </p:cNvGraphicFramePr>
            <p:nvPr/>
          </p:nvGraphicFramePr>
          <p:xfrm>
            <a:off x="4656" y="2154"/>
            <a:ext cx="136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71428" imgH="190449" progId="Equation.3">
                    <p:embed/>
                  </p:oleObj>
                </mc:Choice>
                <mc:Fallback>
                  <p:oleObj name="Equation" r:id="rId11" imgW="171428" imgH="19044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2154"/>
                          <a:ext cx="136" cy="1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171" name="Rectangle 8"/>
          <p:cNvSpPr>
            <a:spLocks noGrp="1" noChangeArrowheads="1"/>
          </p:cNvSpPr>
          <p:nvPr>
            <p:ph type="title"/>
          </p:nvPr>
        </p:nvSpPr>
        <p:spPr>
          <a:xfrm>
            <a:off x="2133600" y="381000"/>
            <a:ext cx="838200" cy="609600"/>
          </a:xfrm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2.</a:t>
            </a:r>
          </a:p>
        </p:txBody>
      </p:sp>
      <p:sp>
        <p:nvSpPr>
          <p:cNvPr id="7172" name="Text Box 9"/>
          <p:cNvSpPr txBox="1">
            <a:spLocks noChangeArrowheads="1"/>
          </p:cNvSpPr>
          <p:nvPr/>
        </p:nvSpPr>
        <p:spPr bwMode="auto">
          <a:xfrm>
            <a:off x="2970213" y="457201"/>
            <a:ext cx="2667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求圆柱螺旋线                                                          </a:t>
            </a:r>
          </a:p>
        </p:txBody>
      </p:sp>
      <p:graphicFrame>
        <p:nvGraphicFramePr>
          <p:cNvPr id="7173" name="Object 10"/>
          <p:cNvGraphicFramePr>
            <a:graphicFrameLocks noChangeAspect="1"/>
          </p:cNvGraphicFramePr>
          <p:nvPr/>
        </p:nvGraphicFramePr>
        <p:xfrm>
          <a:off x="5297488" y="539750"/>
          <a:ext cx="453231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4486286" imgH="343016" progId="Equation.3">
                  <p:embed/>
                </p:oleObj>
              </mc:Choice>
              <mc:Fallback>
                <p:oleObj name="公式" r:id="rId13" imgW="4486286" imgH="34301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7488" y="539750"/>
                        <a:ext cx="4532312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7979" name="Object 11"/>
          <p:cNvGraphicFramePr>
            <a:graphicFrameLocks noChangeAspect="1"/>
          </p:cNvGraphicFramePr>
          <p:nvPr/>
        </p:nvGraphicFramePr>
        <p:xfrm>
          <a:off x="2135188" y="981075"/>
          <a:ext cx="8128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762058" imgH="476121" progId="Equation.3">
                  <p:embed/>
                </p:oleObj>
              </mc:Choice>
              <mc:Fallback>
                <p:oleObj name="公式" r:id="rId15" imgW="762058" imgH="47612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8" y="981075"/>
                        <a:ext cx="8128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7980" name="Text Box 12"/>
          <p:cNvSpPr txBox="1">
            <a:spLocks noChangeArrowheads="1"/>
          </p:cNvSpPr>
          <p:nvPr/>
        </p:nvSpPr>
        <p:spPr bwMode="auto">
          <a:xfrm>
            <a:off x="2819400" y="1004888"/>
            <a:ext cx="5715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对应点处的切线方程和法平面方程</a:t>
            </a:r>
            <a:r>
              <a:rPr lang="en-US" altLang="zh-CN" sz="2800">
                <a:ea typeface="楷体_GB2312" pitchFamily="49" charset="-122"/>
              </a:rPr>
              <a:t>.</a:t>
            </a:r>
          </a:p>
        </p:txBody>
      </p:sp>
      <p:graphicFrame>
        <p:nvGraphicFramePr>
          <p:cNvPr id="467981" name="Object 13"/>
          <p:cNvGraphicFramePr>
            <a:graphicFrameLocks noChangeAspect="1"/>
          </p:cNvGraphicFramePr>
          <p:nvPr/>
        </p:nvGraphicFramePr>
        <p:xfrm>
          <a:off x="8629650" y="1625600"/>
          <a:ext cx="16129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1561941" imgH="476121" progId="Equation.3">
                  <p:embed/>
                </p:oleObj>
              </mc:Choice>
              <mc:Fallback>
                <p:oleObj name="公式" r:id="rId17" imgW="1561941" imgH="47612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29650" y="1625600"/>
                        <a:ext cx="16129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7982" name="Text Box 14"/>
          <p:cNvSpPr txBox="1">
            <a:spLocks noChangeArrowheads="1"/>
          </p:cNvSpPr>
          <p:nvPr/>
        </p:nvSpPr>
        <p:spPr bwMode="auto">
          <a:xfrm>
            <a:off x="2136776" y="2971801"/>
            <a:ext cx="16732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切线方程</a:t>
            </a:r>
          </a:p>
        </p:txBody>
      </p:sp>
      <p:graphicFrame>
        <p:nvGraphicFramePr>
          <p:cNvPr id="467983" name="Object 15"/>
          <p:cNvGraphicFramePr>
            <a:graphicFrameLocks noChangeAspect="1"/>
          </p:cNvGraphicFramePr>
          <p:nvPr/>
        </p:nvGraphicFramePr>
        <p:xfrm>
          <a:off x="3863975" y="2852738"/>
          <a:ext cx="9398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895314" imgH="780908" progId="Equation.3">
                  <p:embed/>
                </p:oleObj>
              </mc:Choice>
              <mc:Fallback>
                <p:oleObj name="公式" r:id="rId19" imgW="895314" imgH="78090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3975" y="2852738"/>
                        <a:ext cx="9398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99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7984" name="Text Box 16"/>
          <p:cNvSpPr txBox="1">
            <a:spLocks noChangeArrowheads="1"/>
          </p:cNvSpPr>
          <p:nvPr/>
        </p:nvSpPr>
        <p:spPr bwMode="auto">
          <a:xfrm>
            <a:off x="2143125" y="5029201"/>
            <a:ext cx="2743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法平面方程</a:t>
            </a:r>
          </a:p>
        </p:txBody>
      </p:sp>
      <p:graphicFrame>
        <p:nvGraphicFramePr>
          <p:cNvPr id="467985" name="Object 17"/>
          <p:cNvGraphicFramePr>
            <a:graphicFrameLocks noChangeAspect="1"/>
          </p:cNvGraphicFramePr>
          <p:nvPr/>
        </p:nvGraphicFramePr>
        <p:xfrm>
          <a:off x="4102100" y="5140325"/>
          <a:ext cx="935038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828686" imgH="333285" progId="Equation.3">
                  <p:embed/>
                </p:oleObj>
              </mc:Choice>
              <mc:Fallback>
                <p:oleObj name="公式" r:id="rId21" imgW="828686" imgH="33328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2100" y="5140325"/>
                        <a:ext cx="935038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7986" name="Object 18"/>
          <p:cNvGraphicFramePr>
            <a:graphicFrameLocks noChangeAspect="1"/>
          </p:cNvGraphicFramePr>
          <p:nvPr/>
        </p:nvGraphicFramePr>
        <p:xfrm>
          <a:off x="4000501" y="5651500"/>
          <a:ext cx="2728913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2685942" imgH="514350" progId="Equation.3">
                  <p:embed/>
                </p:oleObj>
              </mc:Choice>
              <mc:Fallback>
                <p:oleObj name="公式" r:id="rId23" imgW="2685942" imgH="51435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0501" y="5651500"/>
                        <a:ext cx="2728913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7987" name="Text Box 19"/>
          <p:cNvSpPr txBox="1">
            <a:spLocks noChangeArrowheads="1"/>
          </p:cNvSpPr>
          <p:nvPr/>
        </p:nvSpPr>
        <p:spPr bwMode="auto">
          <a:xfrm>
            <a:off x="2895600" y="5727701"/>
            <a:ext cx="68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即</a:t>
            </a:r>
          </a:p>
        </p:txBody>
      </p:sp>
      <p:graphicFrame>
        <p:nvGraphicFramePr>
          <p:cNvPr id="467988" name="Object 20"/>
          <p:cNvGraphicFramePr>
            <a:graphicFrameLocks noChangeAspect="1"/>
          </p:cNvGraphicFramePr>
          <p:nvPr/>
        </p:nvGraphicFramePr>
        <p:xfrm>
          <a:off x="3832226" y="3867150"/>
          <a:ext cx="3173413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5" imgW="3124229" imgH="981088" progId="Equation.3">
                  <p:embed/>
                </p:oleObj>
              </mc:Choice>
              <mc:Fallback>
                <p:oleObj name="公式" r:id="rId25" imgW="3124229" imgH="98108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2226" y="3867150"/>
                        <a:ext cx="3173413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7989" name="Text Box 21"/>
          <p:cNvSpPr txBox="1">
            <a:spLocks noChangeArrowheads="1"/>
          </p:cNvSpPr>
          <p:nvPr/>
        </p:nvSpPr>
        <p:spPr bwMode="auto">
          <a:xfrm>
            <a:off x="2905126" y="4038601"/>
            <a:ext cx="981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即</a:t>
            </a:r>
          </a:p>
        </p:txBody>
      </p:sp>
      <p:sp>
        <p:nvSpPr>
          <p:cNvPr id="467990" name="Text Box 22"/>
          <p:cNvSpPr txBox="1">
            <a:spLocks noChangeArrowheads="1"/>
          </p:cNvSpPr>
          <p:nvPr/>
        </p:nvSpPr>
        <p:spPr bwMode="auto">
          <a:xfrm>
            <a:off x="2209800" y="1612901"/>
            <a:ext cx="1752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ea typeface="楷体_GB2312" pitchFamily="49" charset="-122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ea typeface="楷体_GB2312" pitchFamily="49" charset="-122"/>
              </a:rPr>
              <a:t>:</a:t>
            </a:r>
            <a:r>
              <a:rPr lang="en-US" altLang="zh-CN" sz="2800" dirty="0">
                <a:ea typeface="楷体_GB2312" pitchFamily="49" charset="-122"/>
              </a:rPr>
              <a:t> </a:t>
            </a:r>
            <a:r>
              <a:rPr lang="zh-CN" altLang="en-US" sz="2800" dirty="0">
                <a:ea typeface="楷体_GB2312" pitchFamily="49" charset="-122"/>
              </a:rPr>
              <a:t>由于</a:t>
            </a:r>
          </a:p>
        </p:txBody>
      </p:sp>
      <p:graphicFrame>
        <p:nvGraphicFramePr>
          <p:cNvPr id="467991" name="Object 23"/>
          <p:cNvGraphicFramePr>
            <a:graphicFrameLocks noChangeAspect="1"/>
          </p:cNvGraphicFramePr>
          <p:nvPr/>
        </p:nvGraphicFramePr>
        <p:xfrm>
          <a:off x="3633788" y="1720850"/>
          <a:ext cx="201771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7" imgW="1971773" imgH="361783" progId="Equation.3">
                  <p:embed/>
                </p:oleObj>
              </mc:Choice>
              <mc:Fallback>
                <p:oleObj name="公式" r:id="rId27" imgW="1971773" imgH="36178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3788" y="1720850"/>
                        <a:ext cx="2017712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7992" name="Oval 24"/>
          <p:cNvSpPr>
            <a:spLocks noChangeArrowheads="1"/>
          </p:cNvSpPr>
          <p:nvPr/>
        </p:nvSpPr>
        <p:spPr bwMode="auto">
          <a:xfrm>
            <a:off x="9448801" y="5299076"/>
            <a:ext cx="53975" cy="53975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0"/>
          </a:p>
        </p:txBody>
      </p:sp>
      <p:graphicFrame>
        <p:nvGraphicFramePr>
          <p:cNvPr id="467993" name="Object 25"/>
          <p:cNvGraphicFramePr>
            <a:graphicFrameLocks noChangeAspect="1"/>
          </p:cNvGraphicFramePr>
          <p:nvPr/>
        </p:nvGraphicFramePr>
        <p:xfrm>
          <a:off x="4794250" y="2859088"/>
          <a:ext cx="927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9" imgW="876228" imgH="790639" progId="Equation.3">
                  <p:embed/>
                </p:oleObj>
              </mc:Choice>
              <mc:Fallback>
                <p:oleObj name="公式" r:id="rId29" imgW="876228" imgH="79063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4250" y="2859088"/>
                        <a:ext cx="9271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99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7994" name="Object 26"/>
          <p:cNvGraphicFramePr>
            <a:graphicFrameLocks noChangeAspect="1"/>
          </p:cNvGraphicFramePr>
          <p:nvPr/>
        </p:nvGraphicFramePr>
        <p:xfrm>
          <a:off x="5816600" y="2768600"/>
          <a:ext cx="1320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1" imgW="1276343" imgH="866749" progId="Equation.3">
                  <p:embed/>
                </p:oleObj>
              </mc:Choice>
              <mc:Fallback>
                <p:oleObj name="公式" r:id="rId31" imgW="1276343" imgH="8667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6600" y="2768600"/>
                        <a:ext cx="13208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99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7995" name="Object 27"/>
          <p:cNvGraphicFramePr>
            <a:graphicFrameLocks noChangeAspect="1"/>
          </p:cNvGraphicFramePr>
          <p:nvPr/>
        </p:nvGraphicFramePr>
        <p:xfrm>
          <a:off x="5702300" y="1720850"/>
          <a:ext cx="1828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3" imgW="1781258" imgH="361783" progId="Equation.3">
                  <p:embed/>
                </p:oleObj>
              </mc:Choice>
              <mc:Fallback>
                <p:oleObj name="公式" r:id="rId33" imgW="1781258" imgH="36178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2300" y="1720850"/>
                        <a:ext cx="18288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7996" name="Object 28"/>
          <p:cNvGraphicFramePr>
            <a:graphicFrameLocks noChangeAspect="1"/>
          </p:cNvGraphicFramePr>
          <p:nvPr/>
        </p:nvGraphicFramePr>
        <p:xfrm>
          <a:off x="7581900" y="1746250"/>
          <a:ext cx="952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5" imgW="905030" imgH="333285" progId="Equation.3">
                  <p:embed/>
                </p:oleObj>
              </mc:Choice>
              <mc:Fallback>
                <p:oleObj name="公式" r:id="rId35" imgW="905030" imgH="33328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1900" y="1746250"/>
                        <a:ext cx="9525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7997" name="Object 29"/>
          <p:cNvGraphicFramePr>
            <a:graphicFrameLocks noChangeAspect="1"/>
          </p:cNvGraphicFramePr>
          <p:nvPr/>
        </p:nvGraphicFramePr>
        <p:xfrm>
          <a:off x="8197850" y="2578100"/>
          <a:ext cx="20447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7" imgW="2000228" imgH="476121" progId="Equation.3">
                  <p:embed/>
                </p:oleObj>
              </mc:Choice>
              <mc:Fallback>
                <p:oleObj name="公式" r:id="rId37" imgW="2000228" imgH="47612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97850" y="2578100"/>
                        <a:ext cx="20447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7998" name="Freeform 30"/>
          <p:cNvSpPr>
            <a:spLocks/>
          </p:cNvSpPr>
          <p:nvPr/>
        </p:nvSpPr>
        <p:spPr bwMode="auto">
          <a:xfrm>
            <a:off x="9601200" y="3124200"/>
            <a:ext cx="381000" cy="2209800"/>
          </a:xfrm>
          <a:custGeom>
            <a:avLst/>
            <a:gdLst>
              <a:gd name="T0" fmla="*/ 2147483647 w 336"/>
              <a:gd name="T1" fmla="*/ 0 h 1488"/>
              <a:gd name="T2" fmla="*/ 2147483647 w 336"/>
              <a:gd name="T3" fmla="*/ 2147483647 h 1488"/>
              <a:gd name="T4" fmla="*/ 0 w 336"/>
              <a:gd name="T5" fmla="*/ 2147483647 h 148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36" h="1488">
                <a:moveTo>
                  <a:pt x="288" y="0"/>
                </a:moveTo>
                <a:cubicBezTo>
                  <a:pt x="312" y="428"/>
                  <a:pt x="336" y="856"/>
                  <a:pt x="288" y="1104"/>
                </a:cubicBezTo>
                <a:cubicBezTo>
                  <a:pt x="240" y="1352"/>
                  <a:pt x="120" y="1420"/>
                  <a:pt x="0" y="1488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7999" name="Text Box 31"/>
          <p:cNvSpPr txBox="1">
            <a:spLocks noChangeArrowheads="1"/>
          </p:cNvSpPr>
          <p:nvPr/>
        </p:nvSpPr>
        <p:spPr bwMode="auto">
          <a:xfrm>
            <a:off x="2208213" y="2205038"/>
            <a:ext cx="2971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对应的切向量为</a:t>
            </a:r>
          </a:p>
        </p:txBody>
      </p:sp>
      <p:graphicFrame>
        <p:nvGraphicFramePr>
          <p:cNvPr id="468000" name="Object 32"/>
          <p:cNvGraphicFramePr>
            <a:graphicFrameLocks noChangeAspect="1"/>
          </p:cNvGraphicFramePr>
          <p:nvPr/>
        </p:nvGraphicFramePr>
        <p:xfrm>
          <a:off x="5060950" y="5073650"/>
          <a:ext cx="23749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9" imgW="2323999" imgH="476121" progId="Equation.3">
                  <p:embed/>
                </p:oleObj>
              </mc:Choice>
              <mc:Fallback>
                <p:oleObj name="公式" r:id="rId39" imgW="2323999" imgH="47612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0950" y="5073650"/>
                        <a:ext cx="23749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96" name="Text Box 33"/>
          <p:cNvSpPr txBox="1">
            <a:spLocks noChangeArrowheads="1"/>
          </p:cNvSpPr>
          <p:nvPr/>
        </p:nvSpPr>
        <p:spPr bwMode="auto">
          <a:xfrm>
            <a:off x="9829801" y="433388"/>
            <a:ext cx="5429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在</a:t>
            </a:r>
          </a:p>
        </p:txBody>
      </p:sp>
      <p:grpSp>
        <p:nvGrpSpPr>
          <p:cNvPr id="468009" name="Group 41"/>
          <p:cNvGrpSpPr>
            <a:grpSpLocks/>
          </p:cNvGrpSpPr>
          <p:nvPr/>
        </p:nvGrpSpPr>
        <p:grpSpPr bwMode="auto">
          <a:xfrm>
            <a:off x="5016501" y="2276475"/>
            <a:ext cx="2132013" cy="450850"/>
            <a:chOff x="2976" y="1392"/>
            <a:chExt cx="1343" cy="284"/>
          </a:xfrm>
        </p:grpSpPr>
        <p:graphicFrame>
          <p:nvGraphicFramePr>
            <p:cNvPr id="7199" name="Object 42"/>
            <p:cNvGraphicFramePr>
              <a:graphicFrameLocks noChangeAspect="1"/>
            </p:cNvGraphicFramePr>
            <p:nvPr/>
          </p:nvGraphicFramePr>
          <p:xfrm>
            <a:off x="2976" y="1428"/>
            <a:ext cx="1343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1" imgW="2085942" imgH="343016" progId="Equation.3">
                    <p:embed/>
                  </p:oleObj>
                </mc:Choice>
                <mc:Fallback>
                  <p:oleObj name="公式" r:id="rId41" imgW="2085942" imgH="34301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6" y="1428"/>
                          <a:ext cx="1343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00" name="Line 43"/>
            <p:cNvSpPr>
              <a:spLocks noChangeShapeType="1"/>
            </p:cNvSpPr>
            <p:nvPr/>
          </p:nvSpPr>
          <p:spPr bwMode="auto">
            <a:xfrm>
              <a:off x="2976" y="1392"/>
              <a:ext cx="192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68012" name="Text Box 44"/>
          <p:cNvSpPr txBox="1">
            <a:spLocks noChangeArrowheads="1"/>
          </p:cNvSpPr>
          <p:nvPr/>
        </p:nvSpPr>
        <p:spPr bwMode="auto">
          <a:xfrm>
            <a:off x="7032626" y="2205038"/>
            <a:ext cx="7207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ea typeface="楷体_GB2312" pitchFamily="49" charset="-122"/>
              </a:rPr>
              <a:t>, </a:t>
            </a:r>
            <a:r>
              <a:rPr lang="zh-CN" altLang="en-US" sz="2800">
                <a:ea typeface="楷体_GB2312" pitchFamily="49" charset="-122"/>
              </a:rPr>
              <a:t>故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0272127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7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679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67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67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67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67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679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67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67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67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67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679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68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0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680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679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67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67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67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679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467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467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467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468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467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467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7980" grpId="0" build="p" autoUpdateAnimBg="0" advAuto="0"/>
      <p:bldP spid="467982" grpId="0" build="p" autoUpdateAnimBg="0"/>
      <p:bldP spid="467984" grpId="0" autoUpdateAnimBg="0"/>
      <p:bldP spid="467987" grpId="0" autoUpdateAnimBg="0"/>
      <p:bldP spid="467989" grpId="0" build="p" autoUpdateAnimBg="0"/>
      <p:bldP spid="467990" grpId="0" build="p" autoUpdateAnimBg="0"/>
      <p:bldP spid="467992" grpId="0" animBg="1"/>
      <p:bldP spid="467998" grpId="0" animBg="1"/>
      <p:bldP spid="467999" grpId="0" build="p" autoUpdateAnimBg="0"/>
      <p:bldP spid="468012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2743200" y="1871663"/>
            <a:ext cx="4953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dirty="0"/>
              <a:t>1.</a:t>
            </a:r>
            <a:r>
              <a:rPr lang="zh-CN" altLang="en-US" sz="2800" dirty="0"/>
              <a:t>空间曲线方程为</a:t>
            </a:r>
            <a:endParaRPr lang="zh-CN" altLang="en-US" sz="2800" b="0" dirty="0"/>
          </a:p>
        </p:txBody>
      </p:sp>
      <p:graphicFrame>
        <p:nvGraphicFramePr>
          <p:cNvPr id="819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7136236"/>
              </p:ext>
            </p:extLst>
          </p:nvPr>
        </p:nvGraphicFramePr>
        <p:xfrm>
          <a:off x="5819367" y="1562525"/>
          <a:ext cx="1922553" cy="113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36560" imgH="469800" progId="Equation.DSMT4">
                  <p:embed/>
                </p:oleObj>
              </mc:Choice>
              <mc:Fallback>
                <p:oleObj name="Equation" r:id="rId2" imgW="73656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9367" y="1562525"/>
                        <a:ext cx="1922553" cy="113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0020" name="Object 4"/>
          <p:cNvGraphicFramePr>
            <a:graphicFrameLocks noChangeAspect="1"/>
          </p:cNvGraphicFramePr>
          <p:nvPr/>
        </p:nvGraphicFramePr>
        <p:xfrm>
          <a:off x="2819401" y="2728914"/>
          <a:ext cx="2468563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768600" imgH="444500" progId="Equation.3">
                  <p:embed/>
                </p:oleObj>
              </mc:Choice>
              <mc:Fallback>
                <p:oleObj name="公式" r:id="rId4" imgW="27686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1" y="2728914"/>
                        <a:ext cx="2468563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00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2254661"/>
              </p:ext>
            </p:extLst>
          </p:nvPr>
        </p:nvGraphicFramePr>
        <p:xfrm>
          <a:off x="5131163" y="3285330"/>
          <a:ext cx="4044916" cy="10723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76160" imgH="444240" progId="Equation.DSMT4">
                  <p:embed/>
                </p:oleObj>
              </mc:Choice>
              <mc:Fallback>
                <p:oleObj name="Equation" r:id="rId6" imgW="16761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1163" y="3285330"/>
                        <a:ext cx="4044916" cy="10723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00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5214315"/>
              </p:ext>
            </p:extLst>
          </p:nvPr>
        </p:nvGraphicFramePr>
        <p:xfrm>
          <a:off x="2975609" y="5048158"/>
          <a:ext cx="6786699" cy="54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819160" imgH="228600" progId="Equation.DSMT4">
                  <p:embed/>
                </p:oleObj>
              </mc:Choice>
              <mc:Fallback>
                <p:oleObj name="Equation" r:id="rId8" imgW="28191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5609" y="5048158"/>
                        <a:ext cx="6786699" cy="546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0023" name="Text Box 7"/>
          <p:cNvSpPr txBox="1">
            <a:spLocks noChangeArrowheads="1"/>
          </p:cNvSpPr>
          <p:nvPr/>
        </p:nvSpPr>
        <p:spPr bwMode="auto">
          <a:xfrm>
            <a:off x="2667000" y="4357688"/>
            <a:ext cx="5105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 b="1"/>
              <a:t>法平面方程为</a:t>
            </a:r>
            <a:endParaRPr lang="zh-CN" altLang="en-US" sz="2800" b="1"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470024" name="Object 8"/>
          <p:cNvGraphicFramePr>
            <a:graphicFrameLocks noChangeAspect="1"/>
          </p:cNvGraphicFramePr>
          <p:nvPr/>
        </p:nvGraphicFramePr>
        <p:xfrm>
          <a:off x="2909888" y="3597275"/>
          <a:ext cx="18653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917700" imgH="431800" progId="Equation.3">
                  <p:embed/>
                </p:oleObj>
              </mc:Choice>
              <mc:Fallback>
                <p:oleObj name="公式" r:id="rId10" imgW="19177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9888" y="3597275"/>
                        <a:ext cx="18653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1" name="Text Box 9"/>
          <p:cNvSpPr txBox="1">
            <a:spLocks noChangeArrowheads="1"/>
          </p:cNvSpPr>
          <p:nvPr/>
        </p:nvSpPr>
        <p:spPr bwMode="auto">
          <a:xfrm>
            <a:off x="2743200" y="1066801"/>
            <a:ext cx="495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/>
              <a:t>特殊地：</a:t>
            </a:r>
            <a:endParaRPr lang="zh-CN" altLang="en-US" sz="2800" b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35386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0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0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70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70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70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0023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2115128" y="1202010"/>
            <a:ext cx="3057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dirty="0"/>
              <a:t>2.</a:t>
            </a:r>
            <a:r>
              <a:rPr lang="zh-CN" altLang="en-US" sz="2800" dirty="0"/>
              <a:t>空间曲线方程为</a:t>
            </a:r>
            <a:endParaRPr lang="zh-CN" altLang="en-US" sz="2800" b="0" dirty="0"/>
          </a:p>
        </p:txBody>
      </p:sp>
      <p:graphicFrame>
        <p:nvGraphicFramePr>
          <p:cNvPr id="921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5856921"/>
              </p:ext>
            </p:extLst>
          </p:nvPr>
        </p:nvGraphicFramePr>
        <p:xfrm>
          <a:off x="5101791" y="1080703"/>
          <a:ext cx="2022475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260600" imgH="977900" progId="Equation.3">
                  <p:embed/>
                </p:oleObj>
              </mc:Choice>
              <mc:Fallback>
                <p:oleObj name="公式" r:id="rId2" imgW="2260600" imgH="977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1791" y="1080703"/>
                        <a:ext cx="2022475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044" name="Text Box 4"/>
          <p:cNvSpPr txBox="1">
            <a:spLocks noChangeArrowheads="1"/>
          </p:cNvSpPr>
          <p:nvPr/>
        </p:nvSpPr>
        <p:spPr bwMode="auto">
          <a:xfrm>
            <a:off x="1778973" y="2504966"/>
            <a:ext cx="218901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/>
              <a:t>切线方程为</a:t>
            </a:r>
            <a:endParaRPr lang="zh-CN" altLang="en-US" sz="2800" b="0" dirty="0"/>
          </a:p>
        </p:txBody>
      </p:sp>
      <p:graphicFrame>
        <p:nvGraphicFramePr>
          <p:cNvPr id="47104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7147951"/>
              </p:ext>
            </p:extLst>
          </p:nvPr>
        </p:nvGraphicFramePr>
        <p:xfrm>
          <a:off x="4256167" y="2102797"/>
          <a:ext cx="4621501" cy="14975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73040" imgH="736560" progId="Equation.DSMT4">
                  <p:embed/>
                </p:oleObj>
              </mc:Choice>
              <mc:Fallback>
                <p:oleObj name="Equation" r:id="rId4" imgW="2273040" imgH="736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6167" y="2102797"/>
                        <a:ext cx="4621501" cy="14975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046" name="Text Box 6"/>
          <p:cNvSpPr txBox="1">
            <a:spLocks noChangeArrowheads="1"/>
          </p:cNvSpPr>
          <p:nvPr/>
        </p:nvSpPr>
        <p:spPr bwMode="auto">
          <a:xfrm>
            <a:off x="1778973" y="3663665"/>
            <a:ext cx="2362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/>
              <a:t>法平面方程为</a:t>
            </a:r>
            <a:endParaRPr lang="zh-CN" altLang="en-US" sz="2800" b="0" dirty="0"/>
          </a:p>
        </p:txBody>
      </p:sp>
      <p:graphicFrame>
        <p:nvGraphicFramePr>
          <p:cNvPr id="47104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2135049"/>
              </p:ext>
            </p:extLst>
          </p:nvPr>
        </p:nvGraphicFramePr>
        <p:xfrm>
          <a:off x="1840921" y="4515347"/>
          <a:ext cx="8197850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860640" imgH="533160" progId="Equation.DSMT4">
                  <p:embed/>
                </p:oleObj>
              </mc:Choice>
              <mc:Fallback>
                <p:oleObj name="Equation" r:id="rId6" imgW="3860640" imgH="533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0921" y="4515347"/>
                        <a:ext cx="8197850" cy="1133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536110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471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75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71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"/>
                                        <p:tgtEl>
                                          <p:spTgt spid="47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45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71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44" grpId="0" autoUpdateAnimBg="0"/>
      <p:bldP spid="471046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43894" y="366421"/>
            <a:ext cx="989012" cy="609600"/>
          </a:xfrm>
          <a:noFill/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定理</a:t>
            </a:r>
            <a:endParaRPr lang="en-US" altLang="zh-CN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1539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3190869"/>
              </p:ext>
            </p:extLst>
          </p:nvPr>
        </p:nvGraphicFramePr>
        <p:xfrm>
          <a:off x="3200400" y="1581473"/>
          <a:ext cx="2627457" cy="5470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30040" imgH="228600" progId="Equation.DSMT4">
                  <p:embed/>
                </p:oleObj>
              </mc:Choice>
              <mc:Fallback>
                <p:oleObj name="Equation" r:id="rId3" imgW="1130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1581473"/>
                        <a:ext cx="2627457" cy="5470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5396" name="Text Box 4"/>
          <p:cNvSpPr txBox="1">
            <a:spLocks noChangeArrowheads="1"/>
          </p:cNvSpPr>
          <p:nvPr/>
        </p:nvSpPr>
        <p:spPr bwMode="auto">
          <a:xfrm>
            <a:off x="5601278" y="997869"/>
            <a:ext cx="505156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的某一邻域内具有连续偏导数；</a:t>
            </a:r>
          </a:p>
        </p:txBody>
      </p:sp>
      <p:sp>
        <p:nvSpPr>
          <p:cNvPr id="315397" name="Text Box 5"/>
          <p:cNvSpPr txBox="1">
            <a:spLocks noChangeArrowheads="1"/>
          </p:cNvSpPr>
          <p:nvPr/>
        </p:nvSpPr>
        <p:spPr bwMode="auto">
          <a:xfrm>
            <a:off x="2750344" y="371777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设函数</a:t>
            </a:r>
          </a:p>
        </p:txBody>
      </p:sp>
      <p:graphicFrame>
        <p:nvGraphicFramePr>
          <p:cNvPr id="31539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6424034"/>
              </p:ext>
            </p:extLst>
          </p:nvPr>
        </p:nvGraphicFramePr>
        <p:xfrm>
          <a:off x="3687112" y="990307"/>
          <a:ext cx="2074574" cy="5962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12520" imgH="228600" progId="Equation.DSMT4">
                  <p:embed/>
                </p:oleObj>
              </mc:Choice>
              <mc:Fallback>
                <p:oleObj name="Equation" r:id="rId5" imgW="8125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7112" y="990307"/>
                        <a:ext cx="2074574" cy="5962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39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7651669"/>
              </p:ext>
            </p:extLst>
          </p:nvPr>
        </p:nvGraphicFramePr>
        <p:xfrm>
          <a:off x="3962400" y="455622"/>
          <a:ext cx="2735628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33440" imgH="203040" progId="Equation.DSMT4">
                  <p:embed/>
                </p:oleObj>
              </mc:Choice>
              <mc:Fallback>
                <p:oleObj name="Equation" r:id="rId7" imgW="13334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455622"/>
                        <a:ext cx="2735628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5400" name="Text Box 8"/>
          <p:cNvSpPr txBox="1">
            <a:spLocks noChangeArrowheads="1"/>
          </p:cNvSpPr>
          <p:nvPr/>
        </p:nvSpPr>
        <p:spPr bwMode="auto">
          <a:xfrm>
            <a:off x="1721644" y="2981925"/>
            <a:ext cx="175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则方程组</a:t>
            </a:r>
          </a:p>
        </p:txBody>
      </p:sp>
      <p:graphicFrame>
        <p:nvGraphicFramePr>
          <p:cNvPr id="31540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7350718"/>
              </p:ext>
            </p:extLst>
          </p:nvPr>
        </p:nvGraphicFramePr>
        <p:xfrm>
          <a:off x="3303155" y="3070389"/>
          <a:ext cx="4298156" cy="466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930320" imgH="203040" progId="Equation.DSMT4">
                  <p:embed/>
                </p:oleObj>
              </mc:Choice>
              <mc:Fallback>
                <p:oleObj name="Equation" r:id="rId9" imgW="19303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3155" y="3070389"/>
                        <a:ext cx="4298156" cy="4668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5402" name="Text Box 10"/>
          <p:cNvSpPr txBox="1">
            <a:spLocks noChangeArrowheads="1"/>
          </p:cNvSpPr>
          <p:nvPr/>
        </p:nvSpPr>
        <p:spPr bwMode="auto">
          <a:xfrm>
            <a:off x="2451100" y="2245082"/>
            <a:ext cx="83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/>
              <a:t>③</a:t>
            </a:r>
          </a:p>
        </p:txBody>
      </p:sp>
      <p:graphicFrame>
        <p:nvGraphicFramePr>
          <p:cNvPr id="31540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0146906"/>
              </p:ext>
            </p:extLst>
          </p:nvPr>
        </p:nvGraphicFramePr>
        <p:xfrm>
          <a:off x="7531610" y="3016465"/>
          <a:ext cx="1228436" cy="5223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545760" imgH="228600" progId="Equation.DSMT4">
                  <p:embed/>
                </p:oleObj>
              </mc:Choice>
              <mc:Fallback>
                <p:oleObj name="Equation" r:id="rId11" imgW="5457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1610" y="3016465"/>
                        <a:ext cx="1228436" cy="5223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5404" name="Text Box 12"/>
          <p:cNvSpPr txBox="1">
            <a:spLocks noChangeArrowheads="1"/>
          </p:cNvSpPr>
          <p:nvPr/>
        </p:nvSpPr>
        <p:spPr bwMode="auto">
          <a:xfrm>
            <a:off x="1721644" y="4105380"/>
            <a:ext cx="304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zh-CN" altLang="en-US" sz="2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单值连续函数</a:t>
            </a:r>
          </a:p>
        </p:txBody>
      </p:sp>
      <p:graphicFrame>
        <p:nvGraphicFramePr>
          <p:cNvPr id="31540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8475387"/>
              </p:ext>
            </p:extLst>
          </p:nvPr>
        </p:nvGraphicFramePr>
        <p:xfrm>
          <a:off x="4343902" y="4105380"/>
          <a:ext cx="2967909" cy="48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295280" imgH="203040" progId="Equation.DSMT4">
                  <p:embed/>
                </p:oleObj>
              </mc:Choice>
              <mc:Fallback>
                <p:oleObj name="Equation" r:id="rId13" imgW="12952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902" y="4105380"/>
                        <a:ext cx="2967909" cy="48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5406" name="Text Box 14"/>
          <p:cNvSpPr txBox="1">
            <a:spLocks noChangeArrowheads="1"/>
          </p:cNvSpPr>
          <p:nvPr/>
        </p:nvSpPr>
        <p:spPr bwMode="auto">
          <a:xfrm>
            <a:off x="7311811" y="4086760"/>
            <a:ext cx="3124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且有偏导数公式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:</a:t>
            </a:r>
          </a:p>
        </p:txBody>
      </p:sp>
      <p:sp>
        <p:nvSpPr>
          <p:cNvPr id="315407" name="Text Box 15"/>
          <p:cNvSpPr txBox="1">
            <a:spLocks noChangeArrowheads="1"/>
          </p:cNvSpPr>
          <p:nvPr/>
        </p:nvSpPr>
        <p:spPr bwMode="auto">
          <a:xfrm>
            <a:off x="2438400" y="995363"/>
            <a:ext cx="152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/>
              <a:t>①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在点</a:t>
            </a:r>
          </a:p>
        </p:txBody>
      </p:sp>
      <p:sp>
        <p:nvSpPr>
          <p:cNvPr id="315408" name="Text Box 16"/>
          <p:cNvSpPr txBox="1">
            <a:spLocks noChangeArrowheads="1"/>
          </p:cNvSpPr>
          <p:nvPr/>
        </p:nvSpPr>
        <p:spPr bwMode="auto">
          <a:xfrm>
            <a:off x="2451100" y="1551937"/>
            <a:ext cx="68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/>
              <a:t>②</a:t>
            </a:r>
          </a:p>
        </p:txBody>
      </p:sp>
      <p:sp>
        <p:nvSpPr>
          <p:cNvPr id="315409" name="Text Box 17"/>
          <p:cNvSpPr txBox="1">
            <a:spLocks noChangeArrowheads="1"/>
          </p:cNvSpPr>
          <p:nvPr/>
        </p:nvSpPr>
        <p:spPr bwMode="auto">
          <a:xfrm>
            <a:off x="1721644" y="3557361"/>
            <a:ext cx="46237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内可</a:t>
            </a:r>
            <a:r>
              <a:rPr lang="zh-CN" altLang="en-US" sz="2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唯一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确定一组满足条件</a:t>
            </a:r>
          </a:p>
        </p:txBody>
      </p:sp>
      <p:sp>
        <p:nvSpPr>
          <p:cNvPr id="315410" name="Text Box 18"/>
          <p:cNvSpPr txBox="1">
            <a:spLocks noChangeArrowheads="1"/>
          </p:cNvSpPr>
          <p:nvPr/>
        </p:nvSpPr>
        <p:spPr bwMode="auto">
          <a:xfrm>
            <a:off x="6698028" y="369800"/>
            <a:ext cx="144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满足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31541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5758280"/>
              </p:ext>
            </p:extLst>
          </p:nvPr>
        </p:nvGraphicFramePr>
        <p:xfrm>
          <a:off x="3189864" y="2042894"/>
          <a:ext cx="2742911" cy="997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333440" imgH="482400" progId="Equation.DSMT4">
                  <p:embed/>
                </p:oleObj>
              </mc:Choice>
              <mc:Fallback>
                <p:oleObj name="Equation" r:id="rId15" imgW="133344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9864" y="2042894"/>
                        <a:ext cx="2742911" cy="9977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41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5405101"/>
              </p:ext>
            </p:extLst>
          </p:nvPr>
        </p:nvGraphicFramePr>
        <p:xfrm>
          <a:off x="5827857" y="1608993"/>
          <a:ext cx="2491156" cy="5246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117440" imgH="228600" progId="Equation.DSMT4">
                  <p:embed/>
                </p:oleObj>
              </mc:Choice>
              <mc:Fallback>
                <p:oleObj name="Equation" r:id="rId17" imgW="11174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7857" y="1608993"/>
                        <a:ext cx="2491156" cy="5246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41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3261731"/>
              </p:ext>
            </p:extLst>
          </p:nvPr>
        </p:nvGraphicFramePr>
        <p:xfrm>
          <a:off x="6064435" y="3502473"/>
          <a:ext cx="2018000" cy="57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825480" imgH="228600" progId="Equation.DSMT4">
                  <p:embed/>
                </p:oleObj>
              </mc:Choice>
              <mc:Fallback>
                <p:oleObj name="Equation" r:id="rId19" imgW="825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4435" y="3502473"/>
                        <a:ext cx="2018000" cy="572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422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3113882"/>
              </p:ext>
            </p:extLst>
          </p:nvPr>
        </p:nvGraphicFramePr>
        <p:xfrm>
          <a:off x="8071685" y="3502838"/>
          <a:ext cx="1655474" cy="565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685800" imgH="228600" progId="Equation.DSMT4">
                  <p:embed/>
                </p:oleObj>
              </mc:Choice>
              <mc:Fallback>
                <p:oleObj name="Equation" r:id="rId21" imgW="685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1685" y="3502838"/>
                        <a:ext cx="1655474" cy="5659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17"/>
          <p:cNvSpPr txBox="1">
            <a:spLocks noChangeArrowheads="1"/>
          </p:cNvSpPr>
          <p:nvPr/>
        </p:nvSpPr>
        <p:spPr bwMode="auto">
          <a:xfrm>
            <a:off x="8573341" y="2972879"/>
            <a:ext cx="208442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的某一邻域</a:t>
            </a:r>
          </a:p>
        </p:txBody>
      </p:sp>
      <p:graphicFrame>
        <p:nvGraphicFramePr>
          <p:cNvPr id="2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1998139"/>
              </p:ext>
            </p:extLst>
          </p:nvPr>
        </p:nvGraphicFramePr>
        <p:xfrm>
          <a:off x="3968750" y="4605338"/>
          <a:ext cx="2119313" cy="216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977760" imgH="990360" progId="Equation.DSMT4">
                  <p:embed/>
                </p:oleObj>
              </mc:Choice>
              <mc:Fallback>
                <p:oleObj name="Equation" r:id="rId23" imgW="977760" imgH="990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8750" y="4605338"/>
                        <a:ext cx="2119313" cy="216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6105898"/>
              </p:ext>
            </p:extLst>
          </p:nvPr>
        </p:nvGraphicFramePr>
        <p:xfrm>
          <a:off x="1507143" y="5239157"/>
          <a:ext cx="2635050" cy="878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307880" imgH="431640" progId="Equation.DSMT4">
                  <p:embed/>
                </p:oleObj>
              </mc:Choice>
              <mc:Fallback>
                <p:oleObj name="Equation" r:id="rId25" imgW="13078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7143" y="5239157"/>
                        <a:ext cx="2635050" cy="8783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7429333"/>
              </p:ext>
            </p:extLst>
          </p:nvPr>
        </p:nvGraphicFramePr>
        <p:xfrm>
          <a:off x="6088063" y="5239156"/>
          <a:ext cx="2584238" cy="878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282680" imgH="431640" progId="Equation.DSMT4">
                  <p:embed/>
                </p:oleObj>
              </mc:Choice>
              <mc:Fallback>
                <p:oleObj name="Equation" r:id="rId27" imgW="12826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8063" y="5239156"/>
                        <a:ext cx="2584238" cy="8783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4341226"/>
              </p:ext>
            </p:extLst>
          </p:nvPr>
        </p:nvGraphicFramePr>
        <p:xfrm>
          <a:off x="8517984" y="4554538"/>
          <a:ext cx="2309812" cy="221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066680" imgH="1015920" progId="Equation.DSMT4">
                  <p:embed/>
                </p:oleObj>
              </mc:Choice>
              <mc:Fallback>
                <p:oleObj name="Equation" r:id="rId29" imgW="1066680" imgH="10159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17984" y="4554538"/>
                        <a:ext cx="2309812" cy="221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914905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5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15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15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15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15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15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15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5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15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15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15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15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15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15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15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15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15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15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15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15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5396" grpId="0" autoUpdateAnimBg="0"/>
      <p:bldP spid="315397" grpId="0" autoUpdateAnimBg="0"/>
      <p:bldP spid="315400" grpId="0" autoUpdateAnimBg="0"/>
      <p:bldP spid="315402" grpId="0" autoUpdateAnimBg="0"/>
      <p:bldP spid="315404" grpId="0" autoUpdateAnimBg="0"/>
      <p:bldP spid="315406" grpId="0" autoUpdateAnimBg="0"/>
      <p:bldP spid="315407" grpId="0" autoUpdateAnimBg="0"/>
      <p:bldP spid="315408" grpId="0" autoUpdateAnimBg="0"/>
      <p:bldP spid="315409" grpId="0" autoUpdateAnimBg="0"/>
      <p:bldP spid="315410" grpId="0" autoUpdateAnimBg="0"/>
      <p:bldP spid="24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949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0965870"/>
              </p:ext>
            </p:extLst>
          </p:nvPr>
        </p:nvGraphicFramePr>
        <p:xfrm>
          <a:off x="2168012" y="1251394"/>
          <a:ext cx="3463780" cy="11703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96800" imgH="469800" progId="Equation.DSMT4">
                  <p:embed/>
                </p:oleObj>
              </mc:Choice>
              <mc:Fallback>
                <p:oleObj name="Equation" r:id="rId3" imgW="139680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8012" y="1251394"/>
                        <a:ext cx="3463780" cy="11703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49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6928124"/>
              </p:ext>
            </p:extLst>
          </p:nvPr>
        </p:nvGraphicFramePr>
        <p:xfrm>
          <a:off x="1840112" y="3623164"/>
          <a:ext cx="5660826" cy="494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01640" imgH="215640" progId="Equation.DSMT4">
                  <p:embed/>
                </p:oleObj>
              </mc:Choice>
              <mc:Fallback>
                <p:oleObj name="Equation" r:id="rId5" imgW="25016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0112" y="3623164"/>
                        <a:ext cx="5660826" cy="4947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0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3253630"/>
              </p:ext>
            </p:extLst>
          </p:nvPr>
        </p:nvGraphicFramePr>
        <p:xfrm>
          <a:off x="3648797" y="138779"/>
          <a:ext cx="2308369" cy="112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65160" imgH="469800" progId="Equation.DSMT4">
                  <p:embed/>
                </p:oleObj>
              </mc:Choice>
              <mc:Fallback>
                <p:oleObj name="Equation" r:id="rId7" imgW="96516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8797" y="138779"/>
                        <a:ext cx="2308369" cy="112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1013" name="Text Box 5"/>
          <p:cNvSpPr txBox="1">
            <a:spLocks noChangeArrowheads="1"/>
          </p:cNvSpPr>
          <p:nvPr/>
        </p:nvSpPr>
        <p:spPr bwMode="auto">
          <a:xfrm>
            <a:off x="5957166" y="452438"/>
            <a:ext cx="2133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有隐函数组</a:t>
            </a:r>
          </a:p>
        </p:txBody>
      </p:sp>
      <p:sp>
        <p:nvSpPr>
          <p:cNvPr id="319494" name="Text Box 6"/>
          <p:cNvSpPr txBox="1">
            <a:spLocks noChangeArrowheads="1"/>
          </p:cNvSpPr>
          <p:nvPr/>
        </p:nvSpPr>
        <p:spPr bwMode="auto">
          <a:xfrm>
            <a:off x="9525000" y="424299"/>
            <a:ext cx="60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则</a:t>
            </a:r>
          </a:p>
        </p:txBody>
      </p:sp>
      <p:sp>
        <p:nvSpPr>
          <p:cNvPr id="319495" name="Text Box 7"/>
          <p:cNvSpPr txBox="1">
            <a:spLocks noChangeArrowheads="1"/>
          </p:cNvSpPr>
          <p:nvPr/>
        </p:nvSpPr>
        <p:spPr bwMode="auto">
          <a:xfrm>
            <a:off x="1830026" y="2660786"/>
            <a:ext cx="27813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两边对 </a:t>
            </a:r>
            <a:r>
              <a:rPr lang="en-US" altLang="zh-CN" sz="2800" b="1" i="1" dirty="0">
                <a:ea typeface="楷体_GB2312" pitchFamily="49" charset="-122"/>
              </a:rPr>
              <a:t>x </a:t>
            </a:r>
            <a:r>
              <a:rPr lang="zh-CN" altLang="en-US" sz="2800" b="1" dirty="0">
                <a:ea typeface="楷体_GB2312" pitchFamily="49" charset="-122"/>
              </a:rPr>
              <a:t>求导得</a:t>
            </a:r>
          </a:p>
        </p:txBody>
      </p:sp>
      <p:graphicFrame>
        <p:nvGraphicFramePr>
          <p:cNvPr id="17101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9168849"/>
              </p:ext>
            </p:extLst>
          </p:nvPr>
        </p:nvGraphicFramePr>
        <p:xfrm>
          <a:off x="7768457" y="182307"/>
          <a:ext cx="1754234" cy="10823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61760" imgH="469800" progId="Equation.DSMT4">
                  <p:embed/>
                </p:oleObj>
              </mc:Choice>
              <mc:Fallback>
                <p:oleObj name="Equation" r:id="rId9" imgW="76176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8457" y="182307"/>
                        <a:ext cx="1754234" cy="10823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1020" name="Rectangle 21"/>
          <p:cNvSpPr>
            <a:spLocks noGrp="1" noChangeArrowheads="1"/>
          </p:cNvSpPr>
          <p:nvPr>
            <p:ph type="title" idx="4294967295"/>
          </p:nvPr>
        </p:nvSpPr>
        <p:spPr>
          <a:xfrm>
            <a:off x="2084388" y="311588"/>
            <a:ext cx="1752600" cy="744535"/>
          </a:xfrm>
          <a:noFill/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设方程组</a:t>
            </a:r>
          </a:p>
        </p:txBody>
      </p:sp>
      <p:graphicFrame>
        <p:nvGraphicFramePr>
          <p:cNvPr id="319510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8870481"/>
              </p:ext>
            </p:extLst>
          </p:nvPr>
        </p:nvGraphicFramePr>
        <p:xfrm>
          <a:off x="3836988" y="3986213"/>
          <a:ext cx="2681287" cy="1223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155600" imgH="520560" progId="Equation.DSMT4">
                  <p:embed/>
                </p:oleObj>
              </mc:Choice>
              <mc:Fallback>
                <p:oleObj name="Equation" r:id="rId11" imgW="1155600" imgH="520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6988" y="3986213"/>
                        <a:ext cx="2681287" cy="1223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9511" name="Text Box 23"/>
          <p:cNvSpPr txBox="1">
            <a:spLocks noChangeArrowheads="1"/>
          </p:cNvSpPr>
          <p:nvPr/>
        </p:nvSpPr>
        <p:spPr bwMode="auto">
          <a:xfrm>
            <a:off x="7428294" y="3556834"/>
            <a:ext cx="3124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在点</a:t>
            </a:r>
            <a:r>
              <a:rPr lang="en-US" altLang="zh-CN" sz="2800" b="1" i="1" dirty="0">
                <a:ea typeface="楷体_GB2312" pitchFamily="49" charset="-122"/>
              </a:rPr>
              <a:t>P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的某邻域内</a:t>
            </a:r>
          </a:p>
        </p:txBody>
      </p:sp>
      <p:graphicFrame>
        <p:nvGraphicFramePr>
          <p:cNvPr id="319512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3073942"/>
              </p:ext>
            </p:extLst>
          </p:nvPr>
        </p:nvGraphicFramePr>
        <p:xfrm>
          <a:off x="4596622" y="2396701"/>
          <a:ext cx="427347" cy="1013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71312" imgH="895247" progId="Equation.3">
                  <p:embed/>
                </p:oleObj>
              </mc:Choice>
              <mc:Fallback>
                <p:oleObj name="Equation" r:id="rId13" imgW="371312" imgH="89524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6622" y="2396701"/>
                        <a:ext cx="427347" cy="10132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13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6192885"/>
              </p:ext>
            </p:extLst>
          </p:nvPr>
        </p:nvGraphicFramePr>
        <p:xfrm>
          <a:off x="5884346" y="2416032"/>
          <a:ext cx="950912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419040" imgH="203040" progId="Equation.DSMT4">
                  <p:embed/>
                </p:oleObj>
              </mc:Choice>
              <mc:Fallback>
                <p:oleObj name="Equation" r:id="rId15" imgW="4190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4346" y="2416032"/>
                        <a:ext cx="950912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14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7406220"/>
              </p:ext>
            </p:extLst>
          </p:nvPr>
        </p:nvGraphicFramePr>
        <p:xfrm>
          <a:off x="7428294" y="2440100"/>
          <a:ext cx="86042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93480" imgH="203040" progId="Equation.DSMT4">
                  <p:embed/>
                </p:oleObj>
              </mc:Choice>
              <mc:Fallback>
                <p:oleObj name="Equation" r:id="rId17" imgW="393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8294" y="2440100"/>
                        <a:ext cx="860425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15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3230822"/>
              </p:ext>
            </p:extLst>
          </p:nvPr>
        </p:nvGraphicFramePr>
        <p:xfrm>
          <a:off x="5884346" y="3032781"/>
          <a:ext cx="950958" cy="4599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419040" imgH="203040" progId="Equation.DSMT4">
                  <p:embed/>
                </p:oleObj>
              </mc:Choice>
              <mc:Fallback>
                <p:oleObj name="Equation" r:id="rId19" imgW="4190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4346" y="3032781"/>
                        <a:ext cx="950958" cy="4599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16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3206884"/>
              </p:ext>
            </p:extLst>
          </p:nvPr>
        </p:nvGraphicFramePr>
        <p:xfrm>
          <a:off x="7415735" y="2997444"/>
          <a:ext cx="8255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393480" imgH="203040" progId="Equation.DSMT4">
                  <p:embed/>
                </p:oleObj>
              </mc:Choice>
              <mc:Fallback>
                <p:oleObj name="Equation" r:id="rId21" imgW="393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5735" y="2997444"/>
                        <a:ext cx="825500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17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3353542"/>
              </p:ext>
            </p:extLst>
          </p:nvPr>
        </p:nvGraphicFramePr>
        <p:xfrm>
          <a:off x="4840737" y="2342770"/>
          <a:ext cx="485403" cy="5483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03040" imgH="228600" progId="Equation.DSMT4">
                  <p:embed/>
                </p:oleObj>
              </mc:Choice>
              <mc:Fallback>
                <p:oleObj name="Equation" r:id="rId23" imgW="203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0737" y="2342770"/>
                        <a:ext cx="485403" cy="5483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18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8035143"/>
              </p:ext>
            </p:extLst>
          </p:nvPr>
        </p:nvGraphicFramePr>
        <p:xfrm>
          <a:off x="5253903" y="2365451"/>
          <a:ext cx="703263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304560" imgH="241200" progId="Equation.DSMT4">
                  <p:embed/>
                </p:oleObj>
              </mc:Choice>
              <mc:Fallback>
                <p:oleObj name="Equation" r:id="rId25" imgW="3045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3903" y="2365451"/>
                        <a:ext cx="703263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19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6820945"/>
              </p:ext>
            </p:extLst>
          </p:nvPr>
        </p:nvGraphicFramePr>
        <p:xfrm>
          <a:off x="6746401" y="2383513"/>
          <a:ext cx="711200" cy="5370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304560" imgH="228600" progId="Equation.DSMT4">
                  <p:embed/>
                </p:oleObj>
              </mc:Choice>
              <mc:Fallback>
                <p:oleObj name="Equation" r:id="rId27" imgW="3045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6401" y="2383513"/>
                        <a:ext cx="711200" cy="5370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20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1472105"/>
              </p:ext>
            </p:extLst>
          </p:nvPr>
        </p:nvGraphicFramePr>
        <p:xfrm>
          <a:off x="8288719" y="2505183"/>
          <a:ext cx="457200" cy="29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9" imgW="485829" imgH="304787" progId="Equation.3">
                  <p:embed/>
                </p:oleObj>
              </mc:Choice>
              <mc:Fallback>
                <p:oleObj name="公式" r:id="rId29" imgW="485829" imgH="30478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8719" y="2505183"/>
                        <a:ext cx="457200" cy="29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21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491890"/>
              </p:ext>
            </p:extLst>
          </p:nvPr>
        </p:nvGraphicFramePr>
        <p:xfrm>
          <a:off x="4840737" y="2986577"/>
          <a:ext cx="463178" cy="527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203040" imgH="228600" progId="Equation.DSMT4">
                  <p:embed/>
                </p:oleObj>
              </mc:Choice>
              <mc:Fallback>
                <p:oleObj name="Equation" r:id="rId31" imgW="203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0737" y="2986577"/>
                        <a:ext cx="463178" cy="5273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22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8957438"/>
              </p:ext>
            </p:extLst>
          </p:nvPr>
        </p:nvGraphicFramePr>
        <p:xfrm>
          <a:off x="5281746" y="2997444"/>
          <a:ext cx="679450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304560" imgH="241200" progId="Equation.DSMT4">
                  <p:embed/>
                </p:oleObj>
              </mc:Choice>
              <mc:Fallback>
                <p:oleObj name="Equation" r:id="rId33" imgW="3045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1746" y="2997444"/>
                        <a:ext cx="679450" cy="54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23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5281557"/>
              </p:ext>
            </p:extLst>
          </p:nvPr>
        </p:nvGraphicFramePr>
        <p:xfrm>
          <a:off x="6762614" y="2957441"/>
          <a:ext cx="665680" cy="5332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291960" imgH="228600" progId="Equation.DSMT4">
                  <p:embed/>
                </p:oleObj>
              </mc:Choice>
              <mc:Fallback>
                <p:oleObj name="Equation" r:id="rId35" imgW="2919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2614" y="2957441"/>
                        <a:ext cx="665680" cy="5332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24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4471529"/>
              </p:ext>
            </p:extLst>
          </p:nvPr>
        </p:nvGraphicFramePr>
        <p:xfrm>
          <a:off x="8288719" y="3033054"/>
          <a:ext cx="457200" cy="29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7" imgW="485829" imgH="304787" progId="Equation.3">
                  <p:embed/>
                </p:oleObj>
              </mc:Choice>
              <mc:Fallback>
                <p:oleObj name="公式" r:id="rId37" imgW="485829" imgH="30478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8719" y="3033054"/>
                        <a:ext cx="457200" cy="29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9532" name="Text Box 44"/>
          <p:cNvSpPr txBox="1">
            <a:spLocks noChangeArrowheads="1"/>
          </p:cNvSpPr>
          <p:nvPr/>
        </p:nvSpPr>
        <p:spPr bwMode="auto">
          <a:xfrm>
            <a:off x="6591813" y="4299560"/>
            <a:ext cx="12666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ea typeface="楷体_GB2312" pitchFamily="49" charset="-122"/>
              </a:rPr>
              <a:t>故解得</a:t>
            </a:r>
          </a:p>
        </p:txBody>
      </p:sp>
      <p:sp>
        <p:nvSpPr>
          <p:cNvPr id="319537" name="Text Box 49"/>
          <p:cNvSpPr txBox="1">
            <a:spLocks noChangeArrowheads="1"/>
          </p:cNvSpPr>
          <p:nvPr/>
        </p:nvSpPr>
        <p:spPr bwMode="auto">
          <a:xfrm>
            <a:off x="1743076" y="4265448"/>
            <a:ext cx="20939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+mn-ea"/>
                <a:ea typeface="+mn-ea"/>
              </a:rPr>
              <a:t>系数行列式</a:t>
            </a:r>
          </a:p>
        </p:txBody>
      </p:sp>
      <p:graphicFrame>
        <p:nvGraphicFramePr>
          <p:cNvPr id="4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0841997"/>
              </p:ext>
            </p:extLst>
          </p:nvPr>
        </p:nvGraphicFramePr>
        <p:xfrm>
          <a:off x="1779588" y="5133975"/>
          <a:ext cx="2736850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1358640" imgH="431640" progId="Equation.DSMT4">
                  <p:embed/>
                </p:oleObj>
              </mc:Choice>
              <mc:Fallback>
                <p:oleObj name="Equation" r:id="rId39" imgW="13586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9588" y="5133975"/>
                        <a:ext cx="2736850" cy="877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8574948"/>
              </p:ext>
            </p:extLst>
          </p:nvPr>
        </p:nvGraphicFramePr>
        <p:xfrm>
          <a:off x="5404170" y="5176805"/>
          <a:ext cx="2684462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1333440" imgH="431640" progId="Equation.DSMT4">
                  <p:embed/>
                </p:oleObj>
              </mc:Choice>
              <mc:Fallback>
                <p:oleObj name="Equation" r:id="rId41" imgW="13334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4170" y="5176805"/>
                        <a:ext cx="2684462" cy="877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10893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9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9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9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19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9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9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19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19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19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19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19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19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19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19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19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19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19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19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19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19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19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7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494" grpId="0" autoUpdateAnimBg="0"/>
      <p:bldP spid="319495" grpId="0" autoUpdateAnimBg="0"/>
      <p:bldP spid="319511" grpId="0" autoUpdateAnimBg="0"/>
      <p:bldP spid="319532" grpId="0" build="p" autoUpdateAnimBg="0"/>
      <p:bldP spid="319537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4398172"/>
              </p:ext>
            </p:extLst>
          </p:nvPr>
        </p:nvGraphicFramePr>
        <p:xfrm>
          <a:off x="2519363" y="989013"/>
          <a:ext cx="7239000" cy="1039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280541" imgH="1047573" progId="Word.Document.8">
                  <p:embed/>
                </p:oleObj>
              </mc:Choice>
              <mc:Fallback>
                <p:oleObj name="Document" r:id="rId2" imgW="7280541" imgH="104757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9363" y="989013"/>
                        <a:ext cx="7239000" cy="1039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206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0234819"/>
              </p:ext>
            </p:extLst>
          </p:nvPr>
        </p:nvGraphicFramePr>
        <p:xfrm>
          <a:off x="3354387" y="2169319"/>
          <a:ext cx="56356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667684" imgH="462228" progId="Word.Document.8">
                  <p:embed/>
                </p:oleObj>
              </mc:Choice>
              <mc:Fallback>
                <p:oleObj name="Document" r:id="rId4" imgW="5667684" imgH="46222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4387" y="2169319"/>
                        <a:ext cx="563562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20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3991762"/>
              </p:ext>
            </p:extLst>
          </p:nvPr>
        </p:nvGraphicFramePr>
        <p:xfrm>
          <a:off x="2602683" y="2874129"/>
          <a:ext cx="7664450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7707157" imgH="498587" progId="Word.Document.8">
                  <p:embed/>
                </p:oleObj>
              </mc:Choice>
              <mc:Fallback>
                <p:oleObj name="Document" r:id="rId6" imgW="7707157" imgH="49858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2683" y="2874129"/>
                        <a:ext cx="7664450" cy="490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2069" name="Object 5"/>
          <p:cNvGraphicFramePr>
            <a:graphicFrameLocks noChangeAspect="1"/>
          </p:cNvGraphicFramePr>
          <p:nvPr/>
        </p:nvGraphicFramePr>
        <p:xfrm>
          <a:off x="2819400" y="3733800"/>
          <a:ext cx="2768600" cy="193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768600" imgH="1930400" progId="Equation.3">
                  <p:embed/>
                </p:oleObj>
              </mc:Choice>
              <mc:Fallback>
                <p:oleObj name="公式" r:id="rId8" imgW="2768600" imgH="1930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733800"/>
                        <a:ext cx="2768600" cy="193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2070" name="Object 6"/>
          <p:cNvGraphicFramePr>
            <a:graphicFrameLocks noChangeAspect="1"/>
          </p:cNvGraphicFramePr>
          <p:nvPr/>
        </p:nvGraphicFramePr>
        <p:xfrm>
          <a:off x="5753100" y="4548188"/>
          <a:ext cx="419100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418918" imgH="253890" progId="Equation.3">
                  <p:embed/>
                </p:oleObj>
              </mc:Choice>
              <mc:Fallback>
                <p:oleObj name="公式" r:id="rId10" imgW="418918" imgH="25389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3100" y="4548188"/>
                        <a:ext cx="419100" cy="252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2071" name="Object 7"/>
          <p:cNvGraphicFramePr>
            <a:graphicFrameLocks noChangeAspect="1"/>
          </p:cNvGraphicFramePr>
          <p:nvPr/>
        </p:nvGraphicFramePr>
        <p:xfrm>
          <a:off x="6616700" y="3657600"/>
          <a:ext cx="17653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765300" imgH="965200" progId="Equation.3">
                  <p:embed/>
                </p:oleObj>
              </mc:Choice>
              <mc:Fallback>
                <p:oleObj name="公式" r:id="rId12" imgW="17653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6700" y="3657600"/>
                        <a:ext cx="17653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207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5419260"/>
              </p:ext>
            </p:extLst>
          </p:nvPr>
        </p:nvGraphicFramePr>
        <p:xfrm>
          <a:off x="6654800" y="4800600"/>
          <a:ext cx="1727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727200" imgH="914400" progId="Equation.3">
                  <p:embed/>
                </p:oleObj>
              </mc:Choice>
              <mc:Fallback>
                <p:oleObj name="公式" r:id="rId14" imgW="17272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4800" y="4800600"/>
                        <a:ext cx="17272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2487303" y="932590"/>
            <a:ext cx="8146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b="1" kern="100" dirty="0"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例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en-US" altLang="zh-CN" sz="2800" b="1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2487303" y="2103807"/>
            <a:ext cx="7825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b="1" kern="100" dirty="0"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解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b="1" kern="100" dirty="0">
                <a:latin typeface="Times New Roman" panose="02020603050405020304" pitchFamily="18" charset="0"/>
              </a:rPr>
              <a:t> 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487303" y="2826405"/>
            <a:ext cx="7248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b="1" kern="100" dirty="0"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解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810988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2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72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72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2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72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72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090" name="Object 2"/>
          <p:cNvGraphicFramePr>
            <a:graphicFrameLocks noChangeAspect="1"/>
          </p:cNvGraphicFramePr>
          <p:nvPr/>
        </p:nvGraphicFramePr>
        <p:xfrm>
          <a:off x="2622550" y="2401888"/>
          <a:ext cx="248285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2416957" imgH="459497" progId="Word.Document.8">
                  <p:embed/>
                </p:oleObj>
              </mc:Choice>
              <mc:Fallback>
                <p:oleObj name="文档" r:id="rId2" imgW="2416957" imgH="45949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2550" y="2401888"/>
                        <a:ext cx="248285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3091" name="Object 3"/>
          <p:cNvGraphicFramePr>
            <a:graphicFrameLocks noChangeAspect="1"/>
          </p:cNvGraphicFramePr>
          <p:nvPr/>
        </p:nvGraphicFramePr>
        <p:xfrm>
          <a:off x="5022850" y="2408238"/>
          <a:ext cx="1955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955800" imgH="457200" progId="Equation.3">
                  <p:embed/>
                </p:oleObj>
              </mc:Choice>
              <mc:Fallback>
                <p:oleObj name="公式" r:id="rId4" imgW="19558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2850" y="2408238"/>
                        <a:ext cx="19558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3092" name="Text Box 4"/>
          <p:cNvSpPr txBox="1">
            <a:spLocks noChangeArrowheads="1"/>
          </p:cNvSpPr>
          <p:nvPr/>
        </p:nvSpPr>
        <p:spPr bwMode="auto">
          <a:xfrm>
            <a:off x="2590800" y="3328988"/>
            <a:ext cx="3886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/>
              <a:t>所求切线方程为</a:t>
            </a:r>
          </a:p>
        </p:txBody>
      </p:sp>
      <p:graphicFrame>
        <p:nvGraphicFramePr>
          <p:cNvPr id="473093" name="Object 5"/>
          <p:cNvGraphicFramePr>
            <a:graphicFrameLocks noChangeAspect="1"/>
          </p:cNvGraphicFramePr>
          <p:nvPr/>
        </p:nvGraphicFramePr>
        <p:xfrm>
          <a:off x="5416550" y="3125788"/>
          <a:ext cx="3073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073400" imgH="838200" progId="Equation.3">
                  <p:embed/>
                </p:oleObj>
              </mc:Choice>
              <mc:Fallback>
                <p:oleObj name="公式" r:id="rId6" imgW="30734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6550" y="3125788"/>
                        <a:ext cx="3073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3094" name="Text Box 6"/>
          <p:cNvSpPr txBox="1">
            <a:spLocks noChangeArrowheads="1"/>
          </p:cNvSpPr>
          <p:nvPr/>
        </p:nvSpPr>
        <p:spPr bwMode="auto">
          <a:xfrm>
            <a:off x="2590800" y="4257676"/>
            <a:ext cx="3124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/>
              <a:t>法平面方程为</a:t>
            </a:r>
          </a:p>
        </p:txBody>
      </p:sp>
      <p:graphicFrame>
        <p:nvGraphicFramePr>
          <p:cNvPr id="473095" name="Object 7"/>
          <p:cNvGraphicFramePr>
            <a:graphicFrameLocks noChangeAspect="1"/>
          </p:cNvGraphicFramePr>
          <p:nvPr/>
        </p:nvGraphicFramePr>
        <p:xfrm>
          <a:off x="5016500" y="4378326"/>
          <a:ext cx="45593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559300" imgH="393700" progId="Equation.3">
                  <p:embed/>
                </p:oleObj>
              </mc:Choice>
              <mc:Fallback>
                <p:oleObj name="公式" r:id="rId8" imgW="45593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6500" y="4378326"/>
                        <a:ext cx="45593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3096" name="Object 8"/>
          <p:cNvGraphicFramePr>
            <a:graphicFrameLocks noChangeAspect="1"/>
          </p:cNvGraphicFramePr>
          <p:nvPr/>
        </p:nvGraphicFramePr>
        <p:xfrm>
          <a:off x="4953000" y="5233988"/>
          <a:ext cx="21082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108200" imgH="406400" progId="Equation.3">
                  <p:embed/>
                </p:oleObj>
              </mc:Choice>
              <mc:Fallback>
                <p:oleObj name="公式" r:id="rId10" imgW="21082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5233988"/>
                        <a:ext cx="210820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3" name="Object 9"/>
          <p:cNvGraphicFramePr>
            <a:graphicFrameLocks noChangeAspect="1"/>
          </p:cNvGraphicFramePr>
          <p:nvPr/>
        </p:nvGraphicFramePr>
        <p:xfrm>
          <a:off x="3524250" y="1016000"/>
          <a:ext cx="20066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006600" imgH="1028700" progId="Equation.3">
                  <p:embed/>
                </p:oleObj>
              </mc:Choice>
              <mc:Fallback>
                <p:oleObj name="公式" r:id="rId12" imgW="2006600" imgH="1028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4250" y="1016000"/>
                        <a:ext cx="200660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4" name="Object 10"/>
          <p:cNvGraphicFramePr>
            <a:graphicFrameLocks noChangeAspect="1"/>
          </p:cNvGraphicFramePr>
          <p:nvPr/>
        </p:nvGraphicFramePr>
        <p:xfrm>
          <a:off x="2743200" y="1373188"/>
          <a:ext cx="419100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418918" imgH="253890" progId="Equation.3">
                  <p:embed/>
                </p:oleObj>
              </mc:Choice>
              <mc:Fallback>
                <p:oleObj name="公式" r:id="rId14" imgW="418918" imgH="25389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373188"/>
                        <a:ext cx="419100" cy="252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5" name="Object 11"/>
          <p:cNvGraphicFramePr>
            <a:graphicFrameLocks noChangeAspect="1"/>
          </p:cNvGraphicFramePr>
          <p:nvPr/>
        </p:nvGraphicFramePr>
        <p:xfrm>
          <a:off x="6102350" y="1060450"/>
          <a:ext cx="20701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070100" imgH="965200" progId="Equation.3">
                  <p:embed/>
                </p:oleObj>
              </mc:Choice>
              <mc:Fallback>
                <p:oleObj name="公式" r:id="rId16" imgW="20701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2350" y="1060450"/>
                        <a:ext cx="20701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28430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3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73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"/>
                                        <p:tgtEl>
                                          <p:spTgt spid="473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25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73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75"/>
                                        <p:tgtEl>
                                          <p:spTgt spid="473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45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73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95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73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3092" grpId="0" autoUpdateAnimBg="0"/>
      <p:bldP spid="473094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114" name="Text Box 2"/>
          <p:cNvSpPr txBox="1">
            <a:spLocks noChangeArrowheads="1"/>
          </p:cNvSpPr>
          <p:nvPr/>
        </p:nvSpPr>
        <p:spPr bwMode="auto">
          <a:xfrm>
            <a:off x="2667000" y="1752601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/>
              <a:t>设曲面方程为</a:t>
            </a:r>
          </a:p>
        </p:txBody>
      </p:sp>
      <p:graphicFrame>
        <p:nvGraphicFramePr>
          <p:cNvPr id="474115" name="Object 3"/>
          <p:cNvGraphicFramePr>
            <a:graphicFrameLocks noChangeAspect="1"/>
          </p:cNvGraphicFramePr>
          <p:nvPr/>
        </p:nvGraphicFramePr>
        <p:xfrm>
          <a:off x="3124200" y="2490788"/>
          <a:ext cx="20955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094591" imgH="406224" progId="Equation.3">
                  <p:embed/>
                </p:oleObj>
              </mc:Choice>
              <mc:Fallback>
                <p:oleObj name="公式" r:id="rId2" imgW="2094591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490788"/>
                        <a:ext cx="209550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41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916055"/>
              </p:ext>
            </p:extLst>
          </p:nvPr>
        </p:nvGraphicFramePr>
        <p:xfrm>
          <a:off x="5903914" y="5629637"/>
          <a:ext cx="402336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76160" imgH="253800" progId="Equation.DSMT4">
                  <p:embed/>
                </p:oleObj>
              </mc:Choice>
              <mc:Fallback>
                <p:oleObj name="Equation" r:id="rId4" imgW="16761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3914" y="5629637"/>
                        <a:ext cx="4023363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4117" name="Rectangle 5"/>
          <p:cNvSpPr>
            <a:spLocks noChangeArrowheads="1"/>
          </p:cNvSpPr>
          <p:nvPr/>
        </p:nvSpPr>
        <p:spPr bwMode="auto">
          <a:xfrm>
            <a:off x="2514601" y="5653088"/>
            <a:ext cx="33893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/>
              <a:t>曲线在</a:t>
            </a:r>
            <a:r>
              <a:rPr lang="en-US" altLang="zh-CN" sz="2800" i="1" dirty="0"/>
              <a:t>M</a:t>
            </a:r>
            <a:r>
              <a:rPr lang="zh-CN" altLang="en-US" sz="2800" dirty="0"/>
              <a:t>处的切向量</a:t>
            </a:r>
          </a:p>
        </p:txBody>
      </p:sp>
      <p:sp>
        <p:nvSpPr>
          <p:cNvPr id="474118" name="Rectangle 6"/>
          <p:cNvSpPr>
            <a:spLocks noChangeArrowheads="1"/>
          </p:cNvSpPr>
          <p:nvPr/>
        </p:nvSpPr>
        <p:spPr bwMode="auto">
          <a:xfrm>
            <a:off x="2514600" y="3048000"/>
            <a:ext cx="34290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/>
              <a:t>在曲面上任取一条通过点</a:t>
            </a:r>
            <a:r>
              <a:rPr lang="en-US" altLang="zh-CN" sz="2800" i="1" dirty="0"/>
              <a:t>M</a:t>
            </a:r>
            <a:r>
              <a:rPr lang="zh-CN" altLang="en-US" sz="2800" dirty="0"/>
              <a:t>的曲线</a:t>
            </a:r>
          </a:p>
        </p:txBody>
      </p:sp>
      <p:graphicFrame>
        <p:nvGraphicFramePr>
          <p:cNvPr id="47411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321856"/>
              </p:ext>
            </p:extLst>
          </p:nvPr>
        </p:nvGraphicFramePr>
        <p:xfrm>
          <a:off x="3003550" y="4025178"/>
          <a:ext cx="2216150" cy="15236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15920" imgH="698400" progId="Equation.DSMT4">
                  <p:embed/>
                </p:oleObj>
              </mc:Choice>
              <mc:Fallback>
                <p:oleObj name="Equation" r:id="rId6" imgW="101592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3550" y="4025178"/>
                        <a:ext cx="2216150" cy="15236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6" name="Rectangle 8"/>
          <p:cNvSpPr>
            <a:spLocks noGrp="1" noChangeArrowheads="1"/>
          </p:cNvSpPr>
          <p:nvPr>
            <p:ph type="title"/>
          </p:nvPr>
        </p:nvSpPr>
        <p:spPr>
          <a:xfrm>
            <a:off x="2094345" y="597479"/>
            <a:ext cx="5105400" cy="697057"/>
          </a:xfrm>
        </p:spPr>
        <p:txBody>
          <a:bodyPr>
            <a:normAutofit/>
          </a:bodyPr>
          <a:lstStyle/>
          <a:p>
            <a:pPr algn="l" eaLnBrk="1" hangingPunct="1"/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二、曲面的切平面与法线</a:t>
            </a:r>
          </a:p>
        </p:txBody>
      </p:sp>
      <p:grpSp>
        <p:nvGrpSpPr>
          <p:cNvPr id="474121" name="Group 9"/>
          <p:cNvGrpSpPr>
            <a:grpSpLocks/>
          </p:cNvGrpSpPr>
          <p:nvPr/>
        </p:nvGrpSpPr>
        <p:grpSpPr bwMode="auto">
          <a:xfrm>
            <a:off x="6263640" y="1883137"/>
            <a:ext cx="3657600" cy="3181350"/>
            <a:chOff x="3024" y="1186"/>
            <a:chExt cx="2304" cy="2004"/>
          </a:xfrm>
        </p:grpSpPr>
        <p:graphicFrame>
          <p:nvGraphicFramePr>
            <p:cNvPr id="12298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59890026"/>
                </p:ext>
              </p:extLst>
            </p:nvPr>
          </p:nvGraphicFramePr>
          <p:xfrm>
            <a:off x="3024" y="1186"/>
            <a:ext cx="2304" cy="20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MP 图象" r:id="rId8" imgW="3657143" imgH="3180952" progId="Paint.Picture">
                    <p:embed/>
                  </p:oleObj>
                </mc:Choice>
                <mc:Fallback>
                  <p:oleObj name="BMP 图象" r:id="rId8" imgW="3657143" imgH="3180952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4" y="1186"/>
                          <a:ext cx="2304" cy="2004"/>
                        </a:xfrm>
                        <a:prstGeom prst="rect">
                          <a:avLst/>
                        </a:prstGeom>
                        <a:noFill/>
                        <a:ln w="3175">
                          <a:solidFill>
                            <a:schemeClr val="accent2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299" name="Object 11"/>
            <p:cNvGraphicFramePr>
              <a:graphicFrameLocks noChangeAspect="1"/>
            </p:cNvGraphicFramePr>
            <p:nvPr/>
          </p:nvGraphicFramePr>
          <p:xfrm>
            <a:off x="3996" y="1564"/>
            <a:ext cx="127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209601" imgH="266558" progId="Equation.3">
                    <p:embed/>
                  </p:oleObj>
                </mc:Choice>
                <mc:Fallback>
                  <p:oleObj name="公式" r:id="rId10" imgW="209601" imgH="26655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6" y="1564"/>
                          <a:ext cx="127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0" name="Object 12"/>
            <p:cNvGraphicFramePr>
              <a:graphicFrameLocks noChangeAspect="1"/>
            </p:cNvGraphicFramePr>
            <p:nvPr/>
          </p:nvGraphicFramePr>
          <p:xfrm>
            <a:off x="4560" y="1584"/>
            <a:ext cx="146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247773" imgH="333285" progId="Equation.3">
                    <p:embed/>
                  </p:oleObj>
                </mc:Choice>
                <mc:Fallback>
                  <p:oleObj name="公式" r:id="rId12" imgW="247773" imgH="3332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1584"/>
                          <a:ext cx="146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1" name="Object 13"/>
            <p:cNvGraphicFramePr>
              <a:graphicFrameLocks noChangeAspect="1"/>
            </p:cNvGraphicFramePr>
            <p:nvPr/>
          </p:nvGraphicFramePr>
          <p:xfrm>
            <a:off x="4176" y="1968"/>
            <a:ext cx="176" cy="1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361943" imgH="247792" progId="Equation.3">
                    <p:embed/>
                  </p:oleObj>
                </mc:Choice>
                <mc:Fallback>
                  <p:oleObj name="公式" r:id="rId14" imgW="361943" imgH="24779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6" y="1968"/>
                          <a:ext cx="176" cy="1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864872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474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4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74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"/>
                                        <p:tgtEl>
                                          <p:spTgt spid="474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125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74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625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74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75"/>
                                        <p:tgtEl>
                                          <p:spTgt spid="474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675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74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4114" grpId="0" autoUpdateAnimBg="0"/>
      <p:bldP spid="474117" grpId="0" autoUpdateAnimBg="0"/>
      <p:bldP spid="474118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Group 2"/>
          <p:cNvGrpSpPr>
            <a:grpSpLocks/>
          </p:cNvGrpSpPr>
          <p:nvPr/>
        </p:nvGrpSpPr>
        <p:grpSpPr bwMode="auto">
          <a:xfrm>
            <a:off x="9523413" y="578644"/>
            <a:ext cx="2090738" cy="1719263"/>
            <a:chOff x="4368" y="498"/>
            <a:chExt cx="1317" cy="1083"/>
          </a:xfrm>
        </p:grpSpPr>
        <p:graphicFrame>
          <p:nvGraphicFramePr>
            <p:cNvPr id="13354" name="Object 3"/>
            <p:cNvGraphicFramePr>
              <a:graphicFrameLocks noChangeAspect="1"/>
            </p:cNvGraphicFramePr>
            <p:nvPr/>
          </p:nvGraphicFramePr>
          <p:xfrm>
            <a:off x="4368" y="666"/>
            <a:ext cx="1317" cy="9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MP 图象" r:id="rId2" imgW="2580952" imgH="1790476" progId="Paint.Picture">
                    <p:embed/>
                  </p:oleObj>
                </mc:Choice>
                <mc:Fallback>
                  <p:oleObj name="BMP 图象" r:id="rId2" imgW="2580952" imgH="1790476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666"/>
                          <a:ext cx="1317" cy="9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55" name="Object 4"/>
            <p:cNvGraphicFramePr>
              <a:graphicFrameLocks noChangeAspect="1"/>
            </p:cNvGraphicFramePr>
            <p:nvPr/>
          </p:nvGraphicFramePr>
          <p:xfrm>
            <a:off x="4990" y="958"/>
            <a:ext cx="248" cy="2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52342" imgH="114339" progId="Equation.3">
                    <p:embed/>
                  </p:oleObj>
                </mc:Choice>
                <mc:Fallback>
                  <p:oleObj name="公式" r:id="rId4" imgW="152342" imgH="11433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0" y="958"/>
                          <a:ext cx="248" cy="2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56" name="Object 5"/>
            <p:cNvGraphicFramePr>
              <a:graphicFrameLocks noChangeAspect="1"/>
            </p:cNvGraphicFramePr>
            <p:nvPr/>
          </p:nvGraphicFramePr>
          <p:xfrm>
            <a:off x="5288" y="717"/>
            <a:ext cx="247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14170" imgH="142836" progId="Equation.3">
                    <p:embed/>
                  </p:oleObj>
                </mc:Choice>
                <mc:Fallback>
                  <p:oleObj name="公式" r:id="rId6" imgW="114170" imgH="14283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8" y="717"/>
                          <a:ext cx="247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57" name="Freeform 6"/>
            <p:cNvSpPr>
              <a:spLocks/>
            </p:cNvSpPr>
            <p:nvPr/>
          </p:nvSpPr>
          <p:spPr bwMode="auto">
            <a:xfrm>
              <a:off x="4835" y="802"/>
              <a:ext cx="466" cy="506"/>
            </a:xfrm>
            <a:custGeom>
              <a:avLst/>
              <a:gdLst>
                <a:gd name="T0" fmla="*/ 0 w 576"/>
                <a:gd name="T1" fmla="*/ 218 h 624"/>
                <a:gd name="T2" fmla="*/ 66 w 576"/>
                <a:gd name="T3" fmla="*/ 84 h 624"/>
                <a:gd name="T4" fmla="*/ 200 w 576"/>
                <a:gd name="T5" fmla="*/ 0 h 6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76" h="624">
                  <a:moveTo>
                    <a:pt x="0" y="624"/>
                  </a:moveTo>
                  <a:cubicBezTo>
                    <a:pt x="48" y="484"/>
                    <a:pt x="96" y="344"/>
                    <a:pt x="192" y="240"/>
                  </a:cubicBezTo>
                  <a:cubicBezTo>
                    <a:pt x="288" y="136"/>
                    <a:pt x="512" y="40"/>
                    <a:pt x="576" y="0"/>
                  </a:cubicBezTo>
                </a:path>
              </a:pathLst>
            </a:custGeom>
            <a:noFill/>
            <a:ln w="28575" cmpd="sng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3358" name="Group 7"/>
            <p:cNvGrpSpPr>
              <a:grpSpLocks/>
            </p:cNvGrpSpPr>
            <p:nvPr/>
          </p:nvGrpSpPr>
          <p:grpSpPr bwMode="auto">
            <a:xfrm>
              <a:off x="4835" y="498"/>
              <a:ext cx="526" cy="652"/>
              <a:chOff x="4835" y="498"/>
              <a:chExt cx="526" cy="652"/>
            </a:xfrm>
          </p:grpSpPr>
          <p:sp>
            <p:nvSpPr>
              <p:cNvPr id="13360" name="Line 8"/>
              <p:cNvSpPr>
                <a:spLocks noChangeShapeType="1"/>
              </p:cNvSpPr>
              <p:nvPr/>
            </p:nvSpPr>
            <p:spPr bwMode="auto">
              <a:xfrm flipV="1">
                <a:off x="4835" y="724"/>
                <a:ext cx="427" cy="42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3361" name="Object 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901122"/>
                  </p:ext>
                </p:extLst>
              </p:nvPr>
            </p:nvGraphicFramePr>
            <p:xfrm>
              <a:off x="5193" y="511"/>
              <a:ext cx="168" cy="1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218970" imgH="257175" progId="Equation.3">
                      <p:embed/>
                    </p:oleObj>
                  </mc:Choice>
                  <mc:Fallback>
                    <p:oleObj name="Equation" r:id="rId8" imgW="218970" imgH="25717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93" y="511"/>
                            <a:ext cx="168" cy="19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362" name="Line 10"/>
              <p:cNvSpPr>
                <a:spLocks noChangeShapeType="1"/>
              </p:cNvSpPr>
              <p:nvPr/>
            </p:nvSpPr>
            <p:spPr bwMode="auto">
              <a:xfrm>
                <a:off x="5191" y="498"/>
                <a:ext cx="17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359" name="Oval 11"/>
            <p:cNvSpPr>
              <a:spLocks noChangeArrowheads="1"/>
            </p:cNvSpPr>
            <p:nvPr/>
          </p:nvSpPr>
          <p:spPr bwMode="auto">
            <a:xfrm>
              <a:off x="4990" y="964"/>
              <a:ext cx="33" cy="33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 b="0"/>
            </a:p>
          </p:txBody>
        </p:sp>
      </p:grpSp>
      <p:sp>
        <p:nvSpPr>
          <p:cNvPr id="475148" name="AutoShape 12"/>
          <p:cNvSpPr>
            <a:spLocks noChangeArrowheads="1"/>
          </p:cNvSpPr>
          <p:nvPr/>
        </p:nvSpPr>
        <p:spPr bwMode="auto">
          <a:xfrm>
            <a:off x="9805193" y="907257"/>
            <a:ext cx="1420813" cy="989012"/>
          </a:xfrm>
          <a:prstGeom prst="parallelogram">
            <a:avLst>
              <a:gd name="adj" fmla="val 35915"/>
            </a:avLst>
          </a:prstGeom>
          <a:solidFill>
            <a:srgbClr val="6666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0"/>
          </a:p>
        </p:txBody>
      </p:sp>
      <p:sp>
        <p:nvSpPr>
          <p:cNvPr id="475156" name="Text Box 20"/>
          <p:cNvSpPr txBox="1">
            <a:spLocks noChangeArrowheads="1"/>
          </p:cNvSpPr>
          <p:nvPr/>
        </p:nvSpPr>
        <p:spPr bwMode="auto">
          <a:xfrm>
            <a:off x="7696200" y="319088"/>
            <a:ext cx="1676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  <a:sym typeface="Symbol" panose="05050102010706020507" pitchFamily="18" charset="2"/>
              </a:rPr>
              <a:t>在  </a:t>
            </a:r>
            <a:r>
              <a:rPr lang="zh-CN" altLang="en-US" sz="2800">
                <a:ea typeface="楷体_GB2312" pitchFamily="49" charset="-122"/>
              </a:rPr>
              <a:t>上</a:t>
            </a:r>
            <a:r>
              <a:rPr lang="en-US" altLang="zh-CN" sz="2800">
                <a:ea typeface="楷体_GB2312" pitchFamily="49" charset="-122"/>
              </a:rPr>
              <a:t>,</a:t>
            </a:r>
          </a:p>
        </p:txBody>
      </p:sp>
      <p:graphicFrame>
        <p:nvGraphicFramePr>
          <p:cNvPr id="475157" name="Object 21"/>
          <p:cNvGraphicFramePr>
            <a:graphicFrameLocks noChangeAspect="1"/>
          </p:cNvGraphicFramePr>
          <p:nvPr/>
        </p:nvGraphicFramePr>
        <p:xfrm>
          <a:off x="2916238" y="438150"/>
          <a:ext cx="477361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4753145" imgH="343016" progId="Equation.3">
                  <p:embed/>
                </p:oleObj>
              </mc:Choice>
              <mc:Fallback>
                <p:oleObj name="公式" r:id="rId10" imgW="4753145" imgH="34301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438150"/>
                        <a:ext cx="4773612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5158" name="Object 22"/>
          <p:cNvGraphicFramePr>
            <a:graphicFrameLocks noChangeAspect="1"/>
          </p:cNvGraphicFramePr>
          <p:nvPr/>
        </p:nvGraphicFramePr>
        <p:xfrm>
          <a:off x="2932114" y="996951"/>
          <a:ext cx="399097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962284" imgH="343016" progId="Equation.3">
                  <p:embed/>
                </p:oleObj>
              </mc:Choice>
              <mc:Fallback>
                <p:oleObj name="公式" r:id="rId12" imgW="3962284" imgH="34301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2114" y="996951"/>
                        <a:ext cx="3990975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5159" name="Object 23"/>
          <p:cNvGraphicFramePr>
            <a:graphicFrameLocks noChangeAspect="1"/>
          </p:cNvGraphicFramePr>
          <p:nvPr/>
        </p:nvGraphicFramePr>
        <p:xfrm>
          <a:off x="2135188" y="1557338"/>
          <a:ext cx="3136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3105143" imgH="409742" progId="Equation.3">
                  <p:embed/>
                </p:oleObj>
              </mc:Choice>
              <mc:Fallback>
                <p:oleObj name="公式" r:id="rId14" imgW="3105143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8" y="1557338"/>
                        <a:ext cx="31369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5160" name="Object 24"/>
          <p:cNvGraphicFramePr>
            <a:graphicFrameLocks noChangeAspect="1"/>
          </p:cNvGraphicFramePr>
          <p:nvPr/>
        </p:nvGraphicFramePr>
        <p:xfrm>
          <a:off x="5251450" y="1557338"/>
          <a:ext cx="3162300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3124229" imgH="409742" progId="Equation.3">
                  <p:embed/>
                </p:oleObj>
              </mc:Choice>
              <mc:Fallback>
                <p:oleObj name="公式" r:id="rId16" imgW="3124229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1450" y="1557338"/>
                        <a:ext cx="3162300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5161" name="Object 25"/>
          <p:cNvGraphicFramePr>
            <a:graphicFrameLocks noChangeAspect="1"/>
          </p:cNvGraphicFramePr>
          <p:nvPr/>
        </p:nvGraphicFramePr>
        <p:xfrm>
          <a:off x="7866063" y="2825750"/>
          <a:ext cx="876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828686" imgH="380897" progId="Equation.3">
                  <p:embed/>
                </p:oleObj>
              </mc:Choice>
              <mc:Fallback>
                <p:oleObj name="公式" r:id="rId18" imgW="828686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66063" y="2825750"/>
                        <a:ext cx="8763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5162" name="Object 26"/>
          <p:cNvGraphicFramePr>
            <a:graphicFrameLocks noChangeAspect="1"/>
          </p:cNvGraphicFramePr>
          <p:nvPr/>
        </p:nvGraphicFramePr>
        <p:xfrm>
          <a:off x="8837613" y="2867025"/>
          <a:ext cx="495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447657" imgH="266558" progId="Equation.3">
                  <p:embed/>
                </p:oleObj>
              </mc:Choice>
              <mc:Fallback>
                <p:oleObj name="公式" r:id="rId20" imgW="447657" imgH="26655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7613" y="2867025"/>
                        <a:ext cx="495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5163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8569321"/>
              </p:ext>
            </p:extLst>
          </p:nvPr>
        </p:nvGraphicFramePr>
        <p:xfrm>
          <a:off x="2719385" y="2184400"/>
          <a:ext cx="1962154" cy="570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863280" imgH="228600" progId="Equation.DSMT4">
                  <p:embed/>
                </p:oleObj>
              </mc:Choice>
              <mc:Fallback>
                <p:oleObj name="Equation" r:id="rId22" imgW="863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9385" y="2184400"/>
                        <a:ext cx="1962154" cy="5706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5164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01822"/>
              </p:ext>
            </p:extLst>
          </p:nvPr>
        </p:nvGraphicFramePr>
        <p:xfrm>
          <a:off x="5657420" y="2208214"/>
          <a:ext cx="2285422" cy="602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952200" imgH="241200" progId="Equation.DSMT4">
                  <p:embed/>
                </p:oleObj>
              </mc:Choice>
              <mc:Fallback>
                <p:oleObj name="Equation" r:id="rId24" imgW="9522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7420" y="2208214"/>
                        <a:ext cx="2285422" cy="602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5165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6363473"/>
              </p:ext>
            </p:extLst>
          </p:nvPr>
        </p:nvGraphicFramePr>
        <p:xfrm>
          <a:off x="5701037" y="2749315"/>
          <a:ext cx="2106866" cy="559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939600" imgH="228600" progId="Equation.DSMT4">
                  <p:embed/>
                </p:oleObj>
              </mc:Choice>
              <mc:Fallback>
                <p:oleObj name="Equation" r:id="rId26" imgW="9396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1037" y="2749315"/>
                        <a:ext cx="2106866" cy="5590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5166" name="Object 30"/>
          <p:cNvGraphicFramePr>
            <a:graphicFrameLocks noChangeAspect="1"/>
          </p:cNvGraphicFramePr>
          <p:nvPr/>
        </p:nvGraphicFramePr>
        <p:xfrm>
          <a:off x="4681539" y="2235201"/>
          <a:ext cx="8477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800230" imgH="380897" progId="Equation.3">
                  <p:embed/>
                </p:oleObj>
              </mc:Choice>
              <mc:Fallback>
                <p:oleObj name="公式" r:id="rId28" imgW="800230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1539" y="2235201"/>
                        <a:ext cx="84772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5167" name="Object 31"/>
          <p:cNvGraphicFramePr>
            <a:graphicFrameLocks noChangeAspect="1"/>
          </p:cNvGraphicFramePr>
          <p:nvPr/>
        </p:nvGraphicFramePr>
        <p:xfrm>
          <a:off x="7935913" y="2251075"/>
          <a:ext cx="889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838055" imgH="380897" progId="Equation.3">
                  <p:embed/>
                </p:oleObj>
              </mc:Choice>
              <mc:Fallback>
                <p:oleObj name="公式" r:id="rId30" imgW="838055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5913" y="2251075"/>
                        <a:ext cx="889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5168" name="Text Box 32"/>
          <p:cNvSpPr txBox="1">
            <a:spLocks noChangeArrowheads="1"/>
          </p:cNvSpPr>
          <p:nvPr/>
        </p:nvSpPr>
        <p:spPr bwMode="auto">
          <a:xfrm>
            <a:off x="1919289" y="2060576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得</a:t>
            </a:r>
          </a:p>
        </p:txBody>
      </p:sp>
      <p:grpSp>
        <p:nvGrpSpPr>
          <p:cNvPr id="475169" name="Group 33"/>
          <p:cNvGrpSpPr>
            <a:grpSpLocks/>
          </p:cNvGrpSpPr>
          <p:nvPr/>
        </p:nvGrpSpPr>
        <p:grpSpPr bwMode="auto">
          <a:xfrm>
            <a:off x="3421063" y="3468689"/>
            <a:ext cx="3841750" cy="454025"/>
            <a:chOff x="1195" y="2185"/>
            <a:chExt cx="2420" cy="286"/>
          </a:xfrm>
        </p:grpSpPr>
        <p:graphicFrame>
          <p:nvGraphicFramePr>
            <p:cNvPr id="13352" name="Object 34"/>
            <p:cNvGraphicFramePr>
              <a:graphicFrameLocks noChangeAspect="1"/>
            </p:cNvGraphicFramePr>
            <p:nvPr/>
          </p:nvGraphicFramePr>
          <p:xfrm>
            <a:off x="1224" y="2201"/>
            <a:ext cx="2391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2" imgW="3762400" imgH="380897" progId="Equation.3">
                    <p:embed/>
                  </p:oleObj>
                </mc:Choice>
                <mc:Fallback>
                  <p:oleObj name="公式" r:id="rId32" imgW="3762400" imgH="38089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24" y="2201"/>
                          <a:ext cx="2391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53" name="Line 35"/>
            <p:cNvSpPr>
              <a:spLocks noChangeShapeType="1"/>
            </p:cNvSpPr>
            <p:nvPr/>
          </p:nvSpPr>
          <p:spPr bwMode="auto">
            <a:xfrm flipV="1">
              <a:off x="1195" y="2185"/>
              <a:ext cx="19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75172" name="Group 36"/>
          <p:cNvGrpSpPr>
            <a:grpSpLocks/>
          </p:cNvGrpSpPr>
          <p:nvPr/>
        </p:nvGrpSpPr>
        <p:grpSpPr bwMode="auto">
          <a:xfrm>
            <a:off x="2916238" y="4017975"/>
            <a:ext cx="6438901" cy="563564"/>
            <a:chOff x="1022" y="2540"/>
            <a:chExt cx="4056" cy="355"/>
          </a:xfrm>
        </p:grpSpPr>
        <p:graphicFrame>
          <p:nvGraphicFramePr>
            <p:cNvPr id="13350" name="Object 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30380556"/>
                </p:ext>
              </p:extLst>
            </p:nvPr>
          </p:nvGraphicFramePr>
          <p:xfrm>
            <a:off x="1022" y="2540"/>
            <a:ext cx="4056" cy="3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4" imgW="2997000" imgH="241200" progId="Equation.DSMT4">
                    <p:embed/>
                  </p:oleObj>
                </mc:Choice>
                <mc:Fallback>
                  <p:oleObj name="Equation" r:id="rId34" imgW="299700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2" y="2540"/>
                          <a:ext cx="4056" cy="3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51" name="Line 38"/>
            <p:cNvSpPr>
              <a:spLocks noChangeShapeType="1"/>
            </p:cNvSpPr>
            <p:nvPr/>
          </p:nvSpPr>
          <p:spPr bwMode="auto">
            <a:xfrm flipV="1">
              <a:off x="1056" y="2592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75175" name="Rectangle 39"/>
          <p:cNvSpPr>
            <a:spLocks noChangeArrowheads="1"/>
          </p:cNvSpPr>
          <p:nvPr/>
        </p:nvSpPr>
        <p:spPr bwMode="auto">
          <a:xfrm>
            <a:off x="2436813" y="2133600"/>
            <a:ext cx="7086600" cy="1219200"/>
          </a:xfrm>
          <a:prstGeom prst="rect">
            <a:avLst/>
          </a:prstGeom>
          <a:noFill/>
          <a:ln w="28575">
            <a:solidFill>
              <a:srgbClr val="C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0"/>
          </a:p>
        </p:txBody>
      </p:sp>
      <p:sp>
        <p:nvSpPr>
          <p:cNvPr id="475176" name="Text Box 40"/>
          <p:cNvSpPr txBox="1">
            <a:spLocks noChangeArrowheads="1"/>
          </p:cNvSpPr>
          <p:nvPr/>
        </p:nvSpPr>
        <p:spPr bwMode="auto">
          <a:xfrm>
            <a:off x="2817814" y="3352801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令</a:t>
            </a:r>
          </a:p>
        </p:txBody>
      </p:sp>
      <p:sp>
        <p:nvSpPr>
          <p:cNvPr id="475177" name="Line 41"/>
          <p:cNvSpPr>
            <a:spLocks noChangeShapeType="1"/>
          </p:cNvSpPr>
          <p:nvPr/>
        </p:nvSpPr>
        <p:spPr bwMode="auto">
          <a:xfrm>
            <a:off x="2817813" y="3414713"/>
            <a:ext cx="0" cy="1143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75178" name="Group 42"/>
          <p:cNvGrpSpPr>
            <a:grpSpLocks/>
          </p:cNvGrpSpPr>
          <p:nvPr/>
        </p:nvGrpSpPr>
        <p:grpSpPr bwMode="auto">
          <a:xfrm>
            <a:off x="1954648" y="4646687"/>
            <a:ext cx="2019301" cy="431800"/>
            <a:chOff x="456" y="3620"/>
            <a:chExt cx="1272" cy="272"/>
          </a:xfrm>
        </p:grpSpPr>
        <p:graphicFrame>
          <p:nvGraphicFramePr>
            <p:cNvPr id="13347" name="Object 4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92944375"/>
                </p:ext>
              </p:extLst>
            </p:nvPr>
          </p:nvGraphicFramePr>
          <p:xfrm>
            <a:off x="456" y="3620"/>
            <a:ext cx="127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6" imgW="1971773" imgH="380897" progId="Equation.3">
                    <p:embed/>
                  </p:oleObj>
                </mc:Choice>
                <mc:Fallback>
                  <p:oleObj name="公式" r:id="rId36" imgW="1971773" imgH="38089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" y="3620"/>
                          <a:ext cx="1272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48" name="Line 44"/>
            <p:cNvSpPr>
              <a:spLocks noChangeShapeType="1"/>
            </p:cNvSpPr>
            <p:nvPr/>
          </p:nvSpPr>
          <p:spPr bwMode="auto">
            <a:xfrm>
              <a:off x="1183" y="3622"/>
              <a:ext cx="170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9" name="Line 45"/>
            <p:cNvSpPr>
              <a:spLocks noChangeShapeType="1"/>
            </p:cNvSpPr>
            <p:nvPr/>
          </p:nvSpPr>
          <p:spPr bwMode="auto">
            <a:xfrm>
              <a:off x="1558" y="3648"/>
              <a:ext cx="170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75182" name="Text Box 46"/>
          <p:cNvSpPr txBox="1">
            <a:spLocks noChangeArrowheads="1"/>
          </p:cNvSpPr>
          <p:nvPr/>
        </p:nvSpPr>
        <p:spPr bwMode="auto">
          <a:xfrm>
            <a:off x="1847851" y="5157788"/>
            <a:ext cx="3700463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由于曲线 </a:t>
            </a:r>
            <a:r>
              <a:rPr lang="zh-CN" altLang="en-US" sz="2800">
                <a:ea typeface="楷体_GB2312" pitchFamily="49" charset="-122"/>
                <a:sym typeface="Symbol" panose="05050102010706020507" pitchFamily="18" charset="2"/>
              </a:rPr>
              <a:t></a:t>
            </a:r>
            <a:r>
              <a:rPr lang="zh-CN" altLang="en-US" sz="2800">
                <a:ea typeface="楷体_GB2312" pitchFamily="49" charset="-122"/>
              </a:rPr>
              <a:t> 的任意性 </a:t>
            </a:r>
            <a:r>
              <a:rPr lang="en-US" altLang="zh-CN" sz="2800">
                <a:ea typeface="楷体_GB2312" pitchFamily="49" charset="-122"/>
              </a:rPr>
              <a:t>, </a:t>
            </a:r>
          </a:p>
        </p:txBody>
      </p:sp>
      <p:sp>
        <p:nvSpPr>
          <p:cNvPr id="475183" name="Text Box 47"/>
          <p:cNvSpPr txBox="1">
            <a:spLocks noChangeArrowheads="1"/>
          </p:cNvSpPr>
          <p:nvPr/>
        </p:nvSpPr>
        <p:spPr bwMode="auto">
          <a:xfrm>
            <a:off x="5257801" y="5135563"/>
            <a:ext cx="34131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表明这些切线都在以</a:t>
            </a:r>
          </a:p>
        </p:txBody>
      </p:sp>
      <p:sp>
        <p:nvSpPr>
          <p:cNvPr id="475184" name="Text Box 48"/>
          <p:cNvSpPr txBox="1">
            <a:spLocks noChangeArrowheads="1"/>
          </p:cNvSpPr>
          <p:nvPr/>
        </p:nvSpPr>
        <p:spPr bwMode="auto">
          <a:xfrm>
            <a:off x="8839200" y="5105401"/>
            <a:ext cx="1676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800">
                <a:ea typeface="楷体_GB2312" pitchFamily="49" charset="-122"/>
              </a:rPr>
              <a:t>为法向量</a:t>
            </a:r>
          </a:p>
        </p:txBody>
      </p:sp>
      <p:sp>
        <p:nvSpPr>
          <p:cNvPr id="13338" name="Line 51"/>
          <p:cNvSpPr>
            <a:spLocks noChangeShapeType="1"/>
          </p:cNvSpPr>
          <p:nvPr/>
        </p:nvSpPr>
        <p:spPr bwMode="auto">
          <a:xfrm>
            <a:off x="8472488" y="-2465388"/>
            <a:ext cx="3667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5188" name="Text Box 52"/>
          <p:cNvSpPr txBox="1">
            <a:spLocks noChangeArrowheads="1"/>
          </p:cNvSpPr>
          <p:nvPr/>
        </p:nvSpPr>
        <p:spPr bwMode="auto">
          <a:xfrm>
            <a:off x="1919288" y="5661026"/>
            <a:ext cx="17970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的平面上 </a:t>
            </a:r>
            <a:r>
              <a:rPr lang="en-US" altLang="zh-CN" sz="2800">
                <a:ea typeface="楷体_GB2312" pitchFamily="49" charset="-122"/>
              </a:rPr>
              <a:t>,</a:t>
            </a:r>
          </a:p>
        </p:txBody>
      </p:sp>
      <p:sp>
        <p:nvSpPr>
          <p:cNvPr id="475189" name="Text Box 53"/>
          <p:cNvSpPr txBox="1">
            <a:spLocks noChangeArrowheads="1"/>
          </p:cNvSpPr>
          <p:nvPr/>
        </p:nvSpPr>
        <p:spPr bwMode="auto">
          <a:xfrm>
            <a:off x="3575051" y="5734051"/>
            <a:ext cx="6875463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称此平面为该点的切平面</a:t>
            </a:r>
            <a:r>
              <a:rPr lang="en-US" altLang="zh-CN" sz="2800">
                <a:ea typeface="楷体_GB2312" pitchFamily="49" charset="-122"/>
              </a:rPr>
              <a:t>,</a:t>
            </a:r>
            <a:r>
              <a:rPr lang="zh-CN" altLang="en-US" sz="2800">
                <a:ea typeface="楷体_GB2312" pitchFamily="49" charset="-122"/>
              </a:rPr>
              <a:t>从而切平面存在 </a:t>
            </a:r>
            <a:r>
              <a:rPr lang="en-US" altLang="zh-CN" sz="2800">
                <a:ea typeface="楷体_GB2312" pitchFamily="49" charset="-122"/>
              </a:rPr>
              <a:t>.</a:t>
            </a:r>
            <a:endParaRPr lang="en-US" altLang="zh-CN" sz="2800">
              <a:solidFill>
                <a:schemeClr val="accent1"/>
              </a:solidFill>
              <a:ea typeface="楷体_GB2312" pitchFamily="49" charset="-122"/>
            </a:endParaRPr>
          </a:p>
        </p:txBody>
      </p:sp>
      <p:grpSp>
        <p:nvGrpSpPr>
          <p:cNvPr id="475190" name="Group 54"/>
          <p:cNvGrpSpPr>
            <a:grpSpLocks/>
          </p:cNvGrpSpPr>
          <p:nvPr/>
        </p:nvGrpSpPr>
        <p:grpSpPr bwMode="auto">
          <a:xfrm>
            <a:off x="9707781" y="815182"/>
            <a:ext cx="838200" cy="533400"/>
            <a:chOff x="4464" y="624"/>
            <a:chExt cx="528" cy="336"/>
          </a:xfrm>
        </p:grpSpPr>
        <p:sp>
          <p:nvSpPr>
            <p:cNvPr id="13343" name="Line 55"/>
            <p:cNvSpPr>
              <a:spLocks noChangeShapeType="1"/>
            </p:cNvSpPr>
            <p:nvPr/>
          </p:nvSpPr>
          <p:spPr bwMode="auto">
            <a:xfrm flipH="1" flipV="1">
              <a:off x="4656" y="720"/>
              <a:ext cx="336" cy="24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3344" name="Group 56"/>
            <p:cNvGrpSpPr>
              <a:grpSpLocks/>
            </p:cNvGrpSpPr>
            <p:nvPr/>
          </p:nvGrpSpPr>
          <p:grpSpPr bwMode="auto">
            <a:xfrm>
              <a:off x="4464" y="624"/>
              <a:ext cx="170" cy="195"/>
              <a:chOff x="4390" y="3264"/>
              <a:chExt cx="170" cy="195"/>
            </a:xfrm>
          </p:grpSpPr>
          <p:graphicFrame>
            <p:nvGraphicFramePr>
              <p:cNvPr id="13345" name="Object 57"/>
              <p:cNvGraphicFramePr>
                <a:graphicFrameLocks noChangeAspect="1"/>
              </p:cNvGraphicFramePr>
              <p:nvPr/>
            </p:nvGraphicFramePr>
            <p:xfrm>
              <a:off x="4406" y="3307"/>
              <a:ext cx="143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8" imgW="181145" imgH="190449" progId="Equation.3">
                      <p:embed/>
                    </p:oleObj>
                  </mc:Choice>
                  <mc:Fallback>
                    <p:oleObj name="Equation" r:id="rId38" imgW="181145" imgH="190449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9">
                            <a:grayscl/>
                            <a:biLevel thresh="50000"/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06" y="3307"/>
                            <a:ext cx="143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346" name="Line 58"/>
              <p:cNvSpPr>
                <a:spLocks noChangeShapeType="1"/>
              </p:cNvSpPr>
              <p:nvPr/>
            </p:nvSpPr>
            <p:spPr bwMode="auto">
              <a:xfrm>
                <a:off x="4390" y="3264"/>
                <a:ext cx="17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8562976" y="5041901"/>
          <a:ext cx="32702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126780" imgH="215526" progId="Equation.DSMT4">
                  <p:embed/>
                </p:oleObj>
              </mc:Choice>
              <mc:Fallback>
                <p:oleObj name="Equation" r:id="rId40" imgW="126780" imgH="21552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62976" y="5041901"/>
                        <a:ext cx="327025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681420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5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75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75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75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75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75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75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75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75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75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75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75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75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75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75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75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75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475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475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75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75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75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4751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475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475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475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5148" grpId="0" animBg="1"/>
      <p:bldP spid="475156" grpId="0" autoUpdateAnimBg="0"/>
      <p:bldP spid="475168" grpId="0" build="p" autoUpdateAnimBg="0"/>
      <p:bldP spid="475175" grpId="0" animBg="1"/>
      <p:bldP spid="475176" grpId="0" build="p" autoUpdateAnimBg="0"/>
      <p:bldP spid="475177" grpId="0" animBg="1"/>
      <p:bldP spid="475182" grpId="0" build="p" autoUpdateAnimBg="0"/>
      <p:bldP spid="475183" grpId="0" build="p" autoUpdateAnimBg="0"/>
      <p:bldP spid="475184" grpId="0" build="p" autoUpdateAnimBg="0" advAuto="0"/>
      <p:bldP spid="475188" grpId="0" build="p" autoUpdateAnimBg="0" advAuto="0"/>
      <p:bldP spid="475189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616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1880751"/>
              </p:ext>
            </p:extLst>
          </p:nvPr>
        </p:nvGraphicFramePr>
        <p:xfrm>
          <a:off x="2677393" y="2183679"/>
          <a:ext cx="3053483" cy="5526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09400" imgH="228600" progId="Equation.DSMT4">
                  <p:embed/>
                </p:oleObj>
              </mc:Choice>
              <mc:Fallback>
                <p:oleObj name="Equation" r:id="rId2" imgW="1409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7393" y="2183679"/>
                        <a:ext cx="3053483" cy="5526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2133600" y="471488"/>
            <a:ext cx="4191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曲面</a:t>
            </a:r>
            <a:r>
              <a:rPr lang="zh-CN" altLang="en-US" sz="2800" dirty="0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zh-CN" altLang="en-US" sz="2800" dirty="0">
                <a:ea typeface="楷体_GB2312" pitchFamily="49" charset="-122"/>
                <a:sym typeface="Symbol" panose="05050102010706020507" pitchFamily="18" charset="2"/>
              </a:rPr>
              <a:t> 在点 </a:t>
            </a:r>
            <a:r>
              <a:rPr lang="en-US" altLang="zh-CN" sz="2800" i="1" dirty="0">
                <a:ea typeface="楷体_GB2312" pitchFamily="49" charset="-122"/>
                <a:sym typeface="Symbol" panose="05050102010706020507" pitchFamily="18" charset="2"/>
              </a:rPr>
              <a:t>M </a:t>
            </a:r>
            <a:r>
              <a:rPr lang="zh-CN" altLang="en-US" sz="2800" dirty="0">
                <a:ea typeface="楷体_GB2312" pitchFamily="49" charset="-122"/>
                <a:sym typeface="Symbol" panose="05050102010706020507" pitchFamily="18" charset="2"/>
              </a:rPr>
              <a:t>的</a:t>
            </a:r>
            <a:r>
              <a:rPr lang="zh-CN" altLang="en-US" sz="2800" dirty="0">
                <a:solidFill>
                  <a:srgbClr val="0000CC"/>
                </a:solidFill>
                <a:ea typeface="楷体_GB2312" pitchFamily="49" charset="-122"/>
              </a:rPr>
              <a:t>法向量</a:t>
            </a:r>
          </a:p>
        </p:txBody>
      </p:sp>
      <p:sp>
        <p:nvSpPr>
          <p:cNvPr id="476164" name="Text Box 4"/>
          <p:cNvSpPr txBox="1">
            <a:spLocks noChangeArrowheads="1"/>
          </p:cNvSpPr>
          <p:nvPr/>
        </p:nvSpPr>
        <p:spPr bwMode="auto">
          <a:xfrm>
            <a:off x="2133600" y="3138488"/>
            <a:ext cx="2209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0000CC"/>
                </a:solidFill>
                <a:ea typeface="楷体_GB2312" pitchFamily="49" charset="-122"/>
              </a:rPr>
              <a:t>法线方程</a:t>
            </a:r>
          </a:p>
        </p:txBody>
      </p:sp>
      <p:graphicFrame>
        <p:nvGraphicFramePr>
          <p:cNvPr id="476165" name="Object 5"/>
          <p:cNvGraphicFramePr>
            <a:graphicFrameLocks noChangeAspect="1"/>
          </p:cNvGraphicFramePr>
          <p:nvPr/>
        </p:nvGraphicFramePr>
        <p:xfrm>
          <a:off x="2794000" y="3670300"/>
          <a:ext cx="6624638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629487" imgH="866749" progId="Equation.3">
                  <p:embed/>
                </p:oleObj>
              </mc:Choice>
              <mc:Fallback>
                <p:oleObj name="公式" r:id="rId4" imgW="6629487" imgH="8667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4000" y="3670300"/>
                        <a:ext cx="6624638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66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616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0352700"/>
              </p:ext>
            </p:extLst>
          </p:nvPr>
        </p:nvGraphicFramePr>
        <p:xfrm>
          <a:off x="5704682" y="2179826"/>
          <a:ext cx="3277609" cy="5810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85720" imgH="241200" progId="Equation.DSMT4">
                  <p:embed/>
                </p:oleObj>
              </mc:Choice>
              <mc:Fallback>
                <p:oleObj name="Equation" r:id="rId6" imgW="14857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4682" y="2179826"/>
                        <a:ext cx="3277609" cy="5810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616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0692133"/>
              </p:ext>
            </p:extLst>
          </p:nvPr>
        </p:nvGraphicFramePr>
        <p:xfrm>
          <a:off x="6253164" y="2798985"/>
          <a:ext cx="3671743" cy="55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63560" imgH="228600" progId="Equation.DSMT4">
                  <p:embed/>
                </p:oleObj>
              </mc:Choice>
              <mc:Fallback>
                <p:oleObj name="Equation" r:id="rId8" imgW="16635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3164" y="2798985"/>
                        <a:ext cx="3671743" cy="55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6168" name="Rectangle 8"/>
          <p:cNvSpPr>
            <a:spLocks noGrp="1" noChangeArrowheads="1"/>
          </p:cNvSpPr>
          <p:nvPr>
            <p:ph type="title"/>
          </p:nvPr>
        </p:nvSpPr>
        <p:spPr>
          <a:xfrm>
            <a:off x="2133600" y="1600200"/>
            <a:ext cx="2667000" cy="60960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latin typeface="+mn-ea"/>
                <a:ea typeface="+mn-ea"/>
              </a:rPr>
              <a:t>切平面方程</a:t>
            </a:r>
          </a:p>
        </p:txBody>
      </p:sp>
      <p:graphicFrame>
        <p:nvGraphicFramePr>
          <p:cNvPr id="47616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2660899"/>
              </p:ext>
            </p:extLst>
          </p:nvPr>
        </p:nvGraphicFramePr>
        <p:xfrm>
          <a:off x="2867923" y="4079873"/>
          <a:ext cx="1932677" cy="565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63280" imgH="228600" progId="Equation.DSMT4">
                  <p:embed/>
                </p:oleObj>
              </mc:Choice>
              <mc:Fallback>
                <p:oleObj name="Equation" r:id="rId10" imgW="863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7923" y="4079873"/>
                        <a:ext cx="1932677" cy="5651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617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7488236"/>
              </p:ext>
            </p:extLst>
          </p:nvPr>
        </p:nvGraphicFramePr>
        <p:xfrm>
          <a:off x="5217152" y="4104437"/>
          <a:ext cx="1910097" cy="5723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63280" imgH="241200" progId="Equation.DSMT4">
                  <p:embed/>
                </p:oleObj>
              </mc:Choice>
              <mc:Fallback>
                <p:oleObj name="Equation" r:id="rId12" imgW="8632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7152" y="4104437"/>
                        <a:ext cx="1910097" cy="5723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617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5265709"/>
              </p:ext>
            </p:extLst>
          </p:nvPr>
        </p:nvGraphicFramePr>
        <p:xfrm>
          <a:off x="7542502" y="4104437"/>
          <a:ext cx="1861994" cy="5393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850680" imgH="228600" progId="Equation.DSMT4">
                  <p:embed/>
                </p:oleObj>
              </mc:Choice>
              <mc:Fallback>
                <p:oleObj name="Equation" r:id="rId14" imgW="850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2502" y="4104437"/>
                        <a:ext cx="1861994" cy="5393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348" name="Group 12"/>
          <p:cNvGrpSpPr>
            <a:grpSpLocks/>
          </p:cNvGrpSpPr>
          <p:nvPr/>
        </p:nvGrpSpPr>
        <p:grpSpPr bwMode="auto">
          <a:xfrm>
            <a:off x="4691064" y="4724401"/>
            <a:ext cx="2090737" cy="1719263"/>
            <a:chOff x="4368" y="498"/>
            <a:chExt cx="1317" cy="1083"/>
          </a:xfrm>
        </p:grpSpPr>
        <p:grpSp>
          <p:nvGrpSpPr>
            <p:cNvPr id="14352" name="Group 13"/>
            <p:cNvGrpSpPr>
              <a:grpSpLocks/>
            </p:cNvGrpSpPr>
            <p:nvPr/>
          </p:nvGrpSpPr>
          <p:grpSpPr bwMode="auto">
            <a:xfrm>
              <a:off x="4368" y="498"/>
              <a:ext cx="1317" cy="1083"/>
              <a:chOff x="4368" y="498"/>
              <a:chExt cx="1317" cy="1083"/>
            </a:xfrm>
          </p:grpSpPr>
          <p:graphicFrame>
            <p:nvGraphicFramePr>
              <p:cNvPr id="14359" name="Object 14"/>
              <p:cNvGraphicFramePr>
                <a:graphicFrameLocks noChangeAspect="1"/>
              </p:cNvGraphicFramePr>
              <p:nvPr/>
            </p:nvGraphicFramePr>
            <p:xfrm>
              <a:off x="4368" y="666"/>
              <a:ext cx="1317" cy="9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BMP 图象" r:id="rId16" imgW="2580952" imgH="1790476" progId="Paint.Picture">
                      <p:embed/>
                    </p:oleObj>
                  </mc:Choice>
                  <mc:Fallback>
                    <p:oleObj name="BMP 图象" r:id="rId16" imgW="2580952" imgH="1790476" progId="Paint.Picture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68" y="666"/>
                            <a:ext cx="1317" cy="91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60" name="Object 15"/>
              <p:cNvGraphicFramePr>
                <a:graphicFrameLocks noChangeAspect="1"/>
              </p:cNvGraphicFramePr>
              <p:nvPr/>
            </p:nvGraphicFramePr>
            <p:xfrm>
              <a:off x="4990" y="958"/>
              <a:ext cx="248" cy="20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8" imgW="152342" imgH="114339" progId="Equation.3">
                      <p:embed/>
                    </p:oleObj>
                  </mc:Choice>
                  <mc:Fallback>
                    <p:oleObj name="公式" r:id="rId18" imgW="152342" imgH="114339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90" y="958"/>
                            <a:ext cx="248" cy="20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61" name="Object 16"/>
              <p:cNvGraphicFramePr>
                <a:graphicFrameLocks noChangeAspect="1"/>
              </p:cNvGraphicFramePr>
              <p:nvPr/>
            </p:nvGraphicFramePr>
            <p:xfrm>
              <a:off x="5288" y="717"/>
              <a:ext cx="247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0" imgW="114170" imgH="142836" progId="Equation.3">
                      <p:embed/>
                    </p:oleObj>
                  </mc:Choice>
                  <mc:Fallback>
                    <p:oleObj name="公式" r:id="rId20" imgW="114170" imgH="142836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88" y="717"/>
                            <a:ext cx="247" cy="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4362" name="Freeform 17"/>
              <p:cNvSpPr>
                <a:spLocks/>
              </p:cNvSpPr>
              <p:nvPr/>
            </p:nvSpPr>
            <p:spPr bwMode="auto">
              <a:xfrm>
                <a:off x="4835" y="802"/>
                <a:ext cx="466" cy="506"/>
              </a:xfrm>
              <a:custGeom>
                <a:avLst/>
                <a:gdLst>
                  <a:gd name="T0" fmla="*/ 0 w 576"/>
                  <a:gd name="T1" fmla="*/ 218 h 624"/>
                  <a:gd name="T2" fmla="*/ 66 w 576"/>
                  <a:gd name="T3" fmla="*/ 84 h 624"/>
                  <a:gd name="T4" fmla="*/ 200 w 576"/>
                  <a:gd name="T5" fmla="*/ 0 h 62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76" h="624">
                    <a:moveTo>
                      <a:pt x="0" y="624"/>
                    </a:moveTo>
                    <a:cubicBezTo>
                      <a:pt x="48" y="484"/>
                      <a:pt x="96" y="344"/>
                      <a:pt x="192" y="240"/>
                    </a:cubicBezTo>
                    <a:cubicBezTo>
                      <a:pt x="288" y="136"/>
                      <a:pt x="512" y="40"/>
                      <a:pt x="576" y="0"/>
                    </a:cubicBezTo>
                  </a:path>
                </a:pathLst>
              </a:custGeom>
              <a:noFill/>
              <a:ln w="28575" cmpd="sng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4363" name="Group 18"/>
              <p:cNvGrpSpPr>
                <a:grpSpLocks/>
              </p:cNvGrpSpPr>
              <p:nvPr/>
            </p:nvGrpSpPr>
            <p:grpSpPr bwMode="auto">
              <a:xfrm>
                <a:off x="4835" y="498"/>
                <a:ext cx="526" cy="652"/>
                <a:chOff x="4835" y="498"/>
                <a:chExt cx="526" cy="652"/>
              </a:xfrm>
            </p:grpSpPr>
            <p:sp>
              <p:nvSpPr>
                <p:cNvPr id="14365" name="Line 19"/>
                <p:cNvSpPr>
                  <a:spLocks noChangeShapeType="1"/>
                </p:cNvSpPr>
                <p:nvPr/>
              </p:nvSpPr>
              <p:spPr bwMode="auto">
                <a:xfrm flipV="1">
                  <a:off x="4835" y="724"/>
                  <a:ext cx="427" cy="42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4366" name="Object 20"/>
                <p:cNvGraphicFramePr>
                  <a:graphicFrameLocks noChangeAspect="1"/>
                </p:cNvGraphicFramePr>
                <p:nvPr/>
              </p:nvGraphicFramePr>
              <p:xfrm>
                <a:off x="5184" y="528"/>
                <a:ext cx="168" cy="19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2" imgW="218970" imgH="257175" progId="Equation.3">
                        <p:embed/>
                      </p:oleObj>
                    </mc:Choice>
                    <mc:Fallback>
                      <p:oleObj name="Equation" r:id="rId22" imgW="218970" imgH="257175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184" y="528"/>
                              <a:ext cx="168" cy="19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4367" name="Line 21"/>
                <p:cNvSpPr>
                  <a:spLocks noChangeShapeType="1"/>
                </p:cNvSpPr>
                <p:nvPr/>
              </p:nvSpPr>
              <p:spPr bwMode="auto">
                <a:xfrm>
                  <a:off x="5191" y="498"/>
                  <a:ext cx="17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4364" name="Oval 22"/>
              <p:cNvSpPr>
                <a:spLocks noChangeArrowheads="1"/>
              </p:cNvSpPr>
              <p:nvPr/>
            </p:nvSpPr>
            <p:spPr bwMode="auto">
              <a:xfrm>
                <a:off x="4990" y="964"/>
                <a:ext cx="33" cy="33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 b="0"/>
              </a:p>
            </p:txBody>
          </p:sp>
        </p:grpSp>
        <p:sp>
          <p:nvSpPr>
            <p:cNvPr id="14353" name="AutoShape 23"/>
            <p:cNvSpPr>
              <a:spLocks noChangeArrowheads="1"/>
            </p:cNvSpPr>
            <p:nvPr/>
          </p:nvSpPr>
          <p:spPr bwMode="auto">
            <a:xfrm>
              <a:off x="4640" y="673"/>
              <a:ext cx="895" cy="623"/>
            </a:xfrm>
            <a:prstGeom prst="parallelogram">
              <a:avLst>
                <a:gd name="adj" fmla="val 35915"/>
              </a:avLst>
            </a:prstGeom>
            <a:solidFill>
              <a:srgbClr val="6666FF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 b="0"/>
            </a:p>
          </p:txBody>
        </p:sp>
        <p:grpSp>
          <p:nvGrpSpPr>
            <p:cNvPr id="14354" name="Group 24"/>
            <p:cNvGrpSpPr>
              <a:grpSpLocks/>
            </p:cNvGrpSpPr>
            <p:nvPr/>
          </p:nvGrpSpPr>
          <p:grpSpPr bwMode="auto">
            <a:xfrm>
              <a:off x="4464" y="624"/>
              <a:ext cx="528" cy="336"/>
              <a:chOff x="4464" y="624"/>
              <a:chExt cx="528" cy="336"/>
            </a:xfrm>
          </p:grpSpPr>
          <p:sp>
            <p:nvSpPr>
              <p:cNvPr id="14355" name="Line 25"/>
              <p:cNvSpPr>
                <a:spLocks noChangeShapeType="1"/>
              </p:cNvSpPr>
              <p:nvPr/>
            </p:nvSpPr>
            <p:spPr bwMode="auto">
              <a:xfrm flipH="1" flipV="1">
                <a:off x="4656" y="720"/>
                <a:ext cx="336" cy="240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4356" name="Group 26"/>
              <p:cNvGrpSpPr>
                <a:grpSpLocks/>
              </p:cNvGrpSpPr>
              <p:nvPr/>
            </p:nvGrpSpPr>
            <p:grpSpPr bwMode="auto">
              <a:xfrm>
                <a:off x="4464" y="624"/>
                <a:ext cx="170" cy="195"/>
                <a:chOff x="4390" y="3264"/>
                <a:chExt cx="170" cy="195"/>
              </a:xfrm>
            </p:grpSpPr>
            <p:graphicFrame>
              <p:nvGraphicFramePr>
                <p:cNvPr id="14357" name="Object 27"/>
                <p:cNvGraphicFramePr>
                  <a:graphicFrameLocks noChangeAspect="1"/>
                </p:cNvGraphicFramePr>
                <p:nvPr/>
              </p:nvGraphicFramePr>
              <p:xfrm>
                <a:off x="4406" y="3307"/>
                <a:ext cx="143" cy="15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4" imgW="181145" imgH="190449" progId="Equation.3">
                        <p:embed/>
                      </p:oleObj>
                    </mc:Choice>
                    <mc:Fallback>
                      <p:oleObj name="Equation" r:id="rId24" imgW="181145" imgH="190449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5">
                              <a:grayscl/>
                              <a:biLevel thresh="50000"/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406" y="3307"/>
                              <a:ext cx="143" cy="15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4358" name="Line 28"/>
                <p:cNvSpPr>
                  <a:spLocks noChangeShapeType="1"/>
                </p:cNvSpPr>
                <p:nvPr/>
              </p:nvSpPr>
              <p:spPr bwMode="auto">
                <a:xfrm>
                  <a:off x="4390" y="3264"/>
                  <a:ext cx="17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14349" name="Group 29"/>
          <p:cNvGrpSpPr>
            <a:grpSpLocks/>
          </p:cNvGrpSpPr>
          <p:nvPr/>
        </p:nvGrpSpPr>
        <p:grpSpPr bwMode="auto">
          <a:xfrm>
            <a:off x="2590800" y="1074740"/>
            <a:ext cx="6797676" cy="592138"/>
            <a:chOff x="672" y="677"/>
            <a:chExt cx="4282" cy="373"/>
          </a:xfrm>
        </p:grpSpPr>
        <p:graphicFrame>
          <p:nvGraphicFramePr>
            <p:cNvPr id="14350" name="Object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19276329"/>
                </p:ext>
              </p:extLst>
            </p:nvPr>
          </p:nvGraphicFramePr>
          <p:xfrm>
            <a:off x="682" y="677"/>
            <a:ext cx="4272" cy="3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3022560" imgH="241200" progId="Equation.DSMT4">
                    <p:embed/>
                  </p:oleObj>
                </mc:Choice>
                <mc:Fallback>
                  <p:oleObj name="Equation" r:id="rId26" imgW="302256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2" y="677"/>
                          <a:ext cx="4272" cy="3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1" name="Line 31"/>
            <p:cNvSpPr>
              <a:spLocks noChangeShapeType="1"/>
            </p:cNvSpPr>
            <p:nvPr/>
          </p:nvSpPr>
          <p:spPr bwMode="auto">
            <a:xfrm>
              <a:off x="672" y="720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4812735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6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6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76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76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6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76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76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76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76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6164" grpId="0" build="p" autoUpdateAnimBg="0"/>
      <p:bldP spid="476168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718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6907169"/>
              </p:ext>
            </p:extLst>
          </p:nvPr>
        </p:nvGraphicFramePr>
        <p:xfrm>
          <a:off x="4039394" y="4039923"/>
          <a:ext cx="2775744" cy="57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06360" imgH="228600" progId="Equation.DSMT4">
                  <p:embed/>
                </p:oleObj>
              </mc:Choice>
              <mc:Fallback>
                <p:oleObj name="Equation" r:id="rId2" imgW="12063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9394" y="4039923"/>
                        <a:ext cx="2775744" cy="57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7187" name="Text Box 3"/>
          <p:cNvSpPr txBox="1">
            <a:spLocks noChangeArrowheads="1"/>
          </p:cNvSpPr>
          <p:nvPr/>
        </p:nvSpPr>
        <p:spPr bwMode="auto">
          <a:xfrm>
            <a:off x="9448800" y="2209801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曲面</a:t>
            </a:r>
          </a:p>
        </p:txBody>
      </p:sp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9363364" y="457201"/>
            <a:ext cx="838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时</a:t>
            </a:r>
            <a:r>
              <a:rPr lang="en-US" altLang="zh-CN" sz="2800" dirty="0">
                <a:ea typeface="仿宋_GB2312" pitchFamily="49" charset="-122"/>
              </a:rPr>
              <a:t>, </a:t>
            </a:r>
          </a:p>
        </p:txBody>
      </p:sp>
      <p:graphicFrame>
        <p:nvGraphicFramePr>
          <p:cNvPr id="1536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8804221"/>
              </p:ext>
            </p:extLst>
          </p:nvPr>
        </p:nvGraphicFramePr>
        <p:xfrm>
          <a:off x="7746712" y="527844"/>
          <a:ext cx="164465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600113" imgH="343016" progId="Equation.3">
                  <p:embed/>
                </p:oleObj>
              </mc:Choice>
              <mc:Fallback>
                <p:oleObj name="公式" r:id="rId4" imgW="1600113" imgH="34301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6712" y="527844"/>
                        <a:ext cx="164465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7190" name="Object 6"/>
          <p:cNvGraphicFramePr>
            <a:graphicFrameLocks noChangeAspect="1"/>
          </p:cNvGraphicFramePr>
          <p:nvPr/>
        </p:nvGraphicFramePr>
        <p:xfrm>
          <a:off x="3816350" y="1073151"/>
          <a:ext cx="33655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333830" imgH="343016" progId="Equation.3">
                  <p:embed/>
                </p:oleObj>
              </mc:Choice>
              <mc:Fallback>
                <p:oleObj name="公式" r:id="rId6" imgW="3333830" imgH="34301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6350" y="1073151"/>
                        <a:ext cx="33655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7191" name="Text Box 7"/>
          <p:cNvSpPr txBox="1">
            <a:spLocks noChangeArrowheads="1"/>
          </p:cNvSpPr>
          <p:nvPr/>
        </p:nvSpPr>
        <p:spPr bwMode="auto">
          <a:xfrm>
            <a:off x="2135188" y="1557338"/>
            <a:ext cx="1524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则在点</a:t>
            </a:r>
          </a:p>
        </p:txBody>
      </p:sp>
      <p:graphicFrame>
        <p:nvGraphicFramePr>
          <p:cNvPr id="477192" name="Object 8"/>
          <p:cNvGraphicFramePr>
            <a:graphicFrameLocks noChangeAspect="1"/>
          </p:cNvGraphicFramePr>
          <p:nvPr/>
        </p:nvGraphicFramePr>
        <p:xfrm>
          <a:off x="3432175" y="1628776"/>
          <a:ext cx="1214438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171542" imgH="343016" progId="Equation.3">
                  <p:embed/>
                </p:oleObj>
              </mc:Choice>
              <mc:Fallback>
                <p:oleObj name="公式" r:id="rId8" imgW="1171542" imgH="34301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2175" y="1628776"/>
                        <a:ext cx="1214438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7193" name="Text Box 9"/>
          <p:cNvSpPr txBox="1">
            <a:spLocks noChangeArrowheads="1"/>
          </p:cNvSpPr>
          <p:nvPr/>
        </p:nvSpPr>
        <p:spPr bwMode="auto">
          <a:xfrm>
            <a:off x="2209800" y="2209801"/>
            <a:ext cx="1752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故当函数 </a:t>
            </a:r>
          </a:p>
        </p:txBody>
      </p:sp>
      <p:graphicFrame>
        <p:nvGraphicFramePr>
          <p:cNvPr id="477194" name="Object 10"/>
          <p:cNvGraphicFramePr>
            <a:graphicFrameLocks noChangeAspect="1"/>
          </p:cNvGraphicFramePr>
          <p:nvPr/>
        </p:nvGraphicFramePr>
        <p:xfrm>
          <a:off x="3776664" y="2292351"/>
          <a:ext cx="1112837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066742" imgH="343016" progId="Equation.3">
                  <p:embed/>
                </p:oleObj>
              </mc:Choice>
              <mc:Fallback>
                <p:oleObj name="公式" r:id="rId10" imgW="1066742" imgH="34301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6664" y="2292351"/>
                        <a:ext cx="1112837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7195" name="Object 11"/>
          <p:cNvGraphicFramePr>
            <a:graphicFrameLocks noChangeAspect="1"/>
          </p:cNvGraphicFramePr>
          <p:nvPr/>
        </p:nvGraphicFramePr>
        <p:xfrm>
          <a:off x="5651500" y="2292351"/>
          <a:ext cx="1163638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124001" imgH="380897" progId="Equation.3">
                  <p:embed/>
                </p:oleObj>
              </mc:Choice>
              <mc:Fallback>
                <p:oleObj name="公式" r:id="rId12" imgW="1124001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2292351"/>
                        <a:ext cx="1163638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719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8728527"/>
              </p:ext>
            </p:extLst>
          </p:nvPr>
        </p:nvGraphicFramePr>
        <p:xfrm>
          <a:off x="4030664" y="4788351"/>
          <a:ext cx="4640262" cy="10610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070000" imgH="457200" progId="Equation.DSMT4">
                  <p:embed/>
                </p:oleObj>
              </mc:Choice>
              <mc:Fallback>
                <p:oleObj name="Equation" r:id="rId14" imgW="20700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0664" y="4788351"/>
                        <a:ext cx="4640262" cy="10610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7197" name="Text Box 13"/>
          <p:cNvSpPr txBox="1">
            <a:spLocks noChangeArrowheads="1"/>
          </p:cNvSpPr>
          <p:nvPr/>
        </p:nvSpPr>
        <p:spPr bwMode="auto">
          <a:xfrm>
            <a:off x="2133600" y="4883151"/>
            <a:ext cx="1828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0000CC"/>
                </a:solidFill>
                <a:ea typeface="楷体_GB2312" pitchFamily="49" charset="-122"/>
              </a:rPr>
              <a:t>法线方程</a:t>
            </a:r>
          </a:p>
        </p:txBody>
      </p:sp>
      <p:graphicFrame>
        <p:nvGraphicFramePr>
          <p:cNvPr id="47719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0418308"/>
              </p:ext>
            </p:extLst>
          </p:nvPr>
        </p:nvGraphicFramePr>
        <p:xfrm>
          <a:off x="6149036" y="1571590"/>
          <a:ext cx="1362689" cy="6101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71320" imgH="241200" progId="Equation.DSMT4">
                  <p:embed/>
                </p:oleObj>
              </mc:Choice>
              <mc:Fallback>
                <p:oleObj name="Equation" r:id="rId16" imgW="5713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9036" y="1571590"/>
                        <a:ext cx="1362689" cy="6101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719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2143655"/>
              </p:ext>
            </p:extLst>
          </p:nvPr>
        </p:nvGraphicFramePr>
        <p:xfrm>
          <a:off x="7560468" y="1575433"/>
          <a:ext cx="1319607" cy="5780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558720" imgH="228600" progId="Equation.DSMT4">
                  <p:embed/>
                </p:oleObj>
              </mc:Choice>
              <mc:Fallback>
                <p:oleObj name="Equation" r:id="rId18" imgW="5587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0468" y="1575433"/>
                        <a:ext cx="1319607" cy="5780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7200" name="Text Box 16"/>
          <p:cNvSpPr txBox="1">
            <a:spLocks noChangeArrowheads="1"/>
          </p:cNvSpPr>
          <p:nvPr/>
        </p:nvSpPr>
        <p:spPr bwMode="auto">
          <a:xfrm>
            <a:off x="9906000" y="457201"/>
            <a:ext cx="838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令</a:t>
            </a:r>
          </a:p>
        </p:txBody>
      </p:sp>
      <p:graphicFrame>
        <p:nvGraphicFramePr>
          <p:cNvPr id="477201" name="Object 17"/>
          <p:cNvGraphicFramePr>
            <a:graphicFrameLocks noChangeAspect="1"/>
          </p:cNvGraphicFramePr>
          <p:nvPr/>
        </p:nvGraphicFramePr>
        <p:xfrm>
          <a:off x="2208214" y="2924176"/>
          <a:ext cx="3074987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3038515" imgH="409742" progId="Equation.3">
                  <p:embed/>
                </p:oleObj>
              </mc:Choice>
              <mc:Fallback>
                <p:oleObj name="公式" r:id="rId20" imgW="3038515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4" y="2924176"/>
                        <a:ext cx="3074987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8" name="Rectangle 18"/>
          <p:cNvSpPr>
            <a:spLocks noGrp="1" noChangeArrowheads="1"/>
          </p:cNvSpPr>
          <p:nvPr>
            <p:ph type="title"/>
          </p:nvPr>
        </p:nvSpPr>
        <p:spPr>
          <a:xfrm>
            <a:off x="2133600" y="457201"/>
            <a:ext cx="5715000" cy="53340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latin typeface="+mn-ea"/>
                <a:ea typeface="+mn-ea"/>
              </a:rPr>
              <a:t>特别</a:t>
            </a:r>
            <a:r>
              <a:rPr lang="en-US" altLang="zh-CN" sz="2800" b="1" dirty="0">
                <a:latin typeface="+mn-ea"/>
                <a:ea typeface="+mn-ea"/>
              </a:rPr>
              <a:t>, </a:t>
            </a:r>
            <a:r>
              <a:rPr lang="zh-CN" altLang="en-US" sz="2800" b="1" dirty="0">
                <a:latin typeface="+mn-ea"/>
                <a:ea typeface="+mn-ea"/>
              </a:rPr>
              <a:t>当光滑曲面</a:t>
            </a:r>
            <a:r>
              <a:rPr lang="zh-CN" altLang="en-US" sz="2800" b="1" dirty="0">
                <a:latin typeface="+mn-ea"/>
                <a:ea typeface="+mn-ea"/>
                <a:sym typeface="Symbol" panose="05050102010706020507" pitchFamily="18" charset="2"/>
              </a:rPr>
              <a:t> </a:t>
            </a:r>
            <a:r>
              <a:rPr lang="zh-CN" altLang="en-US" sz="2800" b="1" dirty="0">
                <a:latin typeface="+mn-ea"/>
                <a:ea typeface="+mn-ea"/>
              </a:rPr>
              <a:t>的方程为显式 </a:t>
            </a:r>
          </a:p>
        </p:txBody>
      </p:sp>
      <p:sp>
        <p:nvSpPr>
          <p:cNvPr id="477203" name="Text Box 19"/>
          <p:cNvSpPr txBox="1">
            <a:spLocks noChangeArrowheads="1"/>
          </p:cNvSpPr>
          <p:nvPr/>
        </p:nvSpPr>
        <p:spPr bwMode="auto">
          <a:xfrm>
            <a:off x="4800600" y="2209801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在点</a:t>
            </a:r>
          </a:p>
        </p:txBody>
      </p:sp>
      <p:sp>
        <p:nvSpPr>
          <p:cNvPr id="477204" name="Text Box 20"/>
          <p:cNvSpPr txBox="1">
            <a:spLocks noChangeArrowheads="1"/>
          </p:cNvSpPr>
          <p:nvPr/>
        </p:nvSpPr>
        <p:spPr bwMode="auto">
          <a:xfrm>
            <a:off x="6781800" y="2209801"/>
            <a:ext cx="2895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有连续偏导数时</a:t>
            </a:r>
            <a:r>
              <a:rPr lang="en-US" altLang="zh-CN" sz="2800">
                <a:ea typeface="楷体_GB2312" pitchFamily="49" charset="-122"/>
              </a:rPr>
              <a:t>, </a:t>
            </a:r>
          </a:p>
        </p:txBody>
      </p:sp>
      <p:graphicFrame>
        <p:nvGraphicFramePr>
          <p:cNvPr id="477205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4460276"/>
              </p:ext>
            </p:extLst>
          </p:nvPr>
        </p:nvGraphicFramePr>
        <p:xfrm>
          <a:off x="6765048" y="4071680"/>
          <a:ext cx="2910445" cy="5849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295280" imgH="241200" progId="Equation.DSMT4">
                  <p:embed/>
                </p:oleObj>
              </mc:Choice>
              <mc:Fallback>
                <p:oleObj name="Equation" r:id="rId22" imgW="12952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5048" y="4071680"/>
                        <a:ext cx="2910445" cy="5849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7206" name="Object 22"/>
          <p:cNvGraphicFramePr>
            <a:graphicFrameLocks noChangeAspect="1"/>
          </p:cNvGraphicFramePr>
          <p:nvPr/>
        </p:nvGraphicFramePr>
        <p:xfrm>
          <a:off x="2789239" y="4094163"/>
          <a:ext cx="12414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1199998" imgH="380897" progId="Equation.3">
                  <p:embed/>
                </p:oleObj>
              </mc:Choice>
              <mc:Fallback>
                <p:oleObj name="公式" r:id="rId24" imgW="1199998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9239" y="4094163"/>
                        <a:ext cx="124142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99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7207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8762022"/>
              </p:ext>
            </p:extLst>
          </p:nvPr>
        </p:nvGraphicFramePr>
        <p:xfrm>
          <a:off x="4744027" y="1606760"/>
          <a:ext cx="1286138" cy="558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571320" imgH="228600" progId="Equation.DSMT4">
                  <p:embed/>
                </p:oleObj>
              </mc:Choice>
              <mc:Fallback>
                <p:oleObj name="Equation" r:id="rId26" imgW="5713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4027" y="1606760"/>
                        <a:ext cx="1286138" cy="5585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7208" name="Text Box 24"/>
          <p:cNvSpPr txBox="1">
            <a:spLocks noChangeArrowheads="1"/>
          </p:cNvSpPr>
          <p:nvPr/>
        </p:nvSpPr>
        <p:spPr bwMode="auto">
          <a:xfrm>
            <a:off x="2209800" y="3443288"/>
            <a:ext cx="2362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0000CC"/>
                </a:solidFill>
                <a:latin typeface="+mn-ea"/>
                <a:ea typeface="+mn-ea"/>
              </a:rPr>
              <a:t>切平面方程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5728969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7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7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77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77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7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77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77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77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77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77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77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77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77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77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77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77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77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77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77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77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7187" grpId="0" autoUpdateAnimBg="0"/>
      <p:bldP spid="477191" grpId="0" autoUpdateAnimBg="0"/>
      <p:bldP spid="477193" grpId="0" autoUpdateAnimBg="0"/>
      <p:bldP spid="477197" grpId="0" build="p" autoUpdateAnimBg="0"/>
      <p:bldP spid="477200" grpId="0" autoUpdateAnimBg="0"/>
      <p:bldP spid="477203" grpId="0" autoUpdateAnimBg="0"/>
      <p:bldP spid="477204" grpId="0" autoUpdateAnimBg="0"/>
      <p:bldP spid="477208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86" name="Object 2"/>
          <p:cNvGraphicFramePr>
            <a:graphicFrameLocks noChangeAspect="1"/>
          </p:cNvGraphicFramePr>
          <p:nvPr/>
        </p:nvGraphicFramePr>
        <p:xfrm>
          <a:off x="2724150" y="533400"/>
          <a:ext cx="1016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971658" imgH="343016" progId="Equation.3">
                  <p:embed/>
                </p:oleObj>
              </mc:Choice>
              <mc:Fallback>
                <p:oleObj name="公式" r:id="rId2" imgW="971658" imgH="34301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4150" y="533400"/>
                        <a:ext cx="1016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8211" name="Text Box 3"/>
          <p:cNvSpPr txBox="1">
            <a:spLocks noChangeArrowheads="1"/>
          </p:cNvSpPr>
          <p:nvPr/>
        </p:nvSpPr>
        <p:spPr bwMode="auto">
          <a:xfrm>
            <a:off x="2133600" y="1752601"/>
            <a:ext cx="1752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0000CC"/>
                </a:solidFill>
                <a:latin typeface="+mn-ea"/>
                <a:ea typeface="+mn-ea"/>
              </a:rPr>
              <a:t>法向量</a:t>
            </a:r>
          </a:p>
        </p:txBody>
      </p:sp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2133600" y="457201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用</a:t>
            </a:r>
          </a:p>
        </p:txBody>
      </p:sp>
      <p:graphicFrame>
        <p:nvGraphicFramePr>
          <p:cNvPr id="4782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1572493"/>
              </p:ext>
            </p:extLst>
          </p:nvPr>
        </p:nvGraphicFramePr>
        <p:xfrm>
          <a:off x="2439438" y="4949009"/>
          <a:ext cx="3331441" cy="11661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98320" imgH="507960" progId="Equation.DSMT4">
                  <p:embed/>
                </p:oleObj>
              </mc:Choice>
              <mc:Fallback>
                <p:oleObj name="Equation" r:id="rId4" imgW="149832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9438" y="4949009"/>
                        <a:ext cx="3331441" cy="11661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8214" name="Text Box 6"/>
          <p:cNvSpPr txBox="1">
            <a:spLocks noChangeArrowheads="1"/>
          </p:cNvSpPr>
          <p:nvPr/>
        </p:nvSpPr>
        <p:spPr bwMode="auto">
          <a:xfrm>
            <a:off x="2133600" y="2508251"/>
            <a:ext cx="838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将</a:t>
            </a:r>
          </a:p>
        </p:txBody>
      </p:sp>
      <p:graphicFrame>
        <p:nvGraphicFramePr>
          <p:cNvPr id="4782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6340477"/>
              </p:ext>
            </p:extLst>
          </p:nvPr>
        </p:nvGraphicFramePr>
        <p:xfrm>
          <a:off x="2712064" y="2508819"/>
          <a:ext cx="3079136" cy="5810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84200" imgH="241200" progId="Equation.DSMT4">
                  <p:embed/>
                </p:oleObj>
              </mc:Choice>
              <mc:Fallback>
                <p:oleObj name="Equation" r:id="rId6" imgW="13842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2064" y="2508819"/>
                        <a:ext cx="3079136" cy="5810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821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2277935"/>
              </p:ext>
            </p:extLst>
          </p:nvPr>
        </p:nvGraphicFramePr>
        <p:xfrm>
          <a:off x="7325375" y="2508251"/>
          <a:ext cx="1194740" cy="597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07960" imgH="241200" progId="Equation.DSMT4">
                  <p:embed/>
                </p:oleObj>
              </mc:Choice>
              <mc:Fallback>
                <p:oleObj name="Equation" r:id="rId8" imgW="5079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5375" y="2508251"/>
                        <a:ext cx="1194740" cy="5973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8217" name="Rectangle 9"/>
          <p:cNvSpPr>
            <a:spLocks noGrp="1" noChangeArrowheads="1"/>
          </p:cNvSpPr>
          <p:nvPr>
            <p:ph type="title"/>
          </p:nvPr>
        </p:nvSpPr>
        <p:spPr>
          <a:xfrm>
            <a:off x="2133600" y="3200400"/>
            <a:ext cx="3429000" cy="53340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latin typeface="+mn-ea"/>
                <a:ea typeface="+mn-ea"/>
              </a:rPr>
              <a:t>法向量的方向余弦：</a:t>
            </a:r>
          </a:p>
        </p:txBody>
      </p:sp>
      <p:sp>
        <p:nvSpPr>
          <p:cNvPr id="16394" name="Text Box 10"/>
          <p:cNvSpPr txBox="1">
            <a:spLocks noChangeArrowheads="1"/>
          </p:cNvSpPr>
          <p:nvPr/>
        </p:nvSpPr>
        <p:spPr bwMode="auto">
          <a:xfrm>
            <a:off x="3657600" y="457201"/>
            <a:ext cx="3733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表示法向量的方向角</a:t>
            </a:r>
            <a:r>
              <a:rPr lang="en-US" altLang="zh-CN" sz="2800">
                <a:ea typeface="楷体_GB2312" pitchFamily="49" charset="-122"/>
              </a:rPr>
              <a:t>,</a:t>
            </a:r>
          </a:p>
        </p:txBody>
      </p:sp>
      <p:sp>
        <p:nvSpPr>
          <p:cNvPr id="478219" name="Text Box 11"/>
          <p:cNvSpPr txBox="1">
            <a:spLocks noChangeArrowheads="1"/>
          </p:cNvSpPr>
          <p:nvPr/>
        </p:nvSpPr>
        <p:spPr bwMode="auto">
          <a:xfrm>
            <a:off x="7086600" y="457201"/>
            <a:ext cx="3352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并假定法向量方向</a:t>
            </a:r>
          </a:p>
        </p:txBody>
      </p:sp>
      <p:graphicFrame>
        <p:nvGraphicFramePr>
          <p:cNvPr id="478220" name="Object 12"/>
          <p:cNvGraphicFramePr>
            <a:graphicFrameLocks noChangeAspect="1"/>
          </p:cNvGraphicFramePr>
          <p:nvPr/>
        </p:nvGraphicFramePr>
        <p:xfrm>
          <a:off x="3084514" y="1131889"/>
          <a:ext cx="1868487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847886" imgH="380897" progId="Equation.3">
                  <p:embed/>
                </p:oleObj>
              </mc:Choice>
              <mc:Fallback>
                <p:oleObj name="公式" r:id="rId10" imgW="1847886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4514" y="1131889"/>
                        <a:ext cx="1868487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8221" name="Text Box 13"/>
          <p:cNvSpPr txBox="1">
            <a:spLocks noChangeArrowheads="1"/>
          </p:cNvSpPr>
          <p:nvPr/>
        </p:nvSpPr>
        <p:spPr bwMode="auto">
          <a:xfrm>
            <a:off x="5791200" y="2508251"/>
            <a:ext cx="1752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分别记为</a:t>
            </a:r>
          </a:p>
        </p:txBody>
      </p:sp>
      <p:sp>
        <p:nvSpPr>
          <p:cNvPr id="478222" name="Text Box 14"/>
          <p:cNvSpPr txBox="1">
            <a:spLocks noChangeArrowheads="1"/>
          </p:cNvSpPr>
          <p:nvPr/>
        </p:nvSpPr>
        <p:spPr bwMode="auto">
          <a:xfrm>
            <a:off x="8458200" y="2508251"/>
            <a:ext cx="838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则</a:t>
            </a:r>
          </a:p>
        </p:txBody>
      </p:sp>
      <p:graphicFrame>
        <p:nvGraphicFramePr>
          <p:cNvPr id="47822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8543720"/>
              </p:ext>
            </p:extLst>
          </p:nvPr>
        </p:nvGraphicFramePr>
        <p:xfrm>
          <a:off x="2439438" y="3743940"/>
          <a:ext cx="7388053" cy="12050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327120" imgH="520560" progId="Equation.DSMT4">
                  <p:embed/>
                </p:oleObj>
              </mc:Choice>
              <mc:Fallback>
                <p:oleObj name="Equation" r:id="rId12" imgW="3327120" imgH="520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9438" y="3743940"/>
                        <a:ext cx="7388053" cy="12050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8224" name="Text Box 16"/>
          <p:cNvSpPr txBox="1">
            <a:spLocks noChangeArrowheads="1"/>
          </p:cNvSpPr>
          <p:nvPr/>
        </p:nvSpPr>
        <p:spPr bwMode="auto">
          <a:xfrm>
            <a:off x="2063750" y="1052513"/>
            <a:ext cx="1143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向上</a:t>
            </a:r>
            <a:r>
              <a:rPr lang="en-US" altLang="zh-CN" sz="2800">
                <a:ea typeface="楷体_GB2312" pitchFamily="49" charset="-122"/>
              </a:rPr>
              <a:t>,</a:t>
            </a:r>
          </a:p>
        </p:txBody>
      </p:sp>
      <p:grpSp>
        <p:nvGrpSpPr>
          <p:cNvPr id="478225" name="Group 17"/>
          <p:cNvGrpSpPr>
            <a:grpSpLocks/>
          </p:cNvGrpSpPr>
          <p:nvPr/>
        </p:nvGrpSpPr>
        <p:grpSpPr bwMode="auto">
          <a:xfrm>
            <a:off x="3516315" y="1763717"/>
            <a:ext cx="5003800" cy="566739"/>
            <a:chOff x="1255" y="1111"/>
            <a:chExt cx="3152" cy="357"/>
          </a:xfrm>
        </p:grpSpPr>
        <p:graphicFrame>
          <p:nvGraphicFramePr>
            <p:cNvPr id="16402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34193688"/>
                </p:ext>
              </p:extLst>
            </p:nvPr>
          </p:nvGraphicFramePr>
          <p:xfrm>
            <a:off x="1255" y="1111"/>
            <a:ext cx="3152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2323800" imgH="241200" progId="Equation.DSMT4">
                    <p:embed/>
                  </p:oleObj>
                </mc:Choice>
                <mc:Fallback>
                  <p:oleObj name="Equation" r:id="rId14" imgW="232380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55" y="1111"/>
                          <a:ext cx="3152" cy="3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03" name="Line 19"/>
            <p:cNvSpPr>
              <a:spLocks noChangeShapeType="1"/>
            </p:cNvSpPr>
            <p:nvPr/>
          </p:nvSpPr>
          <p:spPr bwMode="auto">
            <a:xfrm>
              <a:off x="1255" y="1178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4621874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8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78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78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78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78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78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78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78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78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78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78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78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78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8211" grpId="0" autoUpdateAnimBg="0"/>
      <p:bldP spid="478214" grpId="0" autoUpdateAnimBg="0"/>
      <p:bldP spid="478217" grpId="0" autoUpdateAnimBg="0"/>
      <p:bldP spid="478219" grpId="0" autoUpdateAnimBg="0"/>
      <p:bldP spid="478221" grpId="0" autoUpdateAnimBg="0"/>
      <p:bldP spid="478222" grpId="0" autoUpdateAnimBg="0"/>
      <p:bldP spid="478224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678288"/>
              </p:ext>
            </p:extLst>
          </p:nvPr>
        </p:nvGraphicFramePr>
        <p:xfrm>
          <a:off x="2750994" y="2440850"/>
          <a:ext cx="7166120" cy="5962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08080" imgH="241200" progId="Equation.DSMT4">
                  <p:embed/>
                </p:oleObj>
              </mc:Choice>
              <mc:Fallback>
                <p:oleObj name="Equation" r:id="rId2" imgW="29080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0994" y="2440850"/>
                        <a:ext cx="7166120" cy="5962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79235" name="Group 3"/>
          <p:cNvGrpSpPr>
            <a:grpSpLocks/>
          </p:cNvGrpSpPr>
          <p:nvPr/>
        </p:nvGrpSpPr>
        <p:grpSpPr bwMode="auto">
          <a:xfrm>
            <a:off x="2590800" y="2501900"/>
            <a:ext cx="1066800" cy="1066800"/>
            <a:chOff x="624" y="1104"/>
            <a:chExt cx="672" cy="864"/>
          </a:xfrm>
        </p:grpSpPr>
        <p:sp>
          <p:nvSpPr>
            <p:cNvPr id="17420" name="Rectangle 4"/>
            <p:cNvSpPr>
              <a:spLocks noChangeArrowheads="1"/>
            </p:cNvSpPr>
            <p:nvPr/>
          </p:nvSpPr>
          <p:spPr bwMode="auto">
            <a:xfrm>
              <a:off x="624" y="1104"/>
              <a:ext cx="672" cy="384"/>
            </a:xfrm>
            <a:prstGeom prst="rect">
              <a:avLst/>
            </a:prstGeom>
            <a:noFill/>
            <a:ln w="38100">
              <a:solidFill>
                <a:srgbClr val="FF0066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 b="0"/>
            </a:p>
          </p:txBody>
        </p:sp>
        <p:sp>
          <p:nvSpPr>
            <p:cNvPr id="17421" name="Line 5"/>
            <p:cNvSpPr>
              <a:spLocks noChangeShapeType="1"/>
            </p:cNvSpPr>
            <p:nvPr/>
          </p:nvSpPr>
          <p:spPr bwMode="auto">
            <a:xfrm>
              <a:off x="960" y="1488"/>
              <a:ext cx="0" cy="480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79238" name="Text Box 6"/>
          <p:cNvSpPr txBox="1">
            <a:spLocks noChangeArrowheads="1"/>
          </p:cNvSpPr>
          <p:nvPr/>
        </p:nvSpPr>
        <p:spPr bwMode="auto">
          <a:xfrm>
            <a:off x="2362200" y="3441701"/>
            <a:ext cx="1600200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/>
              <a:t>切平面上点的竖坐标的增量</a:t>
            </a:r>
          </a:p>
        </p:txBody>
      </p:sp>
      <p:grpSp>
        <p:nvGrpSpPr>
          <p:cNvPr id="479239" name="Group 7"/>
          <p:cNvGrpSpPr>
            <a:grpSpLocks/>
          </p:cNvGrpSpPr>
          <p:nvPr/>
        </p:nvGrpSpPr>
        <p:grpSpPr bwMode="auto">
          <a:xfrm>
            <a:off x="3962400" y="2362200"/>
            <a:ext cx="6172200" cy="1371600"/>
            <a:chOff x="1488" y="1056"/>
            <a:chExt cx="3888" cy="864"/>
          </a:xfrm>
        </p:grpSpPr>
        <p:sp>
          <p:nvSpPr>
            <p:cNvPr id="17418" name="Rectangle 8"/>
            <p:cNvSpPr>
              <a:spLocks noChangeArrowheads="1"/>
            </p:cNvSpPr>
            <p:nvPr/>
          </p:nvSpPr>
          <p:spPr bwMode="auto">
            <a:xfrm>
              <a:off x="1488" y="1056"/>
              <a:ext cx="3888" cy="419"/>
            </a:xfrm>
            <a:prstGeom prst="rect">
              <a:avLst/>
            </a:prstGeom>
            <a:noFill/>
            <a:ln w="38100">
              <a:solidFill>
                <a:srgbClr val="6600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 b="0"/>
            </a:p>
          </p:txBody>
        </p:sp>
        <p:sp>
          <p:nvSpPr>
            <p:cNvPr id="17419" name="Line 9"/>
            <p:cNvSpPr>
              <a:spLocks noChangeShapeType="1"/>
            </p:cNvSpPr>
            <p:nvPr/>
          </p:nvSpPr>
          <p:spPr bwMode="auto">
            <a:xfrm>
              <a:off x="4032" y="1475"/>
              <a:ext cx="0" cy="445"/>
            </a:xfrm>
            <a:prstGeom prst="line">
              <a:avLst/>
            </a:prstGeom>
            <a:noFill/>
            <a:ln w="38100">
              <a:solidFill>
                <a:srgbClr val="66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479242" name="Object 10"/>
          <p:cNvGraphicFramePr>
            <a:graphicFrameLocks noChangeAspect="1"/>
          </p:cNvGraphicFramePr>
          <p:nvPr/>
        </p:nvGraphicFramePr>
        <p:xfrm>
          <a:off x="4572001" y="3657600"/>
          <a:ext cx="5345113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5905500" imgH="469900" progId="Equation.3">
                  <p:embed/>
                </p:oleObj>
              </mc:Choice>
              <mc:Fallback>
                <p:oleObj name="公式" r:id="rId4" imgW="59055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1" y="3657600"/>
                        <a:ext cx="5345113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5" name="Text Box 11"/>
          <p:cNvSpPr txBox="1">
            <a:spLocks noChangeArrowheads="1"/>
          </p:cNvSpPr>
          <p:nvPr/>
        </p:nvSpPr>
        <p:spPr bwMode="auto">
          <a:xfrm>
            <a:off x="2514600" y="1676401"/>
            <a:ext cx="563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/>
              <a:t>因为曲面在</a:t>
            </a:r>
            <a:r>
              <a:rPr lang="en-US" altLang="zh-CN" sz="2800" i="1" dirty="0"/>
              <a:t>M</a:t>
            </a:r>
            <a:r>
              <a:rPr lang="zh-CN" altLang="en-US" sz="2800" dirty="0"/>
              <a:t>处的切平面方程为</a:t>
            </a:r>
          </a:p>
        </p:txBody>
      </p:sp>
      <p:graphicFrame>
        <p:nvGraphicFramePr>
          <p:cNvPr id="479245" name="Object 13"/>
          <p:cNvGraphicFramePr>
            <a:graphicFrameLocks noChangeAspect="1"/>
          </p:cNvGraphicFramePr>
          <p:nvPr/>
        </p:nvGraphicFramePr>
        <p:xfrm>
          <a:off x="3924300" y="4495800"/>
          <a:ext cx="605790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6" imgW="5598160" imgH="1554480" progId="Word.Document.8">
                  <p:embed/>
                </p:oleObj>
              </mc:Choice>
              <mc:Fallback>
                <p:oleObj name="文档" r:id="rId6" imgW="5598160" imgH="15544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4495800"/>
                        <a:ext cx="6057900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514600" y="840928"/>
            <a:ext cx="34804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全微分的几何意义</a:t>
            </a:r>
          </a:p>
        </p:txBody>
      </p:sp>
    </p:spTree>
    <p:extLst>
      <p:ext uri="{BB962C8B-B14F-4D97-AF65-F5344CB8AC3E}">
        <p14:creationId xmlns:p14="http://schemas.microsoft.com/office/powerpoint/2010/main" val="69271921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79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79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79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79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79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9238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1371601"/>
            <a:ext cx="3048000" cy="1577975"/>
          </a:xfrm>
          <a:prstGeom prst="rect">
            <a:avLst/>
          </a:prstGeom>
          <a:noFill/>
          <a:ln w="31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aphicFrame>
        <p:nvGraphicFramePr>
          <p:cNvPr id="1843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8642935"/>
              </p:ext>
            </p:extLst>
          </p:nvPr>
        </p:nvGraphicFramePr>
        <p:xfrm>
          <a:off x="2519363" y="822325"/>
          <a:ext cx="7231062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7283062" imgH="1188689" progId="Word.Document.8">
                  <p:embed/>
                </p:oleObj>
              </mc:Choice>
              <mc:Fallback>
                <p:oleObj name="Document" r:id="rId3" imgW="7283062" imgH="118868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9363" y="822325"/>
                        <a:ext cx="7231062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2438400" y="2286001"/>
            <a:ext cx="76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480261" name="Object 5"/>
          <p:cNvGraphicFramePr>
            <a:graphicFrameLocks noChangeAspect="1"/>
          </p:cNvGraphicFramePr>
          <p:nvPr/>
        </p:nvGraphicFramePr>
        <p:xfrm>
          <a:off x="3251200" y="2286000"/>
          <a:ext cx="3149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3149600" imgH="469900" progId="Equation.3">
                  <p:embed/>
                </p:oleObj>
              </mc:Choice>
              <mc:Fallback>
                <p:oleObj name="公式" r:id="rId5" imgW="31496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1200" y="2286000"/>
                        <a:ext cx="31496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0262" name="Object 6"/>
          <p:cNvGraphicFramePr>
            <a:graphicFrameLocks noChangeAspect="1"/>
          </p:cNvGraphicFramePr>
          <p:nvPr/>
        </p:nvGraphicFramePr>
        <p:xfrm>
          <a:off x="2438400" y="3113088"/>
          <a:ext cx="4000500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4000500" imgH="546100" progId="Equation.3">
                  <p:embed/>
                </p:oleObj>
              </mc:Choice>
              <mc:Fallback>
                <p:oleObj name="公式" r:id="rId7" imgW="4000500" imgH="546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3113088"/>
                        <a:ext cx="4000500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0263" name="Object 7"/>
          <p:cNvGraphicFramePr>
            <a:graphicFrameLocks noChangeAspect="1"/>
          </p:cNvGraphicFramePr>
          <p:nvPr/>
        </p:nvGraphicFramePr>
        <p:xfrm>
          <a:off x="6400800" y="3189288"/>
          <a:ext cx="16637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663700" imgH="393700" progId="Equation.3">
                  <p:embed/>
                </p:oleObj>
              </mc:Choice>
              <mc:Fallback>
                <p:oleObj name="公式" r:id="rId9" imgW="16637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3189288"/>
                        <a:ext cx="16637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0264" name="Rectangle 8"/>
          <p:cNvSpPr>
            <a:spLocks noChangeArrowheads="1"/>
          </p:cNvSpPr>
          <p:nvPr/>
        </p:nvSpPr>
        <p:spPr bwMode="auto">
          <a:xfrm>
            <a:off x="2438400" y="3886201"/>
            <a:ext cx="233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切平面方程为</a:t>
            </a:r>
          </a:p>
        </p:txBody>
      </p:sp>
      <p:graphicFrame>
        <p:nvGraphicFramePr>
          <p:cNvPr id="480265" name="Object 9"/>
          <p:cNvGraphicFramePr>
            <a:graphicFrameLocks noChangeAspect="1"/>
          </p:cNvGraphicFramePr>
          <p:nvPr/>
        </p:nvGraphicFramePr>
        <p:xfrm>
          <a:off x="4953000" y="4027488"/>
          <a:ext cx="45720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4572000" imgH="393700" progId="Equation.3">
                  <p:embed/>
                </p:oleObj>
              </mc:Choice>
              <mc:Fallback>
                <p:oleObj name="公式" r:id="rId11" imgW="45720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4027488"/>
                        <a:ext cx="45720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0266" name="Object 10"/>
          <p:cNvGraphicFramePr>
            <a:graphicFrameLocks noChangeAspect="1"/>
          </p:cNvGraphicFramePr>
          <p:nvPr/>
        </p:nvGraphicFramePr>
        <p:xfrm>
          <a:off x="4845050" y="4630738"/>
          <a:ext cx="35306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3530600" imgH="393700" progId="Equation.3">
                  <p:embed/>
                </p:oleObj>
              </mc:Choice>
              <mc:Fallback>
                <p:oleObj name="公式" r:id="rId13" imgW="35306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5050" y="4630738"/>
                        <a:ext cx="35306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0267" name="Rectangle 11"/>
          <p:cNvSpPr>
            <a:spLocks noChangeArrowheads="1"/>
          </p:cNvSpPr>
          <p:nvPr/>
        </p:nvSpPr>
        <p:spPr bwMode="auto">
          <a:xfrm>
            <a:off x="2438401" y="5334001"/>
            <a:ext cx="19780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法线方程为</a:t>
            </a:r>
          </a:p>
        </p:txBody>
      </p:sp>
      <p:graphicFrame>
        <p:nvGraphicFramePr>
          <p:cNvPr id="480268" name="Object 12"/>
          <p:cNvGraphicFramePr>
            <a:graphicFrameLocks noChangeAspect="1"/>
          </p:cNvGraphicFramePr>
          <p:nvPr/>
        </p:nvGraphicFramePr>
        <p:xfrm>
          <a:off x="4686300" y="5238750"/>
          <a:ext cx="30861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3086100" imgH="825500" progId="Equation.3">
                  <p:embed/>
                </p:oleObj>
              </mc:Choice>
              <mc:Fallback>
                <p:oleObj name="公式" r:id="rId15" imgW="30861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6300" y="5238750"/>
                        <a:ext cx="30861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5" name="Oval 13"/>
          <p:cNvSpPr>
            <a:spLocks noChangeArrowheads="1"/>
          </p:cNvSpPr>
          <p:nvPr/>
        </p:nvSpPr>
        <p:spPr bwMode="auto">
          <a:xfrm>
            <a:off x="8458200" y="2438400"/>
            <a:ext cx="76200" cy="7620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0"/>
          </a:p>
        </p:txBody>
      </p:sp>
      <p:sp>
        <p:nvSpPr>
          <p:cNvPr id="2" name="矩形 1"/>
          <p:cNvSpPr/>
          <p:nvPr/>
        </p:nvSpPr>
        <p:spPr>
          <a:xfrm>
            <a:off x="2336224" y="876955"/>
            <a:ext cx="7248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b="1" kern="100" dirty="0"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例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594047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0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80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80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0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80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80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80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80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6" grpId="0"/>
      <p:bldP spid="480264" grpId="0" autoUpdateAnimBg="0"/>
      <p:bldP spid="480267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7005748"/>
              </p:ext>
            </p:extLst>
          </p:nvPr>
        </p:nvGraphicFramePr>
        <p:xfrm>
          <a:off x="2519363" y="690563"/>
          <a:ext cx="7304667" cy="11371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461628" imgH="1188689" progId="Word.Document.8">
                  <p:embed/>
                </p:oleObj>
              </mc:Choice>
              <mc:Fallback>
                <p:oleObj name="Document" r:id="rId2" imgW="7461628" imgH="118868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9363" y="690563"/>
                        <a:ext cx="7304667" cy="11371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2438400" y="1919288"/>
            <a:ext cx="76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481284" name="Object 4"/>
          <p:cNvGraphicFramePr>
            <a:graphicFrameLocks noChangeAspect="1"/>
          </p:cNvGraphicFramePr>
          <p:nvPr/>
        </p:nvGraphicFramePr>
        <p:xfrm>
          <a:off x="3625850" y="1928813"/>
          <a:ext cx="4127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127500" imgH="469900" progId="Equation.3">
                  <p:embed/>
                </p:oleObj>
              </mc:Choice>
              <mc:Fallback>
                <p:oleObj name="公式" r:id="rId4" imgW="41275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5850" y="1928813"/>
                        <a:ext cx="41275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285" name="Object 5"/>
          <p:cNvGraphicFramePr>
            <a:graphicFrameLocks noChangeAspect="1"/>
          </p:cNvGraphicFramePr>
          <p:nvPr/>
        </p:nvGraphicFramePr>
        <p:xfrm>
          <a:off x="2895600" y="2603501"/>
          <a:ext cx="32131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213100" imgH="533400" progId="Equation.3">
                  <p:embed/>
                </p:oleObj>
              </mc:Choice>
              <mc:Fallback>
                <p:oleObj name="公式" r:id="rId6" imgW="3213100" imgH="533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2603501"/>
                        <a:ext cx="32131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286" name="Object 6"/>
          <p:cNvGraphicFramePr>
            <a:graphicFrameLocks noChangeAspect="1"/>
          </p:cNvGraphicFramePr>
          <p:nvPr/>
        </p:nvGraphicFramePr>
        <p:xfrm>
          <a:off x="6324600" y="2533650"/>
          <a:ext cx="32131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213100" imgH="609600" progId="Equation.3">
                  <p:embed/>
                </p:oleObj>
              </mc:Choice>
              <mc:Fallback>
                <p:oleObj name="公式" r:id="rId8" imgW="3213100" imgH="609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2533650"/>
                        <a:ext cx="32131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287" name="Object 7"/>
          <p:cNvGraphicFramePr>
            <a:graphicFrameLocks noChangeAspect="1"/>
          </p:cNvGraphicFramePr>
          <p:nvPr/>
        </p:nvGraphicFramePr>
        <p:xfrm>
          <a:off x="2984500" y="3333750"/>
          <a:ext cx="35687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568700" imgH="609600" progId="Equation.3">
                  <p:embed/>
                </p:oleObj>
              </mc:Choice>
              <mc:Fallback>
                <p:oleObj name="公式" r:id="rId10" imgW="3568700" imgH="609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4500" y="3333750"/>
                        <a:ext cx="35687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288" name="Text Box 8"/>
          <p:cNvSpPr txBox="1">
            <a:spLocks noChangeArrowheads="1"/>
          </p:cNvSpPr>
          <p:nvPr/>
        </p:nvSpPr>
        <p:spPr bwMode="auto">
          <a:xfrm>
            <a:off x="3048000" y="1905001"/>
            <a:ext cx="76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/>
              <a:t>令</a:t>
            </a:r>
          </a:p>
        </p:txBody>
      </p:sp>
      <p:sp>
        <p:nvSpPr>
          <p:cNvPr id="481289" name="Rectangle 9"/>
          <p:cNvSpPr>
            <a:spLocks noChangeArrowheads="1"/>
          </p:cNvSpPr>
          <p:nvPr/>
        </p:nvSpPr>
        <p:spPr bwMode="auto">
          <a:xfrm>
            <a:off x="2441576" y="4038601"/>
            <a:ext cx="19780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切平面方程</a:t>
            </a:r>
          </a:p>
        </p:txBody>
      </p:sp>
      <p:sp>
        <p:nvSpPr>
          <p:cNvPr id="481290" name="Rectangle 10"/>
          <p:cNvSpPr>
            <a:spLocks noChangeArrowheads="1"/>
          </p:cNvSpPr>
          <p:nvPr/>
        </p:nvSpPr>
        <p:spPr bwMode="auto">
          <a:xfrm>
            <a:off x="2590800" y="5410201"/>
            <a:ext cx="1619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法线方程</a:t>
            </a:r>
          </a:p>
        </p:txBody>
      </p:sp>
      <p:graphicFrame>
        <p:nvGraphicFramePr>
          <p:cNvPr id="481291" name="Object 11"/>
          <p:cNvGraphicFramePr>
            <a:graphicFrameLocks noChangeAspect="1"/>
          </p:cNvGraphicFramePr>
          <p:nvPr/>
        </p:nvGraphicFramePr>
        <p:xfrm>
          <a:off x="4648200" y="4179888"/>
          <a:ext cx="49403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4940300" imgH="393700" progId="Equation.3">
                  <p:embed/>
                </p:oleObj>
              </mc:Choice>
              <mc:Fallback>
                <p:oleObj name="公式" r:id="rId12" imgW="49403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4179888"/>
                        <a:ext cx="49403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292" name="Object 12"/>
          <p:cNvGraphicFramePr>
            <a:graphicFrameLocks noChangeAspect="1"/>
          </p:cNvGraphicFramePr>
          <p:nvPr/>
        </p:nvGraphicFramePr>
        <p:xfrm>
          <a:off x="4902200" y="4783138"/>
          <a:ext cx="28448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844800" imgH="393700" progId="Equation.3">
                  <p:embed/>
                </p:oleObj>
              </mc:Choice>
              <mc:Fallback>
                <p:oleObj name="公式" r:id="rId14" imgW="28448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2200" y="4783138"/>
                        <a:ext cx="28448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293" name="Object 13"/>
          <p:cNvGraphicFramePr>
            <a:graphicFrameLocks noChangeAspect="1"/>
          </p:cNvGraphicFramePr>
          <p:nvPr/>
        </p:nvGraphicFramePr>
        <p:xfrm>
          <a:off x="4737100" y="5308600"/>
          <a:ext cx="3086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3086100" imgH="838200" progId="Equation.3">
                  <p:embed/>
                </p:oleObj>
              </mc:Choice>
              <mc:Fallback>
                <p:oleObj name="公式" r:id="rId16" imgW="30861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7100" y="5308600"/>
                        <a:ext cx="30861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2323122" y="708215"/>
            <a:ext cx="7248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b="1" kern="100" dirty="0"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例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329492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1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81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81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81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81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81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81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81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81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81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288" grpId="0" autoUpdateAnimBg="0"/>
      <p:bldP spid="481289" grpId="0" autoUpdateAnimBg="0"/>
      <p:bldP spid="481290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9471414"/>
              </p:ext>
            </p:extLst>
          </p:nvPr>
        </p:nvGraphicFramePr>
        <p:xfrm>
          <a:off x="2519363" y="898525"/>
          <a:ext cx="7272337" cy="1230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316183" imgH="1239808" progId="Word.Document.8">
                  <p:embed/>
                </p:oleObj>
              </mc:Choice>
              <mc:Fallback>
                <p:oleObj name="Document" r:id="rId2" imgW="7316183" imgH="123980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9363" y="898525"/>
                        <a:ext cx="7272337" cy="1230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2307" name="Text Box 3"/>
          <p:cNvSpPr txBox="1">
            <a:spLocks noChangeArrowheads="1"/>
          </p:cNvSpPr>
          <p:nvPr/>
        </p:nvSpPr>
        <p:spPr bwMode="auto">
          <a:xfrm>
            <a:off x="2438400" y="2224088"/>
            <a:ext cx="76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pSp>
        <p:nvGrpSpPr>
          <p:cNvPr id="482308" name="Group 4"/>
          <p:cNvGrpSpPr>
            <a:grpSpLocks/>
          </p:cNvGrpSpPr>
          <p:nvPr/>
        </p:nvGrpSpPr>
        <p:grpSpPr bwMode="auto">
          <a:xfrm>
            <a:off x="3124200" y="2241551"/>
            <a:ext cx="5943600" cy="519113"/>
            <a:chOff x="1008" y="1412"/>
            <a:chExt cx="3744" cy="327"/>
          </a:xfrm>
        </p:grpSpPr>
        <p:sp>
          <p:nvSpPr>
            <p:cNvPr id="20490" name="Text Box 5"/>
            <p:cNvSpPr txBox="1">
              <a:spLocks noChangeArrowheads="1"/>
            </p:cNvSpPr>
            <p:nvPr/>
          </p:nvSpPr>
          <p:spPr bwMode="auto">
            <a:xfrm>
              <a:off x="1008" y="1412"/>
              <a:ext cx="374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/>
                <a:t>设                    为曲面上的切点</a:t>
              </a:r>
              <a:r>
                <a:rPr lang="en-US" altLang="zh-CN" sz="2800"/>
                <a:t>,</a:t>
              </a:r>
            </a:p>
          </p:txBody>
        </p:sp>
        <p:graphicFrame>
          <p:nvGraphicFramePr>
            <p:cNvPr id="20491" name="Object 6"/>
            <p:cNvGraphicFramePr>
              <a:graphicFrameLocks noChangeAspect="1"/>
            </p:cNvGraphicFramePr>
            <p:nvPr/>
          </p:nvGraphicFramePr>
          <p:xfrm>
            <a:off x="1352" y="1436"/>
            <a:ext cx="1032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638300" imgH="457200" progId="Equation.3">
                    <p:embed/>
                  </p:oleObj>
                </mc:Choice>
                <mc:Fallback>
                  <p:oleObj name="公式" r:id="rId4" imgW="163830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52" y="1436"/>
                          <a:ext cx="1032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82311" name="Rectangle 7"/>
          <p:cNvSpPr>
            <a:spLocks noChangeArrowheads="1"/>
          </p:cNvSpPr>
          <p:nvPr/>
        </p:nvSpPr>
        <p:spPr bwMode="auto">
          <a:xfrm>
            <a:off x="2519363" y="2932112"/>
            <a:ext cx="233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/>
              <a:t>切平面方程为</a:t>
            </a:r>
          </a:p>
        </p:txBody>
      </p:sp>
      <p:graphicFrame>
        <p:nvGraphicFramePr>
          <p:cNvPr id="482312" name="Object 8"/>
          <p:cNvGraphicFramePr>
            <a:graphicFrameLocks noChangeAspect="1"/>
          </p:cNvGraphicFramePr>
          <p:nvPr/>
        </p:nvGraphicFramePr>
        <p:xfrm>
          <a:off x="3211514" y="3657600"/>
          <a:ext cx="654208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6540500" imgH="457200" progId="Equation.3">
                  <p:embed/>
                </p:oleObj>
              </mc:Choice>
              <mc:Fallback>
                <p:oleObj name="公式" r:id="rId6" imgW="65405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1514" y="3657600"/>
                        <a:ext cx="654208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2313" name="Text Box 9"/>
          <p:cNvSpPr txBox="1">
            <a:spLocks noChangeArrowheads="1"/>
          </p:cNvSpPr>
          <p:nvPr/>
        </p:nvSpPr>
        <p:spPr bwMode="auto">
          <a:xfrm>
            <a:off x="2519363" y="4321176"/>
            <a:ext cx="6934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/>
              <a:t>依题意，切平面方程平行于已知平面，得</a:t>
            </a:r>
          </a:p>
        </p:txBody>
      </p:sp>
      <p:graphicFrame>
        <p:nvGraphicFramePr>
          <p:cNvPr id="482314" name="Object 10"/>
          <p:cNvGraphicFramePr>
            <a:graphicFrameLocks noChangeAspect="1"/>
          </p:cNvGraphicFramePr>
          <p:nvPr/>
        </p:nvGraphicFramePr>
        <p:xfrm>
          <a:off x="3213100" y="5080000"/>
          <a:ext cx="2501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501900" imgH="838200" progId="Equation.3">
                  <p:embed/>
                </p:oleObj>
              </mc:Choice>
              <mc:Fallback>
                <p:oleObj name="公式" r:id="rId8" imgW="25019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3100" y="5080000"/>
                        <a:ext cx="25019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2315" name="Object 11"/>
          <p:cNvGraphicFramePr>
            <a:graphicFrameLocks noChangeAspect="1"/>
          </p:cNvGraphicFramePr>
          <p:nvPr/>
        </p:nvGraphicFramePr>
        <p:xfrm>
          <a:off x="5880100" y="5270501"/>
          <a:ext cx="25781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578100" imgH="431800" progId="Equation.3">
                  <p:embed/>
                </p:oleObj>
              </mc:Choice>
              <mc:Fallback>
                <p:oleObj name="公式" r:id="rId10" imgW="25781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0100" y="5270501"/>
                        <a:ext cx="25781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2438400" y="936487"/>
            <a:ext cx="9060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b="1" kern="100" dirty="0"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例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 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6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234098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2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82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"/>
                                        <p:tgtEl>
                                          <p:spTgt spid="482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45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82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75"/>
                                        <p:tgtEl>
                                          <p:spTgt spid="482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35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82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82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2307" grpId="0" autoUpdateAnimBg="0"/>
      <p:bldP spid="482311" grpId="0" autoUpdateAnimBg="0"/>
      <p:bldP spid="482313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2590800" y="609601"/>
            <a:ext cx="579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/>
              <a:t>因为                   是曲面上的切点，</a:t>
            </a:r>
          </a:p>
        </p:txBody>
      </p:sp>
      <p:graphicFrame>
        <p:nvGraphicFramePr>
          <p:cNvPr id="21507" name="Object 3"/>
          <p:cNvGraphicFramePr>
            <a:graphicFrameLocks noChangeAspect="1"/>
          </p:cNvGraphicFramePr>
          <p:nvPr/>
        </p:nvGraphicFramePr>
        <p:xfrm>
          <a:off x="3441700" y="685800"/>
          <a:ext cx="1638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638300" imgH="457200" progId="Equation.3">
                  <p:embed/>
                </p:oleObj>
              </mc:Choice>
              <mc:Fallback>
                <p:oleObj name="公式" r:id="rId2" imgW="16383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1700" y="685800"/>
                        <a:ext cx="16383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333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2609457"/>
              </p:ext>
            </p:extLst>
          </p:nvPr>
        </p:nvGraphicFramePr>
        <p:xfrm>
          <a:off x="4292600" y="1331294"/>
          <a:ext cx="1727200" cy="4607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612900" imgH="431800" progId="Equation.3">
                  <p:embed/>
                </p:oleObj>
              </mc:Choice>
              <mc:Fallback>
                <p:oleObj name="公式" r:id="rId4" imgW="16129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2600" y="1331294"/>
                        <a:ext cx="1727200" cy="4607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3333" name="Text Box 5"/>
          <p:cNvSpPr txBox="1">
            <a:spLocks noChangeArrowheads="1"/>
          </p:cNvSpPr>
          <p:nvPr/>
        </p:nvSpPr>
        <p:spPr bwMode="auto">
          <a:xfrm>
            <a:off x="2584450" y="2057401"/>
            <a:ext cx="213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/>
              <a:t>所求切点为</a:t>
            </a:r>
          </a:p>
        </p:txBody>
      </p:sp>
      <p:sp>
        <p:nvSpPr>
          <p:cNvPr id="483334" name="Rectangle 6"/>
          <p:cNvSpPr>
            <a:spLocks noChangeArrowheads="1"/>
          </p:cNvSpPr>
          <p:nvPr/>
        </p:nvSpPr>
        <p:spPr bwMode="auto">
          <a:xfrm>
            <a:off x="2540001" y="1295400"/>
            <a:ext cx="162736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/>
              <a:t>满足方程</a:t>
            </a:r>
          </a:p>
        </p:txBody>
      </p:sp>
      <p:graphicFrame>
        <p:nvGraphicFramePr>
          <p:cNvPr id="483335" name="Object 7"/>
          <p:cNvGraphicFramePr>
            <a:graphicFrameLocks noChangeAspect="1"/>
          </p:cNvGraphicFramePr>
          <p:nvPr/>
        </p:nvGraphicFramePr>
        <p:xfrm>
          <a:off x="4743450" y="2192338"/>
          <a:ext cx="10541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054100" imgH="393700" progId="Equation.3">
                  <p:embed/>
                </p:oleObj>
              </mc:Choice>
              <mc:Fallback>
                <p:oleObj name="公式" r:id="rId6" imgW="10541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3450" y="2192338"/>
                        <a:ext cx="10541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3336" name="Object 8"/>
          <p:cNvGraphicFramePr>
            <a:graphicFrameLocks noChangeAspect="1"/>
          </p:cNvGraphicFramePr>
          <p:nvPr/>
        </p:nvGraphicFramePr>
        <p:xfrm>
          <a:off x="6019800" y="2198688"/>
          <a:ext cx="16764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675673" imgH="393529" progId="Equation.3">
                  <p:embed/>
                </p:oleObj>
              </mc:Choice>
              <mc:Fallback>
                <p:oleObj name="公式" r:id="rId8" imgW="1675673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2198688"/>
                        <a:ext cx="16764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3337" name="Object 9"/>
          <p:cNvGraphicFramePr>
            <a:graphicFrameLocks noChangeAspect="1"/>
          </p:cNvGraphicFramePr>
          <p:nvPr/>
        </p:nvGraphicFramePr>
        <p:xfrm>
          <a:off x="3524250" y="3405188"/>
          <a:ext cx="50927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5092700" imgH="406400" progId="Equation.3">
                  <p:embed/>
                </p:oleObj>
              </mc:Choice>
              <mc:Fallback>
                <p:oleObj name="公式" r:id="rId10" imgW="50927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4250" y="3405188"/>
                        <a:ext cx="509270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3338" name="Object 10"/>
          <p:cNvGraphicFramePr>
            <a:graphicFrameLocks noChangeAspect="1"/>
          </p:cNvGraphicFramePr>
          <p:nvPr/>
        </p:nvGraphicFramePr>
        <p:xfrm>
          <a:off x="4483100" y="3938588"/>
          <a:ext cx="32766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276600" imgH="406400" progId="Equation.3">
                  <p:embed/>
                </p:oleObj>
              </mc:Choice>
              <mc:Fallback>
                <p:oleObj name="公式" r:id="rId12" imgW="32766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3100" y="3938588"/>
                        <a:ext cx="327660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3339" name="Object 11"/>
          <p:cNvGraphicFramePr>
            <a:graphicFrameLocks noChangeAspect="1"/>
          </p:cNvGraphicFramePr>
          <p:nvPr/>
        </p:nvGraphicFramePr>
        <p:xfrm>
          <a:off x="3378200" y="4991101"/>
          <a:ext cx="53848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5384800" imgH="406400" progId="Equation.3">
                  <p:embed/>
                </p:oleObj>
              </mc:Choice>
              <mc:Fallback>
                <p:oleObj name="公式" r:id="rId14" imgW="53848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8200" y="4991101"/>
                        <a:ext cx="538480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3340" name="Object 12"/>
          <p:cNvGraphicFramePr>
            <a:graphicFrameLocks noChangeAspect="1"/>
          </p:cNvGraphicFramePr>
          <p:nvPr/>
        </p:nvGraphicFramePr>
        <p:xfrm>
          <a:off x="4470400" y="5524501"/>
          <a:ext cx="34798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3479800" imgH="406400" progId="Equation.3">
                  <p:embed/>
                </p:oleObj>
              </mc:Choice>
              <mc:Fallback>
                <p:oleObj name="公式" r:id="rId16" imgW="34798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0400" y="5524501"/>
                        <a:ext cx="347980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3341" name="Rectangle 13"/>
          <p:cNvSpPr>
            <a:spLocks noChangeArrowheads="1"/>
          </p:cNvSpPr>
          <p:nvPr/>
        </p:nvSpPr>
        <p:spPr bwMode="auto">
          <a:xfrm>
            <a:off x="2547938" y="2703513"/>
            <a:ext cx="2393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切平面方程</a:t>
            </a:r>
            <a:r>
              <a:rPr lang="en-US" altLang="zh-CN" sz="2800"/>
              <a:t>(1)</a:t>
            </a:r>
          </a:p>
        </p:txBody>
      </p:sp>
      <p:sp>
        <p:nvSpPr>
          <p:cNvPr id="483342" name="Rectangle 14"/>
          <p:cNvSpPr>
            <a:spLocks noChangeArrowheads="1"/>
          </p:cNvSpPr>
          <p:nvPr/>
        </p:nvSpPr>
        <p:spPr bwMode="auto">
          <a:xfrm>
            <a:off x="2547938" y="4289426"/>
            <a:ext cx="2393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切平面方程</a:t>
            </a:r>
            <a:r>
              <a:rPr lang="en-US" altLang="zh-CN" sz="2800"/>
              <a:t>(2)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738250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3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3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83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83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3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"/>
                                        <p:tgtEl>
                                          <p:spTgt spid="483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83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1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83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75"/>
                                        <p:tgtEl>
                                          <p:spTgt spid="483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83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1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83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3333" grpId="0" autoUpdateAnimBg="0"/>
      <p:bldP spid="483334" grpId="0" autoUpdateAnimBg="0"/>
      <p:bldP spid="483341" grpId="0" autoUpdateAnimBg="0"/>
      <p:bldP spid="483342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057400" y="291382"/>
            <a:ext cx="4038600" cy="53340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7.</a:t>
            </a:r>
            <a:r>
              <a:rPr lang="en-US" altLang="zh-CN" sz="2800" dirty="0"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+mn-ea"/>
                <a:ea typeface="+mn-ea"/>
              </a:rPr>
              <a:t>确定正数</a:t>
            </a:r>
            <a:r>
              <a:rPr lang="zh-CN" altLang="en-US" sz="2800" b="1" i="1" dirty="0">
                <a:latin typeface="+mn-ea"/>
                <a:ea typeface="+mn-ea"/>
                <a:sym typeface="Symbol" panose="05050102010706020507" pitchFamily="18" charset="2"/>
              </a:rPr>
              <a:t></a:t>
            </a:r>
            <a:r>
              <a:rPr lang="zh-CN" altLang="en-US" sz="2800" b="1" dirty="0">
                <a:latin typeface="+mn-ea"/>
                <a:ea typeface="+mn-ea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+mn-ea"/>
                <a:ea typeface="+mn-ea"/>
              </a:rPr>
              <a:t>使曲面</a:t>
            </a:r>
          </a:p>
        </p:txBody>
      </p:sp>
      <p:graphicFrame>
        <p:nvGraphicFramePr>
          <p:cNvPr id="225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4613601"/>
              </p:ext>
            </p:extLst>
          </p:nvPr>
        </p:nvGraphicFramePr>
        <p:xfrm>
          <a:off x="5842000" y="446089"/>
          <a:ext cx="12954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247887" imgH="266558" progId="Equation.3">
                  <p:embed/>
                </p:oleObj>
              </mc:Choice>
              <mc:Fallback>
                <p:oleObj name="公式" r:id="rId2" imgW="1247887" imgH="26655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2000" y="446089"/>
                        <a:ext cx="12954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8474374"/>
              </p:ext>
            </p:extLst>
          </p:nvPr>
        </p:nvGraphicFramePr>
        <p:xfrm>
          <a:off x="8356600" y="331055"/>
          <a:ext cx="2116137" cy="4906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66680" imgH="228600" progId="Equation.DSMT4">
                  <p:embed/>
                </p:oleObj>
              </mc:Choice>
              <mc:Fallback>
                <p:oleObj name="Equation" r:id="rId4" imgW="1066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6600" y="331055"/>
                        <a:ext cx="2116137" cy="4906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3" name="Text Box 5"/>
          <p:cNvSpPr txBox="1">
            <a:spLocks noChangeArrowheads="1"/>
          </p:cNvSpPr>
          <p:nvPr/>
        </p:nvSpPr>
        <p:spPr bwMode="auto">
          <a:xfrm>
            <a:off x="2085975" y="792163"/>
            <a:ext cx="114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在点</a:t>
            </a:r>
          </a:p>
        </p:txBody>
      </p:sp>
      <p:graphicFrame>
        <p:nvGraphicFramePr>
          <p:cNvPr id="2253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0148202"/>
              </p:ext>
            </p:extLst>
          </p:nvPr>
        </p:nvGraphicFramePr>
        <p:xfrm>
          <a:off x="3022600" y="872332"/>
          <a:ext cx="1955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905145" imgH="380897" progId="Equation.3">
                  <p:embed/>
                </p:oleObj>
              </mc:Choice>
              <mc:Fallback>
                <p:oleObj name="公式" r:id="rId6" imgW="1905145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2600" y="872332"/>
                        <a:ext cx="19558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4359" name="Text Box 7"/>
          <p:cNvSpPr txBox="1">
            <a:spLocks noChangeArrowheads="1"/>
          </p:cNvSpPr>
          <p:nvPr/>
        </p:nvSpPr>
        <p:spPr bwMode="auto">
          <a:xfrm>
            <a:off x="2209800" y="1371601"/>
            <a:ext cx="5715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ea typeface="楷体_GB2312" pitchFamily="49" charset="-122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ea typeface="楷体_GB2312" pitchFamily="49" charset="-122"/>
              </a:rPr>
              <a:t>:</a:t>
            </a:r>
            <a:r>
              <a:rPr lang="en-US" altLang="zh-CN" sz="2800" dirty="0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zh-CN" altLang="en-US" sz="2800" dirty="0">
                <a:ea typeface="楷体_GB2312" pitchFamily="49" charset="-122"/>
              </a:rPr>
              <a:t>二曲面在</a:t>
            </a:r>
            <a:r>
              <a:rPr lang="zh-CN" altLang="en-US" sz="2800" i="1" dirty="0">
                <a:ea typeface="楷体_GB2312" pitchFamily="49" charset="-122"/>
              </a:rPr>
              <a:t> </a:t>
            </a:r>
            <a:r>
              <a:rPr lang="en-US" altLang="zh-CN" sz="2800" i="1" dirty="0">
                <a:ea typeface="楷体_GB2312" pitchFamily="49" charset="-122"/>
              </a:rPr>
              <a:t>M</a:t>
            </a:r>
            <a:r>
              <a:rPr lang="en-US" altLang="zh-CN" sz="2800" dirty="0">
                <a:ea typeface="楷体_GB2312" pitchFamily="49" charset="-122"/>
              </a:rPr>
              <a:t> </a:t>
            </a:r>
            <a:r>
              <a:rPr lang="zh-CN" altLang="en-US" sz="2800" dirty="0">
                <a:ea typeface="楷体_GB2312" pitchFamily="49" charset="-122"/>
              </a:rPr>
              <a:t>点的法向量分别为</a:t>
            </a:r>
          </a:p>
        </p:txBody>
      </p:sp>
      <p:sp>
        <p:nvSpPr>
          <p:cNvPr id="484360" name="Text Box 8"/>
          <p:cNvSpPr txBox="1">
            <a:spLocks noChangeArrowheads="1"/>
          </p:cNvSpPr>
          <p:nvPr/>
        </p:nvSpPr>
        <p:spPr bwMode="auto">
          <a:xfrm>
            <a:off x="2133600" y="2571751"/>
            <a:ext cx="3886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二曲面在点 </a:t>
            </a:r>
            <a:r>
              <a:rPr lang="en-US" altLang="zh-CN" sz="2800" i="1">
                <a:ea typeface="楷体_GB2312" pitchFamily="49" charset="-122"/>
              </a:rPr>
              <a:t>M</a:t>
            </a:r>
            <a:r>
              <a:rPr lang="en-US" altLang="zh-CN" sz="2800">
                <a:ea typeface="楷体_GB2312" pitchFamily="49" charset="-122"/>
              </a:rPr>
              <a:t> </a:t>
            </a:r>
            <a:r>
              <a:rPr lang="zh-CN" altLang="en-US" sz="2800">
                <a:ea typeface="楷体_GB2312" pitchFamily="49" charset="-122"/>
              </a:rPr>
              <a:t>相切</a:t>
            </a:r>
            <a:r>
              <a:rPr lang="en-US" altLang="zh-CN" sz="2800">
                <a:ea typeface="楷体_GB2312" pitchFamily="49" charset="-122"/>
              </a:rPr>
              <a:t>, </a:t>
            </a:r>
            <a:r>
              <a:rPr lang="zh-CN" altLang="en-US" sz="2800">
                <a:ea typeface="楷体_GB2312" pitchFamily="49" charset="-122"/>
              </a:rPr>
              <a:t>故</a:t>
            </a:r>
          </a:p>
        </p:txBody>
      </p:sp>
      <p:graphicFrame>
        <p:nvGraphicFramePr>
          <p:cNvPr id="48436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4457137"/>
              </p:ext>
            </p:extLst>
          </p:nvPr>
        </p:nvGraphicFramePr>
        <p:xfrm>
          <a:off x="3562350" y="3136900"/>
          <a:ext cx="42291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181602" imgH="876133" progId="Equation.DSMT4">
                  <p:embed/>
                </p:oleObj>
              </mc:Choice>
              <mc:Fallback>
                <p:oleObj name="Equation" r:id="rId8" imgW="4181602" imgH="87613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2350" y="3136900"/>
                        <a:ext cx="42291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4362" name="Object 10"/>
          <p:cNvGraphicFramePr>
            <a:graphicFrameLocks noChangeAspect="1"/>
          </p:cNvGraphicFramePr>
          <p:nvPr/>
        </p:nvGraphicFramePr>
        <p:xfrm>
          <a:off x="3606800" y="3143250"/>
          <a:ext cx="368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23770" imgH="380897" progId="Equation.3">
                  <p:embed/>
                </p:oleObj>
              </mc:Choice>
              <mc:Fallback>
                <p:oleObj name="公式" r:id="rId10" imgW="323770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6800" y="3143250"/>
                        <a:ext cx="3683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4363" name="Object 11"/>
          <p:cNvGraphicFramePr>
            <a:graphicFrameLocks noChangeAspect="1"/>
          </p:cNvGraphicFramePr>
          <p:nvPr/>
        </p:nvGraphicFramePr>
        <p:xfrm>
          <a:off x="2717800" y="4184650"/>
          <a:ext cx="31115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066970" imgH="485852" progId="Equation.3">
                  <p:embed/>
                </p:oleObj>
              </mc:Choice>
              <mc:Fallback>
                <p:oleObj name="公式" r:id="rId12" imgW="3066970" imgH="48585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7800" y="4184650"/>
                        <a:ext cx="31115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4364" name="Text Box 12"/>
          <p:cNvSpPr txBox="1">
            <a:spLocks noChangeArrowheads="1"/>
          </p:cNvSpPr>
          <p:nvPr/>
        </p:nvSpPr>
        <p:spPr bwMode="auto">
          <a:xfrm>
            <a:off x="2133600" y="4852988"/>
            <a:ext cx="3200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又点 </a:t>
            </a:r>
            <a:r>
              <a:rPr lang="en-US" altLang="zh-CN" sz="2800" i="1">
                <a:ea typeface="楷体_GB2312" pitchFamily="49" charset="-122"/>
              </a:rPr>
              <a:t>M </a:t>
            </a:r>
            <a:r>
              <a:rPr lang="zh-CN" altLang="en-US" sz="2800">
                <a:ea typeface="楷体_GB2312" pitchFamily="49" charset="-122"/>
              </a:rPr>
              <a:t>在球面上</a:t>
            </a:r>
            <a:r>
              <a:rPr lang="en-US" altLang="zh-CN" sz="2800">
                <a:ea typeface="楷体_GB2312" pitchFamily="49" charset="-122"/>
              </a:rPr>
              <a:t>,</a:t>
            </a:r>
          </a:p>
        </p:txBody>
      </p:sp>
      <p:graphicFrame>
        <p:nvGraphicFramePr>
          <p:cNvPr id="484365" name="Object 13"/>
          <p:cNvGraphicFramePr>
            <a:graphicFrameLocks noChangeAspect="1"/>
          </p:cNvGraphicFramePr>
          <p:nvPr/>
        </p:nvGraphicFramePr>
        <p:xfrm>
          <a:off x="5073650" y="4660900"/>
          <a:ext cx="3429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3381371" imgH="866749" progId="Equation.3">
                  <p:embed/>
                </p:oleObj>
              </mc:Choice>
              <mc:Fallback>
                <p:oleObj name="公式" r:id="rId14" imgW="3381371" imgH="8667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3650" y="4660900"/>
                        <a:ext cx="34290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4366" name="Text Box 14"/>
          <p:cNvSpPr txBox="1">
            <a:spLocks noChangeArrowheads="1"/>
          </p:cNvSpPr>
          <p:nvPr/>
        </p:nvSpPr>
        <p:spPr bwMode="auto">
          <a:xfrm>
            <a:off x="2133600" y="5638801"/>
            <a:ext cx="144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于是有</a:t>
            </a:r>
          </a:p>
        </p:txBody>
      </p:sp>
      <p:graphicFrame>
        <p:nvGraphicFramePr>
          <p:cNvPr id="484367" name="Object 15"/>
          <p:cNvGraphicFramePr>
            <a:graphicFrameLocks noChangeAspect="1"/>
          </p:cNvGraphicFramePr>
          <p:nvPr/>
        </p:nvGraphicFramePr>
        <p:xfrm>
          <a:off x="3714750" y="5721350"/>
          <a:ext cx="1892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847886" imgH="380897" progId="Equation.3">
                  <p:embed/>
                </p:oleObj>
              </mc:Choice>
              <mc:Fallback>
                <p:oleObj name="公式" r:id="rId16" imgW="1847886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4750" y="5721350"/>
                        <a:ext cx="18923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5" name="Text Box 17"/>
          <p:cNvSpPr txBox="1">
            <a:spLocks noChangeArrowheads="1"/>
          </p:cNvSpPr>
          <p:nvPr/>
        </p:nvSpPr>
        <p:spPr bwMode="auto">
          <a:xfrm>
            <a:off x="4989657" y="791296"/>
            <a:ext cx="1371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相切</a:t>
            </a:r>
            <a:r>
              <a:rPr lang="en-US" altLang="zh-CN" sz="2800" dirty="0">
                <a:ea typeface="楷体_GB2312" pitchFamily="49" charset="-122"/>
              </a:rPr>
              <a:t>.</a:t>
            </a:r>
          </a:p>
        </p:txBody>
      </p:sp>
      <p:graphicFrame>
        <p:nvGraphicFramePr>
          <p:cNvPr id="484370" name="Object 18"/>
          <p:cNvGraphicFramePr>
            <a:graphicFrameLocks noChangeAspect="1"/>
          </p:cNvGraphicFramePr>
          <p:nvPr/>
        </p:nvGraphicFramePr>
        <p:xfrm>
          <a:off x="5578475" y="5457825"/>
          <a:ext cx="10668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019200" imgH="876133" progId="Equation.3">
                  <p:embed/>
                </p:oleObj>
              </mc:Choice>
              <mc:Fallback>
                <p:oleObj name="公式" r:id="rId18" imgW="1019200" imgH="87613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8475" y="5457825"/>
                        <a:ext cx="10668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7" name="Text Box 19"/>
          <p:cNvSpPr txBox="1">
            <a:spLocks noChangeArrowheads="1"/>
          </p:cNvSpPr>
          <p:nvPr/>
        </p:nvSpPr>
        <p:spPr bwMode="auto">
          <a:xfrm>
            <a:off x="7086600" y="302640"/>
            <a:ext cx="1260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与球面</a:t>
            </a:r>
          </a:p>
        </p:txBody>
      </p:sp>
      <p:grpSp>
        <p:nvGrpSpPr>
          <p:cNvPr id="484379" name="Group 27"/>
          <p:cNvGrpSpPr>
            <a:grpSpLocks/>
          </p:cNvGrpSpPr>
          <p:nvPr/>
        </p:nvGrpSpPr>
        <p:grpSpPr bwMode="auto">
          <a:xfrm>
            <a:off x="3175000" y="2024063"/>
            <a:ext cx="3575050" cy="431800"/>
            <a:chOff x="720" y="1308"/>
            <a:chExt cx="2252" cy="272"/>
          </a:xfrm>
        </p:grpSpPr>
        <p:graphicFrame>
          <p:nvGraphicFramePr>
            <p:cNvPr id="22562" name="Object 28"/>
            <p:cNvGraphicFramePr>
              <a:graphicFrameLocks noChangeAspect="1"/>
            </p:cNvGraphicFramePr>
            <p:nvPr/>
          </p:nvGraphicFramePr>
          <p:xfrm>
            <a:off x="740" y="1308"/>
            <a:ext cx="223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3495541" imgH="380897" progId="Equation.3">
                    <p:embed/>
                  </p:oleObj>
                </mc:Choice>
                <mc:Fallback>
                  <p:oleObj name="公式" r:id="rId20" imgW="3495541" imgH="38089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0" y="1308"/>
                          <a:ext cx="2232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63" name="Line 29"/>
            <p:cNvSpPr>
              <a:spLocks noChangeShapeType="1"/>
            </p:cNvSpPr>
            <p:nvPr/>
          </p:nvSpPr>
          <p:spPr bwMode="auto">
            <a:xfrm>
              <a:off x="720" y="1319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84382" name="Group 30"/>
          <p:cNvGrpSpPr>
            <a:grpSpLocks/>
          </p:cNvGrpSpPr>
          <p:nvPr/>
        </p:nvGrpSpPr>
        <p:grpSpPr bwMode="auto">
          <a:xfrm>
            <a:off x="7086600" y="2063750"/>
            <a:ext cx="2482850" cy="431800"/>
            <a:chOff x="3216" y="1341"/>
            <a:chExt cx="1564" cy="272"/>
          </a:xfrm>
        </p:grpSpPr>
        <p:graphicFrame>
          <p:nvGraphicFramePr>
            <p:cNvPr id="22560" name="Object 31"/>
            <p:cNvGraphicFramePr>
              <a:graphicFrameLocks noChangeAspect="1"/>
            </p:cNvGraphicFramePr>
            <p:nvPr/>
          </p:nvGraphicFramePr>
          <p:xfrm>
            <a:off x="3252" y="1341"/>
            <a:ext cx="152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2381257" imgH="380897" progId="Equation.3">
                    <p:embed/>
                  </p:oleObj>
                </mc:Choice>
                <mc:Fallback>
                  <p:oleObj name="公式" r:id="rId22" imgW="2381257" imgH="38089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52" y="1341"/>
                          <a:ext cx="1528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61" name="Line 32"/>
            <p:cNvSpPr>
              <a:spLocks noChangeShapeType="1"/>
            </p:cNvSpPr>
            <p:nvPr/>
          </p:nvSpPr>
          <p:spPr bwMode="auto">
            <a:xfrm>
              <a:off x="3216" y="1344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84385" name="Group 33"/>
          <p:cNvGrpSpPr>
            <a:grpSpLocks/>
          </p:cNvGrpSpPr>
          <p:nvPr/>
        </p:nvGrpSpPr>
        <p:grpSpPr bwMode="auto">
          <a:xfrm>
            <a:off x="5791200" y="2692400"/>
            <a:ext cx="990600" cy="419100"/>
            <a:chOff x="3840" y="1676"/>
            <a:chExt cx="624" cy="264"/>
          </a:xfrm>
        </p:grpSpPr>
        <p:graphicFrame>
          <p:nvGraphicFramePr>
            <p:cNvPr id="22557" name="Object 34"/>
            <p:cNvGraphicFramePr>
              <a:graphicFrameLocks noChangeAspect="1"/>
            </p:cNvGraphicFramePr>
            <p:nvPr/>
          </p:nvGraphicFramePr>
          <p:xfrm>
            <a:off x="3844" y="1676"/>
            <a:ext cx="620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4" imgW="933486" imgH="371514" progId="Equation.3">
                    <p:embed/>
                  </p:oleObj>
                </mc:Choice>
                <mc:Fallback>
                  <p:oleObj name="公式" r:id="rId24" imgW="933486" imgH="37151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4" y="1676"/>
                          <a:ext cx="620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58" name="Line 35"/>
            <p:cNvSpPr>
              <a:spLocks noChangeShapeType="1"/>
            </p:cNvSpPr>
            <p:nvPr/>
          </p:nvSpPr>
          <p:spPr bwMode="auto">
            <a:xfrm>
              <a:off x="3840" y="1680"/>
              <a:ext cx="170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9" name="Line 36"/>
            <p:cNvSpPr>
              <a:spLocks noChangeShapeType="1"/>
            </p:cNvSpPr>
            <p:nvPr/>
          </p:nvSpPr>
          <p:spPr bwMode="auto">
            <a:xfrm>
              <a:off x="4246" y="1680"/>
              <a:ext cx="170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84389" name="Text Box 37"/>
          <p:cNvSpPr txBox="1">
            <a:spLocks noChangeArrowheads="1"/>
          </p:cNvSpPr>
          <p:nvPr/>
        </p:nvSpPr>
        <p:spPr bwMode="auto">
          <a:xfrm>
            <a:off x="6724651" y="2608263"/>
            <a:ext cx="14382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ea typeface="楷体_GB2312" pitchFamily="49" charset="-122"/>
              </a:rPr>
              <a:t>, </a:t>
            </a:r>
            <a:r>
              <a:rPr lang="zh-CN" altLang="en-US" sz="2800">
                <a:ea typeface="楷体_GB2312" pitchFamily="49" charset="-122"/>
              </a:rPr>
              <a:t>因此有</a:t>
            </a:r>
          </a:p>
        </p:txBody>
      </p:sp>
      <p:graphicFrame>
        <p:nvGraphicFramePr>
          <p:cNvPr id="484390" name="Object 38"/>
          <p:cNvGraphicFramePr>
            <a:graphicFrameLocks noChangeAspect="1"/>
          </p:cNvGraphicFramePr>
          <p:nvPr/>
        </p:nvGraphicFramePr>
        <p:xfrm>
          <a:off x="4254501" y="3581400"/>
          <a:ext cx="193675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71428" imgH="257175" progId="Equation.3">
                  <p:embed/>
                </p:oleObj>
              </mc:Choice>
              <mc:Fallback>
                <p:oleObj name="Equation" r:id="rId26" imgW="171428" imgH="25717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4501" y="3581400"/>
                        <a:ext cx="193675" cy="273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4391" name="Object 39"/>
          <p:cNvGraphicFramePr>
            <a:graphicFrameLocks noChangeAspect="1"/>
          </p:cNvGraphicFramePr>
          <p:nvPr/>
        </p:nvGraphicFramePr>
        <p:xfrm>
          <a:off x="5473700" y="3143250"/>
          <a:ext cx="368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323770" imgH="380897" progId="Equation.3">
                  <p:embed/>
                </p:oleObj>
              </mc:Choice>
              <mc:Fallback>
                <p:oleObj name="公式" r:id="rId28" imgW="323770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3700" y="3143250"/>
                        <a:ext cx="3683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4392" name="Object 40"/>
          <p:cNvGraphicFramePr>
            <a:graphicFrameLocks noChangeAspect="1"/>
          </p:cNvGraphicFramePr>
          <p:nvPr/>
        </p:nvGraphicFramePr>
        <p:xfrm>
          <a:off x="5749926" y="3613150"/>
          <a:ext cx="193675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71428" imgH="257175" progId="Equation.3">
                  <p:embed/>
                </p:oleObj>
              </mc:Choice>
              <mc:Fallback>
                <p:oleObj name="Equation" r:id="rId30" imgW="171428" imgH="25717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9926" y="3613150"/>
                        <a:ext cx="193675" cy="273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4393" name="Object 41"/>
          <p:cNvGraphicFramePr>
            <a:graphicFrameLocks noChangeAspect="1"/>
          </p:cNvGraphicFramePr>
          <p:nvPr/>
        </p:nvGraphicFramePr>
        <p:xfrm>
          <a:off x="7366000" y="3143250"/>
          <a:ext cx="317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2" imgW="266859" imgH="380897" progId="Equation.3">
                  <p:embed/>
                </p:oleObj>
              </mc:Choice>
              <mc:Fallback>
                <p:oleObj name="公式" r:id="rId32" imgW="266859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6000" y="3143250"/>
                        <a:ext cx="3175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4394" name="Object 42"/>
          <p:cNvGraphicFramePr>
            <a:graphicFrameLocks noChangeAspect="1"/>
          </p:cNvGraphicFramePr>
          <p:nvPr/>
        </p:nvGraphicFramePr>
        <p:xfrm>
          <a:off x="7315201" y="3581400"/>
          <a:ext cx="193675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71428" imgH="257175" progId="Equation.3">
                  <p:embed/>
                </p:oleObj>
              </mc:Choice>
              <mc:Fallback>
                <p:oleObj name="Equation" r:id="rId34" imgW="171428" imgH="25717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1" y="3581400"/>
                        <a:ext cx="193675" cy="273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107522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4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4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84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84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4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84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84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84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84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84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84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84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84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84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84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84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84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84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84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4359" grpId="0" autoUpdateAnimBg="0"/>
      <p:bldP spid="484360" grpId="0" autoUpdateAnimBg="0"/>
      <p:bldP spid="484364" grpId="0" autoUpdateAnimBg="0"/>
      <p:bldP spid="484366" grpId="0" autoUpdateAnimBg="0"/>
      <p:bldP spid="484389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3432433"/>
              </p:ext>
            </p:extLst>
          </p:nvPr>
        </p:nvGraphicFramePr>
        <p:xfrm>
          <a:off x="2559050" y="656012"/>
          <a:ext cx="7074904" cy="26054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6543955" imgH="2411217" progId="Word.Document.8">
                  <p:embed/>
                </p:oleObj>
              </mc:Choice>
              <mc:Fallback>
                <p:oleObj name="Document" r:id="rId2" imgW="6543955" imgH="241121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9050" y="656012"/>
                        <a:ext cx="7074904" cy="26054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2438400" y="3443288"/>
            <a:ext cx="76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sp>
        <p:nvSpPr>
          <p:cNvPr id="485380" name="Text Box 4"/>
          <p:cNvSpPr txBox="1">
            <a:spLocks noChangeArrowheads="1"/>
          </p:cNvSpPr>
          <p:nvPr/>
        </p:nvSpPr>
        <p:spPr bwMode="auto">
          <a:xfrm>
            <a:off x="3200400" y="3443288"/>
            <a:ext cx="76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/>
              <a:t>令</a:t>
            </a:r>
          </a:p>
        </p:txBody>
      </p:sp>
      <p:graphicFrame>
        <p:nvGraphicFramePr>
          <p:cNvPr id="485381" name="Object 5"/>
          <p:cNvGraphicFramePr>
            <a:graphicFrameLocks noChangeAspect="1"/>
          </p:cNvGraphicFramePr>
          <p:nvPr/>
        </p:nvGraphicFramePr>
        <p:xfrm>
          <a:off x="3905250" y="3479800"/>
          <a:ext cx="4508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508500" imgH="469900" progId="Equation.3">
                  <p:embed/>
                </p:oleObj>
              </mc:Choice>
              <mc:Fallback>
                <p:oleObj name="公式" r:id="rId4" imgW="45085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5250" y="3479800"/>
                        <a:ext cx="45085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5382" name="Object 6"/>
          <p:cNvGraphicFramePr>
            <a:graphicFrameLocks noChangeAspect="1"/>
          </p:cNvGraphicFramePr>
          <p:nvPr/>
        </p:nvGraphicFramePr>
        <p:xfrm>
          <a:off x="2559050" y="4256088"/>
          <a:ext cx="24511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451100" imgH="508000" progId="Equation.3">
                  <p:embed/>
                </p:oleObj>
              </mc:Choice>
              <mc:Fallback>
                <p:oleObj name="公式" r:id="rId6" imgW="2451100" imgH="508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9050" y="4256088"/>
                        <a:ext cx="24511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5383" name="Object 7"/>
          <p:cNvGraphicFramePr>
            <a:graphicFrameLocks noChangeAspect="1"/>
          </p:cNvGraphicFramePr>
          <p:nvPr/>
        </p:nvGraphicFramePr>
        <p:xfrm>
          <a:off x="5181600" y="4179888"/>
          <a:ext cx="24384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438400" imgH="596900" progId="Equation.3">
                  <p:embed/>
                </p:oleObj>
              </mc:Choice>
              <mc:Fallback>
                <p:oleObj name="公式" r:id="rId8" imgW="2438400" imgH="596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4179888"/>
                        <a:ext cx="24384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5384" name="Object 8"/>
          <p:cNvGraphicFramePr>
            <a:graphicFrameLocks noChangeAspect="1"/>
          </p:cNvGraphicFramePr>
          <p:nvPr/>
        </p:nvGraphicFramePr>
        <p:xfrm>
          <a:off x="7797800" y="4248150"/>
          <a:ext cx="2222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222500" imgH="508000" progId="Equation.3">
                  <p:embed/>
                </p:oleObj>
              </mc:Choice>
              <mc:Fallback>
                <p:oleObj name="公式" r:id="rId10" imgW="2222500" imgH="508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97800" y="4248150"/>
                        <a:ext cx="22225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5385" name="Text Box 9"/>
          <p:cNvSpPr txBox="1">
            <a:spLocks noChangeArrowheads="1"/>
          </p:cNvSpPr>
          <p:nvPr/>
        </p:nvSpPr>
        <p:spPr bwMode="auto">
          <a:xfrm>
            <a:off x="3136900" y="4879976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/>
              <a:t>故</a:t>
            </a:r>
          </a:p>
        </p:txBody>
      </p:sp>
      <p:graphicFrame>
        <p:nvGraphicFramePr>
          <p:cNvPr id="485386" name="Object 10"/>
          <p:cNvGraphicFramePr>
            <a:graphicFrameLocks noChangeAspect="1"/>
          </p:cNvGraphicFramePr>
          <p:nvPr/>
        </p:nvGraphicFramePr>
        <p:xfrm>
          <a:off x="3886200" y="4967288"/>
          <a:ext cx="24511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451100" imgH="508000" progId="Equation.3">
                  <p:embed/>
                </p:oleObj>
              </mc:Choice>
              <mc:Fallback>
                <p:oleObj name="公式" r:id="rId12" imgW="2451100" imgH="508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4967288"/>
                        <a:ext cx="24511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5387" name="Object 11"/>
          <p:cNvGraphicFramePr>
            <a:graphicFrameLocks noChangeAspect="1"/>
          </p:cNvGraphicFramePr>
          <p:nvPr/>
        </p:nvGraphicFramePr>
        <p:xfrm>
          <a:off x="6400800" y="4984750"/>
          <a:ext cx="1524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524000" imgH="419100" progId="Equation.3">
                  <p:embed/>
                </p:oleObj>
              </mc:Choice>
              <mc:Fallback>
                <p:oleObj name="公式" r:id="rId14" imgW="15240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4984750"/>
                        <a:ext cx="15240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5388" name="Object 12"/>
          <p:cNvGraphicFramePr>
            <a:graphicFrameLocks noChangeAspect="1"/>
          </p:cNvGraphicFramePr>
          <p:nvPr/>
        </p:nvGraphicFramePr>
        <p:xfrm>
          <a:off x="2825750" y="5645150"/>
          <a:ext cx="38227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3822700" imgH="508000" progId="Equation.3">
                  <p:embed/>
                </p:oleObj>
              </mc:Choice>
              <mc:Fallback>
                <p:oleObj name="公式" r:id="rId16" imgW="3822700" imgH="508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5750" y="5645150"/>
                        <a:ext cx="38227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5389" name="Text Box 13"/>
          <p:cNvSpPr txBox="1">
            <a:spLocks noChangeArrowheads="1"/>
          </p:cNvSpPr>
          <p:nvPr/>
        </p:nvSpPr>
        <p:spPr bwMode="auto">
          <a:xfrm>
            <a:off x="7162800" y="5576888"/>
            <a:ext cx="2133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/>
              <a:t>方向余弦为</a:t>
            </a:r>
          </a:p>
        </p:txBody>
      </p:sp>
      <p:sp>
        <p:nvSpPr>
          <p:cNvPr id="2" name="矩形 1"/>
          <p:cNvSpPr/>
          <p:nvPr/>
        </p:nvSpPr>
        <p:spPr>
          <a:xfrm>
            <a:off x="2621862" y="656012"/>
            <a:ext cx="9060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b="1" dirty="0"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362726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5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85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85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85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85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85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85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85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85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75"/>
                                        <p:tgtEl>
                                          <p:spTgt spid="485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/>
      <p:bldP spid="485380" grpId="0" autoUpdateAnimBg="0"/>
      <p:bldP spid="485385" grpId="0" autoUpdateAnimBg="0"/>
      <p:bldP spid="485389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78" name="Object 2"/>
          <p:cNvGraphicFramePr>
            <a:graphicFrameLocks noChangeAspect="1"/>
          </p:cNvGraphicFramePr>
          <p:nvPr/>
        </p:nvGraphicFramePr>
        <p:xfrm>
          <a:off x="2590800" y="546100"/>
          <a:ext cx="19939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993900" imgH="901700" progId="Equation.3">
                  <p:embed/>
                </p:oleObj>
              </mc:Choice>
              <mc:Fallback>
                <p:oleObj name="公式" r:id="rId2" imgW="1993900" imgH="901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546100"/>
                        <a:ext cx="19939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0239487"/>
              </p:ext>
            </p:extLst>
          </p:nvPr>
        </p:nvGraphicFramePr>
        <p:xfrm>
          <a:off x="4857750" y="546100"/>
          <a:ext cx="20320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032000" imgH="901700" progId="Equation.3">
                  <p:embed/>
                </p:oleObj>
              </mc:Choice>
              <mc:Fallback>
                <p:oleObj name="公式" r:id="rId4" imgW="2032000" imgH="901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7750" y="546100"/>
                        <a:ext cx="20320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5375763"/>
              </p:ext>
            </p:extLst>
          </p:nvPr>
        </p:nvGraphicFramePr>
        <p:xfrm>
          <a:off x="7162800" y="546100"/>
          <a:ext cx="1928949" cy="878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841500" imgH="838200" progId="Equation.3">
                  <p:embed/>
                </p:oleObj>
              </mc:Choice>
              <mc:Fallback>
                <p:oleObj name="公式" r:id="rId6" imgW="18415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546100"/>
                        <a:ext cx="1928949" cy="8780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6405" name="Object 5"/>
          <p:cNvGraphicFramePr>
            <a:graphicFrameLocks noChangeAspect="1"/>
          </p:cNvGraphicFramePr>
          <p:nvPr/>
        </p:nvGraphicFramePr>
        <p:xfrm>
          <a:off x="2743200" y="1600201"/>
          <a:ext cx="2825750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340100" imgH="1130300" progId="Equation.3">
                  <p:embed/>
                </p:oleObj>
              </mc:Choice>
              <mc:Fallback>
                <p:oleObj name="公式" r:id="rId8" imgW="3340100" imgH="1130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600201"/>
                        <a:ext cx="2825750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6406" name="Object 6"/>
          <p:cNvGraphicFramePr>
            <a:graphicFrameLocks noChangeAspect="1"/>
          </p:cNvGraphicFramePr>
          <p:nvPr/>
        </p:nvGraphicFramePr>
        <p:xfrm>
          <a:off x="5688014" y="1741488"/>
          <a:ext cx="892175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054100" imgH="838200" progId="Equation.3">
                  <p:embed/>
                </p:oleObj>
              </mc:Choice>
              <mc:Fallback>
                <p:oleObj name="公式" r:id="rId10" imgW="10541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8014" y="1741488"/>
                        <a:ext cx="892175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6407" name="Object 7"/>
          <p:cNvGraphicFramePr>
            <a:graphicFrameLocks noChangeAspect="1"/>
          </p:cNvGraphicFramePr>
          <p:nvPr/>
        </p:nvGraphicFramePr>
        <p:xfrm>
          <a:off x="2743200" y="2778126"/>
          <a:ext cx="2825750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340100" imgH="1130300" progId="Equation.3">
                  <p:embed/>
                </p:oleObj>
              </mc:Choice>
              <mc:Fallback>
                <p:oleObj name="公式" r:id="rId12" imgW="3340100" imgH="1130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778126"/>
                        <a:ext cx="2825750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6408" name="Object 8"/>
          <p:cNvGraphicFramePr>
            <a:graphicFrameLocks noChangeAspect="1"/>
          </p:cNvGraphicFramePr>
          <p:nvPr/>
        </p:nvGraphicFramePr>
        <p:xfrm>
          <a:off x="5661026" y="2884488"/>
          <a:ext cx="892175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054100" imgH="838200" progId="Equation.3">
                  <p:embed/>
                </p:oleObj>
              </mc:Choice>
              <mc:Fallback>
                <p:oleObj name="公式" r:id="rId14" imgW="10541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1026" y="2884488"/>
                        <a:ext cx="892175" cy="709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6409" name="Object 9"/>
          <p:cNvGraphicFramePr>
            <a:graphicFrameLocks noChangeAspect="1"/>
          </p:cNvGraphicFramePr>
          <p:nvPr/>
        </p:nvGraphicFramePr>
        <p:xfrm>
          <a:off x="2803526" y="4083050"/>
          <a:ext cx="2911475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3441700" imgH="1143000" progId="Equation.3">
                  <p:embed/>
                </p:oleObj>
              </mc:Choice>
              <mc:Fallback>
                <p:oleObj name="公式" r:id="rId16" imgW="3441700" imgH="1143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3526" y="4083050"/>
                        <a:ext cx="2911475" cy="966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6410" name="Object 10"/>
          <p:cNvGraphicFramePr>
            <a:graphicFrameLocks noChangeAspect="1"/>
          </p:cNvGraphicFramePr>
          <p:nvPr/>
        </p:nvGraphicFramePr>
        <p:xfrm>
          <a:off x="5715001" y="4321176"/>
          <a:ext cx="1031875" cy="32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218671" imgH="380835" progId="Equation.3">
                  <p:embed/>
                </p:oleObj>
              </mc:Choice>
              <mc:Fallback>
                <p:oleObj name="公式" r:id="rId18" imgW="1218671" imgH="38083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1" y="4321176"/>
                        <a:ext cx="1031875" cy="322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6411" name="Object 11"/>
          <p:cNvGraphicFramePr>
            <a:graphicFrameLocks noChangeAspect="1"/>
          </p:cNvGraphicFramePr>
          <p:nvPr/>
        </p:nvGraphicFramePr>
        <p:xfrm>
          <a:off x="3084513" y="5119688"/>
          <a:ext cx="6126162" cy="1052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6057900" imgH="1041400" progId="Equation.3">
                  <p:embed/>
                </p:oleObj>
              </mc:Choice>
              <mc:Fallback>
                <p:oleObj name="公式" r:id="rId20" imgW="6057900" imgH="1041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4513" y="5119688"/>
                        <a:ext cx="6126162" cy="1052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6412" name="Object 12"/>
          <p:cNvGraphicFramePr>
            <a:graphicFrameLocks noChangeAspect="1"/>
          </p:cNvGraphicFramePr>
          <p:nvPr/>
        </p:nvGraphicFramePr>
        <p:xfrm>
          <a:off x="9164638" y="5237163"/>
          <a:ext cx="741362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787400" imgH="825500" progId="Equation.3">
                  <p:embed/>
                </p:oleObj>
              </mc:Choice>
              <mc:Fallback>
                <p:oleObj name="公式" r:id="rId22" imgW="7874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64638" y="5237163"/>
                        <a:ext cx="741362" cy="779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6413" name="Text Box 13"/>
          <p:cNvSpPr txBox="1">
            <a:spLocks noChangeArrowheads="1"/>
          </p:cNvSpPr>
          <p:nvPr/>
        </p:nvSpPr>
        <p:spPr bwMode="auto">
          <a:xfrm>
            <a:off x="2493963" y="5316538"/>
            <a:ext cx="76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/>
              <a:t>故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939041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6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86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86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86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86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86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86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86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86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6413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22" name="Rectangle 2"/>
          <p:cNvSpPr>
            <a:spLocks noChangeArrowheads="1"/>
          </p:cNvSpPr>
          <p:nvPr/>
        </p:nvSpPr>
        <p:spPr bwMode="auto">
          <a:xfrm>
            <a:off x="2286000" y="1066800"/>
            <a:ext cx="4724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dirty="0">
                <a:solidFill>
                  <a:srgbClr val="FF0000"/>
                </a:solidFill>
                <a:ea typeface="楷体_GB2312" pitchFamily="49" charset="-122"/>
              </a:rPr>
              <a:t>1. 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空间曲线的切线与法平面 </a:t>
            </a:r>
          </a:p>
        </p:txBody>
      </p:sp>
      <p:sp>
        <p:nvSpPr>
          <p:cNvPr id="491523" name="Text Box 3"/>
          <p:cNvSpPr txBox="1">
            <a:spLocks noChangeArrowheads="1"/>
          </p:cNvSpPr>
          <p:nvPr/>
        </p:nvSpPr>
        <p:spPr bwMode="auto">
          <a:xfrm>
            <a:off x="2133600" y="3886201"/>
            <a:ext cx="1828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切线方程</a:t>
            </a:r>
          </a:p>
        </p:txBody>
      </p:sp>
      <p:graphicFrame>
        <p:nvGraphicFramePr>
          <p:cNvPr id="491524" name="Object 4"/>
          <p:cNvGraphicFramePr>
            <a:graphicFrameLocks noChangeAspect="1"/>
          </p:cNvGraphicFramePr>
          <p:nvPr/>
        </p:nvGraphicFramePr>
        <p:xfrm>
          <a:off x="3994151" y="3670301"/>
          <a:ext cx="4284663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962284" imgH="866749" progId="Equation.3">
                  <p:embed/>
                </p:oleObj>
              </mc:Choice>
              <mc:Fallback>
                <p:oleObj name="公式" r:id="rId3" imgW="3962284" imgH="8667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4151" y="3670301"/>
                        <a:ext cx="4284663" cy="976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25" name="Text Box 5"/>
          <p:cNvSpPr txBox="1">
            <a:spLocks noChangeArrowheads="1"/>
          </p:cNvSpPr>
          <p:nvPr/>
        </p:nvSpPr>
        <p:spPr bwMode="auto">
          <a:xfrm>
            <a:off x="2133600" y="4800601"/>
            <a:ext cx="2133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法平面方程</a:t>
            </a:r>
          </a:p>
        </p:txBody>
      </p:sp>
      <p:graphicFrame>
        <p:nvGraphicFramePr>
          <p:cNvPr id="491526" name="Object 6"/>
          <p:cNvGraphicFramePr>
            <a:graphicFrameLocks noChangeAspect="1"/>
          </p:cNvGraphicFramePr>
          <p:nvPr/>
        </p:nvGraphicFramePr>
        <p:xfrm>
          <a:off x="2365375" y="5492751"/>
          <a:ext cx="215900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971773" imgH="380897" progId="Equation.3">
                  <p:embed/>
                </p:oleObj>
              </mc:Choice>
              <mc:Fallback>
                <p:oleObj name="公式" r:id="rId5" imgW="1971773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5375" y="5492751"/>
                        <a:ext cx="2159000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27" name="Text Box 7"/>
          <p:cNvSpPr txBox="1">
            <a:spLocks noChangeArrowheads="1"/>
          </p:cNvSpPr>
          <p:nvPr/>
        </p:nvSpPr>
        <p:spPr bwMode="auto">
          <a:xfrm>
            <a:off x="2268493" y="1801813"/>
            <a:ext cx="297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dirty="0">
                <a:solidFill>
                  <a:srgbClr val="0000CC"/>
                </a:solidFill>
                <a:ea typeface="楷体_GB2312" pitchFamily="49" charset="-122"/>
              </a:rPr>
              <a:t>1) </a:t>
            </a:r>
            <a:r>
              <a:rPr lang="zh-CN" altLang="en-US" sz="2800" dirty="0">
                <a:solidFill>
                  <a:srgbClr val="0000CC"/>
                </a:solidFill>
                <a:ea typeface="楷体_GB2312" pitchFamily="49" charset="-122"/>
              </a:rPr>
              <a:t>参数式情况</a:t>
            </a:r>
            <a:r>
              <a:rPr lang="en-US" altLang="zh-CN" sz="2800" dirty="0">
                <a:solidFill>
                  <a:srgbClr val="0000CC"/>
                </a:solidFill>
                <a:ea typeface="楷体_GB2312" pitchFamily="49" charset="-122"/>
              </a:rPr>
              <a:t>.</a:t>
            </a:r>
          </a:p>
        </p:txBody>
      </p:sp>
      <p:graphicFrame>
        <p:nvGraphicFramePr>
          <p:cNvPr id="491528" name="Object 8"/>
          <p:cNvGraphicFramePr>
            <a:graphicFrameLocks noChangeAspect="1"/>
          </p:cNvGraphicFramePr>
          <p:nvPr/>
        </p:nvGraphicFramePr>
        <p:xfrm>
          <a:off x="7335838" y="1293813"/>
          <a:ext cx="2112962" cy="161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933600" imgH="1466940" progId="Equation.3">
                  <p:embed/>
                </p:oleObj>
              </mc:Choice>
              <mc:Fallback>
                <p:oleObj name="公式" r:id="rId7" imgW="1933600" imgH="14669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5838" y="1293813"/>
                        <a:ext cx="2112962" cy="161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29" name="Text Box 9"/>
          <p:cNvSpPr txBox="1">
            <a:spLocks noChangeArrowheads="1"/>
          </p:cNvSpPr>
          <p:nvPr/>
        </p:nvSpPr>
        <p:spPr bwMode="auto">
          <a:xfrm>
            <a:off x="4973638" y="1752601"/>
            <a:ext cx="2362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空间光滑曲线</a:t>
            </a:r>
          </a:p>
        </p:txBody>
      </p:sp>
      <p:sp>
        <p:nvSpPr>
          <p:cNvPr id="491530" name="Text Box 10"/>
          <p:cNvSpPr txBox="1">
            <a:spLocks noChangeArrowheads="1"/>
          </p:cNvSpPr>
          <p:nvPr/>
        </p:nvSpPr>
        <p:spPr bwMode="auto">
          <a:xfrm>
            <a:off x="2209800" y="2819401"/>
            <a:ext cx="152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切向量</a:t>
            </a:r>
          </a:p>
        </p:txBody>
      </p:sp>
      <p:sp>
        <p:nvSpPr>
          <p:cNvPr id="29707" name="Rectangle 11"/>
          <p:cNvSpPr>
            <a:spLocks noGrp="1" noChangeArrowheads="1"/>
          </p:cNvSpPr>
          <p:nvPr>
            <p:ph type="title"/>
          </p:nvPr>
        </p:nvSpPr>
        <p:spPr>
          <a:xfrm>
            <a:off x="2209800" y="381000"/>
            <a:ext cx="1903414" cy="609600"/>
          </a:xfrm>
          <a:ln w="38100" cmpd="dbl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/>
          <a:lstStyle/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内容小结</a:t>
            </a:r>
          </a:p>
        </p:txBody>
      </p:sp>
      <p:graphicFrame>
        <p:nvGraphicFramePr>
          <p:cNvPr id="491532" name="Object 12"/>
          <p:cNvGraphicFramePr>
            <a:graphicFrameLocks noChangeAspect="1"/>
          </p:cNvGraphicFramePr>
          <p:nvPr/>
        </p:nvGraphicFramePr>
        <p:xfrm>
          <a:off x="4113214" y="4246564"/>
          <a:ext cx="896937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790514" imgH="380897" progId="Equation.3">
                  <p:embed/>
                </p:oleObj>
              </mc:Choice>
              <mc:Fallback>
                <p:oleObj name="公式" r:id="rId9" imgW="790514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3214" y="4246564"/>
                        <a:ext cx="896937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33" name="Object 13"/>
          <p:cNvGraphicFramePr>
            <a:graphicFrameLocks noChangeAspect="1"/>
          </p:cNvGraphicFramePr>
          <p:nvPr/>
        </p:nvGraphicFramePr>
        <p:xfrm>
          <a:off x="5629275" y="4256089"/>
          <a:ext cx="979488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866858" imgH="380897" progId="Equation.3">
                  <p:embed/>
                </p:oleObj>
              </mc:Choice>
              <mc:Fallback>
                <p:oleObj name="公式" r:id="rId11" imgW="866858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9275" y="4256089"/>
                        <a:ext cx="979488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34" name="Object 14"/>
          <p:cNvGraphicFramePr>
            <a:graphicFrameLocks noChangeAspect="1"/>
          </p:cNvGraphicFramePr>
          <p:nvPr/>
        </p:nvGraphicFramePr>
        <p:xfrm>
          <a:off x="7235825" y="4254501"/>
          <a:ext cx="966788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857142" imgH="380897" progId="Equation.3">
                  <p:embed/>
                </p:oleObj>
              </mc:Choice>
              <mc:Fallback>
                <p:oleObj name="公式" r:id="rId13" imgW="857142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5825" y="4254501"/>
                        <a:ext cx="966788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35" name="Object 15"/>
          <p:cNvGraphicFramePr>
            <a:graphicFrameLocks noChangeAspect="1"/>
          </p:cNvGraphicFramePr>
          <p:nvPr/>
        </p:nvGraphicFramePr>
        <p:xfrm>
          <a:off x="4551363" y="5492751"/>
          <a:ext cx="254635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2323999" imgH="380897" progId="Equation.3">
                  <p:embed/>
                </p:oleObj>
              </mc:Choice>
              <mc:Fallback>
                <p:oleObj name="公式" r:id="rId15" imgW="2323999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1363" y="5492751"/>
                        <a:ext cx="2546350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3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0486732"/>
              </p:ext>
            </p:extLst>
          </p:nvPr>
        </p:nvGraphicFramePr>
        <p:xfrm>
          <a:off x="7124701" y="5494339"/>
          <a:ext cx="2976563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2733830" imgH="380897" progId="Equation.3">
                  <p:embed/>
                </p:oleObj>
              </mc:Choice>
              <mc:Fallback>
                <p:oleObj name="公式" r:id="rId17" imgW="2733830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4701" y="5494339"/>
                        <a:ext cx="2976563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91544" name="Group 24"/>
          <p:cNvGrpSpPr>
            <a:grpSpLocks/>
          </p:cNvGrpSpPr>
          <p:nvPr/>
        </p:nvGrpSpPr>
        <p:grpSpPr bwMode="auto">
          <a:xfrm>
            <a:off x="4029075" y="2895601"/>
            <a:ext cx="4132262" cy="522288"/>
            <a:chOff x="1578" y="1824"/>
            <a:chExt cx="2603" cy="329"/>
          </a:xfrm>
        </p:grpSpPr>
        <p:graphicFrame>
          <p:nvGraphicFramePr>
            <p:cNvPr id="29714" name="Object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41463270"/>
                </p:ext>
              </p:extLst>
            </p:nvPr>
          </p:nvGraphicFramePr>
          <p:xfrm>
            <a:off x="1578" y="1862"/>
            <a:ext cx="2603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3809942" imgH="380897" progId="Equation.3">
                    <p:embed/>
                  </p:oleObj>
                </mc:Choice>
                <mc:Fallback>
                  <p:oleObj name="公式" r:id="rId19" imgW="3809942" imgH="38089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8" y="1862"/>
                          <a:ext cx="2603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15" name="Line 26"/>
            <p:cNvSpPr>
              <a:spLocks noChangeShapeType="1"/>
            </p:cNvSpPr>
            <p:nvPr/>
          </p:nvSpPr>
          <p:spPr bwMode="auto">
            <a:xfrm>
              <a:off x="1591" y="1824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754415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1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1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91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91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91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91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91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91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91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91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91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91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91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91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22" grpId="0" autoUpdateAnimBg="0"/>
      <p:bldP spid="491523" grpId="0" autoUpdateAnimBg="0"/>
      <p:bldP spid="491525" grpId="0" autoUpdateAnimBg="0"/>
      <p:bldP spid="491527" grpId="0" autoUpdateAnimBg="0"/>
      <p:bldP spid="491529" grpId="0" autoUpdateAnimBg="0"/>
      <p:bldP spid="491530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570" name="Text Box 2"/>
          <p:cNvSpPr txBox="1">
            <a:spLocks noChangeArrowheads="1"/>
          </p:cNvSpPr>
          <p:nvPr/>
        </p:nvSpPr>
        <p:spPr bwMode="auto">
          <a:xfrm>
            <a:off x="2147888" y="2743201"/>
            <a:ext cx="18145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切线方程</a:t>
            </a:r>
          </a:p>
        </p:txBody>
      </p:sp>
      <p:sp>
        <p:nvSpPr>
          <p:cNvPr id="493571" name="Text Box 3"/>
          <p:cNvSpPr txBox="1">
            <a:spLocks noChangeArrowheads="1"/>
          </p:cNvSpPr>
          <p:nvPr/>
        </p:nvSpPr>
        <p:spPr bwMode="auto">
          <a:xfrm>
            <a:off x="2133600" y="4432301"/>
            <a:ext cx="2133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法平面方程</a:t>
            </a:r>
          </a:p>
        </p:txBody>
      </p:sp>
      <p:graphicFrame>
        <p:nvGraphicFramePr>
          <p:cNvPr id="493572" name="Object 4"/>
          <p:cNvGraphicFramePr>
            <a:graphicFrameLocks noChangeAspect="1"/>
          </p:cNvGraphicFramePr>
          <p:nvPr/>
        </p:nvGraphicFramePr>
        <p:xfrm>
          <a:off x="3952876" y="2578100"/>
          <a:ext cx="6321425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276914" imgH="1361985" progId="Equation.3">
                  <p:embed/>
                </p:oleObj>
              </mc:Choice>
              <mc:Fallback>
                <p:oleObj name="公式" r:id="rId2" imgW="6276914" imgH="136198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76" y="2578100"/>
                        <a:ext cx="6321425" cy="140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3573" name="Text Box 5"/>
          <p:cNvSpPr txBox="1">
            <a:spLocks noChangeArrowheads="1"/>
          </p:cNvSpPr>
          <p:nvPr/>
        </p:nvSpPr>
        <p:spPr bwMode="auto">
          <a:xfrm>
            <a:off x="4572000" y="488951"/>
            <a:ext cx="297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空间光滑曲线</a:t>
            </a:r>
          </a:p>
        </p:txBody>
      </p:sp>
      <p:graphicFrame>
        <p:nvGraphicFramePr>
          <p:cNvPr id="493574" name="Object 6"/>
          <p:cNvGraphicFramePr>
            <a:graphicFrameLocks noChangeAspect="1"/>
          </p:cNvGraphicFramePr>
          <p:nvPr/>
        </p:nvGraphicFramePr>
        <p:xfrm>
          <a:off x="6927850" y="336550"/>
          <a:ext cx="29718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924345" imgH="933476" progId="Equation.3">
                  <p:embed/>
                </p:oleObj>
              </mc:Choice>
              <mc:Fallback>
                <p:oleObj name="公式" r:id="rId4" imgW="2924345" imgH="93347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7850" y="336550"/>
                        <a:ext cx="29718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3575" name="Object 7"/>
          <p:cNvGraphicFramePr>
            <a:graphicFrameLocks noChangeAspect="1"/>
          </p:cNvGraphicFramePr>
          <p:nvPr/>
        </p:nvGraphicFramePr>
        <p:xfrm>
          <a:off x="4133850" y="4222750"/>
          <a:ext cx="17018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657372" imgH="914361" progId="Equation.3">
                  <p:embed/>
                </p:oleObj>
              </mc:Choice>
              <mc:Fallback>
                <p:oleObj name="公式" r:id="rId6" imgW="1657372" imgH="91436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3850" y="4222750"/>
                        <a:ext cx="17018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3576" name="Text Box 8"/>
          <p:cNvSpPr txBox="1">
            <a:spLocks noChangeArrowheads="1"/>
          </p:cNvSpPr>
          <p:nvPr/>
        </p:nvSpPr>
        <p:spPr bwMode="auto">
          <a:xfrm>
            <a:off x="2133600" y="1524001"/>
            <a:ext cx="144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切向量</a:t>
            </a:r>
          </a:p>
        </p:txBody>
      </p:sp>
      <p:sp>
        <p:nvSpPr>
          <p:cNvPr id="30729" name="Rectangle 9"/>
          <p:cNvSpPr>
            <a:spLocks noGrp="1" noChangeArrowheads="1"/>
          </p:cNvSpPr>
          <p:nvPr>
            <p:ph type="title"/>
          </p:nvPr>
        </p:nvSpPr>
        <p:spPr>
          <a:xfrm>
            <a:off x="2133600" y="525034"/>
            <a:ext cx="3124200" cy="533400"/>
          </a:xfrm>
        </p:spPr>
        <p:txBody>
          <a:bodyPr/>
          <a:lstStyle/>
          <a:p>
            <a:pPr algn="l" eaLnBrk="1" hangingPunct="1"/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2)</a:t>
            </a:r>
            <a:r>
              <a:rPr lang="en-US" altLang="zh-CN" sz="2800" b="1" dirty="0">
                <a:solidFill>
                  <a:srgbClr val="0000CC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0000CC"/>
                </a:solidFill>
                <a:latin typeface="+mn-ea"/>
                <a:ea typeface="+mn-ea"/>
              </a:rPr>
              <a:t>一般式情况</a:t>
            </a:r>
            <a:r>
              <a:rPr lang="en-US" altLang="zh-CN" sz="2800" b="1" dirty="0">
                <a:solidFill>
                  <a:srgbClr val="0000CC"/>
                </a:solidFill>
                <a:latin typeface="+mn-ea"/>
                <a:ea typeface="+mn-ea"/>
              </a:rPr>
              <a:t>.</a:t>
            </a:r>
          </a:p>
        </p:txBody>
      </p:sp>
      <p:graphicFrame>
        <p:nvGraphicFramePr>
          <p:cNvPr id="493578" name="Object 10"/>
          <p:cNvGraphicFramePr>
            <a:graphicFrameLocks noChangeAspect="1"/>
          </p:cNvGraphicFramePr>
          <p:nvPr/>
        </p:nvGraphicFramePr>
        <p:xfrm>
          <a:off x="4686300" y="1358900"/>
          <a:ext cx="17272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676458" imgH="933476" progId="Equation.3">
                  <p:embed/>
                </p:oleObj>
              </mc:Choice>
              <mc:Fallback>
                <p:oleObj name="公式" r:id="rId8" imgW="1676458" imgH="93347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6300" y="1358900"/>
                        <a:ext cx="17272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3579" name="Object 11"/>
          <p:cNvGraphicFramePr>
            <a:graphicFrameLocks noChangeAspect="1"/>
          </p:cNvGraphicFramePr>
          <p:nvPr/>
        </p:nvGraphicFramePr>
        <p:xfrm>
          <a:off x="6496050" y="1406525"/>
          <a:ext cx="17272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676458" imgH="933476" progId="Equation.3">
                  <p:embed/>
                </p:oleObj>
              </mc:Choice>
              <mc:Fallback>
                <p:oleObj name="公式" r:id="rId10" imgW="1676458" imgH="93347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6050" y="1406525"/>
                        <a:ext cx="17272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3580" name="Object 12"/>
          <p:cNvGraphicFramePr>
            <a:graphicFrameLocks noChangeAspect="1"/>
          </p:cNvGraphicFramePr>
          <p:nvPr/>
        </p:nvGraphicFramePr>
        <p:xfrm>
          <a:off x="8331200" y="1406525"/>
          <a:ext cx="16383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590744" imgH="933476" progId="Equation.3">
                  <p:embed/>
                </p:oleObj>
              </mc:Choice>
              <mc:Fallback>
                <p:oleObj name="公式" r:id="rId12" imgW="1590744" imgH="93347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31200" y="1406525"/>
                        <a:ext cx="16383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3581" name="Object 13"/>
          <p:cNvGraphicFramePr>
            <a:graphicFrameLocks noChangeAspect="1"/>
          </p:cNvGraphicFramePr>
          <p:nvPr/>
        </p:nvGraphicFramePr>
        <p:xfrm>
          <a:off x="9753601" y="1431925"/>
          <a:ext cx="315913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6859" imgH="895247" progId="Equation.3">
                  <p:embed/>
                </p:oleObj>
              </mc:Choice>
              <mc:Fallback>
                <p:oleObj name="Equation" r:id="rId14" imgW="266859" imgH="89524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53601" y="1431925"/>
                        <a:ext cx="315913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3582" name="Object 14"/>
          <p:cNvGraphicFramePr>
            <a:graphicFrameLocks noChangeAspect="1"/>
          </p:cNvGraphicFramePr>
          <p:nvPr/>
        </p:nvGraphicFramePr>
        <p:xfrm>
          <a:off x="5789613" y="4514850"/>
          <a:ext cx="1193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143087" imgH="380897" progId="Equation.3">
                  <p:embed/>
                </p:oleObj>
              </mc:Choice>
              <mc:Fallback>
                <p:oleObj name="公式" r:id="rId16" imgW="1143087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9613" y="4514850"/>
                        <a:ext cx="11938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3583" name="Object 15"/>
          <p:cNvGraphicFramePr>
            <a:graphicFrameLocks noChangeAspect="1"/>
          </p:cNvGraphicFramePr>
          <p:nvPr/>
        </p:nvGraphicFramePr>
        <p:xfrm>
          <a:off x="7002463" y="4222750"/>
          <a:ext cx="18542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809714" imgH="914361" progId="Equation.3">
                  <p:embed/>
                </p:oleObj>
              </mc:Choice>
              <mc:Fallback>
                <p:oleObj name="公式" r:id="rId18" imgW="1809714" imgH="91436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2463" y="4222750"/>
                        <a:ext cx="18542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3584" name="Object 16"/>
          <p:cNvGraphicFramePr>
            <a:graphicFrameLocks noChangeAspect="1"/>
          </p:cNvGraphicFramePr>
          <p:nvPr/>
        </p:nvGraphicFramePr>
        <p:xfrm>
          <a:off x="8742363" y="4527550"/>
          <a:ext cx="1181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133370" imgH="380897" progId="Equation.3">
                  <p:embed/>
                </p:oleObj>
              </mc:Choice>
              <mc:Fallback>
                <p:oleObj name="公式" r:id="rId20" imgW="1133370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42363" y="4527550"/>
                        <a:ext cx="11811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3585" name="Object 17"/>
          <p:cNvGraphicFramePr>
            <a:graphicFrameLocks noChangeAspect="1"/>
          </p:cNvGraphicFramePr>
          <p:nvPr/>
        </p:nvGraphicFramePr>
        <p:xfrm>
          <a:off x="5740400" y="5264150"/>
          <a:ext cx="18669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819430" imgH="914361" progId="Equation.3">
                  <p:embed/>
                </p:oleObj>
              </mc:Choice>
              <mc:Fallback>
                <p:oleObj name="公式" r:id="rId22" imgW="1819430" imgH="91436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0400" y="5264150"/>
                        <a:ext cx="18669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3586" name="Object 18"/>
          <p:cNvGraphicFramePr>
            <a:graphicFrameLocks noChangeAspect="1"/>
          </p:cNvGraphicFramePr>
          <p:nvPr/>
        </p:nvGraphicFramePr>
        <p:xfrm>
          <a:off x="7607300" y="5505450"/>
          <a:ext cx="1625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1581027" imgH="380897" progId="Equation.3">
                  <p:embed/>
                </p:oleObj>
              </mc:Choice>
              <mc:Fallback>
                <p:oleObj name="公式" r:id="rId24" imgW="1581027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7300" y="5505450"/>
                        <a:ext cx="16256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93594" name="Group 26"/>
          <p:cNvGrpSpPr>
            <a:grpSpLocks/>
          </p:cNvGrpSpPr>
          <p:nvPr/>
        </p:nvGrpSpPr>
        <p:grpSpPr bwMode="auto">
          <a:xfrm>
            <a:off x="3848100" y="1412875"/>
            <a:ext cx="876300" cy="977900"/>
            <a:chOff x="1488" y="929"/>
            <a:chExt cx="552" cy="616"/>
          </a:xfrm>
        </p:grpSpPr>
        <p:graphicFrame>
          <p:nvGraphicFramePr>
            <p:cNvPr id="30740" name="Object 27"/>
            <p:cNvGraphicFramePr>
              <a:graphicFrameLocks noChangeAspect="1"/>
            </p:cNvGraphicFramePr>
            <p:nvPr/>
          </p:nvGraphicFramePr>
          <p:xfrm>
            <a:off x="1488" y="929"/>
            <a:ext cx="552" cy="6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6" imgW="828686" imgH="933476" progId="Equation.3">
                    <p:embed/>
                  </p:oleObj>
                </mc:Choice>
                <mc:Fallback>
                  <p:oleObj name="公式" r:id="rId26" imgW="828686" imgH="93347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8" y="929"/>
                          <a:ext cx="552" cy="6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41" name="Line 28"/>
            <p:cNvSpPr>
              <a:spLocks noChangeShapeType="1"/>
            </p:cNvSpPr>
            <p:nvPr/>
          </p:nvSpPr>
          <p:spPr bwMode="auto">
            <a:xfrm>
              <a:off x="1488" y="1056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474805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3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93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93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93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93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93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93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493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93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9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93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93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93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93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93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93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93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3570" grpId="0" autoUpdateAnimBg="0"/>
      <p:bldP spid="493571" grpId="0" autoUpdateAnimBg="0"/>
      <p:bldP spid="493573" grpId="0" autoUpdateAnimBg="0"/>
      <p:bldP spid="493576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Text Box 2"/>
          <p:cNvSpPr txBox="1">
            <a:spLocks noChangeArrowheads="1"/>
          </p:cNvSpPr>
          <p:nvPr/>
        </p:nvSpPr>
        <p:spPr bwMode="auto">
          <a:xfrm>
            <a:off x="4572000" y="1004888"/>
            <a:ext cx="2819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空间光滑曲面</a:t>
            </a:r>
          </a:p>
        </p:txBody>
      </p:sp>
      <p:graphicFrame>
        <p:nvGraphicFramePr>
          <p:cNvPr id="494595" name="Object 3"/>
          <p:cNvGraphicFramePr>
            <a:graphicFrameLocks noChangeAspect="1"/>
          </p:cNvGraphicFramePr>
          <p:nvPr/>
        </p:nvGraphicFramePr>
        <p:xfrm>
          <a:off x="6934200" y="1123950"/>
          <a:ext cx="2413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362171" imgH="343016" progId="Equation.3">
                  <p:embed/>
                </p:oleObj>
              </mc:Choice>
              <mc:Fallback>
                <p:oleObj name="公式" r:id="rId3" imgW="2362171" imgH="34301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1123950"/>
                        <a:ext cx="2413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4596" name="Text Box 4"/>
          <p:cNvSpPr txBox="1">
            <a:spLocks noChangeArrowheads="1"/>
          </p:cNvSpPr>
          <p:nvPr/>
        </p:nvSpPr>
        <p:spPr bwMode="auto">
          <a:xfrm>
            <a:off x="2133600" y="1538288"/>
            <a:ext cx="2438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曲面</a:t>
            </a:r>
            <a:r>
              <a:rPr lang="zh-CN" altLang="en-US" sz="2800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zh-CN" altLang="en-US" sz="2800">
                <a:ea typeface="楷体_GB2312" pitchFamily="49" charset="-122"/>
                <a:sym typeface="Symbol" panose="05050102010706020507" pitchFamily="18" charset="2"/>
              </a:rPr>
              <a:t></a:t>
            </a:r>
            <a:r>
              <a:rPr lang="zh-CN" altLang="en-US" sz="2800">
                <a:solidFill>
                  <a:schemeClr val="tx2"/>
                </a:solidFill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800">
                <a:ea typeface="楷体_GB2312" pitchFamily="49" charset="-122"/>
                <a:sym typeface="Symbol" panose="05050102010706020507" pitchFamily="18" charset="2"/>
              </a:rPr>
              <a:t>在点</a:t>
            </a:r>
            <a:endParaRPr lang="zh-CN" altLang="en-US" sz="2800">
              <a:ea typeface="楷体_GB2312" pitchFamily="49" charset="-122"/>
            </a:endParaRPr>
          </a:p>
        </p:txBody>
      </p:sp>
      <p:sp>
        <p:nvSpPr>
          <p:cNvPr id="494597" name="Text Box 5"/>
          <p:cNvSpPr txBox="1">
            <a:spLocks noChangeArrowheads="1"/>
          </p:cNvSpPr>
          <p:nvPr/>
        </p:nvSpPr>
        <p:spPr bwMode="auto">
          <a:xfrm>
            <a:off x="2133600" y="4343401"/>
            <a:ext cx="2209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0000CC"/>
                </a:solidFill>
                <a:ea typeface="楷体_GB2312" pitchFamily="49" charset="-122"/>
              </a:rPr>
              <a:t>法线方程</a:t>
            </a:r>
          </a:p>
        </p:txBody>
      </p:sp>
      <p:graphicFrame>
        <p:nvGraphicFramePr>
          <p:cNvPr id="49459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515205"/>
              </p:ext>
            </p:extLst>
          </p:nvPr>
        </p:nvGraphicFramePr>
        <p:xfrm>
          <a:off x="3013075" y="4787209"/>
          <a:ext cx="2149475" cy="1080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14400" imgH="444240" progId="Equation.DSMT4">
                  <p:embed/>
                </p:oleObj>
              </mc:Choice>
              <mc:Fallback>
                <p:oleObj name="Equation" r:id="rId5" imgW="9144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3075" y="4787209"/>
                        <a:ext cx="2149475" cy="10801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459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2617082"/>
              </p:ext>
            </p:extLst>
          </p:nvPr>
        </p:nvGraphicFramePr>
        <p:xfrm>
          <a:off x="5162549" y="4821848"/>
          <a:ext cx="2424386" cy="10898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41120" imgH="457200" progId="Equation.DSMT4">
                  <p:embed/>
                </p:oleObj>
              </mc:Choice>
              <mc:Fallback>
                <p:oleObj name="Equation" r:id="rId7" imgW="10411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2549" y="4821848"/>
                        <a:ext cx="2424386" cy="10898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460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7767693"/>
              </p:ext>
            </p:extLst>
          </p:nvPr>
        </p:nvGraphicFramePr>
        <p:xfrm>
          <a:off x="7586935" y="4796217"/>
          <a:ext cx="2416559" cy="10711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028520" imgH="444240" progId="Equation.DSMT4">
                  <p:embed/>
                </p:oleObj>
              </mc:Choice>
              <mc:Fallback>
                <p:oleObj name="Equation" r:id="rId9" imgW="10285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6935" y="4796217"/>
                        <a:ext cx="2416559" cy="10711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460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9158818"/>
              </p:ext>
            </p:extLst>
          </p:nvPr>
        </p:nvGraphicFramePr>
        <p:xfrm>
          <a:off x="2872557" y="3368354"/>
          <a:ext cx="6271443" cy="5729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882880" imgH="241200" progId="Equation.DSMT4">
                  <p:embed/>
                </p:oleObj>
              </mc:Choice>
              <mc:Fallback>
                <p:oleObj name="Equation" r:id="rId11" imgW="28828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2557" y="3368354"/>
                        <a:ext cx="6271443" cy="5729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4602" name="Text Box 10"/>
          <p:cNvSpPr txBox="1">
            <a:spLocks noChangeArrowheads="1"/>
          </p:cNvSpPr>
          <p:nvPr/>
        </p:nvSpPr>
        <p:spPr bwMode="auto">
          <a:xfrm>
            <a:off x="2470150" y="989013"/>
            <a:ext cx="2590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dirty="0">
                <a:solidFill>
                  <a:srgbClr val="0000CC"/>
                </a:solidFill>
                <a:ea typeface="楷体_GB2312" pitchFamily="49" charset="-122"/>
              </a:rPr>
              <a:t>1) </a:t>
            </a:r>
            <a:r>
              <a:rPr lang="zh-CN" altLang="en-US" sz="2800" dirty="0">
                <a:solidFill>
                  <a:srgbClr val="0000CC"/>
                </a:solidFill>
                <a:ea typeface="楷体_GB2312" pitchFamily="49" charset="-122"/>
              </a:rPr>
              <a:t>隐式情况 </a:t>
            </a:r>
            <a:r>
              <a:rPr lang="en-US" altLang="zh-CN" sz="2800" dirty="0">
                <a:solidFill>
                  <a:srgbClr val="0000CC"/>
                </a:solidFill>
                <a:ea typeface="楷体_GB2312" pitchFamily="49" charset="-122"/>
              </a:rPr>
              <a:t>.</a:t>
            </a:r>
          </a:p>
        </p:txBody>
      </p:sp>
      <p:sp>
        <p:nvSpPr>
          <p:cNvPr id="494603" name="Text Box 11"/>
          <p:cNvSpPr txBox="1">
            <a:spLocks noChangeArrowheads="1"/>
          </p:cNvSpPr>
          <p:nvPr/>
        </p:nvSpPr>
        <p:spPr bwMode="auto">
          <a:xfrm>
            <a:off x="6096000" y="1538288"/>
            <a:ext cx="2057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  <a:sym typeface="Symbol" panose="05050102010706020507" pitchFamily="18" charset="2"/>
              </a:rPr>
              <a:t>的</a:t>
            </a:r>
            <a:r>
              <a:rPr lang="zh-CN" altLang="en-US" sz="2800" dirty="0">
                <a:solidFill>
                  <a:srgbClr val="0000CC"/>
                </a:solidFill>
                <a:ea typeface="楷体_GB2312" pitchFamily="49" charset="-122"/>
              </a:rPr>
              <a:t>法向量</a:t>
            </a:r>
          </a:p>
        </p:txBody>
      </p:sp>
      <p:graphicFrame>
        <p:nvGraphicFramePr>
          <p:cNvPr id="494604" name="Object 12"/>
          <p:cNvGraphicFramePr>
            <a:graphicFrameLocks noChangeAspect="1"/>
          </p:cNvGraphicFramePr>
          <p:nvPr/>
        </p:nvGraphicFramePr>
        <p:xfrm>
          <a:off x="4184650" y="1625600"/>
          <a:ext cx="1955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1905145" imgH="380897" progId="Equation.3">
                  <p:embed/>
                </p:oleObj>
              </mc:Choice>
              <mc:Fallback>
                <p:oleObj name="公式" r:id="rId13" imgW="1905145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4650" y="1625600"/>
                        <a:ext cx="19558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460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9661554"/>
              </p:ext>
            </p:extLst>
          </p:nvPr>
        </p:nvGraphicFramePr>
        <p:xfrm>
          <a:off x="6339682" y="3951540"/>
          <a:ext cx="3663813" cy="5525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663560" imgH="228600" progId="Equation.DSMT4">
                  <p:embed/>
                </p:oleObj>
              </mc:Choice>
              <mc:Fallback>
                <p:oleObj name="Equation" r:id="rId15" imgW="16635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9682" y="3951540"/>
                        <a:ext cx="3663813" cy="5525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4606" name="Text Box 14"/>
          <p:cNvSpPr txBox="1">
            <a:spLocks noChangeArrowheads="1"/>
          </p:cNvSpPr>
          <p:nvPr/>
        </p:nvSpPr>
        <p:spPr bwMode="auto">
          <a:xfrm>
            <a:off x="2133600" y="2819401"/>
            <a:ext cx="2133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0000CC"/>
                </a:solidFill>
                <a:ea typeface="楷体_GB2312" pitchFamily="49" charset="-122"/>
              </a:rPr>
              <a:t>切平面方程</a:t>
            </a:r>
          </a:p>
        </p:txBody>
      </p:sp>
      <p:sp>
        <p:nvSpPr>
          <p:cNvPr id="31759" name="Rectangle 15"/>
          <p:cNvSpPr>
            <a:spLocks noGrp="1" noChangeArrowheads="1"/>
          </p:cNvSpPr>
          <p:nvPr>
            <p:ph type="title"/>
          </p:nvPr>
        </p:nvSpPr>
        <p:spPr>
          <a:xfrm>
            <a:off x="2133600" y="457200"/>
            <a:ext cx="4038600" cy="533400"/>
          </a:xfrm>
        </p:spPr>
        <p:txBody>
          <a:bodyPr/>
          <a:lstStyle/>
          <a:p>
            <a:pPr algn="l" eaLnBrk="1" hangingPunct="1"/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2. 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曲面的切平面与法线</a:t>
            </a:r>
          </a:p>
        </p:txBody>
      </p:sp>
      <p:grpSp>
        <p:nvGrpSpPr>
          <p:cNvPr id="494615" name="Group 23"/>
          <p:cNvGrpSpPr>
            <a:grpSpLocks/>
          </p:cNvGrpSpPr>
          <p:nvPr/>
        </p:nvGrpSpPr>
        <p:grpSpPr bwMode="auto">
          <a:xfrm>
            <a:off x="3000376" y="2236792"/>
            <a:ext cx="5951539" cy="523876"/>
            <a:chOff x="927" y="1391"/>
            <a:chExt cx="3749" cy="330"/>
          </a:xfrm>
        </p:grpSpPr>
        <p:graphicFrame>
          <p:nvGraphicFramePr>
            <p:cNvPr id="31761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85858354"/>
                </p:ext>
              </p:extLst>
            </p:nvPr>
          </p:nvGraphicFramePr>
          <p:xfrm>
            <a:off x="927" y="1391"/>
            <a:ext cx="3749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2997000" imgH="241200" progId="Equation.DSMT4">
                    <p:embed/>
                  </p:oleObj>
                </mc:Choice>
                <mc:Fallback>
                  <p:oleObj name="Equation" r:id="rId17" imgW="299700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7" y="1391"/>
                          <a:ext cx="3749" cy="3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62" name="Line 25"/>
            <p:cNvSpPr>
              <a:spLocks noChangeShapeType="1"/>
            </p:cNvSpPr>
            <p:nvPr/>
          </p:nvSpPr>
          <p:spPr bwMode="auto">
            <a:xfrm>
              <a:off x="927" y="1440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177728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4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4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94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94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94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94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94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94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94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94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94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94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94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94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4594" grpId="0" autoUpdateAnimBg="0"/>
      <p:bldP spid="494596" grpId="0" autoUpdateAnimBg="0"/>
      <p:bldP spid="494597" grpId="0" autoUpdateAnimBg="0"/>
      <p:bldP spid="494602" grpId="0" autoUpdateAnimBg="0"/>
      <p:bldP spid="494603" grpId="0" autoUpdateAnimBg="0"/>
      <p:bldP spid="494606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4191000" y="379413"/>
            <a:ext cx="2514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空间光滑曲面</a:t>
            </a:r>
          </a:p>
        </p:txBody>
      </p:sp>
      <p:graphicFrame>
        <p:nvGraphicFramePr>
          <p:cNvPr id="32771" name="Object 3"/>
          <p:cNvGraphicFramePr>
            <a:graphicFrameLocks noChangeAspect="1"/>
          </p:cNvGraphicFramePr>
          <p:nvPr/>
        </p:nvGraphicFramePr>
        <p:xfrm>
          <a:off x="6534150" y="514350"/>
          <a:ext cx="2108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057487" imgH="343016" progId="Equation.3">
                  <p:embed/>
                </p:oleObj>
              </mc:Choice>
              <mc:Fallback>
                <p:oleObj name="公式" r:id="rId2" imgW="2057487" imgH="34301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4150" y="514350"/>
                        <a:ext cx="21082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56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9245690"/>
              </p:ext>
            </p:extLst>
          </p:nvPr>
        </p:nvGraphicFramePr>
        <p:xfrm>
          <a:off x="2857499" y="4698717"/>
          <a:ext cx="6348582" cy="5580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97000" imgH="241200" progId="Equation.DSMT4">
                  <p:embed/>
                </p:oleObj>
              </mc:Choice>
              <mc:Fallback>
                <p:oleObj name="Equation" r:id="rId4" imgW="29970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499" y="4698717"/>
                        <a:ext cx="6348582" cy="5580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5621" name="Text Box 5"/>
          <p:cNvSpPr txBox="1">
            <a:spLocks noChangeArrowheads="1"/>
          </p:cNvSpPr>
          <p:nvPr/>
        </p:nvSpPr>
        <p:spPr bwMode="auto">
          <a:xfrm>
            <a:off x="2133600" y="4038601"/>
            <a:ext cx="2438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0000CC"/>
                </a:solidFill>
                <a:ea typeface="楷体_GB2312" pitchFamily="49" charset="-122"/>
              </a:rPr>
              <a:t>切平面方程</a:t>
            </a:r>
          </a:p>
        </p:txBody>
      </p:sp>
      <p:sp>
        <p:nvSpPr>
          <p:cNvPr id="495622" name="Text Box 6"/>
          <p:cNvSpPr txBox="1">
            <a:spLocks noChangeArrowheads="1"/>
          </p:cNvSpPr>
          <p:nvPr/>
        </p:nvSpPr>
        <p:spPr bwMode="auto">
          <a:xfrm>
            <a:off x="2133600" y="5486401"/>
            <a:ext cx="1828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0000CC"/>
                </a:solidFill>
                <a:ea typeface="楷体_GB2312" pitchFamily="49" charset="-122"/>
              </a:rPr>
              <a:t>法线方程</a:t>
            </a:r>
          </a:p>
        </p:txBody>
      </p:sp>
      <p:graphicFrame>
        <p:nvGraphicFramePr>
          <p:cNvPr id="4956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8962910"/>
              </p:ext>
            </p:extLst>
          </p:nvPr>
        </p:nvGraphicFramePr>
        <p:xfrm>
          <a:off x="4080873" y="5443401"/>
          <a:ext cx="4636407" cy="10596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70000" imgH="457200" progId="Equation.DSMT4">
                  <p:embed/>
                </p:oleObj>
              </mc:Choice>
              <mc:Fallback>
                <p:oleObj name="Equation" r:id="rId6" imgW="20700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0873" y="5443401"/>
                        <a:ext cx="4636407" cy="10596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562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7437427"/>
              </p:ext>
            </p:extLst>
          </p:nvPr>
        </p:nvGraphicFramePr>
        <p:xfrm>
          <a:off x="2696217" y="1989224"/>
          <a:ext cx="6839669" cy="11694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174840" imgH="520560" progId="Equation.DSMT4">
                  <p:embed/>
                </p:oleObj>
              </mc:Choice>
              <mc:Fallback>
                <p:oleObj name="Equation" r:id="rId8" imgW="3174840" imgH="520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6217" y="1989224"/>
                        <a:ext cx="6839669" cy="11694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7" name="Rectangle 9"/>
          <p:cNvSpPr>
            <a:spLocks noGrp="1" noChangeArrowheads="1"/>
          </p:cNvSpPr>
          <p:nvPr>
            <p:ph type="title"/>
          </p:nvPr>
        </p:nvSpPr>
        <p:spPr>
          <a:xfrm>
            <a:off x="2209800" y="381000"/>
            <a:ext cx="2590800" cy="533400"/>
          </a:xfrm>
        </p:spPr>
        <p:txBody>
          <a:bodyPr/>
          <a:lstStyle/>
          <a:p>
            <a:pPr algn="l" eaLnBrk="1" hangingPunct="1"/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2)</a:t>
            </a:r>
            <a:r>
              <a:rPr lang="en-US" altLang="zh-CN" sz="2800" b="1" dirty="0">
                <a:solidFill>
                  <a:srgbClr val="0000CC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0000CC"/>
                </a:solidFill>
                <a:latin typeface="+mn-ea"/>
                <a:ea typeface="+mn-ea"/>
              </a:rPr>
              <a:t>显式情况</a:t>
            </a:r>
            <a:r>
              <a:rPr lang="en-US" altLang="zh-CN" sz="2800" b="1" dirty="0">
                <a:solidFill>
                  <a:srgbClr val="0000CC"/>
                </a:solidFill>
                <a:latin typeface="+mn-ea"/>
                <a:ea typeface="+mn-ea"/>
              </a:rPr>
              <a:t>.</a:t>
            </a:r>
          </a:p>
        </p:txBody>
      </p:sp>
      <p:sp>
        <p:nvSpPr>
          <p:cNvPr id="495626" name="Text Box 10"/>
          <p:cNvSpPr txBox="1">
            <a:spLocks noChangeArrowheads="1"/>
          </p:cNvSpPr>
          <p:nvPr/>
        </p:nvSpPr>
        <p:spPr bwMode="auto">
          <a:xfrm>
            <a:off x="2133600" y="1614488"/>
            <a:ext cx="3124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法线的</a:t>
            </a:r>
            <a:r>
              <a:rPr lang="zh-CN" altLang="en-US" sz="2800" dirty="0">
                <a:solidFill>
                  <a:srgbClr val="0000CC"/>
                </a:solidFill>
                <a:ea typeface="楷体_GB2312" pitchFamily="49" charset="-122"/>
              </a:rPr>
              <a:t>方向余弦</a:t>
            </a:r>
          </a:p>
        </p:txBody>
      </p:sp>
      <p:graphicFrame>
        <p:nvGraphicFramePr>
          <p:cNvPr id="49562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0789667"/>
              </p:ext>
            </p:extLst>
          </p:nvPr>
        </p:nvGraphicFramePr>
        <p:xfrm>
          <a:off x="4394534" y="3049250"/>
          <a:ext cx="3274513" cy="11474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98320" imgH="507960" progId="Equation.DSMT4">
                  <p:embed/>
                </p:oleObj>
              </mc:Choice>
              <mc:Fallback>
                <p:oleObj name="Equation" r:id="rId10" imgW="149832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4534" y="3049250"/>
                        <a:ext cx="3274513" cy="11474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5628" name="Text Box 12"/>
          <p:cNvSpPr txBox="1">
            <a:spLocks noChangeArrowheads="1"/>
          </p:cNvSpPr>
          <p:nvPr/>
        </p:nvSpPr>
        <p:spPr bwMode="auto">
          <a:xfrm>
            <a:off x="2133600" y="1004888"/>
            <a:ext cx="1447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0000CC"/>
                </a:solidFill>
                <a:ea typeface="楷体_GB2312" pitchFamily="49" charset="-122"/>
              </a:rPr>
              <a:t>法向量</a:t>
            </a:r>
          </a:p>
        </p:txBody>
      </p:sp>
      <p:grpSp>
        <p:nvGrpSpPr>
          <p:cNvPr id="495636" name="Group 20"/>
          <p:cNvGrpSpPr>
            <a:grpSpLocks/>
          </p:cNvGrpSpPr>
          <p:nvPr/>
        </p:nvGrpSpPr>
        <p:grpSpPr bwMode="auto">
          <a:xfrm>
            <a:off x="4267201" y="1023939"/>
            <a:ext cx="2374901" cy="550863"/>
            <a:chOff x="1728" y="645"/>
            <a:chExt cx="1496" cy="347"/>
          </a:xfrm>
        </p:grpSpPr>
        <p:graphicFrame>
          <p:nvGraphicFramePr>
            <p:cNvPr id="32782" name="Object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0550078"/>
                </p:ext>
              </p:extLst>
            </p:nvPr>
          </p:nvGraphicFramePr>
          <p:xfrm>
            <a:off x="1728" y="645"/>
            <a:ext cx="1496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130040" imgH="241200" progId="Equation.DSMT4">
                    <p:embed/>
                  </p:oleObj>
                </mc:Choice>
                <mc:Fallback>
                  <p:oleObj name="Equation" r:id="rId12" imgW="113004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8" y="645"/>
                          <a:ext cx="1496" cy="3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83" name="Line 22"/>
            <p:cNvSpPr>
              <a:spLocks noChangeShapeType="1"/>
            </p:cNvSpPr>
            <p:nvPr/>
          </p:nvSpPr>
          <p:spPr bwMode="auto">
            <a:xfrm>
              <a:off x="1728" y="702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582937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5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5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5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5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95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95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95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95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95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5621" grpId="0" autoUpdateAnimBg="0"/>
      <p:bldP spid="495622" grpId="0" autoUpdateAnimBg="0"/>
      <p:bldP spid="495626" grpId="0" autoUpdateAnimBg="0"/>
      <p:bldP spid="495628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09800" y="381000"/>
            <a:ext cx="2362200" cy="685800"/>
          </a:xfrm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66CC"/>
                    </a:gs>
                    <a:gs pos="100000">
                      <a:srgbClr val="003972"/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</a:extLst>
        </p:spPr>
        <p:txBody>
          <a:bodyPr/>
          <a:lstStyle/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思考与练习</a:t>
            </a:r>
          </a:p>
        </p:txBody>
      </p:sp>
      <p:sp>
        <p:nvSpPr>
          <p:cNvPr id="496643" name="Text Box 3"/>
          <p:cNvSpPr txBox="1">
            <a:spLocks noChangeArrowheads="1"/>
          </p:cNvSpPr>
          <p:nvPr/>
        </p:nvSpPr>
        <p:spPr bwMode="auto">
          <a:xfrm>
            <a:off x="2286000" y="1223963"/>
            <a:ext cx="2438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ea typeface="楷体_GB2312" pitchFamily="49" charset="-122"/>
              </a:rPr>
              <a:t>1. </a:t>
            </a:r>
            <a:r>
              <a:rPr lang="zh-CN" altLang="en-US" sz="2800">
                <a:ea typeface="楷体_GB2312" pitchFamily="49" charset="-122"/>
              </a:rPr>
              <a:t>如果平面</a:t>
            </a:r>
          </a:p>
        </p:txBody>
      </p:sp>
      <p:graphicFrame>
        <p:nvGraphicFramePr>
          <p:cNvPr id="496644" name="Object 4"/>
          <p:cNvGraphicFramePr>
            <a:graphicFrameLocks noChangeAspect="1"/>
          </p:cNvGraphicFramePr>
          <p:nvPr/>
        </p:nvGraphicFramePr>
        <p:xfrm>
          <a:off x="4254500" y="1358900"/>
          <a:ext cx="3073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028798" imgH="343016" progId="Equation.3">
                  <p:embed/>
                </p:oleObj>
              </mc:Choice>
              <mc:Fallback>
                <p:oleObj name="公式" r:id="rId2" imgW="3028798" imgH="34301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4500" y="1358900"/>
                        <a:ext cx="30734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6645" name="Text Box 5"/>
          <p:cNvSpPr txBox="1">
            <a:spLocks noChangeArrowheads="1"/>
          </p:cNvSpPr>
          <p:nvPr/>
        </p:nvSpPr>
        <p:spPr bwMode="auto">
          <a:xfrm>
            <a:off x="7315200" y="1223963"/>
            <a:ext cx="1676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与椭球面</a:t>
            </a:r>
          </a:p>
        </p:txBody>
      </p:sp>
      <p:sp>
        <p:nvSpPr>
          <p:cNvPr id="496646" name="Text Box 6"/>
          <p:cNvSpPr txBox="1">
            <a:spLocks noChangeArrowheads="1"/>
          </p:cNvSpPr>
          <p:nvPr/>
        </p:nvSpPr>
        <p:spPr bwMode="auto">
          <a:xfrm>
            <a:off x="3648075" y="1844676"/>
            <a:ext cx="121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相切</a:t>
            </a:r>
            <a:r>
              <a:rPr lang="en-US" altLang="zh-CN" sz="2800">
                <a:ea typeface="楷体_GB2312" pitchFamily="49" charset="-122"/>
              </a:rPr>
              <a:t>,</a:t>
            </a:r>
          </a:p>
        </p:txBody>
      </p:sp>
      <p:sp>
        <p:nvSpPr>
          <p:cNvPr id="496647" name="Text Box 7"/>
          <p:cNvSpPr txBox="1">
            <a:spLocks noChangeArrowheads="1"/>
          </p:cNvSpPr>
          <p:nvPr/>
        </p:nvSpPr>
        <p:spPr bwMode="auto">
          <a:xfrm>
            <a:off x="2209800" y="2438401"/>
            <a:ext cx="2819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0000CC"/>
                </a:solidFill>
                <a:ea typeface="楷体_GB2312" pitchFamily="49" charset="-122"/>
              </a:rPr>
              <a:t>提示</a:t>
            </a:r>
            <a:r>
              <a:rPr lang="en-US" altLang="zh-CN" sz="2800" dirty="0">
                <a:solidFill>
                  <a:srgbClr val="0000CC"/>
                </a:solidFill>
                <a:ea typeface="楷体_GB2312" pitchFamily="49" charset="-122"/>
              </a:rPr>
              <a:t>:</a:t>
            </a:r>
            <a:r>
              <a:rPr lang="en-US" altLang="zh-CN" sz="2800" dirty="0">
                <a:ea typeface="楷体_GB2312" pitchFamily="49" charset="-122"/>
              </a:rPr>
              <a:t>  </a:t>
            </a:r>
            <a:r>
              <a:rPr lang="zh-CN" altLang="en-US" sz="2800" dirty="0">
                <a:ea typeface="楷体_GB2312" pitchFamily="49" charset="-122"/>
              </a:rPr>
              <a:t>设切点为</a:t>
            </a:r>
          </a:p>
        </p:txBody>
      </p:sp>
      <p:graphicFrame>
        <p:nvGraphicFramePr>
          <p:cNvPr id="496648" name="Object 8"/>
          <p:cNvGraphicFramePr>
            <a:graphicFrameLocks noChangeAspect="1"/>
          </p:cNvGraphicFramePr>
          <p:nvPr/>
        </p:nvGraphicFramePr>
        <p:xfrm>
          <a:off x="4787900" y="2528888"/>
          <a:ext cx="2120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076573" imgH="380897" progId="Equation.3">
                  <p:embed/>
                </p:oleObj>
              </mc:Choice>
              <mc:Fallback>
                <p:oleObj name="公式" r:id="rId4" imgW="2076573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2528888"/>
                        <a:ext cx="21209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6649" name="Text Box 9"/>
          <p:cNvSpPr txBox="1">
            <a:spLocks noChangeArrowheads="1"/>
          </p:cNvSpPr>
          <p:nvPr/>
        </p:nvSpPr>
        <p:spPr bwMode="auto">
          <a:xfrm>
            <a:off x="6934200" y="2452688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则</a:t>
            </a:r>
          </a:p>
        </p:txBody>
      </p:sp>
      <p:graphicFrame>
        <p:nvGraphicFramePr>
          <p:cNvPr id="496650" name="Object 10"/>
          <p:cNvGraphicFramePr>
            <a:graphicFrameLocks noChangeAspect="1"/>
          </p:cNvGraphicFramePr>
          <p:nvPr/>
        </p:nvGraphicFramePr>
        <p:xfrm>
          <a:off x="8909050" y="1219200"/>
          <a:ext cx="1295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247887" imgH="457354" progId="Equation.3">
                  <p:embed/>
                </p:oleObj>
              </mc:Choice>
              <mc:Fallback>
                <p:oleObj name="公式" r:id="rId6" imgW="1247887" imgH="4573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09050" y="1219200"/>
                        <a:ext cx="12954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6651" name="Object 11"/>
          <p:cNvGraphicFramePr>
            <a:graphicFrameLocks noChangeAspect="1"/>
          </p:cNvGraphicFramePr>
          <p:nvPr/>
        </p:nvGraphicFramePr>
        <p:xfrm>
          <a:off x="4656138" y="1916113"/>
          <a:ext cx="787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742972" imgH="400011" progId="Equation.3">
                  <p:embed/>
                </p:oleObj>
              </mc:Choice>
              <mc:Fallback>
                <p:oleObj name="公式" r:id="rId8" imgW="742972" imgH="40001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6138" y="1916113"/>
                        <a:ext cx="7874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6652" name="AutoShape 12"/>
          <p:cNvSpPr>
            <a:spLocks/>
          </p:cNvSpPr>
          <p:nvPr/>
        </p:nvSpPr>
        <p:spPr bwMode="auto">
          <a:xfrm>
            <a:off x="3200400" y="3276600"/>
            <a:ext cx="228600" cy="1828800"/>
          </a:xfrm>
          <a:prstGeom prst="leftBrace">
            <a:avLst>
              <a:gd name="adj1" fmla="val 66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0"/>
          </a:p>
        </p:txBody>
      </p:sp>
      <p:graphicFrame>
        <p:nvGraphicFramePr>
          <p:cNvPr id="496653" name="Object 13"/>
          <p:cNvGraphicFramePr>
            <a:graphicFrameLocks noChangeAspect="1"/>
          </p:cNvGraphicFramePr>
          <p:nvPr/>
        </p:nvGraphicFramePr>
        <p:xfrm>
          <a:off x="3619500" y="3060700"/>
          <a:ext cx="24257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381257" imgH="866749" progId="Equation.3">
                  <p:embed/>
                </p:oleObj>
              </mc:Choice>
              <mc:Fallback>
                <p:oleObj name="公式" r:id="rId10" imgW="2381257" imgH="8667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9500" y="3060700"/>
                        <a:ext cx="24257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6654" name="Object 14"/>
          <p:cNvGraphicFramePr>
            <a:graphicFrameLocks noChangeAspect="1"/>
          </p:cNvGraphicFramePr>
          <p:nvPr/>
        </p:nvGraphicFramePr>
        <p:xfrm>
          <a:off x="3759200" y="3595688"/>
          <a:ext cx="215900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71428" imgH="266558" progId="Equation.3">
                  <p:embed/>
                </p:oleObj>
              </mc:Choice>
              <mc:Fallback>
                <p:oleObj name="公式" r:id="rId12" imgW="171428" imgH="26655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9200" y="3595688"/>
                        <a:ext cx="215900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6655" name="Object 15"/>
          <p:cNvGraphicFramePr>
            <a:graphicFrameLocks noChangeAspect="1"/>
          </p:cNvGraphicFramePr>
          <p:nvPr/>
        </p:nvGraphicFramePr>
        <p:xfrm>
          <a:off x="4673600" y="3595688"/>
          <a:ext cx="241300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90514" imgH="266558" progId="Equation.3">
                  <p:embed/>
                </p:oleObj>
              </mc:Choice>
              <mc:Fallback>
                <p:oleObj name="公式" r:id="rId14" imgW="190514" imgH="26655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3600" y="3595688"/>
                        <a:ext cx="241300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6656" name="Object 16"/>
          <p:cNvGraphicFramePr>
            <a:graphicFrameLocks noChangeAspect="1"/>
          </p:cNvGraphicFramePr>
          <p:nvPr/>
        </p:nvGraphicFramePr>
        <p:xfrm>
          <a:off x="5435600" y="3597276"/>
          <a:ext cx="482600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438287" imgH="266558" progId="Equation.3">
                  <p:embed/>
                </p:oleObj>
              </mc:Choice>
              <mc:Fallback>
                <p:oleObj name="公式" r:id="rId16" imgW="438287" imgH="26655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3597276"/>
                        <a:ext cx="482600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6657" name="Object 17"/>
          <p:cNvGraphicFramePr>
            <a:graphicFrameLocks noChangeAspect="1"/>
          </p:cNvGraphicFramePr>
          <p:nvPr/>
        </p:nvGraphicFramePr>
        <p:xfrm>
          <a:off x="3552826" y="4006850"/>
          <a:ext cx="35147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3467086" imgH="380897" progId="Equation.3">
                  <p:embed/>
                </p:oleObj>
              </mc:Choice>
              <mc:Fallback>
                <p:oleObj name="公式" r:id="rId18" imgW="3467086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2826" y="4006850"/>
                        <a:ext cx="351472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6658" name="Object 18"/>
          <p:cNvGraphicFramePr>
            <a:graphicFrameLocks noChangeAspect="1"/>
          </p:cNvGraphicFramePr>
          <p:nvPr/>
        </p:nvGraphicFramePr>
        <p:xfrm>
          <a:off x="3536950" y="4679950"/>
          <a:ext cx="26924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2648116" imgH="476121" progId="Equation.3">
                  <p:embed/>
                </p:oleObj>
              </mc:Choice>
              <mc:Fallback>
                <p:oleObj name="公式" r:id="rId20" imgW="2648116" imgH="47612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6950" y="4679950"/>
                        <a:ext cx="26924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6659" name="AutoShape 19"/>
          <p:cNvSpPr>
            <a:spLocks noChangeArrowheads="1"/>
          </p:cNvSpPr>
          <p:nvPr/>
        </p:nvSpPr>
        <p:spPr bwMode="auto">
          <a:xfrm>
            <a:off x="3302000" y="5732463"/>
            <a:ext cx="1219200" cy="152400"/>
          </a:xfrm>
          <a:prstGeom prst="rightArrow">
            <a:avLst>
              <a:gd name="adj1" fmla="val 50000"/>
              <a:gd name="adj2" fmla="val 200000"/>
            </a:avLst>
          </a:prstGeom>
          <a:solidFill>
            <a:srgbClr val="00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0"/>
          </a:p>
        </p:txBody>
      </p:sp>
      <p:graphicFrame>
        <p:nvGraphicFramePr>
          <p:cNvPr id="496660" name="Object 20"/>
          <p:cNvGraphicFramePr>
            <a:graphicFrameLocks noChangeAspect="1"/>
          </p:cNvGraphicFramePr>
          <p:nvPr/>
        </p:nvGraphicFramePr>
        <p:xfrm>
          <a:off x="4737100" y="5638800"/>
          <a:ext cx="9906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942856" imgH="266558" progId="Equation.3">
                  <p:embed/>
                </p:oleObj>
              </mc:Choice>
              <mc:Fallback>
                <p:oleObj name="公式" r:id="rId22" imgW="942856" imgH="26655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7100" y="5638800"/>
                        <a:ext cx="9906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6668" name="Object 28"/>
          <p:cNvGraphicFramePr>
            <a:graphicFrameLocks noChangeAspect="1"/>
          </p:cNvGraphicFramePr>
          <p:nvPr/>
        </p:nvGraphicFramePr>
        <p:xfrm>
          <a:off x="2208213" y="1844675"/>
          <a:ext cx="1346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1295429" imgH="409742" progId="Equation.3">
                  <p:embed/>
                </p:oleObj>
              </mc:Choice>
              <mc:Fallback>
                <p:oleObj name="公式" r:id="rId24" imgW="1295429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3" y="1844675"/>
                        <a:ext cx="13462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6669" name="Text Box 29"/>
          <p:cNvSpPr txBox="1">
            <a:spLocks noChangeArrowheads="1"/>
          </p:cNvSpPr>
          <p:nvPr/>
        </p:nvSpPr>
        <p:spPr bwMode="auto">
          <a:xfrm>
            <a:off x="7451726" y="3160713"/>
            <a:ext cx="26638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ea typeface="楷体_GB2312" pitchFamily="49" charset="-122"/>
              </a:rPr>
              <a:t>(</a:t>
            </a:r>
            <a:r>
              <a:rPr lang="zh-CN" altLang="en-US" sz="2800">
                <a:ea typeface="楷体_GB2312" pitchFamily="49" charset="-122"/>
              </a:rPr>
              <a:t>二法向量平行</a:t>
            </a:r>
            <a:r>
              <a:rPr lang="en-US" altLang="zh-CN" sz="2800">
                <a:ea typeface="楷体_GB2312" pitchFamily="49" charset="-122"/>
              </a:rPr>
              <a:t>) </a:t>
            </a:r>
          </a:p>
        </p:txBody>
      </p:sp>
      <p:sp>
        <p:nvSpPr>
          <p:cNvPr id="496670" name="Text Box 30"/>
          <p:cNvSpPr txBox="1">
            <a:spLocks noChangeArrowheads="1"/>
          </p:cNvSpPr>
          <p:nvPr/>
        </p:nvSpPr>
        <p:spPr bwMode="auto">
          <a:xfrm>
            <a:off x="7467601" y="3886201"/>
            <a:ext cx="2574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ea typeface="楷体_GB2312" pitchFamily="49" charset="-122"/>
              </a:rPr>
              <a:t>(</a:t>
            </a:r>
            <a:r>
              <a:rPr lang="zh-CN" altLang="en-US" sz="2800">
                <a:ea typeface="楷体_GB2312" pitchFamily="49" charset="-122"/>
              </a:rPr>
              <a:t>切点在平面上</a:t>
            </a:r>
            <a:r>
              <a:rPr lang="en-US" altLang="zh-CN" sz="2800">
                <a:ea typeface="楷体_GB2312" pitchFamily="49" charset="-122"/>
              </a:rPr>
              <a:t>)</a:t>
            </a:r>
          </a:p>
        </p:txBody>
      </p:sp>
      <p:sp>
        <p:nvSpPr>
          <p:cNvPr id="496671" name="Text Box 31"/>
          <p:cNvSpPr txBox="1">
            <a:spLocks noChangeArrowheads="1"/>
          </p:cNvSpPr>
          <p:nvPr/>
        </p:nvSpPr>
        <p:spPr bwMode="auto">
          <a:xfrm>
            <a:off x="7502525" y="4648201"/>
            <a:ext cx="2933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ea typeface="楷体_GB2312" pitchFamily="49" charset="-122"/>
              </a:rPr>
              <a:t>(</a:t>
            </a:r>
            <a:r>
              <a:rPr lang="zh-CN" altLang="en-US" sz="2800">
                <a:ea typeface="楷体_GB2312" pitchFamily="49" charset="-122"/>
              </a:rPr>
              <a:t>切点在椭球面上</a:t>
            </a:r>
            <a:r>
              <a:rPr lang="en-US" altLang="zh-CN" sz="2800">
                <a:ea typeface="楷体_GB2312" pitchFamily="49" charset="-122"/>
              </a:rPr>
              <a:t>)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833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6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96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96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96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96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96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6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96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96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96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966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96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96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96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96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966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96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966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96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496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496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496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6643" grpId="0" autoUpdateAnimBg="0"/>
      <p:bldP spid="496645" grpId="0" autoUpdateAnimBg="0"/>
      <p:bldP spid="496646" grpId="0" autoUpdateAnimBg="0"/>
      <p:bldP spid="496647" grpId="0" autoUpdateAnimBg="0"/>
      <p:bldP spid="496649" grpId="0" autoUpdateAnimBg="0"/>
      <p:bldP spid="496652" grpId="0" animBg="1"/>
      <p:bldP spid="496659" grpId="0" animBg="1"/>
      <p:bldP spid="496669" grpId="0" build="p" autoUpdateAnimBg="0"/>
      <p:bldP spid="496670" grpId="0" build="p" autoUpdateAnimBg="0"/>
      <p:bldP spid="496671" grpId="0" build="p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4812723" y="420690"/>
            <a:ext cx="2133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证明 曲面</a:t>
            </a:r>
          </a:p>
        </p:txBody>
      </p:sp>
      <p:graphicFrame>
        <p:nvGraphicFramePr>
          <p:cNvPr id="497667" name="Object 3"/>
          <p:cNvGraphicFramePr>
            <a:graphicFrameLocks noChangeAspect="1"/>
          </p:cNvGraphicFramePr>
          <p:nvPr/>
        </p:nvGraphicFramePr>
        <p:xfrm>
          <a:off x="6464300" y="234950"/>
          <a:ext cx="1549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505030" imgH="790639" progId="Equation.3">
                  <p:embed/>
                </p:oleObj>
              </mc:Choice>
              <mc:Fallback>
                <p:oleObj name="公式" r:id="rId2" imgW="1505030" imgH="79063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4300" y="234950"/>
                        <a:ext cx="1549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7668" name="Text Box 4"/>
          <p:cNvSpPr txBox="1">
            <a:spLocks noChangeArrowheads="1"/>
          </p:cNvSpPr>
          <p:nvPr/>
        </p:nvSpPr>
        <p:spPr bwMode="auto">
          <a:xfrm>
            <a:off x="8001000" y="381001"/>
            <a:ext cx="2362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上任一点处的</a:t>
            </a:r>
          </a:p>
        </p:txBody>
      </p:sp>
      <p:sp>
        <p:nvSpPr>
          <p:cNvPr id="497669" name="Text Box 5"/>
          <p:cNvSpPr txBox="1">
            <a:spLocks noChangeArrowheads="1"/>
          </p:cNvSpPr>
          <p:nvPr/>
        </p:nvSpPr>
        <p:spPr bwMode="auto">
          <a:xfrm>
            <a:off x="2063750" y="981076"/>
            <a:ext cx="3276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切平面都通过原点</a:t>
            </a:r>
            <a:r>
              <a:rPr lang="en-US" altLang="zh-CN" sz="2800">
                <a:ea typeface="楷体_GB2312" pitchFamily="49" charset="-122"/>
              </a:rPr>
              <a:t>.</a:t>
            </a:r>
          </a:p>
        </p:txBody>
      </p:sp>
      <p:sp>
        <p:nvSpPr>
          <p:cNvPr id="497670" name="Text Box 6"/>
          <p:cNvSpPr txBox="1">
            <a:spLocks noChangeArrowheads="1"/>
          </p:cNvSpPr>
          <p:nvPr/>
        </p:nvSpPr>
        <p:spPr bwMode="auto">
          <a:xfrm>
            <a:off x="2133600" y="1600201"/>
            <a:ext cx="449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ea typeface="楷体_GB2312" pitchFamily="49" charset="-122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ea typeface="楷体_GB2312" pitchFamily="49" charset="-122"/>
              </a:rPr>
              <a:t>:</a:t>
            </a:r>
            <a:r>
              <a:rPr lang="en-US" altLang="zh-CN" sz="2800" dirty="0">
                <a:ea typeface="楷体_GB2312" pitchFamily="49" charset="-122"/>
              </a:rPr>
              <a:t>  </a:t>
            </a:r>
            <a:r>
              <a:rPr lang="zh-CN" altLang="en-US" sz="2800" dirty="0">
                <a:ea typeface="楷体_GB2312" pitchFamily="49" charset="-122"/>
              </a:rPr>
              <a:t>在曲面上任意取一点</a:t>
            </a:r>
          </a:p>
        </p:txBody>
      </p:sp>
      <p:graphicFrame>
        <p:nvGraphicFramePr>
          <p:cNvPr id="497671" name="Object 7"/>
          <p:cNvGraphicFramePr>
            <a:graphicFrameLocks noChangeAspect="1"/>
          </p:cNvGraphicFramePr>
          <p:nvPr/>
        </p:nvGraphicFramePr>
        <p:xfrm>
          <a:off x="6515100" y="1682750"/>
          <a:ext cx="2070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019314" imgH="380897" progId="Equation.3">
                  <p:embed/>
                </p:oleObj>
              </mc:Choice>
              <mc:Fallback>
                <p:oleObj name="公式" r:id="rId4" imgW="2019314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100" y="1682750"/>
                        <a:ext cx="20701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7672" name="Text Box 8"/>
          <p:cNvSpPr txBox="1">
            <a:spLocks noChangeArrowheads="1"/>
          </p:cNvSpPr>
          <p:nvPr/>
        </p:nvSpPr>
        <p:spPr bwMode="auto">
          <a:xfrm>
            <a:off x="8534400" y="1600201"/>
            <a:ext cx="1905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则通过此</a:t>
            </a:r>
          </a:p>
        </p:txBody>
      </p:sp>
      <p:graphicFrame>
        <p:nvGraphicFramePr>
          <p:cNvPr id="497673" name="Object 9"/>
          <p:cNvGraphicFramePr>
            <a:graphicFrameLocks noChangeAspect="1"/>
          </p:cNvGraphicFramePr>
          <p:nvPr/>
        </p:nvGraphicFramePr>
        <p:xfrm>
          <a:off x="3295650" y="2828925"/>
          <a:ext cx="1130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085828" imgH="380897" progId="Equation.3">
                  <p:embed/>
                </p:oleObj>
              </mc:Choice>
              <mc:Fallback>
                <p:oleObj name="公式" r:id="rId6" imgW="1085828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5650" y="2828925"/>
                        <a:ext cx="11303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7674" name="Object 10"/>
          <p:cNvGraphicFramePr>
            <a:graphicFrameLocks noChangeAspect="1"/>
          </p:cNvGraphicFramePr>
          <p:nvPr/>
        </p:nvGraphicFramePr>
        <p:xfrm>
          <a:off x="4552950" y="2571750"/>
          <a:ext cx="20447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000228" imgH="933476" progId="Equation.3">
                  <p:embed/>
                </p:oleObj>
              </mc:Choice>
              <mc:Fallback>
                <p:oleObj name="公式" r:id="rId8" imgW="2000228" imgH="93347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2950" y="2571750"/>
                        <a:ext cx="20447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7675" name="Object 11"/>
          <p:cNvGraphicFramePr>
            <a:graphicFrameLocks noChangeAspect="1"/>
          </p:cNvGraphicFramePr>
          <p:nvPr/>
        </p:nvGraphicFramePr>
        <p:xfrm>
          <a:off x="6667500" y="2571750"/>
          <a:ext cx="22987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248001" imgH="933476" progId="Equation.3">
                  <p:embed/>
                </p:oleObj>
              </mc:Choice>
              <mc:Fallback>
                <p:oleObj name="公式" r:id="rId10" imgW="2248001" imgH="93347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0" y="2571750"/>
                        <a:ext cx="22987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8" name="Rectangle 12"/>
          <p:cNvSpPr>
            <a:spLocks noGrp="1" noChangeArrowheads="1"/>
          </p:cNvSpPr>
          <p:nvPr>
            <p:ph type="title"/>
          </p:nvPr>
        </p:nvSpPr>
        <p:spPr>
          <a:xfrm>
            <a:off x="2063750" y="398465"/>
            <a:ext cx="3048000" cy="609600"/>
          </a:xfrm>
        </p:spPr>
        <p:txBody>
          <a:bodyPr/>
          <a:lstStyle/>
          <a:p>
            <a:pPr algn="l" eaLnBrk="1" hangingPunct="1"/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+mn-ea"/>
                <a:ea typeface="+mn-ea"/>
              </a:rPr>
              <a:t>. </a:t>
            </a:r>
            <a:r>
              <a:rPr lang="zh-CN" altLang="en-US" sz="2800" b="1" dirty="0">
                <a:latin typeface="+mn-ea"/>
                <a:ea typeface="+mn-ea"/>
              </a:rPr>
              <a:t>设</a:t>
            </a:r>
            <a:r>
              <a:rPr lang="zh-CN" altLang="en-US" sz="2800" b="1" i="1" dirty="0">
                <a:ea typeface="楷体_GB2312" pitchFamily="49" charset="-12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( </a:t>
            </a:r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) </a:t>
            </a:r>
            <a:r>
              <a:rPr lang="zh-CN" altLang="en-US" sz="2800" b="1" dirty="0">
                <a:latin typeface="+mn-ea"/>
                <a:ea typeface="+mn-ea"/>
              </a:rPr>
              <a:t>可微</a:t>
            </a:r>
            <a:r>
              <a:rPr lang="en-US" altLang="zh-CN" sz="2800" b="1" dirty="0">
                <a:latin typeface="+mn-ea"/>
                <a:ea typeface="+mn-ea"/>
              </a:rPr>
              <a:t>,</a:t>
            </a:r>
          </a:p>
        </p:txBody>
      </p:sp>
      <p:sp>
        <p:nvSpPr>
          <p:cNvPr id="497684" name="Text Box 20"/>
          <p:cNvSpPr txBox="1">
            <a:spLocks noChangeArrowheads="1"/>
          </p:cNvSpPr>
          <p:nvPr/>
        </p:nvSpPr>
        <p:spPr bwMode="auto">
          <a:xfrm>
            <a:off x="2135188" y="3716338"/>
            <a:ext cx="4648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证明原点坐标满足上述方程 </a:t>
            </a:r>
            <a:r>
              <a:rPr lang="en-US" altLang="zh-CN" sz="2800" dirty="0">
                <a:ea typeface="楷体_GB2312" pitchFamily="49" charset="-122"/>
              </a:rPr>
              <a:t>.</a:t>
            </a:r>
          </a:p>
        </p:txBody>
      </p:sp>
      <p:sp>
        <p:nvSpPr>
          <p:cNvPr id="497685" name="Text Box 21"/>
          <p:cNvSpPr txBox="1">
            <a:spLocks noChangeArrowheads="1"/>
          </p:cNvSpPr>
          <p:nvPr/>
        </p:nvSpPr>
        <p:spPr bwMode="auto">
          <a:xfrm>
            <a:off x="1992313" y="2133601"/>
            <a:ext cx="2590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点的切平面为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383769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7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7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97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97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97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97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97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97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97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97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976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7668" grpId="0" autoUpdateAnimBg="0"/>
      <p:bldP spid="497669" grpId="0" autoUpdateAnimBg="0"/>
      <p:bldP spid="497670" grpId="0" autoUpdateAnimBg="0"/>
      <p:bldP spid="497672" grpId="0" autoUpdateAnimBg="0"/>
      <p:bldP spid="497684" grpId="0" build="p" autoUpdateAnimBg="0"/>
      <p:bldP spid="497685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1968500" y="1076471"/>
            <a:ext cx="3657600" cy="533400"/>
          </a:xfrm>
        </p:spPr>
        <p:txBody>
          <a:bodyPr/>
          <a:lstStyle/>
          <a:p>
            <a:pPr algn="l" eaLnBrk="1" hangingPunct="1"/>
            <a:r>
              <a:rPr lang="en-US" altLang="zh-CN" sz="2800" dirty="0">
                <a:ea typeface="楷体_GB2312" pitchFamily="49" charset="-122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3.</a:t>
            </a:r>
            <a:r>
              <a:rPr lang="en-US" altLang="zh-CN" sz="2800" b="1" dirty="0">
                <a:solidFill>
                  <a:schemeClr val="accent2"/>
                </a:solidFill>
                <a:ea typeface="楷体_GB2312" pitchFamily="49" charset="-122"/>
              </a:rPr>
              <a:t>  </a:t>
            </a:r>
            <a:r>
              <a:rPr lang="zh-CN" altLang="en-US" sz="2800" b="1" dirty="0">
                <a:latin typeface="+mn-ea"/>
                <a:ea typeface="+mn-ea"/>
              </a:rPr>
              <a:t>证明曲面</a:t>
            </a:r>
          </a:p>
        </p:txBody>
      </p:sp>
      <p:graphicFrame>
        <p:nvGraphicFramePr>
          <p:cNvPr id="35843" name="Object 3"/>
          <p:cNvGraphicFramePr>
            <a:graphicFrameLocks noChangeAspect="1"/>
          </p:cNvGraphicFramePr>
          <p:nvPr/>
        </p:nvGraphicFramePr>
        <p:xfrm>
          <a:off x="4198939" y="1131888"/>
          <a:ext cx="335597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257485" imgH="343016" progId="Equation.3">
                  <p:embed/>
                </p:oleObj>
              </mc:Choice>
              <mc:Fallback>
                <p:oleObj name="公式" r:id="rId2" imgW="3257485" imgH="34301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8939" y="1131888"/>
                        <a:ext cx="3355975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4" name="Text Box 4"/>
          <p:cNvSpPr txBox="1">
            <a:spLocks noChangeArrowheads="1"/>
          </p:cNvSpPr>
          <p:nvPr/>
        </p:nvSpPr>
        <p:spPr bwMode="auto">
          <a:xfrm>
            <a:off x="2063750" y="1557338"/>
            <a:ext cx="2514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与定直线平行</a:t>
            </a:r>
            <a:r>
              <a:rPr lang="en-US" altLang="zh-CN" sz="2800">
                <a:ea typeface="楷体_GB2312" pitchFamily="49" charset="-122"/>
              </a:rPr>
              <a:t>,</a:t>
            </a:r>
          </a:p>
        </p:txBody>
      </p:sp>
      <p:graphicFrame>
        <p:nvGraphicFramePr>
          <p:cNvPr id="35845" name="Object 5"/>
          <p:cNvGraphicFramePr>
            <a:graphicFrameLocks noChangeAspect="1"/>
          </p:cNvGraphicFramePr>
          <p:nvPr/>
        </p:nvGraphicFramePr>
        <p:xfrm>
          <a:off x="4583113" y="1628775"/>
          <a:ext cx="2679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629030" imgH="400011" progId="Equation.3">
                  <p:embed/>
                </p:oleObj>
              </mc:Choice>
              <mc:Fallback>
                <p:oleObj name="公式" r:id="rId4" imgW="2629030" imgH="40001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3113" y="1628775"/>
                        <a:ext cx="26797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8694" name="Text Box 6"/>
          <p:cNvSpPr txBox="1">
            <a:spLocks noChangeArrowheads="1"/>
          </p:cNvSpPr>
          <p:nvPr/>
        </p:nvSpPr>
        <p:spPr bwMode="auto">
          <a:xfrm>
            <a:off x="2057400" y="2147888"/>
            <a:ext cx="480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ea typeface="楷体_GB2312" pitchFamily="49" charset="-122"/>
              </a:rPr>
              <a:t>证</a:t>
            </a:r>
            <a:r>
              <a:rPr lang="en-US" altLang="zh-CN" sz="2800" dirty="0">
                <a:solidFill>
                  <a:srgbClr val="FF0000"/>
                </a:solidFill>
                <a:ea typeface="楷体_GB2312" pitchFamily="49" charset="-122"/>
              </a:rPr>
              <a:t>:</a:t>
            </a:r>
            <a:r>
              <a:rPr lang="en-US" altLang="zh-CN" sz="2800" dirty="0">
                <a:ea typeface="楷体_GB2312" pitchFamily="49" charset="-122"/>
              </a:rPr>
              <a:t> </a:t>
            </a:r>
            <a:r>
              <a:rPr lang="zh-CN" altLang="en-US" sz="2800" dirty="0">
                <a:ea typeface="楷体_GB2312" pitchFamily="49" charset="-122"/>
              </a:rPr>
              <a:t>曲面上任一点的法向量</a:t>
            </a:r>
          </a:p>
        </p:txBody>
      </p:sp>
      <p:graphicFrame>
        <p:nvGraphicFramePr>
          <p:cNvPr id="498695" name="Object 7"/>
          <p:cNvGraphicFramePr>
            <a:graphicFrameLocks noChangeAspect="1"/>
          </p:cNvGraphicFramePr>
          <p:nvPr/>
        </p:nvGraphicFramePr>
        <p:xfrm>
          <a:off x="3797300" y="2782888"/>
          <a:ext cx="558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14285" imgH="371514" progId="Equation.3">
                  <p:embed/>
                </p:oleObj>
              </mc:Choice>
              <mc:Fallback>
                <p:oleObj name="公式" r:id="rId6" imgW="514285" imgH="37151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7300" y="2782888"/>
                        <a:ext cx="5588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8696" name="Object 8"/>
          <p:cNvGraphicFramePr>
            <a:graphicFrameLocks noChangeAspect="1"/>
          </p:cNvGraphicFramePr>
          <p:nvPr/>
        </p:nvGraphicFramePr>
        <p:xfrm>
          <a:off x="4432300" y="2782888"/>
          <a:ext cx="3048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000342" imgH="371514" progId="Equation.3">
                  <p:embed/>
                </p:oleObj>
              </mc:Choice>
              <mc:Fallback>
                <p:oleObj name="公式" r:id="rId8" imgW="3000342" imgH="37151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2300" y="2782888"/>
                        <a:ext cx="30480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8697" name="Object 9"/>
          <p:cNvGraphicFramePr>
            <a:graphicFrameLocks noChangeAspect="1"/>
          </p:cNvGraphicFramePr>
          <p:nvPr/>
        </p:nvGraphicFramePr>
        <p:xfrm>
          <a:off x="7550150" y="2782888"/>
          <a:ext cx="571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524002" imgH="371514" progId="Equation.3">
                  <p:embed/>
                </p:oleObj>
              </mc:Choice>
              <mc:Fallback>
                <p:oleObj name="公式" r:id="rId10" imgW="524002" imgH="37151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0150" y="2782888"/>
                        <a:ext cx="571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8698" name="Text Box 10"/>
          <p:cNvSpPr txBox="1">
            <a:spLocks noChangeArrowheads="1"/>
          </p:cNvSpPr>
          <p:nvPr/>
        </p:nvSpPr>
        <p:spPr bwMode="auto">
          <a:xfrm>
            <a:off x="2133600" y="3352801"/>
            <a:ext cx="3962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取定直线的方向向量为</a:t>
            </a:r>
          </a:p>
        </p:txBody>
      </p:sp>
      <p:graphicFrame>
        <p:nvGraphicFramePr>
          <p:cNvPr id="498699" name="Object 11"/>
          <p:cNvGraphicFramePr>
            <a:graphicFrameLocks noChangeAspect="1"/>
          </p:cNvGraphicFramePr>
          <p:nvPr/>
        </p:nvGraphicFramePr>
        <p:xfrm>
          <a:off x="6616700" y="3636963"/>
          <a:ext cx="495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447657" imgH="266558" progId="Equation.3">
                  <p:embed/>
                </p:oleObj>
              </mc:Choice>
              <mc:Fallback>
                <p:oleObj name="公式" r:id="rId12" imgW="447657" imgH="26655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6700" y="3636963"/>
                        <a:ext cx="495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8700" name="Object 12"/>
          <p:cNvGraphicFramePr>
            <a:graphicFrameLocks noChangeAspect="1"/>
          </p:cNvGraphicFramePr>
          <p:nvPr/>
        </p:nvGraphicFramePr>
        <p:xfrm>
          <a:off x="7150100" y="3568700"/>
          <a:ext cx="342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95315" imgH="343016" progId="Equation.3">
                  <p:embed/>
                </p:oleObj>
              </mc:Choice>
              <mc:Fallback>
                <p:oleObj name="公式" r:id="rId14" imgW="295315" imgH="34301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0100" y="3568700"/>
                        <a:ext cx="3429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8701" name="Object 13"/>
          <p:cNvGraphicFramePr>
            <a:graphicFrameLocks noChangeAspect="1"/>
          </p:cNvGraphicFramePr>
          <p:nvPr/>
        </p:nvGraphicFramePr>
        <p:xfrm>
          <a:off x="7543800" y="3554413"/>
          <a:ext cx="355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304684" imgH="343016" progId="Equation.3">
                  <p:embed/>
                </p:oleObj>
              </mc:Choice>
              <mc:Fallback>
                <p:oleObj name="公式" r:id="rId16" imgW="304684" imgH="34301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3554413"/>
                        <a:ext cx="3556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8702" name="Text Box 14"/>
          <p:cNvSpPr txBox="1">
            <a:spLocks noChangeArrowheads="1"/>
          </p:cNvSpPr>
          <p:nvPr/>
        </p:nvSpPr>
        <p:spPr bwMode="auto">
          <a:xfrm>
            <a:off x="2133600" y="3976688"/>
            <a:ext cx="76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则</a:t>
            </a:r>
          </a:p>
        </p:txBody>
      </p:sp>
      <p:sp>
        <p:nvSpPr>
          <p:cNvPr id="498703" name="Text Box 15"/>
          <p:cNvSpPr txBox="1">
            <a:spLocks noChangeArrowheads="1"/>
          </p:cNvSpPr>
          <p:nvPr/>
        </p:nvSpPr>
        <p:spPr bwMode="auto">
          <a:xfrm>
            <a:off x="8458200" y="3519488"/>
            <a:ext cx="130463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>
                <a:solidFill>
                  <a:srgbClr val="FF0000"/>
                </a:solidFill>
                <a:ea typeface="楷体_GB2312" pitchFamily="49" charset="-122"/>
              </a:rPr>
              <a:t>(</a:t>
            </a:r>
            <a:r>
              <a:rPr lang="zh-CN" altLang="en-US" sz="2400" dirty="0">
                <a:solidFill>
                  <a:srgbClr val="FF0000"/>
                </a:solidFill>
                <a:ea typeface="楷体_GB2312" pitchFamily="49" charset="-122"/>
              </a:rPr>
              <a:t>定向量</a:t>
            </a:r>
            <a:r>
              <a:rPr lang="en-US" altLang="zh-CN" sz="2400" dirty="0">
                <a:solidFill>
                  <a:srgbClr val="FF0000"/>
                </a:solidFill>
                <a:ea typeface="楷体_GB2312" pitchFamily="49" charset="-122"/>
              </a:rPr>
              <a:t>)</a:t>
            </a:r>
          </a:p>
        </p:txBody>
      </p:sp>
      <p:sp>
        <p:nvSpPr>
          <p:cNvPr id="498704" name="Text Box 16"/>
          <p:cNvSpPr txBox="1">
            <a:spLocks noChangeArrowheads="1"/>
          </p:cNvSpPr>
          <p:nvPr/>
        </p:nvSpPr>
        <p:spPr bwMode="auto">
          <a:xfrm>
            <a:off x="3886200" y="4052888"/>
            <a:ext cx="2286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故结论成立 </a:t>
            </a:r>
            <a:r>
              <a:rPr lang="en-US" altLang="zh-CN" sz="2800">
                <a:ea typeface="楷体_GB2312" pitchFamily="49" charset="-122"/>
              </a:rPr>
              <a:t>.</a:t>
            </a:r>
          </a:p>
        </p:txBody>
      </p:sp>
      <p:sp>
        <p:nvSpPr>
          <p:cNvPr id="35857" name="Text Box 17"/>
          <p:cNvSpPr txBox="1">
            <a:spLocks noChangeArrowheads="1"/>
          </p:cNvSpPr>
          <p:nvPr/>
        </p:nvSpPr>
        <p:spPr bwMode="auto">
          <a:xfrm>
            <a:off x="7594600" y="1004888"/>
            <a:ext cx="2692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的所有切平面恒</a:t>
            </a:r>
          </a:p>
        </p:txBody>
      </p:sp>
      <p:grpSp>
        <p:nvGrpSpPr>
          <p:cNvPr id="498713" name="Group 25"/>
          <p:cNvGrpSpPr>
            <a:grpSpLocks/>
          </p:cNvGrpSpPr>
          <p:nvPr/>
        </p:nvGrpSpPr>
        <p:grpSpPr bwMode="auto">
          <a:xfrm>
            <a:off x="3073400" y="2778126"/>
            <a:ext cx="742950" cy="404813"/>
            <a:chOff x="864" y="1750"/>
            <a:chExt cx="468" cy="255"/>
          </a:xfrm>
        </p:grpSpPr>
        <p:graphicFrame>
          <p:nvGraphicFramePr>
            <p:cNvPr id="35866" name="Object 26"/>
            <p:cNvGraphicFramePr>
              <a:graphicFrameLocks noChangeAspect="1"/>
            </p:cNvGraphicFramePr>
            <p:nvPr/>
          </p:nvGraphicFramePr>
          <p:xfrm>
            <a:off x="876" y="1757"/>
            <a:ext cx="456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676344" imgH="343016" progId="Equation.3">
                    <p:embed/>
                  </p:oleObj>
                </mc:Choice>
                <mc:Fallback>
                  <p:oleObj name="公式" r:id="rId18" imgW="676344" imgH="34301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6" y="1757"/>
                          <a:ext cx="456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67" name="Line 27"/>
            <p:cNvSpPr>
              <a:spLocks noChangeShapeType="1"/>
            </p:cNvSpPr>
            <p:nvPr/>
          </p:nvSpPr>
          <p:spPr bwMode="auto">
            <a:xfrm>
              <a:off x="864" y="1750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98716" name="Group 28"/>
          <p:cNvGrpSpPr>
            <a:grpSpLocks/>
          </p:cNvGrpSpPr>
          <p:nvPr/>
        </p:nvGrpSpPr>
        <p:grpSpPr bwMode="auto">
          <a:xfrm>
            <a:off x="5921376" y="3489325"/>
            <a:ext cx="676275" cy="438150"/>
            <a:chOff x="2770" y="2198"/>
            <a:chExt cx="426" cy="276"/>
          </a:xfrm>
        </p:grpSpPr>
        <p:graphicFrame>
          <p:nvGraphicFramePr>
            <p:cNvPr id="35864" name="Object 29"/>
            <p:cNvGraphicFramePr>
              <a:graphicFrameLocks noChangeAspect="1"/>
            </p:cNvGraphicFramePr>
            <p:nvPr/>
          </p:nvGraphicFramePr>
          <p:xfrm>
            <a:off x="2788" y="2226"/>
            <a:ext cx="408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599999" imgH="343016" progId="Equation.3">
                    <p:embed/>
                  </p:oleObj>
                </mc:Choice>
                <mc:Fallback>
                  <p:oleObj name="公式" r:id="rId20" imgW="599999" imgH="34301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8" y="2226"/>
                          <a:ext cx="408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65" name="Line 30"/>
            <p:cNvSpPr>
              <a:spLocks noChangeShapeType="1"/>
            </p:cNvSpPr>
            <p:nvPr/>
          </p:nvSpPr>
          <p:spPr bwMode="auto">
            <a:xfrm>
              <a:off x="2770" y="2198"/>
              <a:ext cx="170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98719" name="Group 31"/>
          <p:cNvGrpSpPr>
            <a:grpSpLocks/>
          </p:cNvGrpSpPr>
          <p:nvPr/>
        </p:nvGrpSpPr>
        <p:grpSpPr bwMode="auto">
          <a:xfrm>
            <a:off x="2667000" y="4052889"/>
            <a:ext cx="1238250" cy="471487"/>
            <a:chOff x="624" y="2688"/>
            <a:chExt cx="780" cy="297"/>
          </a:xfrm>
        </p:grpSpPr>
        <p:graphicFrame>
          <p:nvGraphicFramePr>
            <p:cNvPr id="35861" name="Object 32"/>
            <p:cNvGraphicFramePr>
              <a:graphicFrameLocks noChangeAspect="1"/>
            </p:cNvGraphicFramePr>
            <p:nvPr/>
          </p:nvGraphicFramePr>
          <p:xfrm>
            <a:off x="644" y="2737"/>
            <a:ext cx="760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1162173" imgH="343016" progId="Equation.3">
                    <p:embed/>
                  </p:oleObj>
                </mc:Choice>
                <mc:Fallback>
                  <p:oleObj name="公式" r:id="rId22" imgW="1162173" imgH="34301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4" y="2737"/>
                          <a:ext cx="760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62" name="Line 33"/>
            <p:cNvSpPr>
              <a:spLocks noChangeShapeType="1"/>
            </p:cNvSpPr>
            <p:nvPr/>
          </p:nvSpPr>
          <p:spPr bwMode="auto">
            <a:xfrm>
              <a:off x="624" y="2688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3" name="Line 34"/>
            <p:cNvSpPr>
              <a:spLocks noChangeShapeType="1"/>
            </p:cNvSpPr>
            <p:nvPr/>
          </p:nvSpPr>
          <p:spPr bwMode="auto">
            <a:xfrm>
              <a:off x="838" y="2736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124506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8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8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8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8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8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8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98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98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98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98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98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98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98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98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8694" grpId="0" autoUpdateAnimBg="0"/>
      <p:bldP spid="498698" grpId="0" autoUpdateAnimBg="0"/>
      <p:bldP spid="498702" grpId="0" autoUpdateAnimBg="0"/>
      <p:bldP spid="498703" grpId="0" autoUpdateAnimBg="0"/>
      <p:bldP spid="498704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458789"/>
            <a:ext cx="1676400" cy="609600"/>
          </a:xfrm>
        </p:spPr>
        <p:txBody>
          <a:bodyPr/>
          <a:lstStyle/>
          <a:p>
            <a:pPr algn="l" eaLnBrk="1" hangingPunct="1"/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4.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+mn-ea"/>
                <a:ea typeface="+mn-ea"/>
              </a:rPr>
              <a:t>求曲线</a:t>
            </a:r>
          </a:p>
        </p:txBody>
      </p:sp>
      <p:graphicFrame>
        <p:nvGraphicFramePr>
          <p:cNvPr id="36867" name="Object 3"/>
          <p:cNvGraphicFramePr>
            <a:graphicFrameLocks noChangeAspect="1"/>
          </p:cNvGraphicFramePr>
          <p:nvPr/>
        </p:nvGraphicFramePr>
        <p:xfrm>
          <a:off x="3941763" y="228600"/>
          <a:ext cx="3276600" cy="1055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229029" imgH="1009586" progId="Equation.3">
                  <p:embed/>
                </p:oleObj>
              </mc:Choice>
              <mc:Fallback>
                <p:oleObj name="公式" r:id="rId2" imgW="3229029" imgH="100958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1763" y="228600"/>
                        <a:ext cx="3276600" cy="1055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8" name="Text Box 4"/>
          <p:cNvSpPr txBox="1">
            <a:spLocks noChangeArrowheads="1"/>
          </p:cNvSpPr>
          <p:nvPr/>
        </p:nvSpPr>
        <p:spPr bwMode="auto">
          <a:xfrm>
            <a:off x="7315200" y="527051"/>
            <a:ext cx="3276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在点</a:t>
            </a:r>
            <a:r>
              <a:rPr lang="en-US" altLang="zh-CN" sz="2800">
                <a:solidFill>
                  <a:schemeClr val="tx2"/>
                </a:solidFill>
                <a:ea typeface="楷体_GB2312" pitchFamily="49" charset="-122"/>
              </a:rPr>
              <a:t>(1,1,1)</a:t>
            </a:r>
            <a:r>
              <a:rPr lang="en-US" altLang="zh-CN" sz="2800">
                <a:ea typeface="楷体_GB2312" pitchFamily="49" charset="-122"/>
              </a:rPr>
              <a:t> </a:t>
            </a:r>
            <a:r>
              <a:rPr lang="zh-CN" altLang="en-US" sz="2800">
                <a:ea typeface="楷体_GB2312" pitchFamily="49" charset="-122"/>
              </a:rPr>
              <a:t>的切线</a:t>
            </a:r>
          </a:p>
        </p:txBody>
      </p:sp>
      <p:sp>
        <p:nvSpPr>
          <p:cNvPr id="499717" name="Text Box 5"/>
          <p:cNvSpPr txBox="1">
            <a:spLocks noChangeArrowheads="1"/>
          </p:cNvSpPr>
          <p:nvPr/>
        </p:nvSpPr>
        <p:spPr bwMode="auto">
          <a:xfrm>
            <a:off x="2209800" y="1766888"/>
            <a:ext cx="5562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ea typeface="楷体_GB2312" pitchFamily="49" charset="-122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ea typeface="楷体_GB2312" pitchFamily="49" charset="-122"/>
              </a:rPr>
              <a:t>:</a:t>
            </a:r>
            <a:r>
              <a:rPr lang="en-US" altLang="zh-CN" sz="2800" dirty="0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zh-CN" altLang="en-US" sz="2800" dirty="0">
                <a:ea typeface="楷体_GB2312" pitchFamily="49" charset="-122"/>
              </a:rPr>
              <a:t>点 </a:t>
            </a:r>
            <a:r>
              <a:rPr lang="en-US" altLang="zh-CN" sz="2800" dirty="0">
                <a:ea typeface="楷体_GB2312" pitchFamily="49" charset="-122"/>
              </a:rPr>
              <a:t>(1,1,1) </a:t>
            </a:r>
            <a:r>
              <a:rPr lang="zh-CN" altLang="en-US" sz="2800" dirty="0">
                <a:ea typeface="楷体_GB2312" pitchFamily="49" charset="-122"/>
              </a:rPr>
              <a:t>处两曲面的法向量为</a:t>
            </a:r>
          </a:p>
        </p:txBody>
      </p:sp>
      <p:sp>
        <p:nvSpPr>
          <p:cNvPr id="499718" name="Line 6"/>
          <p:cNvSpPr>
            <a:spLocks noChangeShapeType="1"/>
          </p:cNvSpPr>
          <p:nvPr/>
        </p:nvSpPr>
        <p:spPr bwMode="auto">
          <a:xfrm>
            <a:off x="4038600" y="838200"/>
            <a:ext cx="31242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99719" name="Object 7"/>
          <p:cNvGraphicFramePr>
            <a:graphicFrameLocks noChangeAspect="1"/>
          </p:cNvGraphicFramePr>
          <p:nvPr/>
        </p:nvGraphicFramePr>
        <p:xfrm>
          <a:off x="7035800" y="2530475"/>
          <a:ext cx="1625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581027" imgH="343016" progId="Equation.3">
                  <p:embed/>
                </p:oleObj>
              </mc:Choice>
              <mc:Fallback>
                <p:oleObj name="公式" r:id="rId4" imgW="1581027" imgH="34301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5800" y="2530475"/>
                        <a:ext cx="16256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9720" name="Line 8"/>
          <p:cNvSpPr>
            <a:spLocks noChangeShapeType="1"/>
          </p:cNvSpPr>
          <p:nvPr/>
        </p:nvSpPr>
        <p:spPr bwMode="auto">
          <a:xfrm>
            <a:off x="4038600" y="838200"/>
            <a:ext cx="31242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9721" name="Line 9"/>
          <p:cNvSpPr>
            <a:spLocks noChangeShapeType="1"/>
          </p:cNvSpPr>
          <p:nvPr/>
        </p:nvSpPr>
        <p:spPr bwMode="auto">
          <a:xfrm>
            <a:off x="4038600" y="1295400"/>
            <a:ext cx="28956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9722" name="Text Box 10"/>
          <p:cNvSpPr txBox="1">
            <a:spLocks noChangeArrowheads="1"/>
          </p:cNvSpPr>
          <p:nvPr/>
        </p:nvSpPr>
        <p:spPr bwMode="auto">
          <a:xfrm>
            <a:off x="1828800" y="3657601"/>
            <a:ext cx="434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因此切线的方向向量为</a:t>
            </a:r>
          </a:p>
        </p:txBody>
      </p:sp>
      <p:graphicFrame>
        <p:nvGraphicFramePr>
          <p:cNvPr id="499723" name="Object 11"/>
          <p:cNvGraphicFramePr>
            <a:graphicFrameLocks noChangeAspect="1"/>
          </p:cNvGraphicFramePr>
          <p:nvPr/>
        </p:nvGraphicFramePr>
        <p:xfrm>
          <a:off x="7285038" y="3790950"/>
          <a:ext cx="185261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809714" imgH="343016" progId="Equation.3">
                  <p:embed/>
                </p:oleObj>
              </mc:Choice>
              <mc:Fallback>
                <p:oleObj name="公式" r:id="rId6" imgW="1809714" imgH="34301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5038" y="3790950"/>
                        <a:ext cx="1852612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9724" name="Text Box 12"/>
          <p:cNvSpPr txBox="1">
            <a:spLocks noChangeArrowheads="1"/>
          </p:cNvSpPr>
          <p:nvPr/>
        </p:nvSpPr>
        <p:spPr bwMode="auto">
          <a:xfrm>
            <a:off x="1816100" y="4419601"/>
            <a:ext cx="2438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由此得切线</a:t>
            </a:r>
            <a:r>
              <a:rPr lang="en-US" altLang="zh-CN" sz="2800">
                <a:ea typeface="楷体_GB2312" pitchFamily="49" charset="-122"/>
              </a:rPr>
              <a:t>:</a:t>
            </a:r>
          </a:p>
        </p:txBody>
      </p:sp>
      <p:graphicFrame>
        <p:nvGraphicFramePr>
          <p:cNvPr id="499725" name="Object 13"/>
          <p:cNvGraphicFramePr>
            <a:graphicFrameLocks noChangeAspect="1"/>
          </p:cNvGraphicFramePr>
          <p:nvPr/>
        </p:nvGraphicFramePr>
        <p:xfrm>
          <a:off x="4679951" y="4273550"/>
          <a:ext cx="28686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819545" imgH="866749" progId="Equation.3">
                  <p:embed/>
                </p:oleObj>
              </mc:Choice>
              <mc:Fallback>
                <p:oleObj name="公式" r:id="rId8" imgW="2819545" imgH="8667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9951" y="4273550"/>
                        <a:ext cx="286861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9726" name="Object 14"/>
          <p:cNvGraphicFramePr>
            <a:graphicFrameLocks noChangeAspect="1"/>
          </p:cNvGraphicFramePr>
          <p:nvPr/>
        </p:nvGraphicFramePr>
        <p:xfrm>
          <a:off x="4895850" y="4760913"/>
          <a:ext cx="368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23770" imgH="266558" progId="Equation.3">
                  <p:embed/>
                </p:oleObj>
              </mc:Choice>
              <mc:Fallback>
                <p:oleObj name="公式" r:id="rId10" imgW="323770" imgH="26655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5850" y="4760913"/>
                        <a:ext cx="368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9727" name="Object 15"/>
          <p:cNvGraphicFramePr>
            <a:graphicFrameLocks noChangeAspect="1"/>
          </p:cNvGraphicFramePr>
          <p:nvPr/>
        </p:nvGraphicFramePr>
        <p:xfrm>
          <a:off x="6045200" y="4760913"/>
          <a:ext cx="2032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52342" imgH="266558" progId="Equation.3">
                  <p:embed/>
                </p:oleObj>
              </mc:Choice>
              <mc:Fallback>
                <p:oleObj name="公式" r:id="rId12" imgW="152342" imgH="26655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5200" y="4760913"/>
                        <a:ext cx="2032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9728" name="Object 16"/>
          <p:cNvGraphicFramePr>
            <a:graphicFrameLocks noChangeAspect="1"/>
          </p:cNvGraphicFramePr>
          <p:nvPr/>
        </p:nvGraphicFramePr>
        <p:xfrm>
          <a:off x="6883400" y="4760913"/>
          <a:ext cx="4445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400115" imgH="257175" progId="Equation.3">
                  <p:embed/>
                </p:oleObj>
              </mc:Choice>
              <mc:Fallback>
                <p:oleObj name="公式" r:id="rId14" imgW="400115" imgH="25717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3400" y="4760913"/>
                        <a:ext cx="4445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9729" name="Text Box 17"/>
          <p:cNvSpPr txBox="1">
            <a:spLocks noChangeArrowheads="1"/>
          </p:cNvSpPr>
          <p:nvPr/>
        </p:nvSpPr>
        <p:spPr bwMode="auto">
          <a:xfrm>
            <a:off x="2514600" y="5195888"/>
            <a:ext cx="1600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法平面</a:t>
            </a:r>
            <a:r>
              <a:rPr lang="en-US" altLang="zh-CN" sz="2800">
                <a:ea typeface="楷体_GB2312" pitchFamily="49" charset="-122"/>
              </a:rPr>
              <a:t>:</a:t>
            </a:r>
          </a:p>
        </p:txBody>
      </p:sp>
      <p:graphicFrame>
        <p:nvGraphicFramePr>
          <p:cNvPr id="499730" name="Object 18"/>
          <p:cNvGraphicFramePr>
            <a:graphicFrameLocks noChangeAspect="1"/>
          </p:cNvGraphicFramePr>
          <p:nvPr/>
        </p:nvGraphicFramePr>
        <p:xfrm>
          <a:off x="4035426" y="5340350"/>
          <a:ext cx="45069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4457830" imgH="343016" progId="Equation.3">
                  <p:embed/>
                </p:oleObj>
              </mc:Choice>
              <mc:Fallback>
                <p:oleObj name="公式" r:id="rId16" imgW="4457830" imgH="34301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5426" y="5340350"/>
                        <a:ext cx="4506913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9731" name="Object 19"/>
          <p:cNvGraphicFramePr>
            <a:graphicFrameLocks noChangeAspect="1"/>
          </p:cNvGraphicFramePr>
          <p:nvPr/>
        </p:nvGraphicFramePr>
        <p:xfrm>
          <a:off x="4725988" y="5943600"/>
          <a:ext cx="304641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3000342" imgH="343016" progId="Equation.3">
                  <p:embed/>
                </p:oleObj>
              </mc:Choice>
              <mc:Fallback>
                <p:oleObj name="公式" r:id="rId18" imgW="3000342" imgH="34301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5988" y="5943600"/>
                        <a:ext cx="3046412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9732" name="Text Box 20"/>
          <p:cNvSpPr txBox="1">
            <a:spLocks noChangeArrowheads="1"/>
          </p:cNvSpPr>
          <p:nvPr/>
        </p:nvSpPr>
        <p:spPr bwMode="auto">
          <a:xfrm>
            <a:off x="3200400" y="5791201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即</a:t>
            </a:r>
          </a:p>
        </p:txBody>
      </p:sp>
      <p:sp>
        <p:nvSpPr>
          <p:cNvPr id="36885" name="Text Box 21"/>
          <p:cNvSpPr txBox="1">
            <a:spLocks noChangeArrowheads="1"/>
          </p:cNvSpPr>
          <p:nvPr/>
        </p:nvSpPr>
        <p:spPr bwMode="auto">
          <a:xfrm>
            <a:off x="2208213" y="1196976"/>
            <a:ext cx="2133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与法平面</a:t>
            </a:r>
            <a:r>
              <a:rPr lang="en-US" altLang="zh-CN" sz="2800">
                <a:ea typeface="楷体_GB2312" pitchFamily="49" charset="-122"/>
              </a:rPr>
              <a:t>.</a:t>
            </a:r>
          </a:p>
        </p:txBody>
      </p:sp>
      <p:grpSp>
        <p:nvGrpSpPr>
          <p:cNvPr id="499741" name="Group 29"/>
          <p:cNvGrpSpPr>
            <a:grpSpLocks/>
          </p:cNvGrpSpPr>
          <p:nvPr/>
        </p:nvGrpSpPr>
        <p:grpSpPr bwMode="auto">
          <a:xfrm>
            <a:off x="3235326" y="2438400"/>
            <a:ext cx="3787775" cy="571500"/>
            <a:chOff x="1078" y="1536"/>
            <a:chExt cx="2386" cy="360"/>
          </a:xfrm>
        </p:grpSpPr>
        <p:graphicFrame>
          <p:nvGraphicFramePr>
            <p:cNvPr id="36896" name="Object 30"/>
            <p:cNvGraphicFramePr>
              <a:graphicFrameLocks noChangeAspect="1"/>
            </p:cNvGraphicFramePr>
            <p:nvPr/>
          </p:nvGraphicFramePr>
          <p:xfrm>
            <a:off x="1089" y="1536"/>
            <a:ext cx="2375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3724228" imgH="523733" progId="Equation.3">
                    <p:embed/>
                  </p:oleObj>
                </mc:Choice>
                <mc:Fallback>
                  <p:oleObj name="公式" r:id="rId20" imgW="3724228" imgH="52373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89" y="1536"/>
                          <a:ext cx="2375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97" name="Line 31"/>
            <p:cNvSpPr>
              <a:spLocks noChangeShapeType="1"/>
            </p:cNvSpPr>
            <p:nvPr/>
          </p:nvSpPr>
          <p:spPr bwMode="auto">
            <a:xfrm>
              <a:off x="1078" y="1584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99744" name="Group 32"/>
          <p:cNvGrpSpPr>
            <a:grpSpLocks/>
          </p:cNvGrpSpPr>
          <p:nvPr/>
        </p:nvGrpSpPr>
        <p:grpSpPr bwMode="auto">
          <a:xfrm>
            <a:off x="3200400" y="3130550"/>
            <a:ext cx="2190750" cy="482600"/>
            <a:chOff x="1056" y="1972"/>
            <a:chExt cx="1380" cy="304"/>
          </a:xfrm>
        </p:grpSpPr>
        <p:graphicFrame>
          <p:nvGraphicFramePr>
            <p:cNvPr id="36894" name="Object 33"/>
            <p:cNvGraphicFramePr>
              <a:graphicFrameLocks noChangeAspect="1"/>
            </p:cNvGraphicFramePr>
            <p:nvPr/>
          </p:nvGraphicFramePr>
          <p:xfrm>
            <a:off x="1076" y="1972"/>
            <a:ext cx="1360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2114398" imgH="438240" progId="Equation.3">
                    <p:embed/>
                  </p:oleObj>
                </mc:Choice>
                <mc:Fallback>
                  <p:oleObj name="公式" r:id="rId22" imgW="2114398" imgH="4382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76" y="1972"/>
                          <a:ext cx="1360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95" name="Line 34"/>
            <p:cNvSpPr>
              <a:spLocks noChangeShapeType="1"/>
            </p:cNvSpPr>
            <p:nvPr/>
          </p:nvSpPr>
          <p:spPr bwMode="auto">
            <a:xfrm>
              <a:off x="1056" y="1992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99747" name="Group 35"/>
          <p:cNvGrpSpPr>
            <a:grpSpLocks/>
          </p:cNvGrpSpPr>
          <p:nvPr/>
        </p:nvGrpSpPr>
        <p:grpSpPr bwMode="auto">
          <a:xfrm>
            <a:off x="5657850" y="3733801"/>
            <a:ext cx="1593850" cy="525463"/>
            <a:chOff x="2470" y="2352"/>
            <a:chExt cx="1004" cy="331"/>
          </a:xfrm>
        </p:grpSpPr>
        <p:graphicFrame>
          <p:nvGraphicFramePr>
            <p:cNvPr id="36890" name="Object 36"/>
            <p:cNvGraphicFramePr>
              <a:graphicFrameLocks noChangeAspect="1"/>
            </p:cNvGraphicFramePr>
            <p:nvPr/>
          </p:nvGraphicFramePr>
          <p:xfrm>
            <a:off x="2514" y="2379"/>
            <a:ext cx="960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4" imgW="1476227" imgH="438240" progId="Equation.3">
                    <p:embed/>
                  </p:oleObj>
                </mc:Choice>
                <mc:Fallback>
                  <p:oleObj name="公式" r:id="rId24" imgW="1476227" imgH="4382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4" y="2379"/>
                          <a:ext cx="960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91" name="Line 37"/>
            <p:cNvSpPr>
              <a:spLocks noChangeShapeType="1"/>
            </p:cNvSpPr>
            <p:nvPr/>
          </p:nvSpPr>
          <p:spPr bwMode="auto">
            <a:xfrm>
              <a:off x="2815" y="2400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2" name="Line 38"/>
            <p:cNvSpPr>
              <a:spLocks noChangeShapeType="1"/>
            </p:cNvSpPr>
            <p:nvPr/>
          </p:nvSpPr>
          <p:spPr bwMode="auto">
            <a:xfrm>
              <a:off x="2470" y="2352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3" name="Line 39"/>
            <p:cNvSpPr>
              <a:spLocks noChangeShapeType="1"/>
            </p:cNvSpPr>
            <p:nvPr/>
          </p:nvSpPr>
          <p:spPr bwMode="auto">
            <a:xfrm>
              <a:off x="3216" y="2400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99752" name="Line 40"/>
          <p:cNvSpPr>
            <a:spLocks noChangeShapeType="1"/>
          </p:cNvSpPr>
          <p:nvPr/>
        </p:nvSpPr>
        <p:spPr bwMode="auto">
          <a:xfrm>
            <a:off x="4038600" y="1295400"/>
            <a:ext cx="28956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24802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9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9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9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9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9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9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99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99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99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99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99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99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99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99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99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99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99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99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99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99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9717" grpId="0" autoUpdateAnimBg="0"/>
      <p:bldP spid="499718" grpId="0" animBg="1"/>
      <p:bldP spid="499720" grpId="0" animBg="1"/>
      <p:bldP spid="499721" grpId="0" animBg="1"/>
      <p:bldP spid="499722" grpId="0" autoUpdateAnimBg="0"/>
      <p:bldP spid="499724" grpId="0" autoUpdateAnimBg="0"/>
      <p:bldP spid="499729" grpId="0" autoUpdateAnimBg="0"/>
      <p:bldP spid="499732" grpId="0" autoUpdateAnimBg="0"/>
      <p:bldP spid="499752" grpId="0" animBg="1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4659</TotalTime>
  <Words>794</Words>
  <Application>Microsoft Office PowerPoint</Application>
  <PresentationFormat>宽屏</PresentationFormat>
  <Paragraphs>226</Paragraphs>
  <Slides>33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33</vt:i4>
      </vt:variant>
    </vt:vector>
  </HeadingPairs>
  <TitlesOfParts>
    <vt:vector size="47" baseType="lpstr">
      <vt:lpstr>仿宋_GB2312</vt:lpstr>
      <vt:lpstr>华文行楷</vt:lpstr>
      <vt:lpstr>楷体_GB2312</vt:lpstr>
      <vt:lpstr>宋体</vt:lpstr>
      <vt:lpstr>Arial</vt:lpstr>
      <vt:lpstr>Calibri</vt:lpstr>
      <vt:lpstr>Calibri Light</vt:lpstr>
      <vt:lpstr>Times New Roman</vt:lpstr>
      <vt:lpstr>Office 主题</vt:lpstr>
      <vt:lpstr>Equation</vt:lpstr>
      <vt:lpstr>公式</vt:lpstr>
      <vt:lpstr>Document</vt:lpstr>
      <vt:lpstr>文档</vt:lpstr>
      <vt:lpstr>BMP 图象</vt:lpstr>
      <vt:lpstr>PowerPoint 演示文稿</vt:lpstr>
      <vt:lpstr>一、空间曲线的切线与法平面</vt:lpstr>
      <vt:lpstr>PowerPoint 演示文稿</vt:lpstr>
      <vt:lpstr>PowerPoint 演示文稿</vt:lpstr>
      <vt:lpstr>PowerPoint 演示文稿</vt:lpstr>
      <vt:lpstr>例2.</vt:lpstr>
      <vt:lpstr>PowerPoint 演示文稿</vt:lpstr>
      <vt:lpstr>PowerPoint 演示文稿</vt:lpstr>
      <vt:lpstr>定理</vt:lpstr>
      <vt:lpstr>设方程组</vt:lpstr>
      <vt:lpstr>PowerPoint 演示文稿</vt:lpstr>
      <vt:lpstr>PowerPoint 演示文稿</vt:lpstr>
      <vt:lpstr>二、曲面的切平面与法线</vt:lpstr>
      <vt:lpstr>PowerPoint 演示文稿</vt:lpstr>
      <vt:lpstr>切平面方程</vt:lpstr>
      <vt:lpstr>特别, 当光滑曲面 的方程为显式 </vt:lpstr>
      <vt:lpstr>法向量的方向余弦：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例7. 确定正数 使曲面</vt:lpstr>
      <vt:lpstr>PowerPoint 演示文稿</vt:lpstr>
      <vt:lpstr>PowerPoint 演示文稿</vt:lpstr>
      <vt:lpstr>内容小结</vt:lpstr>
      <vt:lpstr>2) 一般式情况.</vt:lpstr>
      <vt:lpstr>2. 曲面的切平面与法线</vt:lpstr>
      <vt:lpstr>2) 显式情况.</vt:lpstr>
      <vt:lpstr>思考与练习</vt:lpstr>
      <vt:lpstr>2. 设 f ( u ) 可微,</vt:lpstr>
      <vt:lpstr> 3.  证明曲面</vt:lpstr>
      <vt:lpstr>4. 求曲线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尔里德 李</cp:lastModifiedBy>
  <cp:revision>40</cp:revision>
  <dcterms:created xsi:type="dcterms:W3CDTF">2021-02-17T01:32:38Z</dcterms:created>
  <dcterms:modified xsi:type="dcterms:W3CDTF">2024-03-17T06:19:21Z</dcterms:modified>
</cp:coreProperties>
</file>