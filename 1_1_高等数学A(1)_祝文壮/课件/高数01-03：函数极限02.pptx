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286" r:id="rId2"/>
    <p:sldId id="287" r:id="rId3"/>
    <p:sldId id="288" r:id="rId4"/>
    <p:sldId id="289" r:id="rId5"/>
    <p:sldId id="290" r:id="rId6"/>
    <p:sldId id="291" r:id="rId7"/>
    <p:sldId id="292" r:id="rId8"/>
    <p:sldId id="293" r:id="rId9"/>
    <p:sldId id="294" r:id="rId10"/>
    <p:sldId id="329" r:id="rId11"/>
    <p:sldId id="295" r:id="rId12"/>
    <p:sldId id="296" r:id="rId13"/>
    <p:sldId id="332" r:id="rId14"/>
    <p:sldId id="297" r:id="rId15"/>
    <p:sldId id="331" r:id="rId16"/>
    <p:sldId id="298" r:id="rId17"/>
    <p:sldId id="299" r:id="rId18"/>
    <p:sldId id="300" r:id="rId19"/>
    <p:sldId id="301" r:id="rId20"/>
    <p:sldId id="302" r:id="rId21"/>
    <p:sldId id="303" r:id="rId22"/>
    <p:sldId id="304" r:id="rId23"/>
    <p:sldId id="305" r:id="rId24"/>
    <p:sldId id="306" r:id="rId25"/>
    <p:sldId id="307" r:id="rId26"/>
    <p:sldId id="333" r:id="rId27"/>
    <p:sldId id="334" r:id="rId28"/>
    <p:sldId id="335" r:id="rId29"/>
    <p:sldId id="336" r:id="rId30"/>
    <p:sldId id="337" r:id="rId31"/>
    <p:sldId id="338" r:id="rId32"/>
    <p:sldId id="339" r:id="rId33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17" autoAdjust="0"/>
    <p:restoredTop sz="94238" autoAdjust="0"/>
  </p:normalViewPr>
  <p:slideViewPr>
    <p:cSldViewPr>
      <p:cViewPr varScale="1">
        <p:scale>
          <a:sx n="72" d="100"/>
          <a:sy n="72" d="100"/>
        </p:scale>
        <p:origin x="180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06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235AF77-A18C-44A2-9887-BA6837F1F8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6F8879-FA83-46F1-812C-B351FEB30C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9B71D-1A20-4120-9CE9-BFA7C6A041E6}" type="datetimeFigureOut">
              <a:rPr lang="zh-CN" altLang="en-US" smtClean="0"/>
              <a:t>2023/10/5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3EA16B-B790-4A8F-BAFF-8C48811E81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0E1DF2-7039-41CB-9779-BF80C8DA71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0DB9D-6B41-4D78-B091-AADE897B3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350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5F9DC52-4B07-4CFC-87D5-490AC862F5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031DDA-4355-4854-8C5C-C2AC2978D35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A5888E0-7D9B-4110-B86E-D837CC8393A8}" type="datetimeFigureOut">
              <a:rPr lang="zh-CN" altLang="en-US"/>
              <a:pPr>
                <a:defRPr/>
              </a:pPr>
              <a:t>2023/10/5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362A9837-FF55-4611-8E76-055748A931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B51D619C-3C9F-4618-AFB2-907B7021A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1C88CE-468D-4237-9B49-B2395263C3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2225A2-C182-4197-9D89-D94D32919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3E0C2EFB-E6F0-4526-A71E-3BEE9C081B9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2232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79509" y="4077072"/>
            <a:ext cx="8534400" cy="6229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1C6A41-90A8-4EB9-8C2B-1723944C0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15102B-EE92-4A17-A1C7-22B852A6A654}" type="datetime1">
              <a:rPr lang="zh-CN" altLang="en-US" smtClean="0"/>
              <a:t>2023/10/5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3C8C8E-1B6A-40F4-967D-EA7CEF96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B00CDE-2600-49A6-8D88-57F034EF8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8BE23-9125-4FCC-9C73-BD04F861CF2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387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79509" y="255569"/>
            <a:ext cx="9422837" cy="1143000"/>
          </a:xfrm>
        </p:spPr>
        <p:txBody>
          <a:bodyPr/>
          <a:lstStyle>
            <a:lvl1pPr algn="r">
              <a:defRPr sz="3200" b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67" y="1403652"/>
            <a:ext cx="9601067" cy="4608512"/>
          </a:xfrm>
        </p:spPr>
        <p:txBody>
          <a:bodyPr/>
          <a:lstStyle>
            <a:lvl1pPr>
              <a:defRPr sz="200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 sz="2000"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 sz="2000"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 sz="20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C941AA-1ED0-47DF-A392-EB5BA098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6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C4117A-3E70-4BFC-8E4A-BA3F0750A4EC}" type="datetime1">
              <a:rPr lang="zh-CN" altLang="en-US" smtClean="0"/>
              <a:t>2023/10/5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C16850-0787-4BA6-8B93-4879708D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12299" y="6481752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464477-EFEA-449A-8B4F-EF7109AF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84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DF241AFB-9D3F-4C35-906A-8E91BE35231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7654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28ECEA-04CA-4B21-AFB4-9A8C45439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64A57D-CD18-4569-9436-774538726A6E}" type="datetime1">
              <a:rPr lang="zh-CN" altLang="en-US" smtClean="0"/>
              <a:t>2023/10/5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54874D-11CB-4CF1-9596-B4E872E3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22F02F-58AC-46A9-A73D-43486DC6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E686A-6D74-4894-BF7D-7F6AFA86EB6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2149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46847E57-A096-49E6-A2EF-E7EA8C2B0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8E00BC-F8EE-49B5-A7A4-CAFF4984D8CB}" type="datetime1">
              <a:rPr lang="zh-CN" altLang="en-US" smtClean="0"/>
              <a:t>2023/10/5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32BB91C-E4B0-4A76-A6B2-45ECDDABB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F624A061-66EC-4D77-90B7-FB0F65A2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B45CD-C86B-48D4-829F-F0E1BCAACD9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5928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63275422-D8EF-4BAE-9CAF-14D514E1A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84BBC2-840A-49F8-971E-D0F95E85B8BD}" type="datetime1">
              <a:rPr lang="zh-CN" altLang="en-US" smtClean="0"/>
              <a:t>2023/10/5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65A91C3E-A2DD-4326-8D3C-ACB03C5AC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A4120A65-DE4C-46BF-9E2E-93AA9EF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A9F5F6-6DAB-47EB-B335-FB1D716CB78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094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2611C3E3-61F8-4E46-9A1B-C756B945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120686-077E-4CAC-89A6-68F256ECD966}" type="datetime1">
              <a:rPr lang="zh-CN" altLang="en-US" smtClean="0"/>
              <a:t>2023/10/5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5BCF57CF-0598-438E-8A5D-EB1085F7F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784F4FC-7E57-4D41-95ED-DE546C1D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187150-5C3E-4439-B216-5F65A4C7C30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643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D650A1EE-2A09-45A9-A90D-1144FEDD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9B8D2D-E502-4A7F-B6C1-35F23A26A7D9}" type="datetime1">
              <a:rPr lang="zh-CN" altLang="en-US" smtClean="0"/>
              <a:t>2023/10/5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56F56139-E9D8-452A-AFCD-9F64CECF9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A52E69B4-70FF-4B93-ACD9-39CB35DA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FDD63B-992A-4963-B4FF-3D8E2E9E157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1666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9CBEA3F-5ADC-4C9C-A7B1-7FB6BA591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12608E-D9BF-4071-90ED-6E8643537190}" type="datetime1">
              <a:rPr lang="zh-CN" altLang="en-US" smtClean="0"/>
              <a:t>2023/10/5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5E3A7A82-C3EA-4E48-ADF2-C9F0F4B9F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8977483-C766-4A38-B965-E3487DBB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7B350A-96DE-4831-A299-8751279B269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6191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A563FC7-0B6C-423B-B295-147E40F18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7A77BF-9C65-464C-AA1C-2C01CCB30988}" type="datetime1">
              <a:rPr lang="zh-CN" altLang="en-US" smtClean="0"/>
              <a:t>2023/10/5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5076843-BAB1-4854-A445-A0137A160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1EF6D50-E79D-49FA-B76A-6BA66596A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8F5F28-11E1-4F09-953A-DB09D1BF250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803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BDD4BC-D884-4375-89CE-7EEF4EC53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86CFD3-D634-43A4-A723-23E0FAF9D08F}" type="datetime1">
              <a:rPr lang="zh-CN" altLang="en-US" smtClean="0"/>
              <a:t>2023/10/5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74256A-0E7D-4754-A912-FD07C6E2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BAAEC-0BA9-41DF-8EBD-836A6ACE6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21D670-47FF-458F-87A7-4A231FD2161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5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0080B1-3975-480E-95BC-F6D48504C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10036D-2FFB-424C-A9E1-09041C423ED2}" type="datetime1">
              <a:rPr lang="zh-CN" altLang="en-US" smtClean="0"/>
              <a:t>2023/10/5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ABF498-AFF6-428E-A696-509856D7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41D49B-DC10-4DDF-98D3-3D985A27A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EDF25B-788C-4C3E-95C0-95CF9C7F284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795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25000"/>
                    </a14:imgEffect>
                    <a14:imgEffect>
                      <a14:colorTemperature colorTemp="97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C7EC5E42-6E5D-407E-9066-783F041463F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11424" y="273844"/>
            <a:ext cx="1026484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9D24FB56-6E7A-4776-AD9A-1053A7134C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95467" y="1438518"/>
            <a:ext cx="969707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44D87F-9B01-43C0-BA99-2ADBDACEA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484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8DE9561-D62E-46F4-B872-58742F3A791E}" type="datetime1">
              <a:rPr lang="zh-CN" altLang="en-US" smtClean="0"/>
              <a:t>2023/10/5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A00A20-4C62-4617-A875-61759F786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8484" y="649287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342A9B-B8D3-4025-AFBA-96BF91BF6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0484" y="6492876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F25E571C-9FBD-4713-AA8D-FC2F4955C76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 b="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7.wmf"/><Relationship Id="rId18" Type="http://schemas.openxmlformats.org/officeDocument/2006/relationships/oleObject" Target="../embeddings/oleObject9.bin"/><Relationship Id="rId26" Type="http://schemas.openxmlformats.org/officeDocument/2006/relationships/oleObject" Target="../embeddings/oleObject13.bin"/><Relationship Id="rId3" Type="http://schemas.openxmlformats.org/officeDocument/2006/relationships/image" Target="../media/image2.wmf"/><Relationship Id="rId21" Type="http://schemas.openxmlformats.org/officeDocument/2006/relationships/image" Target="../media/image11.wmf"/><Relationship Id="rId7" Type="http://schemas.openxmlformats.org/officeDocument/2006/relationships/image" Target="../media/image4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9.wmf"/><Relationship Id="rId25" Type="http://schemas.openxmlformats.org/officeDocument/2006/relationships/image" Target="../media/image13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29" Type="http://schemas.openxmlformats.org/officeDocument/2006/relationships/image" Target="../media/image15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wmf"/><Relationship Id="rId24" Type="http://schemas.openxmlformats.org/officeDocument/2006/relationships/oleObject" Target="../embeddings/oleObject12.bin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23" Type="http://schemas.openxmlformats.org/officeDocument/2006/relationships/image" Target="../media/image12.wmf"/><Relationship Id="rId28" Type="http://schemas.openxmlformats.org/officeDocument/2006/relationships/oleObject" Target="../embeddings/oleObject14.bin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10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1.bin"/><Relationship Id="rId27" Type="http://schemas.openxmlformats.org/officeDocument/2006/relationships/image" Target="../media/image14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13" Type="http://schemas.openxmlformats.org/officeDocument/2006/relationships/image" Target="../media/image21.wmf"/><Relationship Id="rId3" Type="http://schemas.openxmlformats.org/officeDocument/2006/relationships/image" Target="../media/image16.wmf"/><Relationship Id="rId7" Type="http://schemas.openxmlformats.org/officeDocument/2006/relationships/image" Target="../media/image18.wmf"/><Relationship Id="rId12" Type="http://schemas.openxmlformats.org/officeDocument/2006/relationships/oleObject" Target="../embeddings/oleObject20.bin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20.wmf"/><Relationship Id="rId5" Type="http://schemas.openxmlformats.org/officeDocument/2006/relationships/image" Target="../media/image17.wmf"/><Relationship Id="rId15" Type="http://schemas.openxmlformats.org/officeDocument/2006/relationships/image" Target="../media/image22.wmf"/><Relationship Id="rId10" Type="http://schemas.openxmlformats.org/officeDocument/2006/relationships/oleObject" Target="../embeddings/oleObject19.bin"/><Relationship Id="rId4" Type="http://schemas.openxmlformats.org/officeDocument/2006/relationships/oleObject" Target="../embeddings/oleObject16.bin"/><Relationship Id="rId9" Type="http://schemas.openxmlformats.org/officeDocument/2006/relationships/image" Target="../media/image19.wmf"/><Relationship Id="rId14" Type="http://schemas.openxmlformats.org/officeDocument/2006/relationships/oleObject" Target="../embeddings/oleObject21.bin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8.wmf"/><Relationship Id="rId18" Type="http://schemas.openxmlformats.org/officeDocument/2006/relationships/image" Target="../media/image30.wmf"/><Relationship Id="rId26" Type="http://schemas.openxmlformats.org/officeDocument/2006/relationships/image" Target="../media/image34.wmf"/><Relationship Id="rId3" Type="http://schemas.openxmlformats.org/officeDocument/2006/relationships/image" Target="../media/image23.wmf"/><Relationship Id="rId21" Type="http://schemas.openxmlformats.org/officeDocument/2006/relationships/oleObject" Target="../embeddings/oleObject32.bin"/><Relationship Id="rId34" Type="http://schemas.openxmlformats.org/officeDocument/2006/relationships/image" Target="../media/image38.wmf"/><Relationship Id="rId7" Type="http://schemas.openxmlformats.org/officeDocument/2006/relationships/image" Target="../media/image25.wmf"/><Relationship Id="rId12" Type="http://schemas.openxmlformats.org/officeDocument/2006/relationships/oleObject" Target="../embeddings/oleObject27.bin"/><Relationship Id="rId17" Type="http://schemas.openxmlformats.org/officeDocument/2006/relationships/oleObject" Target="../embeddings/oleObject30.bin"/><Relationship Id="rId25" Type="http://schemas.openxmlformats.org/officeDocument/2006/relationships/oleObject" Target="../embeddings/oleObject34.bin"/><Relationship Id="rId33" Type="http://schemas.openxmlformats.org/officeDocument/2006/relationships/oleObject" Target="../embeddings/oleObject38.bin"/><Relationship Id="rId2" Type="http://schemas.openxmlformats.org/officeDocument/2006/relationships/oleObject" Target="../embeddings/oleObject22.bin"/><Relationship Id="rId16" Type="http://schemas.openxmlformats.org/officeDocument/2006/relationships/image" Target="../media/image29.wmf"/><Relationship Id="rId20" Type="http://schemas.openxmlformats.org/officeDocument/2006/relationships/image" Target="../media/image31.wmf"/><Relationship Id="rId29" Type="http://schemas.openxmlformats.org/officeDocument/2006/relationships/oleObject" Target="../embeddings/oleObject3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.bin"/><Relationship Id="rId11" Type="http://schemas.openxmlformats.org/officeDocument/2006/relationships/image" Target="../media/image27.wmf"/><Relationship Id="rId24" Type="http://schemas.openxmlformats.org/officeDocument/2006/relationships/image" Target="../media/image33.wmf"/><Relationship Id="rId32" Type="http://schemas.openxmlformats.org/officeDocument/2006/relationships/image" Target="../media/image37.wmf"/><Relationship Id="rId5" Type="http://schemas.openxmlformats.org/officeDocument/2006/relationships/image" Target="../media/image24.wmf"/><Relationship Id="rId15" Type="http://schemas.openxmlformats.org/officeDocument/2006/relationships/oleObject" Target="../embeddings/oleObject29.bin"/><Relationship Id="rId23" Type="http://schemas.openxmlformats.org/officeDocument/2006/relationships/oleObject" Target="../embeddings/oleObject33.bin"/><Relationship Id="rId28" Type="http://schemas.openxmlformats.org/officeDocument/2006/relationships/image" Target="../media/image35.wmf"/><Relationship Id="rId36" Type="http://schemas.openxmlformats.org/officeDocument/2006/relationships/image" Target="../media/image39.wmf"/><Relationship Id="rId10" Type="http://schemas.openxmlformats.org/officeDocument/2006/relationships/oleObject" Target="../embeddings/oleObject26.bin"/><Relationship Id="rId19" Type="http://schemas.openxmlformats.org/officeDocument/2006/relationships/oleObject" Target="../embeddings/oleObject31.bin"/><Relationship Id="rId31" Type="http://schemas.openxmlformats.org/officeDocument/2006/relationships/oleObject" Target="../embeddings/oleObject37.bin"/><Relationship Id="rId4" Type="http://schemas.openxmlformats.org/officeDocument/2006/relationships/oleObject" Target="../embeddings/oleObject23.bin"/><Relationship Id="rId9" Type="http://schemas.openxmlformats.org/officeDocument/2006/relationships/image" Target="../media/image26.wmf"/><Relationship Id="rId14" Type="http://schemas.openxmlformats.org/officeDocument/2006/relationships/oleObject" Target="../embeddings/oleObject28.bin"/><Relationship Id="rId22" Type="http://schemas.openxmlformats.org/officeDocument/2006/relationships/image" Target="../media/image32.wmf"/><Relationship Id="rId27" Type="http://schemas.openxmlformats.org/officeDocument/2006/relationships/oleObject" Target="../embeddings/oleObject35.bin"/><Relationship Id="rId30" Type="http://schemas.openxmlformats.org/officeDocument/2006/relationships/image" Target="../media/image36.wmf"/><Relationship Id="rId35" Type="http://schemas.openxmlformats.org/officeDocument/2006/relationships/oleObject" Target="../embeddings/oleObject39.bin"/><Relationship Id="rId8" Type="http://schemas.openxmlformats.org/officeDocument/2006/relationships/oleObject" Target="../embeddings/oleObject25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13" Type="http://schemas.openxmlformats.org/officeDocument/2006/relationships/image" Target="../media/image45.wmf"/><Relationship Id="rId3" Type="http://schemas.openxmlformats.org/officeDocument/2006/relationships/image" Target="../media/image40.wmf"/><Relationship Id="rId7" Type="http://schemas.openxmlformats.org/officeDocument/2006/relationships/image" Target="../media/image42.wmf"/><Relationship Id="rId12" Type="http://schemas.openxmlformats.org/officeDocument/2006/relationships/oleObject" Target="../embeddings/oleObject45.bin"/><Relationship Id="rId2" Type="http://schemas.openxmlformats.org/officeDocument/2006/relationships/oleObject" Target="../embeddings/oleObject4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2.bin"/><Relationship Id="rId11" Type="http://schemas.openxmlformats.org/officeDocument/2006/relationships/image" Target="../media/image44.wmf"/><Relationship Id="rId5" Type="http://schemas.openxmlformats.org/officeDocument/2006/relationships/image" Target="../media/image41.wmf"/><Relationship Id="rId10" Type="http://schemas.openxmlformats.org/officeDocument/2006/relationships/oleObject" Target="../embeddings/oleObject44.bin"/><Relationship Id="rId4" Type="http://schemas.openxmlformats.org/officeDocument/2006/relationships/oleObject" Target="../embeddings/oleObject41.bin"/><Relationship Id="rId9" Type="http://schemas.openxmlformats.org/officeDocument/2006/relationships/image" Target="../media/image43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13" Type="http://schemas.openxmlformats.org/officeDocument/2006/relationships/image" Target="../media/image51.emf"/><Relationship Id="rId3" Type="http://schemas.openxmlformats.org/officeDocument/2006/relationships/image" Target="../media/image46.wmf"/><Relationship Id="rId7" Type="http://schemas.openxmlformats.org/officeDocument/2006/relationships/image" Target="../media/image48.emf"/><Relationship Id="rId12" Type="http://schemas.openxmlformats.org/officeDocument/2006/relationships/oleObject" Target="../embeddings/oleObject51.bin"/><Relationship Id="rId2" Type="http://schemas.openxmlformats.org/officeDocument/2006/relationships/oleObject" Target="../embeddings/oleObject4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8.bin"/><Relationship Id="rId11" Type="http://schemas.openxmlformats.org/officeDocument/2006/relationships/image" Target="../media/image50.emf"/><Relationship Id="rId5" Type="http://schemas.openxmlformats.org/officeDocument/2006/relationships/image" Target="../media/image47.emf"/><Relationship Id="rId15" Type="http://schemas.openxmlformats.org/officeDocument/2006/relationships/image" Target="../media/image52.wmf"/><Relationship Id="rId10" Type="http://schemas.openxmlformats.org/officeDocument/2006/relationships/oleObject" Target="../embeddings/oleObject50.bin"/><Relationship Id="rId4" Type="http://schemas.openxmlformats.org/officeDocument/2006/relationships/oleObject" Target="../embeddings/oleObject47.bin"/><Relationship Id="rId9" Type="http://schemas.openxmlformats.org/officeDocument/2006/relationships/image" Target="../media/image49.emf"/><Relationship Id="rId14" Type="http://schemas.openxmlformats.org/officeDocument/2006/relationships/oleObject" Target="../embeddings/oleObject52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.bin"/><Relationship Id="rId13" Type="http://schemas.openxmlformats.org/officeDocument/2006/relationships/image" Target="../media/image58.wmf"/><Relationship Id="rId3" Type="http://schemas.openxmlformats.org/officeDocument/2006/relationships/image" Target="../media/image53.wmf"/><Relationship Id="rId7" Type="http://schemas.openxmlformats.org/officeDocument/2006/relationships/image" Target="../media/image55.wmf"/><Relationship Id="rId12" Type="http://schemas.openxmlformats.org/officeDocument/2006/relationships/oleObject" Target="../embeddings/oleObject58.bin"/><Relationship Id="rId2" Type="http://schemas.openxmlformats.org/officeDocument/2006/relationships/oleObject" Target="../embeddings/oleObject5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5.bin"/><Relationship Id="rId11" Type="http://schemas.openxmlformats.org/officeDocument/2006/relationships/image" Target="../media/image57.wmf"/><Relationship Id="rId5" Type="http://schemas.openxmlformats.org/officeDocument/2006/relationships/image" Target="../media/image54.wmf"/><Relationship Id="rId10" Type="http://schemas.openxmlformats.org/officeDocument/2006/relationships/oleObject" Target="../embeddings/oleObject57.bin"/><Relationship Id="rId4" Type="http://schemas.openxmlformats.org/officeDocument/2006/relationships/oleObject" Target="../embeddings/oleObject54.bin"/><Relationship Id="rId9" Type="http://schemas.openxmlformats.org/officeDocument/2006/relationships/image" Target="../media/image56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.bin"/><Relationship Id="rId13" Type="http://schemas.openxmlformats.org/officeDocument/2006/relationships/image" Target="../media/image64.wmf"/><Relationship Id="rId3" Type="http://schemas.openxmlformats.org/officeDocument/2006/relationships/image" Target="../media/image59.wmf"/><Relationship Id="rId7" Type="http://schemas.openxmlformats.org/officeDocument/2006/relationships/image" Target="../media/image61.wmf"/><Relationship Id="rId12" Type="http://schemas.openxmlformats.org/officeDocument/2006/relationships/oleObject" Target="../embeddings/oleObject64.bin"/><Relationship Id="rId2" Type="http://schemas.openxmlformats.org/officeDocument/2006/relationships/oleObject" Target="../embeddings/oleObject5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1.bin"/><Relationship Id="rId11" Type="http://schemas.openxmlformats.org/officeDocument/2006/relationships/image" Target="../media/image63.wmf"/><Relationship Id="rId5" Type="http://schemas.openxmlformats.org/officeDocument/2006/relationships/image" Target="../media/image60.wmf"/><Relationship Id="rId10" Type="http://schemas.openxmlformats.org/officeDocument/2006/relationships/oleObject" Target="../embeddings/oleObject63.bin"/><Relationship Id="rId4" Type="http://schemas.openxmlformats.org/officeDocument/2006/relationships/oleObject" Target="../embeddings/oleObject60.bin"/><Relationship Id="rId9" Type="http://schemas.openxmlformats.org/officeDocument/2006/relationships/image" Target="../media/image62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8.bin"/><Relationship Id="rId13" Type="http://schemas.openxmlformats.org/officeDocument/2006/relationships/image" Target="../media/image70.wmf"/><Relationship Id="rId18" Type="http://schemas.openxmlformats.org/officeDocument/2006/relationships/oleObject" Target="../embeddings/oleObject73.bin"/><Relationship Id="rId3" Type="http://schemas.openxmlformats.org/officeDocument/2006/relationships/image" Target="../media/image65.wmf"/><Relationship Id="rId21" Type="http://schemas.openxmlformats.org/officeDocument/2006/relationships/image" Target="../media/image74.wmf"/><Relationship Id="rId7" Type="http://schemas.openxmlformats.org/officeDocument/2006/relationships/image" Target="../media/image67.wmf"/><Relationship Id="rId12" Type="http://schemas.openxmlformats.org/officeDocument/2006/relationships/oleObject" Target="../embeddings/oleObject70.bin"/><Relationship Id="rId17" Type="http://schemas.openxmlformats.org/officeDocument/2006/relationships/image" Target="../media/image72.wmf"/><Relationship Id="rId2" Type="http://schemas.openxmlformats.org/officeDocument/2006/relationships/oleObject" Target="../embeddings/oleObject65.bin"/><Relationship Id="rId16" Type="http://schemas.openxmlformats.org/officeDocument/2006/relationships/oleObject" Target="../embeddings/oleObject72.bin"/><Relationship Id="rId20" Type="http://schemas.openxmlformats.org/officeDocument/2006/relationships/oleObject" Target="../embeddings/oleObject7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7.bin"/><Relationship Id="rId11" Type="http://schemas.openxmlformats.org/officeDocument/2006/relationships/image" Target="../media/image69.wmf"/><Relationship Id="rId5" Type="http://schemas.openxmlformats.org/officeDocument/2006/relationships/image" Target="../media/image66.wmf"/><Relationship Id="rId15" Type="http://schemas.openxmlformats.org/officeDocument/2006/relationships/image" Target="../media/image71.wmf"/><Relationship Id="rId23" Type="http://schemas.openxmlformats.org/officeDocument/2006/relationships/image" Target="../media/image75.wmf"/><Relationship Id="rId10" Type="http://schemas.openxmlformats.org/officeDocument/2006/relationships/oleObject" Target="../embeddings/oleObject69.bin"/><Relationship Id="rId19" Type="http://schemas.openxmlformats.org/officeDocument/2006/relationships/image" Target="../media/image73.wmf"/><Relationship Id="rId4" Type="http://schemas.openxmlformats.org/officeDocument/2006/relationships/oleObject" Target="../embeddings/oleObject66.bin"/><Relationship Id="rId9" Type="http://schemas.openxmlformats.org/officeDocument/2006/relationships/image" Target="../media/image68.wmf"/><Relationship Id="rId14" Type="http://schemas.openxmlformats.org/officeDocument/2006/relationships/oleObject" Target="../embeddings/oleObject71.bin"/><Relationship Id="rId22" Type="http://schemas.openxmlformats.org/officeDocument/2006/relationships/oleObject" Target="../embeddings/oleObject75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3" Type="http://schemas.openxmlformats.org/officeDocument/2006/relationships/oleObject" Target="../embeddings/oleObject76.bin"/><Relationship Id="rId7" Type="http://schemas.openxmlformats.org/officeDocument/2006/relationships/oleObject" Target="../embeddings/oleObject78.bin"/><Relationship Id="rId12" Type="http://schemas.openxmlformats.org/officeDocument/2006/relationships/image" Target="../media/image81.wmf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wmf"/><Relationship Id="rId11" Type="http://schemas.openxmlformats.org/officeDocument/2006/relationships/oleObject" Target="../embeddings/oleObject80.bin"/><Relationship Id="rId5" Type="http://schemas.openxmlformats.org/officeDocument/2006/relationships/oleObject" Target="../embeddings/oleObject77.bin"/><Relationship Id="rId10" Type="http://schemas.openxmlformats.org/officeDocument/2006/relationships/image" Target="../media/image80.wmf"/><Relationship Id="rId4" Type="http://schemas.openxmlformats.org/officeDocument/2006/relationships/image" Target="../media/image77.wmf"/><Relationship Id="rId9" Type="http://schemas.openxmlformats.org/officeDocument/2006/relationships/oleObject" Target="../embeddings/oleObject79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4.bin"/><Relationship Id="rId13" Type="http://schemas.openxmlformats.org/officeDocument/2006/relationships/image" Target="../media/image87.wmf"/><Relationship Id="rId18" Type="http://schemas.openxmlformats.org/officeDocument/2006/relationships/oleObject" Target="../embeddings/oleObject89.bin"/><Relationship Id="rId3" Type="http://schemas.openxmlformats.org/officeDocument/2006/relationships/image" Target="../media/image82.emf"/><Relationship Id="rId21" Type="http://schemas.openxmlformats.org/officeDocument/2006/relationships/image" Target="../media/image91.wmf"/><Relationship Id="rId7" Type="http://schemas.openxmlformats.org/officeDocument/2006/relationships/image" Target="../media/image84.emf"/><Relationship Id="rId12" Type="http://schemas.openxmlformats.org/officeDocument/2006/relationships/oleObject" Target="../embeddings/oleObject86.bin"/><Relationship Id="rId17" Type="http://schemas.openxmlformats.org/officeDocument/2006/relationships/image" Target="../media/image89.wmf"/><Relationship Id="rId2" Type="http://schemas.openxmlformats.org/officeDocument/2006/relationships/oleObject" Target="../embeddings/oleObject81.bin"/><Relationship Id="rId16" Type="http://schemas.openxmlformats.org/officeDocument/2006/relationships/oleObject" Target="../embeddings/oleObject88.bin"/><Relationship Id="rId20" Type="http://schemas.openxmlformats.org/officeDocument/2006/relationships/oleObject" Target="../embeddings/oleObject9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3.bin"/><Relationship Id="rId11" Type="http://schemas.openxmlformats.org/officeDocument/2006/relationships/image" Target="../media/image86.wmf"/><Relationship Id="rId5" Type="http://schemas.openxmlformats.org/officeDocument/2006/relationships/image" Target="../media/image83.emf"/><Relationship Id="rId15" Type="http://schemas.openxmlformats.org/officeDocument/2006/relationships/image" Target="../media/image88.wmf"/><Relationship Id="rId23" Type="http://schemas.openxmlformats.org/officeDocument/2006/relationships/image" Target="../media/image92.wmf"/><Relationship Id="rId10" Type="http://schemas.openxmlformats.org/officeDocument/2006/relationships/oleObject" Target="../embeddings/oleObject85.bin"/><Relationship Id="rId19" Type="http://schemas.openxmlformats.org/officeDocument/2006/relationships/image" Target="../media/image90.wmf"/><Relationship Id="rId4" Type="http://schemas.openxmlformats.org/officeDocument/2006/relationships/oleObject" Target="../embeddings/oleObject82.bin"/><Relationship Id="rId9" Type="http://schemas.openxmlformats.org/officeDocument/2006/relationships/image" Target="../media/image85.emf"/><Relationship Id="rId14" Type="http://schemas.openxmlformats.org/officeDocument/2006/relationships/oleObject" Target="../embeddings/oleObject87.bin"/><Relationship Id="rId22" Type="http://schemas.openxmlformats.org/officeDocument/2006/relationships/oleObject" Target="../embeddings/oleObject91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5.bin"/><Relationship Id="rId13" Type="http://schemas.openxmlformats.org/officeDocument/2006/relationships/image" Target="../media/image98.wmf"/><Relationship Id="rId3" Type="http://schemas.openxmlformats.org/officeDocument/2006/relationships/image" Target="../media/image93.wmf"/><Relationship Id="rId7" Type="http://schemas.openxmlformats.org/officeDocument/2006/relationships/image" Target="../media/image95.wmf"/><Relationship Id="rId12" Type="http://schemas.openxmlformats.org/officeDocument/2006/relationships/oleObject" Target="../embeddings/oleObject97.bin"/><Relationship Id="rId2" Type="http://schemas.openxmlformats.org/officeDocument/2006/relationships/oleObject" Target="../embeddings/oleObject9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4.bin"/><Relationship Id="rId11" Type="http://schemas.openxmlformats.org/officeDocument/2006/relationships/image" Target="../media/image97.wmf"/><Relationship Id="rId5" Type="http://schemas.openxmlformats.org/officeDocument/2006/relationships/image" Target="../media/image94.wmf"/><Relationship Id="rId10" Type="http://schemas.openxmlformats.org/officeDocument/2006/relationships/oleObject" Target="../embeddings/oleObject96.bin"/><Relationship Id="rId4" Type="http://schemas.openxmlformats.org/officeDocument/2006/relationships/oleObject" Target="../embeddings/oleObject93.bin"/><Relationship Id="rId9" Type="http://schemas.openxmlformats.org/officeDocument/2006/relationships/image" Target="../media/image96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1.bin"/><Relationship Id="rId13" Type="http://schemas.openxmlformats.org/officeDocument/2006/relationships/image" Target="../media/image104.wmf"/><Relationship Id="rId3" Type="http://schemas.openxmlformats.org/officeDocument/2006/relationships/image" Target="../media/image99.wmf"/><Relationship Id="rId7" Type="http://schemas.openxmlformats.org/officeDocument/2006/relationships/image" Target="../media/image101.wmf"/><Relationship Id="rId12" Type="http://schemas.openxmlformats.org/officeDocument/2006/relationships/oleObject" Target="../embeddings/oleObject103.bin"/><Relationship Id="rId17" Type="http://schemas.openxmlformats.org/officeDocument/2006/relationships/image" Target="../media/image106.wmf"/><Relationship Id="rId2" Type="http://schemas.openxmlformats.org/officeDocument/2006/relationships/oleObject" Target="../embeddings/oleObject98.bin"/><Relationship Id="rId16" Type="http://schemas.openxmlformats.org/officeDocument/2006/relationships/oleObject" Target="../embeddings/oleObject10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0.bin"/><Relationship Id="rId11" Type="http://schemas.openxmlformats.org/officeDocument/2006/relationships/image" Target="../media/image103.wmf"/><Relationship Id="rId5" Type="http://schemas.openxmlformats.org/officeDocument/2006/relationships/image" Target="../media/image100.wmf"/><Relationship Id="rId15" Type="http://schemas.openxmlformats.org/officeDocument/2006/relationships/image" Target="../media/image105.wmf"/><Relationship Id="rId10" Type="http://schemas.openxmlformats.org/officeDocument/2006/relationships/oleObject" Target="../embeddings/oleObject102.bin"/><Relationship Id="rId4" Type="http://schemas.openxmlformats.org/officeDocument/2006/relationships/oleObject" Target="../embeddings/oleObject99.bin"/><Relationship Id="rId9" Type="http://schemas.openxmlformats.org/officeDocument/2006/relationships/image" Target="../media/image102.wmf"/><Relationship Id="rId14" Type="http://schemas.openxmlformats.org/officeDocument/2006/relationships/oleObject" Target="../embeddings/oleObject104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9.bin"/><Relationship Id="rId13" Type="http://schemas.openxmlformats.org/officeDocument/2006/relationships/image" Target="../media/image112.wmf"/><Relationship Id="rId18" Type="http://schemas.openxmlformats.org/officeDocument/2006/relationships/oleObject" Target="../embeddings/oleObject114.bin"/><Relationship Id="rId3" Type="http://schemas.openxmlformats.org/officeDocument/2006/relationships/image" Target="../media/image107.wmf"/><Relationship Id="rId7" Type="http://schemas.openxmlformats.org/officeDocument/2006/relationships/image" Target="../media/image109.wmf"/><Relationship Id="rId12" Type="http://schemas.openxmlformats.org/officeDocument/2006/relationships/oleObject" Target="../embeddings/oleObject111.bin"/><Relationship Id="rId17" Type="http://schemas.openxmlformats.org/officeDocument/2006/relationships/image" Target="../media/image114.wmf"/><Relationship Id="rId2" Type="http://schemas.openxmlformats.org/officeDocument/2006/relationships/oleObject" Target="../embeddings/oleObject106.bin"/><Relationship Id="rId16" Type="http://schemas.openxmlformats.org/officeDocument/2006/relationships/oleObject" Target="../embeddings/oleObject11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8.bin"/><Relationship Id="rId11" Type="http://schemas.openxmlformats.org/officeDocument/2006/relationships/image" Target="../media/image111.wmf"/><Relationship Id="rId5" Type="http://schemas.openxmlformats.org/officeDocument/2006/relationships/image" Target="../media/image108.wmf"/><Relationship Id="rId15" Type="http://schemas.openxmlformats.org/officeDocument/2006/relationships/image" Target="../media/image113.wmf"/><Relationship Id="rId10" Type="http://schemas.openxmlformats.org/officeDocument/2006/relationships/oleObject" Target="../embeddings/oleObject110.bin"/><Relationship Id="rId19" Type="http://schemas.openxmlformats.org/officeDocument/2006/relationships/image" Target="../media/image115.wmf"/><Relationship Id="rId4" Type="http://schemas.openxmlformats.org/officeDocument/2006/relationships/oleObject" Target="../embeddings/oleObject107.bin"/><Relationship Id="rId9" Type="http://schemas.openxmlformats.org/officeDocument/2006/relationships/image" Target="../media/image110.wmf"/><Relationship Id="rId14" Type="http://schemas.openxmlformats.org/officeDocument/2006/relationships/oleObject" Target="../embeddings/oleObject112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8.bin"/><Relationship Id="rId13" Type="http://schemas.openxmlformats.org/officeDocument/2006/relationships/image" Target="../media/image121.wmf"/><Relationship Id="rId18" Type="http://schemas.openxmlformats.org/officeDocument/2006/relationships/oleObject" Target="../embeddings/oleObject123.bin"/><Relationship Id="rId3" Type="http://schemas.openxmlformats.org/officeDocument/2006/relationships/image" Target="../media/image116.wmf"/><Relationship Id="rId21" Type="http://schemas.openxmlformats.org/officeDocument/2006/relationships/image" Target="../media/image125.wmf"/><Relationship Id="rId7" Type="http://schemas.openxmlformats.org/officeDocument/2006/relationships/image" Target="../media/image118.wmf"/><Relationship Id="rId12" Type="http://schemas.openxmlformats.org/officeDocument/2006/relationships/oleObject" Target="../embeddings/oleObject120.bin"/><Relationship Id="rId17" Type="http://schemas.openxmlformats.org/officeDocument/2006/relationships/image" Target="../media/image123.wmf"/><Relationship Id="rId2" Type="http://schemas.openxmlformats.org/officeDocument/2006/relationships/oleObject" Target="../embeddings/oleObject115.bin"/><Relationship Id="rId16" Type="http://schemas.openxmlformats.org/officeDocument/2006/relationships/oleObject" Target="../embeddings/oleObject122.bin"/><Relationship Id="rId20" Type="http://schemas.openxmlformats.org/officeDocument/2006/relationships/oleObject" Target="../embeddings/oleObject12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7.bin"/><Relationship Id="rId11" Type="http://schemas.openxmlformats.org/officeDocument/2006/relationships/image" Target="../media/image120.wmf"/><Relationship Id="rId5" Type="http://schemas.openxmlformats.org/officeDocument/2006/relationships/image" Target="../media/image117.wmf"/><Relationship Id="rId15" Type="http://schemas.openxmlformats.org/officeDocument/2006/relationships/image" Target="../media/image122.wmf"/><Relationship Id="rId23" Type="http://schemas.openxmlformats.org/officeDocument/2006/relationships/image" Target="../media/image126.wmf"/><Relationship Id="rId10" Type="http://schemas.openxmlformats.org/officeDocument/2006/relationships/oleObject" Target="../embeddings/oleObject119.bin"/><Relationship Id="rId19" Type="http://schemas.openxmlformats.org/officeDocument/2006/relationships/image" Target="../media/image124.wmf"/><Relationship Id="rId4" Type="http://schemas.openxmlformats.org/officeDocument/2006/relationships/oleObject" Target="../embeddings/oleObject116.bin"/><Relationship Id="rId9" Type="http://schemas.openxmlformats.org/officeDocument/2006/relationships/image" Target="../media/image119.wmf"/><Relationship Id="rId14" Type="http://schemas.openxmlformats.org/officeDocument/2006/relationships/oleObject" Target="../embeddings/oleObject121.bin"/><Relationship Id="rId22" Type="http://schemas.openxmlformats.org/officeDocument/2006/relationships/oleObject" Target="../embeddings/oleObject125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wmf"/><Relationship Id="rId7" Type="http://schemas.openxmlformats.org/officeDocument/2006/relationships/image" Target="../media/image129.wmf"/><Relationship Id="rId2" Type="http://schemas.openxmlformats.org/officeDocument/2006/relationships/oleObject" Target="../embeddings/oleObject12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8.bin"/><Relationship Id="rId5" Type="http://schemas.openxmlformats.org/officeDocument/2006/relationships/image" Target="../media/image128.wmf"/><Relationship Id="rId4" Type="http://schemas.openxmlformats.org/officeDocument/2006/relationships/oleObject" Target="../embeddings/oleObject127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2.bin"/><Relationship Id="rId13" Type="http://schemas.openxmlformats.org/officeDocument/2006/relationships/image" Target="../media/image135.emf"/><Relationship Id="rId18" Type="http://schemas.openxmlformats.org/officeDocument/2006/relationships/oleObject" Target="../embeddings/oleObject137.bin"/><Relationship Id="rId3" Type="http://schemas.openxmlformats.org/officeDocument/2006/relationships/image" Target="../media/image130.emf"/><Relationship Id="rId21" Type="http://schemas.openxmlformats.org/officeDocument/2006/relationships/image" Target="../media/image139.wmf"/><Relationship Id="rId7" Type="http://schemas.openxmlformats.org/officeDocument/2006/relationships/image" Target="../media/image132.emf"/><Relationship Id="rId12" Type="http://schemas.openxmlformats.org/officeDocument/2006/relationships/oleObject" Target="../embeddings/oleObject134.bin"/><Relationship Id="rId17" Type="http://schemas.openxmlformats.org/officeDocument/2006/relationships/image" Target="../media/image137.wmf"/><Relationship Id="rId2" Type="http://schemas.openxmlformats.org/officeDocument/2006/relationships/oleObject" Target="../embeddings/oleObject129.bin"/><Relationship Id="rId16" Type="http://schemas.openxmlformats.org/officeDocument/2006/relationships/oleObject" Target="../embeddings/oleObject136.bin"/><Relationship Id="rId20" Type="http://schemas.openxmlformats.org/officeDocument/2006/relationships/oleObject" Target="../embeddings/oleObject13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1.bin"/><Relationship Id="rId11" Type="http://schemas.openxmlformats.org/officeDocument/2006/relationships/image" Target="../media/image134.emf"/><Relationship Id="rId5" Type="http://schemas.openxmlformats.org/officeDocument/2006/relationships/image" Target="../media/image131.emf"/><Relationship Id="rId15" Type="http://schemas.openxmlformats.org/officeDocument/2006/relationships/image" Target="../media/image136.wmf"/><Relationship Id="rId10" Type="http://schemas.openxmlformats.org/officeDocument/2006/relationships/oleObject" Target="../embeddings/oleObject133.bin"/><Relationship Id="rId19" Type="http://schemas.openxmlformats.org/officeDocument/2006/relationships/image" Target="../media/image138.wmf"/><Relationship Id="rId4" Type="http://schemas.openxmlformats.org/officeDocument/2006/relationships/oleObject" Target="../embeddings/oleObject130.bin"/><Relationship Id="rId9" Type="http://schemas.openxmlformats.org/officeDocument/2006/relationships/image" Target="../media/image133.emf"/><Relationship Id="rId14" Type="http://schemas.openxmlformats.org/officeDocument/2006/relationships/oleObject" Target="../embeddings/oleObject135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wmf"/><Relationship Id="rId13" Type="http://schemas.openxmlformats.org/officeDocument/2006/relationships/oleObject" Target="../embeddings/oleObject144.bin"/><Relationship Id="rId18" Type="http://schemas.openxmlformats.org/officeDocument/2006/relationships/image" Target="../media/image148.wmf"/><Relationship Id="rId3" Type="http://schemas.openxmlformats.org/officeDocument/2006/relationships/image" Target="../media/image140.wmf"/><Relationship Id="rId7" Type="http://schemas.openxmlformats.org/officeDocument/2006/relationships/oleObject" Target="../embeddings/oleObject141.bin"/><Relationship Id="rId12" Type="http://schemas.openxmlformats.org/officeDocument/2006/relationships/image" Target="../media/image145.wmf"/><Relationship Id="rId17" Type="http://schemas.openxmlformats.org/officeDocument/2006/relationships/oleObject" Target="../embeddings/oleObject146.bin"/><Relationship Id="rId2" Type="http://schemas.openxmlformats.org/officeDocument/2006/relationships/oleObject" Target="../embeddings/oleObject139.bin"/><Relationship Id="rId16" Type="http://schemas.openxmlformats.org/officeDocument/2006/relationships/image" Target="../media/image147.emf"/><Relationship Id="rId20" Type="http://schemas.openxmlformats.org/officeDocument/2006/relationships/image" Target="../media/image149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2.wmf"/><Relationship Id="rId11" Type="http://schemas.openxmlformats.org/officeDocument/2006/relationships/oleObject" Target="../embeddings/oleObject143.bin"/><Relationship Id="rId5" Type="http://schemas.openxmlformats.org/officeDocument/2006/relationships/oleObject" Target="../embeddings/oleObject140.bin"/><Relationship Id="rId15" Type="http://schemas.openxmlformats.org/officeDocument/2006/relationships/oleObject" Target="../embeddings/oleObject145.bin"/><Relationship Id="rId10" Type="http://schemas.openxmlformats.org/officeDocument/2006/relationships/image" Target="../media/image144.wmf"/><Relationship Id="rId19" Type="http://schemas.openxmlformats.org/officeDocument/2006/relationships/oleObject" Target="../embeddings/oleObject147.bin"/><Relationship Id="rId4" Type="http://schemas.openxmlformats.org/officeDocument/2006/relationships/image" Target="../media/image141.wmf"/><Relationship Id="rId9" Type="http://schemas.openxmlformats.org/officeDocument/2006/relationships/oleObject" Target="../embeddings/oleObject142.bin"/><Relationship Id="rId14" Type="http://schemas.openxmlformats.org/officeDocument/2006/relationships/image" Target="../media/image146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1.bin"/><Relationship Id="rId13" Type="http://schemas.openxmlformats.org/officeDocument/2006/relationships/image" Target="../media/image155.wmf"/><Relationship Id="rId3" Type="http://schemas.openxmlformats.org/officeDocument/2006/relationships/image" Target="../media/image150.wmf"/><Relationship Id="rId7" Type="http://schemas.openxmlformats.org/officeDocument/2006/relationships/image" Target="../media/image152.wmf"/><Relationship Id="rId12" Type="http://schemas.openxmlformats.org/officeDocument/2006/relationships/oleObject" Target="../embeddings/oleObject153.bin"/><Relationship Id="rId17" Type="http://schemas.openxmlformats.org/officeDocument/2006/relationships/image" Target="../media/image157.wmf"/><Relationship Id="rId2" Type="http://schemas.openxmlformats.org/officeDocument/2006/relationships/oleObject" Target="../embeddings/oleObject148.bin"/><Relationship Id="rId16" Type="http://schemas.openxmlformats.org/officeDocument/2006/relationships/oleObject" Target="../embeddings/oleObject15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0.bin"/><Relationship Id="rId11" Type="http://schemas.openxmlformats.org/officeDocument/2006/relationships/image" Target="../media/image154.wmf"/><Relationship Id="rId5" Type="http://schemas.openxmlformats.org/officeDocument/2006/relationships/image" Target="../media/image151.wmf"/><Relationship Id="rId15" Type="http://schemas.openxmlformats.org/officeDocument/2006/relationships/image" Target="../media/image156.wmf"/><Relationship Id="rId10" Type="http://schemas.openxmlformats.org/officeDocument/2006/relationships/oleObject" Target="../embeddings/oleObject152.bin"/><Relationship Id="rId4" Type="http://schemas.openxmlformats.org/officeDocument/2006/relationships/oleObject" Target="../embeddings/oleObject149.bin"/><Relationship Id="rId9" Type="http://schemas.openxmlformats.org/officeDocument/2006/relationships/image" Target="../media/image153.wmf"/><Relationship Id="rId14" Type="http://schemas.openxmlformats.org/officeDocument/2006/relationships/oleObject" Target="../embeddings/oleObject154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9.bin"/><Relationship Id="rId13" Type="http://schemas.openxmlformats.org/officeDocument/2006/relationships/image" Target="../media/image163.wmf"/><Relationship Id="rId3" Type="http://schemas.openxmlformats.org/officeDocument/2006/relationships/image" Target="../media/image158.wmf"/><Relationship Id="rId7" Type="http://schemas.openxmlformats.org/officeDocument/2006/relationships/image" Target="../media/image160.wmf"/><Relationship Id="rId12" Type="http://schemas.openxmlformats.org/officeDocument/2006/relationships/oleObject" Target="../embeddings/oleObject161.bin"/><Relationship Id="rId2" Type="http://schemas.openxmlformats.org/officeDocument/2006/relationships/oleObject" Target="../embeddings/oleObject15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8.bin"/><Relationship Id="rId11" Type="http://schemas.openxmlformats.org/officeDocument/2006/relationships/image" Target="../media/image162.wmf"/><Relationship Id="rId5" Type="http://schemas.openxmlformats.org/officeDocument/2006/relationships/image" Target="../media/image159.wmf"/><Relationship Id="rId10" Type="http://schemas.openxmlformats.org/officeDocument/2006/relationships/oleObject" Target="../embeddings/oleObject160.bin"/><Relationship Id="rId4" Type="http://schemas.openxmlformats.org/officeDocument/2006/relationships/oleObject" Target="../embeddings/oleObject157.bin"/><Relationship Id="rId9" Type="http://schemas.openxmlformats.org/officeDocument/2006/relationships/image" Target="../media/image161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5.bin"/><Relationship Id="rId13" Type="http://schemas.openxmlformats.org/officeDocument/2006/relationships/image" Target="../media/image169.wmf"/><Relationship Id="rId18" Type="http://schemas.openxmlformats.org/officeDocument/2006/relationships/oleObject" Target="../embeddings/oleObject170.bin"/><Relationship Id="rId26" Type="http://schemas.openxmlformats.org/officeDocument/2006/relationships/image" Target="../media/image175.wmf"/><Relationship Id="rId3" Type="http://schemas.openxmlformats.org/officeDocument/2006/relationships/image" Target="../media/image164.wmf"/><Relationship Id="rId21" Type="http://schemas.openxmlformats.org/officeDocument/2006/relationships/oleObject" Target="../embeddings/oleObject172.bin"/><Relationship Id="rId7" Type="http://schemas.openxmlformats.org/officeDocument/2006/relationships/image" Target="../media/image166.wmf"/><Relationship Id="rId12" Type="http://schemas.openxmlformats.org/officeDocument/2006/relationships/oleObject" Target="../embeddings/oleObject167.bin"/><Relationship Id="rId17" Type="http://schemas.openxmlformats.org/officeDocument/2006/relationships/image" Target="../media/image171.wmf"/><Relationship Id="rId25" Type="http://schemas.openxmlformats.org/officeDocument/2006/relationships/oleObject" Target="../embeddings/oleObject174.bin"/><Relationship Id="rId2" Type="http://schemas.openxmlformats.org/officeDocument/2006/relationships/oleObject" Target="../embeddings/oleObject162.bin"/><Relationship Id="rId16" Type="http://schemas.openxmlformats.org/officeDocument/2006/relationships/oleObject" Target="../embeddings/oleObject169.bin"/><Relationship Id="rId20" Type="http://schemas.openxmlformats.org/officeDocument/2006/relationships/oleObject" Target="../embeddings/oleObject17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4.bin"/><Relationship Id="rId11" Type="http://schemas.openxmlformats.org/officeDocument/2006/relationships/image" Target="../media/image168.wmf"/><Relationship Id="rId24" Type="http://schemas.openxmlformats.org/officeDocument/2006/relationships/image" Target="../media/image174.wmf"/><Relationship Id="rId5" Type="http://schemas.openxmlformats.org/officeDocument/2006/relationships/image" Target="../media/image165.wmf"/><Relationship Id="rId15" Type="http://schemas.openxmlformats.org/officeDocument/2006/relationships/image" Target="../media/image170.wmf"/><Relationship Id="rId23" Type="http://schemas.openxmlformats.org/officeDocument/2006/relationships/oleObject" Target="../embeddings/oleObject173.bin"/><Relationship Id="rId28" Type="http://schemas.openxmlformats.org/officeDocument/2006/relationships/image" Target="../media/image176.wmf"/><Relationship Id="rId10" Type="http://schemas.openxmlformats.org/officeDocument/2006/relationships/oleObject" Target="../embeddings/oleObject166.bin"/><Relationship Id="rId19" Type="http://schemas.openxmlformats.org/officeDocument/2006/relationships/image" Target="../media/image172.wmf"/><Relationship Id="rId4" Type="http://schemas.openxmlformats.org/officeDocument/2006/relationships/oleObject" Target="../embeddings/oleObject163.bin"/><Relationship Id="rId9" Type="http://schemas.openxmlformats.org/officeDocument/2006/relationships/image" Target="../media/image167.wmf"/><Relationship Id="rId14" Type="http://schemas.openxmlformats.org/officeDocument/2006/relationships/oleObject" Target="../embeddings/oleObject168.bin"/><Relationship Id="rId22" Type="http://schemas.openxmlformats.org/officeDocument/2006/relationships/image" Target="../media/image173.wmf"/><Relationship Id="rId27" Type="http://schemas.openxmlformats.org/officeDocument/2006/relationships/oleObject" Target="../embeddings/oleObject175.bin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2.wmf"/><Relationship Id="rId18" Type="http://schemas.openxmlformats.org/officeDocument/2006/relationships/oleObject" Target="../embeddings/oleObject184.bin"/><Relationship Id="rId26" Type="http://schemas.openxmlformats.org/officeDocument/2006/relationships/oleObject" Target="../embeddings/oleObject188.bin"/><Relationship Id="rId3" Type="http://schemas.openxmlformats.org/officeDocument/2006/relationships/image" Target="../media/image177.wmf"/><Relationship Id="rId21" Type="http://schemas.openxmlformats.org/officeDocument/2006/relationships/image" Target="../media/image186.wmf"/><Relationship Id="rId34" Type="http://schemas.openxmlformats.org/officeDocument/2006/relationships/oleObject" Target="../embeddings/oleObject192.bin"/><Relationship Id="rId7" Type="http://schemas.openxmlformats.org/officeDocument/2006/relationships/image" Target="../media/image179.wmf"/><Relationship Id="rId12" Type="http://schemas.openxmlformats.org/officeDocument/2006/relationships/oleObject" Target="../embeddings/oleObject181.bin"/><Relationship Id="rId17" Type="http://schemas.openxmlformats.org/officeDocument/2006/relationships/image" Target="../media/image184.wmf"/><Relationship Id="rId25" Type="http://schemas.openxmlformats.org/officeDocument/2006/relationships/image" Target="../media/image188.wmf"/><Relationship Id="rId33" Type="http://schemas.openxmlformats.org/officeDocument/2006/relationships/image" Target="../media/image192.wmf"/><Relationship Id="rId2" Type="http://schemas.openxmlformats.org/officeDocument/2006/relationships/oleObject" Target="../embeddings/oleObject176.bin"/><Relationship Id="rId16" Type="http://schemas.openxmlformats.org/officeDocument/2006/relationships/oleObject" Target="../embeddings/oleObject183.bin"/><Relationship Id="rId20" Type="http://schemas.openxmlformats.org/officeDocument/2006/relationships/oleObject" Target="../embeddings/oleObject185.bin"/><Relationship Id="rId29" Type="http://schemas.openxmlformats.org/officeDocument/2006/relationships/image" Target="../media/image190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8.bin"/><Relationship Id="rId11" Type="http://schemas.openxmlformats.org/officeDocument/2006/relationships/image" Target="../media/image181.wmf"/><Relationship Id="rId24" Type="http://schemas.openxmlformats.org/officeDocument/2006/relationships/oleObject" Target="../embeddings/oleObject187.bin"/><Relationship Id="rId32" Type="http://schemas.openxmlformats.org/officeDocument/2006/relationships/oleObject" Target="../embeddings/oleObject191.bin"/><Relationship Id="rId5" Type="http://schemas.openxmlformats.org/officeDocument/2006/relationships/image" Target="../media/image178.wmf"/><Relationship Id="rId15" Type="http://schemas.openxmlformats.org/officeDocument/2006/relationships/image" Target="../media/image183.wmf"/><Relationship Id="rId23" Type="http://schemas.openxmlformats.org/officeDocument/2006/relationships/image" Target="../media/image187.wmf"/><Relationship Id="rId28" Type="http://schemas.openxmlformats.org/officeDocument/2006/relationships/oleObject" Target="../embeddings/oleObject189.bin"/><Relationship Id="rId10" Type="http://schemas.openxmlformats.org/officeDocument/2006/relationships/oleObject" Target="../embeddings/oleObject180.bin"/><Relationship Id="rId19" Type="http://schemas.openxmlformats.org/officeDocument/2006/relationships/image" Target="../media/image185.wmf"/><Relationship Id="rId31" Type="http://schemas.openxmlformats.org/officeDocument/2006/relationships/image" Target="../media/image191.wmf"/><Relationship Id="rId4" Type="http://schemas.openxmlformats.org/officeDocument/2006/relationships/oleObject" Target="../embeddings/oleObject177.bin"/><Relationship Id="rId9" Type="http://schemas.openxmlformats.org/officeDocument/2006/relationships/image" Target="../media/image180.wmf"/><Relationship Id="rId14" Type="http://schemas.openxmlformats.org/officeDocument/2006/relationships/oleObject" Target="../embeddings/oleObject182.bin"/><Relationship Id="rId22" Type="http://schemas.openxmlformats.org/officeDocument/2006/relationships/oleObject" Target="../embeddings/oleObject186.bin"/><Relationship Id="rId27" Type="http://schemas.openxmlformats.org/officeDocument/2006/relationships/image" Target="../media/image189.wmf"/><Relationship Id="rId30" Type="http://schemas.openxmlformats.org/officeDocument/2006/relationships/oleObject" Target="../embeddings/oleObject190.bin"/><Relationship Id="rId35" Type="http://schemas.openxmlformats.org/officeDocument/2006/relationships/image" Target="../media/image193.wmf"/><Relationship Id="rId8" Type="http://schemas.openxmlformats.org/officeDocument/2006/relationships/oleObject" Target="../embeddings/oleObject179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6.bin"/><Relationship Id="rId13" Type="http://schemas.openxmlformats.org/officeDocument/2006/relationships/image" Target="../media/image199.wmf"/><Relationship Id="rId18" Type="http://schemas.openxmlformats.org/officeDocument/2006/relationships/oleObject" Target="../embeddings/oleObject201.bin"/><Relationship Id="rId3" Type="http://schemas.openxmlformats.org/officeDocument/2006/relationships/image" Target="../media/image194.wmf"/><Relationship Id="rId21" Type="http://schemas.openxmlformats.org/officeDocument/2006/relationships/image" Target="../media/image203.wmf"/><Relationship Id="rId7" Type="http://schemas.openxmlformats.org/officeDocument/2006/relationships/image" Target="../media/image196.wmf"/><Relationship Id="rId12" Type="http://schemas.openxmlformats.org/officeDocument/2006/relationships/oleObject" Target="../embeddings/oleObject198.bin"/><Relationship Id="rId17" Type="http://schemas.openxmlformats.org/officeDocument/2006/relationships/image" Target="../media/image201.wmf"/><Relationship Id="rId2" Type="http://schemas.openxmlformats.org/officeDocument/2006/relationships/oleObject" Target="../embeddings/oleObject193.bin"/><Relationship Id="rId16" Type="http://schemas.openxmlformats.org/officeDocument/2006/relationships/oleObject" Target="../embeddings/oleObject200.bin"/><Relationship Id="rId20" Type="http://schemas.openxmlformats.org/officeDocument/2006/relationships/oleObject" Target="../embeddings/oleObject20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5.bin"/><Relationship Id="rId11" Type="http://schemas.openxmlformats.org/officeDocument/2006/relationships/image" Target="../media/image198.wmf"/><Relationship Id="rId5" Type="http://schemas.openxmlformats.org/officeDocument/2006/relationships/image" Target="../media/image195.wmf"/><Relationship Id="rId15" Type="http://schemas.openxmlformats.org/officeDocument/2006/relationships/image" Target="../media/image200.wmf"/><Relationship Id="rId23" Type="http://schemas.openxmlformats.org/officeDocument/2006/relationships/image" Target="../media/image204.wmf"/><Relationship Id="rId10" Type="http://schemas.openxmlformats.org/officeDocument/2006/relationships/oleObject" Target="../embeddings/oleObject197.bin"/><Relationship Id="rId19" Type="http://schemas.openxmlformats.org/officeDocument/2006/relationships/image" Target="../media/image202.wmf"/><Relationship Id="rId4" Type="http://schemas.openxmlformats.org/officeDocument/2006/relationships/oleObject" Target="../embeddings/oleObject194.bin"/><Relationship Id="rId9" Type="http://schemas.openxmlformats.org/officeDocument/2006/relationships/image" Target="../media/image197.wmf"/><Relationship Id="rId14" Type="http://schemas.openxmlformats.org/officeDocument/2006/relationships/oleObject" Target="../embeddings/oleObject199.bin"/><Relationship Id="rId22" Type="http://schemas.openxmlformats.org/officeDocument/2006/relationships/oleObject" Target="../embeddings/oleObject203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7.bin"/><Relationship Id="rId13" Type="http://schemas.openxmlformats.org/officeDocument/2006/relationships/image" Target="../media/image210.wmf"/><Relationship Id="rId18" Type="http://schemas.openxmlformats.org/officeDocument/2006/relationships/oleObject" Target="../embeddings/oleObject212.bin"/><Relationship Id="rId26" Type="http://schemas.openxmlformats.org/officeDocument/2006/relationships/oleObject" Target="../embeddings/oleObject216.bin"/><Relationship Id="rId3" Type="http://schemas.openxmlformats.org/officeDocument/2006/relationships/image" Target="../media/image205.wmf"/><Relationship Id="rId21" Type="http://schemas.openxmlformats.org/officeDocument/2006/relationships/image" Target="../media/image214.wmf"/><Relationship Id="rId7" Type="http://schemas.openxmlformats.org/officeDocument/2006/relationships/image" Target="../media/image207.wmf"/><Relationship Id="rId12" Type="http://schemas.openxmlformats.org/officeDocument/2006/relationships/oleObject" Target="../embeddings/oleObject209.bin"/><Relationship Id="rId17" Type="http://schemas.openxmlformats.org/officeDocument/2006/relationships/image" Target="../media/image212.wmf"/><Relationship Id="rId25" Type="http://schemas.openxmlformats.org/officeDocument/2006/relationships/image" Target="../media/image216.wmf"/><Relationship Id="rId2" Type="http://schemas.openxmlformats.org/officeDocument/2006/relationships/oleObject" Target="../embeddings/oleObject204.bin"/><Relationship Id="rId16" Type="http://schemas.openxmlformats.org/officeDocument/2006/relationships/oleObject" Target="../embeddings/oleObject211.bin"/><Relationship Id="rId20" Type="http://schemas.openxmlformats.org/officeDocument/2006/relationships/oleObject" Target="../embeddings/oleObject21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6.bin"/><Relationship Id="rId11" Type="http://schemas.openxmlformats.org/officeDocument/2006/relationships/image" Target="../media/image209.wmf"/><Relationship Id="rId24" Type="http://schemas.openxmlformats.org/officeDocument/2006/relationships/oleObject" Target="../embeddings/oleObject215.bin"/><Relationship Id="rId5" Type="http://schemas.openxmlformats.org/officeDocument/2006/relationships/image" Target="../media/image206.wmf"/><Relationship Id="rId15" Type="http://schemas.openxmlformats.org/officeDocument/2006/relationships/image" Target="../media/image211.wmf"/><Relationship Id="rId23" Type="http://schemas.openxmlformats.org/officeDocument/2006/relationships/image" Target="../media/image215.wmf"/><Relationship Id="rId10" Type="http://schemas.openxmlformats.org/officeDocument/2006/relationships/oleObject" Target="../embeddings/oleObject208.bin"/><Relationship Id="rId19" Type="http://schemas.openxmlformats.org/officeDocument/2006/relationships/image" Target="../media/image213.wmf"/><Relationship Id="rId4" Type="http://schemas.openxmlformats.org/officeDocument/2006/relationships/oleObject" Target="../embeddings/oleObject205.bin"/><Relationship Id="rId9" Type="http://schemas.openxmlformats.org/officeDocument/2006/relationships/image" Target="../media/image208.wmf"/><Relationship Id="rId14" Type="http://schemas.openxmlformats.org/officeDocument/2006/relationships/oleObject" Target="../embeddings/oleObject210.bin"/><Relationship Id="rId22" Type="http://schemas.openxmlformats.org/officeDocument/2006/relationships/oleObject" Target="../embeddings/oleObject214.bin"/><Relationship Id="rId27" Type="http://schemas.openxmlformats.org/officeDocument/2006/relationships/image" Target="../media/image217.wmf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2.wmf"/><Relationship Id="rId18" Type="http://schemas.openxmlformats.org/officeDocument/2006/relationships/oleObject" Target="../embeddings/oleObject225.bin"/><Relationship Id="rId26" Type="http://schemas.openxmlformats.org/officeDocument/2006/relationships/oleObject" Target="../embeddings/oleObject229.bin"/><Relationship Id="rId3" Type="http://schemas.openxmlformats.org/officeDocument/2006/relationships/image" Target="../media/image218.wmf"/><Relationship Id="rId21" Type="http://schemas.openxmlformats.org/officeDocument/2006/relationships/image" Target="../media/image226.wmf"/><Relationship Id="rId7" Type="http://schemas.openxmlformats.org/officeDocument/2006/relationships/image" Target="../media/image220.wmf"/><Relationship Id="rId12" Type="http://schemas.openxmlformats.org/officeDocument/2006/relationships/oleObject" Target="../embeddings/oleObject222.bin"/><Relationship Id="rId17" Type="http://schemas.openxmlformats.org/officeDocument/2006/relationships/image" Target="../media/image224.wmf"/><Relationship Id="rId25" Type="http://schemas.openxmlformats.org/officeDocument/2006/relationships/image" Target="../media/image228.wmf"/><Relationship Id="rId33" Type="http://schemas.openxmlformats.org/officeDocument/2006/relationships/image" Target="../media/image232.wmf"/><Relationship Id="rId2" Type="http://schemas.openxmlformats.org/officeDocument/2006/relationships/oleObject" Target="../embeddings/oleObject217.bin"/><Relationship Id="rId16" Type="http://schemas.openxmlformats.org/officeDocument/2006/relationships/oleObject" Target="../embeddings/oleObject224.bin"/><Relationship Id="rId20" Type="http://schemas.openxmlformats.org/officeDocument/2006/relationships/oleObject" Target="../embeddings/oleObject226.bin"/><Relationship Id="rId29" Type="http://schemas.openxmlformats.org/officeDocument/2006/relationships/image" Target="../media/image230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9.bin"/><Relationship Id="rId11" Type="http://schemas.openxmlformats.org/officeDocument/2006/relationships/image" Target="../media/image221.wmf"/><Relationship Id="rId24" Type="http://schemas.openxmlformats.org/officeDocument/2006/relationships/oleObject" Target="../embeddings/oleObject228.bin"/><Relationship Id="rId32" Type="http://schemas.openxmlformats.org/officeDocument/2006/relationships/oleObject" Target="../embeddings/oleObject232.bin"/><Relationship Id="rId5" Type="http://schemas.openxmlformats.org/officeDocument/2006/relationships/image" Target="../media/image219.wmf"/><Relationship Id="rId15" Type="http://schemas.openxmlformats.org/officeDocument/2006/relationships/image" Target="../media/image223.wmf"/><Relationship Id="rId23" Type="http://schemas.openxmlformats.org/officeDocument/2006/relationships/image" Target="../media/image227.wmf"/><Relationship Id="rId28" Type="http://schemas.openxmlformats.org/officeDocument/2006/relationships/oleObject" Target="../embeddings/oleObject230.bin"/><Relationship Id="rId10" Type="http://schemas.openxmlformats.org/officeDocument/2006/relationships/oleObject" Target="../embeddings/oleObject221.bin"/><Relationship Id="rId19" Type="http://schemas.openxmlformats.org/officeDocument/2006/relationships/image" Target="../media/image225.wmf"/><Relationship Id="rId31" Type="http://schemas.openxmlformats.org/officeDocument/2006/relationships/image" Target="../media/image231.wmf"/><Relationship Id="rId4" Type="http://schemas.openxmlformats.org/officeDocument/2006/relationships/oleObject" Target="../embeddings/oleObject218.bin"/><Relationship Id="rId9" Type="http://schemas.openxmlformats.org/officeDocument/2006/relationships/image" Target="../media/image206.wmf"/><Relationship Id="rId14" Type="http://schemas.openxmlformats.org/officeDocument/2006/relationships/oleObject" Target="../embeddings/oleObject223.bin"/><Relationship Id="rId22" Type="http://schemas.openxmlformats.org/officeDocument/2006/relationships/oleObject" Target="../embeddings/oleObject227.bin"/><Relationship Id="rId27" Type="http://schemas.openxmlformats.org/officeDocument/2006/relationships/image" Target="../media/image229.wmf"/><Relationship Id="rId30" Type="http://schemas.openxmlformats.org/officeDocument/2006/relationships/oleObject" Target="../embeddings/oleObject231.bin"/><Relationship Id="rId8" Type="http://schemas.openxmlformats.org/officeDocument/2006/relationships/oleObject" Target="../embeddings/oleObject220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6.bin"/><Relationship Id="rId13" Type="http://schemas.openxmlformats.org/officeDocument/2006/relationships/image" Target="../media/image226.wmf"/><Relationship Id="rId18" Type="http://schemas.openxmlformats.org/officeDocument/2006/relationships/oleObject" Target="../embeddings/oleObject241.bin"/><Relationship Id="rId3" Type="http://schemas.openxmlformats.org/officeDocument/2006/relationships/image" Target="../media/image233.wmf"/><Relationship Id="rId21" Type="http://schemas.openxmlformats.org/officeDocument/2006/relationships/image" Target="../media/image240.wmf"/><Relationship Id="rId7" Type="http://schemas.openxmlformats.org/officeDocument/2006/relationships/image" Target="../media/image235.wmf"/><Relationship Id="rId12" Type="http://schemas.openxmlformats.org/officeDocument/2006/relationships/oleObject" Target="../embeddings/oleObject238.bin"/><Relationship Id="rId17" Type="http://schemas.openxmlformats.org/officeDocument/2006/relationships/image" Target="../media/image238.wmf"/><Relationship Id="rId25" Type="http://schemas.openxmlformats.org/officeDocument/2006/relationships/image" Target="../media/image242.wmf"/><Relationship Id="rId2" Type="http://schemas.openxmlformats.org/officeDocument/2006/relationships/oleObject" Target="../embeddings/oleObject233.bin"/><Relationship Id="rId16" Type="http://schemas.openxmlformats.org/officeDocument/2006/relationships/oleObject" Target="../embeddings/oleObject240.bin"/><Relationship Id="rId20" Type="http://schemas.openxmlformats.org/officeDocument/2006/relationships/oleObject" Target="../embeddings/oleObject24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5.bin"/><Relationship Id="rId11" Type="http://schemas.openxmlformats.org/officeDocument/2006/relationships/image" Target="../media/image236.wmf"/><Relationship Id="rId24" Type="http://schemas.openxmlformats.org/officeDocument/2006/relationships/oleObject" Target="../embeddings/oleObject244.bin"/><Relationship Id="rId5" Type="http://schemas.openxmlformats.org/officeDocument/2006/relationships/image" Target="../media/image234.wmf"/><Relationship Id="rId15" Type="http://schemas.openxmlformats.org/officeDocument/2006/relationships/image" Target="../media/image237.wmf"/><Relationship Id="rId23" Type="http://schemas.openxmlformats.org/officeDocument/2006/relationships/image" Target="../media/image241.wmf"/><Relationship Id="rId10" Type="http://schemas.openxmlformats.org/officeDocument/2006/relationships/oleObject" Target="../embeddings/oleObject237.bin"/><Relationship Id="rId19" Type="http://schemas.openxmlformats.org/officeDocument/2006/relationships/image" Target="../media/image239.wmf"/><Relationship Id="rId4" Type="http://schemas.openxmlformats.org/officeDocument/2006/relationships/oleObject" Target="../embeddings/oleObject234.bin"/><Relationship Id="rId9" Type="http://schemas.openxmlformats.org/officeDocument/2006/relationships/image" Target="../media/image211.wmf"/><Relationship Id="rId14" Type="http://schemas.openxmlformats.org/officeDocument/2006/relationships/oleObject" Target="../embeddings/oleObject239.bin"/><Relationship Id="rId22" Type="http://schemas.openxmlformats.org/officeDocument/2006/relationships/oleObject" Target="../embeddings/oleObject243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8.bin"/><Relationship Id="rId13" Type="http://schemas.openxmlformats.org/officeDocument/2006/relationships/image" Target="../media/image248.wmf"/><Relationship Id="rId18" Type="http://schemas.openxmlformats.org/officeDocument/2006/relationships/oleObject" Target="../embeddings/oleObject253.bin"/><Relationship Id="rId3" Type="http://schemas.openxmlformats.org/officeDocument/2006/relationships/image" Target="../media/image243.wmf"/><Relationship Id="rId21" Type="http://schemas.openxmlformats.org/officeDocument/2006/relationships/image" Target="../media/image252.wmf"/><Relationship Id="rId7" Type="http://schemas.openxmlformats.org/officeDocument/2006/relationships/image" Target="../media/image245.wmf"/><Relationship Id="rId12" Type="http://schemas.openxmlformats.org/officeDocument/2006/relationships/oleObject" Target="../embeddings/oleObject250.bin"/><Relationship Id="rId17" Type="http://schemas.openxmlformats.org/officeDocument/2006/relationships/image" Target="../media/image250.wmf"/><Relationship Id="rId2" Type="http://schemas.openxmlformats.org/officeDocument/2006/relationships/oleObject" Target="../embeddings/oleObject245.bin"/><Relationship Id="rId16" Type="http://schemas.openxmlformats.org/officeDocument/2006/relationships/oleObject" Target="../embeddings/oleObject252.bin"/><Relationship Id="rId20" Type="http://schemas.openxmlformats.org/officeDocument/2006/relationships/oleObject" Target="../embeddings/oleObject25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7.bin"/><Relationship Id="rId11" Type="http://schemas.openxmlformats.org/officeDocument/2006/relationships/image" Target="../media/image247.wmf"/><Relationship Id="rId5" Type="http://schemas.openxmlformats.org/officeDocument/2006/relationships/image" Target="../media/image244.wmf"/><Relationship Id="rId15" Type="http://schemas.openxmlformats.org/officeDocument/2006/relationships/image" Target="../media/image249.wmf"/><Relationship Id="rId23" Type="http://schemas.openxmlformats.org/officeDocument/2006/relationships/image" Target="../media/image253.wmf"/><Relationship Id="rId10" Type="http://schemas.openxmlformats.org/officeDocument/2006/relationships/oleObject" Target="../embeddings/oleObject249.bin"/><Relationship Id="rId19" Type="http://schemas.openxmlformats.org/officeDocument/2006/relationships/image" Target="../media/image251.wmf"/><Relationship Id="rId4" Type="http://schemas.openxmlformats.org/officeDocument/2006/relationships/oleObject" Target="../embeddings/oleObject246.bin"/><Relationship Id="rId9" Type="http://schemas.openxmlformats.org/officeDocument/2006/relationships/image" Target="../media/image246.wmf"/><Relationship Id="rId14" Type="http://schemas.openxmlformats.org/officeDocument/2006/relationships/oleObject" Target="../embeddings/oleObject251.bin"/><Relationship Id="rId22" Type="http://schemas.openxmlformats.org/officeDocument/2006/relationships/oleObject" Target="../embeddings/oleObject255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9.bin"/><Relationship Id="rId13" Type="http://schemas.openxmlformats.org/officeDocument/2006/relationships/image" Target="../media/image259.wmf"/><Relationship Id="rId18" Type="http://schemas.openxmlformats.org/officeDocument/2006/relationships/oleObject" Target="../embeddings/oleObject264.bin"/><Relationship Id="rId3" Type="http://schemas.openxmlformats.org/officeDocument/2006/relationships/image" Target="../media/image254.wmf"/><Relationship Id="rId21" Type="http://schemas.openxmlformats.org/officeDocument/2006/relationships/oleObject" Target="../embeddings/oleObject266.bin"/><Relationship Id="rId7" Type="http://schemas.openxmlformats.org/officeDocument/2006/relationships/image" Target="../media/image256.wmf"/><Relationship Id="rId12" Type="http://schemas.openxmlformats.org/officeDocument/2006/relationships/oleObject" Target="../embeddings/oleObject261.bin"/><Relationship Id="rId17" Type="http://schemas.openxmlformats.org/officeDocument/2006/relationships/image" Target="../media/image261.wmf"/><Relationship Id="rId2" Type="http://schemas.openxmlformats.org/officeDocument/2006/relationships/oleObject" Target="../embeddings/oleObject256.bin"/><Relationship Id="rId16" Type="http://schemas.openxmlformats.org/officeDocument/2006/relationships/oleObject" Target="../embeddings/oleObject263.bin"/><Relationship Id="rId20" Type="http://schemas.openxmlformats.org/officeDocument/2006/relationships/oleObject" Target="../embeddings/oleObject26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58.bin"/><Relationship Id="rId11" Type="http://schemas.openxmlformats.org/officeDocument/2006/relationships/image" Target="../media/image258.wmf"/><Relationship Id="rId5" Type="http://schemas.openxmlformats.org/officeDocument/2006/relationships/image" Target="../media/image255.wmf"/><Relationship Id="rId15" Type="http://schemas.openxmlformats.org/officeDocument/2006/relationships/image" Target="../media/image260.wmf"/><Relationship Id="rId10" Type="http://schemas.openxmlformats.org/officeDocument/2006/relationships/oleObject" Target="../embeddings/oleObject260.bin"/><Relationship Id="rId19" Type="http://schemas.openxmlformats.org/officeDocument/2006/relationships/image" Target="../media/image262.wmf"/><Relationship Id="rId4" Type="http://schemas.openxmlformats.org/officeDocument/2006/relationships/oleObject" Target="../embeddings/oleObject257.bin"/><Relationship Id="rId9" Type="http://schemas.openxmlformats.org/officeDocument/2006/relationships/image" Target="../media/image257.wmf"/><Relationship Id="rId14" Type="http://schemas.openxmlformats.org/officeDocument/2006/relationships/oleObject" Target="../embeddings/oleObject262.bin"/><Relationship Id="rId22" Type="http://schemas.openxmlformats.org/officeDocument/2006/relationships/image" Target="../media/image263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0.bin"/><Relationship Id="rId13" Type="http://schemas.openxmlformats.org/officeDocument/2006/relationships/image" Target="../media/image268.wmf"/><Relationship Id="rId3" Type="http://schemas.openxmlformats.org/officeDocument/2006/relationships/image" Target="../media/image264.wmf"/><Relationship Id="rId7" Type="http://schemas.openxmlformats.org/officeDocument/2006/relationships/image" Target="../media/image265.wmf"/><Relationship Id="rId12" Type="http://schemas.openxmlformats.org/officeDocument/2006/relationships/oleObject" Target="../embeddings/oleObject272.bin"/><Relationship Id="rId17" Type="http://schemas.openxmlformats.org/officeDocument/2006/relationships/image" Target="../media/image270.wmf"/><Relationship Id="rId2" Type="http://schemas.openxmlformats.org/officeDocument/2006/relationships/oleObject" Target="../embeddings/oleObject267.bin"/><Relationship Id="rId16" Type="http://schemas.openxmlformats.org/officeDocument/2006/relationships/oleObject" Target="../embeddings/oleObject27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69.bin"/><Relationship Id="rId11" Type="http://schemas.openxmlformats.org/officeDocument/2006/relationships/image" Target="../media/image267.wmf"/><Relationship Id="rId5" Type="http://schemas.openxmlformats.org/officeDocument/2006/relationships/image" Target="../media/image250.wmf"/><Relationship Id="rId15" Type="http://schemas.openxmlformats.org/officeDocument/2006/relationships/image" Target="../media/image269.wmf"/><Relationship Id="rId10" Type="http://schemas.openxmlformats.org/officeDocument/2006/relationships/oleObject" Target="../embeddings/oleObject271.bin"/><Relationship Id="rId4" Type="http://schemas.openxmlformats.org/officeDocument/2006/relationships/oleObject" Target="../embeddings/oleObject268.bin"/><Relationship Id="rId9" Type="http://schemas.openxmlformats.org/officeDocument/2006/relationships/image" Target="../media/image266.wmf"/><Relationship Id="rId14" Type="http://schemas.openxmlformats.org/officeDocument/2006/relationships/oleObject" Target="../embeddings/oleObject273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8.bin"/><Relationship Id="rId13" Type="http://schemas.openxmlformats.org/officeDocument/2006/relationships/image" Target="../media/image276.wmf"/><Relationship Id="rId18" Type="http://schemas.openxmlformats.org/officeDocument/2006/relationships/oleObject" Target="../embeddings/oleObject283.bin"/><Relationship Id="rId3" Type="http://schemas.openxmlformats.org/officeDocument/2006/relationships/image" Target="../media/image271.wmf"/><Relationship Id="rId7" Type="http://schemas.openxmlformats.org/officeDocument/2006/relationships/image" Target="../media/image273.wmf"/><Relationship Id="rId12" Type="http://schemas.openxmlformats.org/officeDocument/2006/relationships/oleObject" Target="../embeddings/oleObject280.bin"/><Relationship Id="rId17" Type="http://schemas.openxmlformats.org/officeDocument/2006/relationships/image" Target="../media/image278.wmf"/><Relationship Id="rId2" Type="http://schemas.openxmlformats.org/officeDocument/2006/relationships/oleObject" Target="../embeddings/oleObject275.bin"/><Relationship Id="rId16" Type="http://schemas.openxmlformats.org/officeDocument/2006/relationships/oleObject" Target="../embeddings/oleObject28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77.bin"/><Relationship Id="rId11" Type="http://schemas.openxmlformats.org/officeDocument/2006/relationships/image" Target="../media/image275.wmf"/><Relationship Id="rId5" Type="http://schemas.openxmlformats.org/officeDocument/2006/relationships/image" Target="../media/image272.wmf"/><Relationship Id="rId15" Type="http://schemas.openxmlformats.org/officeDocument/2006/relationships/image" Target="../media/image277.wmf"/><Relationship Id="rId10" Type="http://schemas.openxmlformats.org/officeDocument/2006/relationships/oleObject" Target="../embeddings/oleObject279.bin"/><Relationship Id="rId19" Type="http://schemas.openxmlformats.org/officeDocument/2006/relationships/image" Target="../media/image279.wmf"/><Relationship Id="rId4" Type="http://schemas.openxmlformats.org/officeDocument/2006/relationships/oleObject" Target="../embeddings/oleObject276.bin"/><Relationship Id="rId9" Type="http://schemas.openxmlformats.org/officeDocument/2006/relationships/image" Target="../media/image274.wmf"/><Relationship Id="rId14" Type="http://schemas.openxmlformats.org/officeDocument/2006/relationships/oleObject" Target="../embeddings/oleObject281.bin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85.wmf"/><Relationship Id="rId18" Type="http://schemas.openxmlformats.org/officeDocument/2006/relationships/oleObject" Target="../embeddings/oleObject292.bin"/><Relationship Id="rId26" Type="http://schemas.openxmlformats.org/officeDocument/2006/relationships/image" Target="../media/image291.wmf"/><Relationship Id="rId21" Type="http://schemas.openxmlformats.org/officeDocument/2006/relationships/oleObject" Target="../embeddings/oleObject294.bin"/><Relationship Id="rId34" Type="http://schemas.openxmlformats.org/officeDocument/2006/relationships/oleObject" Target="../embeddings/oleObject303.bin"/><Relationship Id="rId7" Type="http://schemas.openxmlformats.org/officeDocument/2006/relationships/image" Target="../media/image282.wmf"/><Relationship Id="rId12" Type="http://schemas.openxmlformats.org/officeDocument/2006/relationships/oleObject" Target="../embeddings/oleObject289.bin"/><Relationship Id="rId17" Type="http://schemas.openxmlformats.org/officeDocument/2006/relationships/image" Target="../media/image287.wmf"/><Relationship Id="rId25" Type="http://schemas.openxmlformats.org/officeDocument/2006/relationships/oleObject" Target="../embeddings/oleObject296.bin"/><Relationship Id="rId33" Type="http://schemas.openxmlformats.org/officeDocument/2006/relationships/oleObject" Target="../embeddings/oleObject302.bin"/><Relationship Id="rId38" Type="http://schemas.openxmlformats.org/officeDocument/2006/relationships/image" Target="../media/image294.wmf"/><Relationship Id="rId2" Type="http://schemas.openxmlformats.org/officeDocument/2006/relationships/oleObject" Target="../embeddings/oleObject284.bin"/><Relationship Id="rId16" Type="http://schemas.openxmlformats.org/officeDocument/2006/relationships/oleObject" Target="../embeddings/oleObject291.bin"/><Relationship Id="rId20" Type="http://schemas.openxmlformats.org/officeDocument/2006/relationships/oleObject" Target="../embeddings/oleObject293.bin"/><Relationship Id="rId29" Type="http://schemas.openxmlformats.org/officeDocument/2006/relationships/image" Target="../media/image292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86.bin"/><Relationship Id="rId11" Type="http://schemas.openxmlformats.org/officeDocument/2006/relationships/image" Target="../media/image284.wmf"/><Relationship Id="rId24" Type="http://schemas.openxmlformats.org/officeDocument/2006/relationships/image" Target="../media/image290.wmf"/><Relationship Id="rId32" Type="http://schemas.openxmlformats.org/officeDocument/2006/relationships/oleObject" Target="../embeddings/oleObject301.bin"/><Relationship Id="rId37" Type="http://schemas.openxmlformats.org/officeDocument/2006/relationships/oleObject" Target="../embeddings/oleObject305.bin"/><Relationship Id="rId5" Type="http://schemas.openxmlformats.org/officeDocument/2006/relationships/image" Target="../media/image281.wmf"/><Relationship Id="rId15" Type="http://schemas.openxmlformats.org/officeDocument/2006/relationships/image" Target="../media/image286.wmf"/><Relationship Id="rId23" Type="http://schemas.openxmlformats.org/officeDocument/2006/relationships/oleObject" Target="../embeddings/oleObject295.bin"/><Relationship Id="rId28" Type="http://schemas.openxmlformats.org/officeDocument/2006/relationships/oleObject" Target="../embeddings/oleObject298.bin"/><Relationship Id="rId36" Type="http://schemas.openxmlformats.org/officeDocument/2006/relationships/image" Target="../media/image293.wmf"/><Relationship Id="rId10" Type="http://schemas.openxmlformats.org/officeDocument/2006/relationships/oleObject" Target="../embeddings/oleObject288.bin"/><Relationship Id="rId19" Type="http://schemas.openxmlformats.org/officeDocument/2006/relationships/image" Target="../media/image288.wmf"/><Relationship Id="rId31" Type="http://schemas.openxmlformats.org/officeDocument/2006/relationships/oleObject" Target="../embeddings/oleObject300.bin"/><Relationship Id="rId4" Type="http://schemas.openxmlformats.org/officeDocument/2006/relationships/oleObject" Target="../embeddings/oleObject285.bin"/><Relationship Id="rId9" Type="http://schemas.openxmlformats.org/officeDocument/2006/relationships/image" Target="../media/image283.wmf"/><Relationship Id="rId14" Type="http://schemas.openxmlformats.org/officeDocument/2006/relationships/oleObject" Target="../embeddings/oleObject290.bin"/><Relationship Id="rId22" Type="http://schemas.openxmlformats.org/officeDocument/2006/relationships/image" Target="../media/image289.wmf"/><Relationship Id="rId27" Type="http://schemas.openxmlformats.org/officeDocument/2006/relationships/oleObject" Target="../embeddings/oleObject297.bin"/><Relationship Id="rId30" Type="http://schemas.openxmlformats.org/officeDocument/2006/relationships/oleObject" Target="../embeddings/oleObject299.bin"/><Relationship Id="rId35" Type="http://schemas.openxmlformats.org/officeDocument/2006/relationships/oleObject" Target="../embeddings/oleObject304.bin"/><Relationship Id="rId8" Type="http://schemas.openxmlformats.org/officeDocument/2006/relationships/oleObject" Target="../embeddings/oleObject287.bin"/><Relationship Id="rId3" Type="http://schemas.openxmlformats.org/officeDocument/2006/relationships/image" Target="../media/image280.wmf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81.wmf"/><Relationship Id="rId18" Type="http://schemas.openxmlformats.org/officeDocument/2006/relationships/oleObject" Target="../embeddings/oleObject314.bin"/><Relationship Id="rId26" Type="http://schemas.openxmlformats.org/officeDocument/2006/relationships/oleObject" Target="../embeddings/oleObject319.bin"/><Relationship Id="rId3" Type="http://schemas.openxmlformats.org/officeDocument/2006/relationships/image" Target="../media/image290.wmf"/><Relationship Id="rId21" Type="http://schemas.openxmlformats.org/officeDocument/2006/relationships/oleObject" Target="../embeddings/oleObject316.bin"/><Relationship Id="rId34" Type="http://schemas.openxmlformats.org/officeDocument/2006/relationships/oleObject" Target="../embeddings/oleObject324.bin"/><Relationship Id="rId7" Type="http://schemas.openxmlformats.org/officeDocument/2006/relationships/image" Target="../media/image296.wmf"/><Relationship Id="rId12" Type="http://schemas.openxmlformats.org/officeDocument/2006/relationships/oleObject" Target="../embeddings/oleObject311.bin"/><Relationship Id="rId17" Type="http://schemas.openxmlformats.org/officeDocument/2006/relationships/image" Target="../media/image284.wmf"/><Relationship Id="rId25" Type="http://schemas.openxmlformats.org/officeDocument/2006/relationships/image" Target="../media/image300.wmf"/><Relationship Id="rId33" Type="http://schemas.openxmlformats.org/officeDocument/2006/relationships/oleObject" Target="../embeddings/oleObject323.bin"/><Relationship Id="rId2" Type="http://schemas.openxmlformats.org/officeDocument/2006/relationships/oleObject" Target="../embeddings/oleObject306.bin"/><Relationship Id="rId16" Type="http://schemas.openxmlformats.org/officeDocument/2006/relationships/oleObject" Target="../embeddings/oleObject313.bin"/><Relationship Id="rId20" Type="http://schemas.openxmlformats.org/officeDocument/2006/relationships/oleObject" Target="../embeddings/oleObject315.bin"/><Relationship Id="rId29" Type="http://schemas.openxmlformats.org/officeDocument/2006/relationships/image" Target="../media/image302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08.bin"/><Relationship Id="rId11" Type="http://schemas.openxmlformats.org/officeDocument/2006/relationships/image" Target="../media/image298.wmf"/><Relationship Id="rId24" Type="http://schemas.openxmlformats.org/officeDocument/2006/relationships/oleObject" Target="../embeddings/oleObject318.bin"/><Relationship Id="rId32" Type="http://schemas.openxmlformats.org/officeDocument/2006/relationships/oleObject" Target="../embeddings/oleObject322.bin"/><Relationship Id="rId5" Type="http://schemas.openxmlformats.org/officeDocument/2006/relationships/image" Target="../media/image295.wmf"/><Relationship Id="rId15" Type="http://schemas.openxmlformats.org/officeDocument/2006/relationships/image" Target="../media/image289.wmf"/><Relationship Id="rId23" Type="http://schemas.openxmlformats.org/officeDocument/2006/relationships/image" Target="../media/image299.wmf"/><Relationship Id="rId28" Type="http://schemas.openxmlformats.org/officeDocument/2006/relationships/oleObject" Target="../embeddings/oleObject320.bin"/><Relationship Id="rId10" Type="http://schemas.openxmlformats.org/officeDocument/2006/relationships/oleObject" Target="../embeddings/oleObject310.bin"/><Relationship Id="rId19" Type="http://schemas.openxmlformats.org/officeDocument/2006/relationships/image" Target="../media/image285.wmf"/><Relationship Id="rId31" Type="http://schemas.openxmlformats.org/officeDocument/2006/relationships/image" Target="../media/image303.wmf"/><Relationship Id="rId4" Type="http://schemas.openxmlformats.org/officeDocument/2006/relationships/oleObject" Target="../embeddings/oleObject307.bin"/><Relationship Id="rId9" Type="http://schemas.openxmlformats.org/officeDocument/2006/relationships/image" Target="../media/image297.wmf"/><Relationship Id="rId14" Type="http://schemas.openxmlformats.org/officeDocument/2006/relationships/oleObject" Target="../embeddings/oleObject312.bin"/><Relationship Id="rId22" Type="http://schemas.openxmlformats.org/officeDocument/2006/relationships/oleObject" Target="../embeddings/oleObject317.bin"/><Relationship Id="rId27" Type="http://schemas.openxmlformats.org/officeDocument/2006/relationships/image" Target="../media/image301.wmf"/><Relationship Id="rId30" Type="http://schemas.openxmlformats.org/officeDocument/2006/relationships/oleObject" Target="../embeddings/oleObject321.bin"/><Relationship Id="rId35" Type="http://schemas.openxmlformats.org/officeDocument/2006/relationships/image" Target="../media/image304.wmf"/><Relationship Id="rId8" Type="http://schemas.openxmlformats.org/officeDocument/2006/relationships/oleObject" Target="../embeddings/oleObject30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2782888" y="2997201"/>
            <a:ext cx="6337300" cy="708025"/>
          </a:xfrm>
          <a:prstGeom prst="rect">
            <a:avLst/>
          </a:prstGeom>
          <a:noFill/>
          <a:ln w="57150" cmpd="thickThin">
            <a:solidFill>
              <a:srgbClr val="FF0000"/>
            </a:solidFill>
          </a:ln>
          <a:effectLst/>
        </p:spPr>
        <p:txBody>
          <a:bodyPr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4000" b="1" dirty="0">
                <a:solidFill>
                  <a:srgbClr val="FF0000"/>
                </a:solidFill>
                <a:latin typeface="宋体" panose="02010600030101010101" pitchFamily="2" charset="-122"/>
              </a:rPr>
              <a:t>三</a:t>
            </a:r>
            <a:r>
              <a:rPr lang="en-US" altLang="zh-CN" sz="4000" b="1" dirty="0">
                <a:solidFill>
                  <a:srgbClr val="FF0000"/>
                </a:solidFill>
                <a:latin typeface="宋体" panose="02010600030101010101" pitchFamily="2" charset="-122"/>
              </a:rPr>
              <a:t>. </a:t>
            </a:r>
            <a:r>
              <a:rPr lang="zh-CN" altLang="en-US" sz="4000" b="1" dirty="0">
                <a:solidFill>
                  <a:srgbClr val="FF0000"/>
                </a:solidFill>
                <a:latin typeface="宋体" panose="02010600030101010101" pitchFamily="2" charset="-122"/>
              </a:rPr>
              <a:t>函数极限的性质和运算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8144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"/>
          <p:cNvGrpSpPr>
            <a:grpSpLocks/>
          </p:cNvGrpSpPr>
          <p:nvPr/>
        </p:nvGrpSpPr>
        <p:grpSpPr bwMode="auto">
          <a:xfrm>
            <a:off x="1559496" y="2573899"/>
            <a:ext cx="8568953" cy="1353378"/>
            <a:chOff x="477" y="525"/>
            <a:chExt cx="5341" cy="4118"/>
          </a:xfrm>
        </p:grpSpPr>
        <p:sp>
          <p:nvSpPr>
            <p:cNvPr id="28" name="Rectangle 3"/>
            <p:cNvSpPr>
              <a:spLocks noChangeArrowheads="1"/>
            </p:cNvSpPr>
            <p:nvPr/>
          </p:nvSpPr>
          <p:spPr bwMode="auto">
            <a:xfrm>
              <a:off x="477" y="525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9" name="Rectangle 4"/>
            <p:cNvSpPr>
              <a:spLocks noChangeArrowheads="1"/>
            </p:cNvSpPr>
            <p:nvPr/>
          </p:nvSpPr>
          <p:spPr bwMode="auto">
            <a:xfrm>
              <a:off x="549" y="701"/>
              <a:ext cx="5205" cy="3689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24" name="Group 2"/>
          <p:cNvGrpSpPr>
            <a:grpSpLocks/>
          </p:cNvGrpSpPr>
          <p:nvPr/>
        </p:nvGrpSpPr>
        <p:grpSpPr bwMode="auto">
          <a:xfrm>
            <a:off x="1559496" y="1621376"/>
            <a:ext cx="8568952" cy="814325"/>
            <a:chOff x="469" y="480"/>
            <a:chExt cx="5341" cy="4118"/>
          </a:xfrm>
        </p:grpSpPr>
        <p:sp>
          <p:nvSpPr>
            <p:cNvPr id="25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" name="Rectangle 4"/>
            <p:cNvSpPr>
              <a:spLocks noChangeArrowheads="1"/>
            </p:cNvSpPr>
            <p:nvPr/>
          </p:nvSpPr>
          <p:spPr bwMode="auto">
            <a:xfrm>
              <a:off x="541" y="802"/>
              <a:ext cx="5213" cy="3330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3225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6429593"/>
              </p:ext>
            </p:extLst>
          </p:nvPr>
        </p:nvGraphicFramePr>
        <p:xfrm>
          <a:off x="2132615" y="462101"/>
          <a:ext cx="7156598" cy="124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060700" imgH="533400" progId="Equation.3">
                  <p:embed/>
                </p:oleObj>
              </mc:Choice>
              <mc:Fallback>
                <p:oleObj name="公式" r:id="rId2" imgW="3060700" imgH="533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2615" y="462101"/>
                        <a:ext cx="7156598" cy="1242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2564" name="Text Box 4"/>
          <p:cNvSpPr txBox="1">
            <a:spLocks noChangeArrowheads="1"/>
          </p:cNvSpPr>
          <p:nvPr/>
        </p:nvSpPr>
        <p:spPr bwMode="auto">
          <a:xfrm>
            <a:off x="2069401" y="1752691"/>
            <a:ext cx="3733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性质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1(</a:t>
            </a: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唯一性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graphicFrame>
        <p:nvGraphicFramePr>
          <p:cNvPr id="3225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6909310"/>
              </p:ext>
            </p:extLst>
          </p:nvPr>
        </p:nvGraphicFramePr>
        <p:xfrm>
          <a:off x="4574005" y="1770046"/>
          <a:ext cx="5003440" cy="6692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146300" imgH="292100" progId="Equation.3">
                  <p:embed/>
                </p:oleObj>
              </mc:Choice>
              <mc:Fallback>
                <p:oleObj name="公式" r:id="rId4" imgW="2146300" imgH="292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4005" y="1770046"/>
                        <a:ext cx="5003440" cy="6692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6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5348216"/>
              </p:ext>
            </p:extLst>
          </p:nvPr>
        </p:nvGraphicFramePr>
        <p:xfrm>
          <a:off x="10162164" y="1799965"/>
          <a:ext cx="1396182" cy="4650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09480" imgH="215640" progId="Equation.DSMT4">
                  <p:embed/>
                </p:oleObj>
              </mc:Choice>
              <mc:Fallback>
                <p:oleObj name="Equation" r:id="rId6" imgW="6094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62164" y="1799965"/>
                        <a:ext cx="1396182" cy="4650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2583" name="Text Box 23"/>
          <p:cNvSpPr txBox="1">
            <a:spLocks noChangeArrowheads="1"/>
          </p:cNvSpPr>
          <p:nvPr/>
        </p:nvSpPr>
        <p:spPr bwMode="auto">
          <a:xfrm>
            <a:off x="2032924" y="2644391"/>
            <a:ext cx="604996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性质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2(</a:t>
            </a: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局部有界性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graphicFrame>
        <p:nvGraphicFramePr>
          <p:cNvPr id="322584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2824099"/>
              </p:ext>
            </p:extLst>
          </p:nvPr>
        </p:nvGraphicFramePr>
        <p:xfrm>
          <a:off x="5249526" y="2659711"/>
          <a:ext cx="4504075" cy="665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943100" imgH="292100" progId="Equation.3">
                  <p:embed/>
                </p:oleObj>
              </mc:Choice>
              <mc:Fallback>
                <p:oleObj name="公式" r:id="rId8" imgW="1943100" imgH="292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9526" y="2659711"/>
                        <a:ext cx="4504075" cy="6654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85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9694225"/>
              </p:ext>
            </p:extLst>
          </p:nvPr>
        </p:nvGraphicFramePr>
        <p:xfrm>
          <a:off x="2166318" y="3239649"/>
          <a:ext cx="7551737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124200" imgH="254000" progId="Equation.3">
                  <p:embed/>
                </p:oleObj>
              </mc:Choice>
              <mc:Fallback>
                <p:oleObj name="公式" r:id="rId10" imgW="3124200" imgH="254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6318" y="3239649"/>
                        <a:ext cx="7551737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2586" name="Text Box 26"/>
          <p:cNvSpPr txBox="1">
            <a:spLocks noChangeArrowheads="1"/>
          </p:cNvSpPr>
          <p:nvPr/>
        </p:nvSpPr>
        <p:spPr bwMode="auto">
          <a:xfrm>
            <a:off x="1646657" y="3927277"/>
            <a:ext cx="609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证</a:t>
            </a:r>
          </a:p>
        </p:txBody>
      </p:sp>
      <p:graphicFrame>
        <p:nvGraphicFramePr>
          <p:cNvPr id="322587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9408967"/>
              </p:ext>
            </p:extLst>
          </p:nvPr>
        </p:nvGraphicFramePr>
        <p:xfrm>
          <a:off x="2908300" y="3953946"/>
          <a:ext cx="2679576" cy="67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143000" imgH="292100" progId="Equation.3">
                  <p:embed/>
                </p:oleObj>
              </mc:Choice>
              <mc:Fallback>
                <p:oleObj name="公式" r:id="rId12" imgW="1143000" imgH="292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8300" y="3953946"/>
                        <a:ext cx="2679576" cy="673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88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5814615"/>
              </p:ext>
            </p:extLst>
          </p:nvPr>
        </p:nvGraphicFramePr>
        <p:xfrm>
          <a:off x="5969838" y="3953482"/>
          <a:ext cx="2704263" cy="5025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143000" imgH="215900" progId="Equation.3">
                  <p:embed/>
                </p:oleObj>
              </mc:Choice>
              <mc:Fallback>
                <p:oleObj name="公式" r:id="rId14" imgW="11430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9838" y="3953482"/>
                        <a:ext cx="2704263" cy="5025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89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0755708"/>
              </p:ext>
            </p:extLst>
          </p:nvPr>
        </p:nvGraphicFramePr>
        <p:xfrm>
          <a:off x="2486841" y="4496925"/>
          <a:ext cx="6784977" cy="6024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806700" imgH="254000" progId="Equation.3">
                  <p:embed/>
                </p:oleObj>
              </mc:Choice>
              <mc:Fallback>
                <p:oleObj name="公式" r:id="rId16" imgW="2806700" imgH="254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6841" y="4496925"/>
                        <a:ext cx="6784977" cy="6024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90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502063"/>
              </p:ext>
            </p:extLst>
          </p:nvPr>
        </p:nvGraphicFramePr>
        <p:xfrm>
          <a:off x="2263775" y="5138738"/>
          <a:ext cx="1289050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533169" imgH="241195" progId="Equation.3">
                  <p:embed/>
                </p:oleObj>
              </mc:Choice>
              <mc:Fallback>
                <p:oleObj name="公式" r:id="rId18" imgW="533169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3775" y="5138738"/>
                        <a:ext cx="1289050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92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2449049"/>
              </p:ext>
            </p:extLst>
          </p:nvPr>
        </p:nvGraphicFramePr>
        <p:xfrm>
          <a:off x="8784087" y="5140325"/>
          <a:ext cx="1514475" cy="64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583947" imgH="253890" progId="Equation.3">
                  <p:embed/>
                </p:oleObj>
              </mc:Choice>
              <mc:Fallback>
                <p:oleObj name="公式" r:id="rId20" imgW="583947" imgH="25389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84087" y="5140325"/>
                        <a:ext cx="1514475" cy="646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2596" name="Line 36"/>
          <p:cNvSpPr>
            <a:spLocks noChangeShapeType="1"/>
          </p:cNvSpPr>
          <p:nvPr/>
        </p:nvSpPr>
        <p:spPr bwMode="auto">
          <a:xfrm>
            <a:off x="7501563" y="4456006"/>
            <a:ext cx="115252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2597" name="Line 37"/>
          <p:cNvSpPr>
            <a:spLocks noChangeShapeType="1"/>
          </p:cNvSpPr>
          <p:nvPr/>
        </p:nvSpPr>
        <p:spPr bwMode="auto">
          <a:xfrm>
            <a:off x="3000376" y="5013176"/>
            <a:ext cx="2710538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2598" name="Line 38"/>
          <p:cNvSpPr>
            <a:spLocks noChangeShapeType="1"/>
          </p:cNvSpPr>
          <p:nvPr/>
        </p:nvSpPr>
        <p:spPr bwMode="auto">
          <a:xfrm>
            <a:off x="6428731" y="6285713"/>
            <a:ext cx="1655639" cy="363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2599" name="Line 39"/>
          <p:cNvSpPr>
            <a:spLocks noChangeShapeType="1"/>
          </p:cNvSpPr>
          <p:nvPr/>
        </p:nvSpPr>
        <p:spPr bwMode="auto">
          <a:xfrm flipV="1">
            <a:off x="3463158" y="6205451"/>
            <a:ext cx="1692382" cy="3346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2600" name="Text Box 40"/>
          <p:cNvSpPr txBox="1">
            <a:spLocks noChangeArrowheads="1"/>
          </p:cNvSpPr>
          <p:nvPr/>
        </p:nvSpPr>
        <p:spPr bwMode="auto">
          <a:xfrm>
            <a:off x="8763000" y="5802314"/>
            <a:ext cx="15811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3300"/>
                </a:solidFill>
                <a:latin typeface="宋体" panose="02010600030101010101" pitchFamily="2" charset="-122"/>
              </a:rPr>
              <a:t>证毕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7413899"/>
              </p:ext>
            </p:extLst>
          </p:nvPr>
        </p:nvGraphicFramePr>
        <p:xfrm>
          <a:off x="3054844" y="5715440"/>
          <a:ext cx="2257785" cy="4933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990170" imgH="215806" progId="Equation.DSMT4">
                  <p:embed/>
                </p:oleObj>
              </mc:Choice>
              <mc:Fallback>
                <p:oleObj name="Equation" r:id="rId22" imgW="990170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4844" y="5715440"/>
                        <a:ext cx="2257785" cy="4933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3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1314993"/>
              </p:ext>
            </p:extLst>
          </p:nvPr>
        </p:nvGraphicFramePr>
        <p:xfrm>
          <a:off x="3463158" y="5206749"/>
          <a:ext cx="2573337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091726" imgH="203112" progId="Equation.DSMT4">
                  <p:embed/>
                </p:oleObj>
              </mc:Choice>
              <mc:Fallback>
                <p:oleObj name="Equation" r:id="rId24" imgW="1091726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3158" y="5206749"/>
                        <a:ext cx="2573337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4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6213451"/>
              </p:ext>
            </p:extLst>
          </p:nvPr>
        </p:nvGraphicFramePr>
        <p:xfrm>
          <a:off x="6021389" y="5237603"/>
          <a:ext cx="2808287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193800" imgH="203200" progId="Equation.DSMT4">
                  <p:embed/>
                </p:oleObj>
              </mc:Choice>
              <mc:Fallback>
                <p:oleObj name="Equation" r:id="rId26" imgW="11938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1389" y="5237603"/>
                        <a:ext cx="2808287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5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5469390"/>
              </p:ext>
            </p:extLst>
          </p:nvPr>
        </p:nvGraphicFramePr>
        <p:xfrm>
          <a:off x="5942187" y="5746294"/>
          <a:ext cx="2242045" cy="508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952087" imgH="215806" progId="Equation.DSMT4">
                  <p:embed/>
                </p:oleObj>
              </mc:Choice>
              <mc:Fallback>
                <p:oleObj name="Equation" r:id="rId28" imgW="952087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2187" y="5746294"/>
                        <a:ext cx="2242045" cy="5085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7742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2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2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2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2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2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2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22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2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22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22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22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22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28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000"/>
                                        <p:tgtEl>
                                          <p:spTgt spid="28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22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750"/>
                                        <p:tgtEl>
                                          <p:spTgt spid="28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22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22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22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22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22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564" grpId="0" autoUpdateAnimBg="0"/>
      <p:bldP spid="322583" grpId="0" autoUpdateAnimBg="0"/>
      <p:bldP spid="322586" grpId="0" autoUpdateAnimBg="0"/>
      <p:bldP spid="322596" grpId="0" animBg="1"/>
      <p:bldP spid="322597" grpId="0" animBg="1"/>
      <p:bldP spid="322598" grpId="0" animBg="1"/>
      <p:bldP spid="322599" grpId="0" animBg="1"/>
      <p:bldP spid="322600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2"/>
          <p:cNvGrpSpPr>
            <a:grpSpLocks/>
          </p:cNvGrpSpPr>
          <p:nvPr/>
        </p:nvGrpSpPr>
        <p:grpSpPr bwMode="auto">
          <a:xfrm>
            <a:off x="994037" y="760989"/>
            <a:ext cx="10273778" cy="3509539"/>
            <a:chOff x="469" y="499"/>
            <a:chExt cx="5341" cy="4118"/>
          </a:xfrm>
        </p:grpSpPr>
        <p:sp>
          <p:nvSpPr>
            <p:cNvPr id="13" name="Rectangle 3"/>
            <p:cNvSpPr>
              <a:spLocks noChangeArrowheads="1"/>
            </p:cNvSpPr>
            <p:nvPr/>
          </p:nvSpPr>
          <p:spPr bwMode="auto">
            <a:xfrm>
              <a:off x="469" y="499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" name="Rectangle 4"/>
            <p:cNvSpPr>
              <a:spLocks noChangeArrowheads="1"/>
            </p:cNvSpPr>
            <p:nvPr/>
          </p:nvSpPr>
          <p:spPr bwMode="auto">
            <a:xfrm>
              <a:off x="541" y="618"/>
              <a:ext cx="5197" cy="3879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774825" y="981075"/>
            <a:ext cx="28019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 Century Schoolbook" panose="02040603050705020304" pitchFamily="18" charset="0"/>
              </a:rPr>
              <a:t>性质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 Century Schoolbook" panose="02040603050705020304" pitchFamily="18" charset="0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保序性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 Century Schoolbook" panose="02040603050705020304" pitchFamily="18" charset="0"/>
              </a:rPr>
              <a:t>)</a:t>
            </a:r>
            <a:endParaRPr lang="zh-CN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 Century Schoolbook" panose="020406030507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4511676" y="981075"/>
          <a:ext cx="5643563" cy="66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63800" imgH="292100" progId="Equation.DSMT4">
                  <p:embed/>
                </p:oleObj>
              </mc:Choice>
              <mc:Fallback>
                <p:oleObj name="Equation" r:id="rId2" imgW="2463800" imgH="292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676" y="981075"/>
                        <a:ext cx="5643563" cy="668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3887685"/>
              </p:ext>
            </p:extLst>
          </p:nvPr>
        </p:nvGraphicFramePr>
        <p:xfrm>
          <a:off x="2223277" y="1608140"/>
          <a:ext cx="7908925" cy="1230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05200" imgH="546100" progId="Equation.DSMT4">
                  <p:embed/>
                </p:oleObj>
              </mc:Choice>
              <mc:Fallback>
                <p:oleObj name="Equation" r:id="rId4" imgW="3505200" imgH="546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3277" y="1608140"/>
                        <a:ext cx="7908925" cy="1230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4149435"/>
              </p:ext>
            </p:extLst>
          </p:nvPr>
        </p:nvGraphicFramePr>
        <p:xfrm>
          <a:off x="2210042" y="2823345"/>
          <a:ext cx="6851650" cy="122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971800" imgH="533400" progId="Equation.DSMT4">
                  <p:embed/>
                </p:oleObj>
              </mc:Choice>
              <mc:Fallback>
                <p:oleObj name="Equation" r:id="rId6" imgW="2971800" imgH="533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0042" y="2823345"/>
                        <a:ext cx="6851650" cy="122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1847348" y="4271449"/>
            <a:ext cx="5445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证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9933024"/>
              </p:ext>
            </p:extLst>
          </p:nvPr>
        </p:nvGraphicFramePr>
        <p:xfrm>
          <a:off x="2645569" y="4335206"/>
          <a:ext cx="3862387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89100" imgH="228600" progId="Equation.DSMT4">
                  <p:embed/>
                </p:oleObj>
              </mc:Choice>
              <mc:Fallback>
                <p:oleObj name="Equation" r:id="rId8" imgW="16891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5569" y="4335206"/>
                        <a:ext cx="3862387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4816768"/>
              </p:ext>
            </p:extLst>
          </p:nvPr>
        </p:nvGraphicFramePr>
        <p:xfrm>
          <a:off x="6672064" y="4337520"/>
          <a:ext cx="1800695" cy="4578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99753" imgH="203112" progId="Equation.DSMT4">
                  <p:embed/>
                </p:oleObj>
              </mc:Choice>
              <mc:Fallback>
                <p:oleObj name="Equation" r:id="rId10" imgW="799753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2064" y="4337520"/>
                        <a:ext cx="1800695" cy="4578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4571301"/>
              </p:ext>
            </p:extLst>
          </p:nvPr>
        </p:nvGraphicFramePr>
        <p:xfrm>
          <a:off x="2431441" y="4760913"/>
          <a:ext cx="6640512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857500" imgH="317500" progId="Equation.DSMT4">
                  <p:embed/>
                </p:oleObj>
              </mc:Choice>
              <mc:Fallback>
                <p:oleObj name="Equation" r:id="rId12" imgW="2857500" imgH="317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1441" y="4760913"/>
                        <a:ext cx="6640512" cy="738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5449664"/>
              </p:ext>
            </p:extLst>
          </p:nvPr>
        </p:nvGraphicFramePr>
        <p:xfrm>
          <a:off x="2403659" y="5426329"/>
          <a:ext cx="6696075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857500" imgH="317500" progId="Equation.DSMT4">
                  <p:embed/>
                </p:oleObj>
              </mc:Choice>
              <mc:Fallback>
                <p:oleObj name="Equation" r:id="rId14" imgW="2857500" imgH="317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3659" y="5426329"/>
                        <a:ext cx="6696075" cy="74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1912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7039184"/>
              </p:ext>
            </p:extLst>
          </p:nvPr>
        </p:nvGraphicFramePr>
        <p:xfrm>
          <a:off x="2349856" y="834625"/>
          <a:ext cx="265906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06500" imgH="228600" progId="Equation.DSMT4">
                  <p:embed/>
                </p:oleObj>
              </mc:Choice>
              <mc:Fallback>
                <p:oleObj name="Equation" r:id="rId2" imgW="12065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856" y="834625"/>
                        <a:ext cx="2659062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5584339"/>
              </p:ext>
            </p:extLst>
          </p:nvPr>
        </p:nvGraphicFramePr>
        <p:xfrm>
          <a:off x="5253125" y="624183"/>
          <a:ext cx="3157537" cy="67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85255" imgH="317362" progId="Equation.DSMT4">
                  <p:embed/>
                </p:oleObj>
              </mc:Choice>
              <mc:Fallback>
                <p:oleObj name="Equation" r:id="rId4" imgW="1485255" imgH="31736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3125" y="624183"/>
                        <a:ext cx="3157537" cy="674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8454801"/>
              </p:ext>
            </p:extLst>
          </p:nvPr>
        </p:nvGraphicFramePr>
        <p:xfrm>
          <a:off x="7266025" y="1357274"/>
          <a:ext cx="10810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07780" imgH="203112" progId="Equation.DSMT4">
                  <p:embed/>
                </p:oleObj>
              </mc:Choice>
              <mc:Fallback>
                <p:oleObj name="Equation" r:id="rId6" imgW="507780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6025" y="1357274"/>
                        <a:ext cx="108108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1049194"/>
              </p:ext>
            </p:extLst>
          </p:nvPr>
        </p:nvGraphicFramePr>
        <p:xfrm>
          <a:off x="1821753" y="1918099"/>
          <a:ext cx="84836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848100" imgH="228600" progId="Equation.DSMT4">
                  <p:embed/>
                </p:oleObj>
              </mc:Choice>
              <mc:Fallback>
                <p:oleObj name="Equation" r:id="rId8" imgW="38481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1753" y="1918099"/>
                        <a:ext cx="848360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" name="组合 57"/>
          <p:cNvGrpSpPr>
            <a:grpSpLocks/>
          </p:cNvGrpSpPr>
          <p:nvPr/>
        </p:nvGrpSpPr>
        <p:grpSpPr bwMode="auto">
          <a:xfrm>
            <a:off x="3990219" y="2443770"/>
            <a:ext cx="3816350" cy="1139825"/>
            <a:chOff x="2913328" y="3092450"/>
            <a:chExt cx="3816424" cy="1139825"/>
          </a:xfrm>
        </p:grpSpPr>
        <p:graphicFrame>
          <p:nvGraphicFramePr>
            <p:cNvPr id="2" name="对象 9"/>
            <p:cNvGraphicFramePr>
              <a:graphicFrameLocks noChangeAspect="1"/>
            </p:cNvGraphicFramePr>
            <p:nvPr/>
          </p:nvGraphicFramePr>
          <p:xfrm>
            <a:off x="3799527" y="3788143"/>
            <a:ext cx="114300" cy="127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14102" imgH="126780" progId="Equation.DSMT4">
                    <p:embed/>
                  </p:oleObj>
                </mc:Choice>
                <mc:Fallback>
                  <p:oleObj name="Equation" r:id="rId10" imgW="114102" imgH="1267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9527" y="3788143"/>
                          <a:ext cx="114300" cy="127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34" name="对象 10"/>
            <p:cNvGraphicFramePr>
              <a:graphicFrameLocks noChangeAspect="1"/>
            </p:cNvGraphicFramePr>
            <p:nvPr/>
          </p:nvGraphicFramePr>
          <p:xfrm>
            <a:off x="4872402" y="3797548"/>
            <a:ext cx="114300" cy="127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14102" imgH="126780" progId="Equation.DSMT4">
                    <p:embed/>
                  </p:oleObj>
                </mc:Choice>
                <mc:Fallback>
                  <p:oleObj name="Equation" r:id="rId12" imgW="114102" imgH="1267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2402" y="3797548"/>
                          <a:ext cx="114300" cy="127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35" name="对象 11"/>
            <p:cNvGraphicFramePr>
              <a:graphicFrameLocks noChangeAspect="1"/>
            </p:cNvGraphicFramePr>
            <p:nvPr/>
          </p:nvGraphicFramePr>
          <p:xfrm>
            <a:off x="5607340" y="3797548"/>
            <a:ext cx="114300" cy="127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14102" imgH="126780" progId="Equation.DSMT4">
                    <p:embed/>
                  </p:oleObj>
                </mc:Choice>
                <mc:Fallback>
                  <p:oleObj name="Equation" r:id="rId14" imgW="114102" imgH="1267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07340" y="3797548"/>
                          <a:ext cx="114300" cy="127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0736" name="组合 55"/>
            <p:cNvGrpSpPr>
              <a:grpSpLocks/>
            </p:cNvGrpSpPr>
            <p:nvPr/>
          </p:nvGrpSpPr>
          <p:grpSpPr bwMode="auto">
            <a:xfrm>
              <a:off x="2913328" y="3092450"/>
              <a:ext cx="3816424" cy="1139825"/>
              <a:chOff x="2627784" y="2300362"/>
              <a:chExt cx="3816424" cy="1139825"/>
            </a:xfrm>
          </p:grpSpPr>
          <p:cxnSp>
            <p:nvCxnSpPr>
              <p:cNvPr id="8" name="直接箭头连接符 7"/>
              <p:cNvCxnSpPr/>
              <p:nvPr/>
            </p:nvCxnSpPr>
            <p:spPr>
              <a:xfrm>
                <a:off x="2627784" y="3068712"/>
                <a:ext cx="3816424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30738" name="对象 12"/>
              <p:cNvGraphicFramePr>
                <a:graphicFrameLocks noChangeAspect="1"/>
              </p:cNvGraphicFramePr>
              <p:nvPr/>
            </p:nvGraphicFramePr>
            <p:xfrm>
              <a:off x="3377754" y="3040137"/>
              <a:ext cx="374650" cy="3762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5" imgW="164885" imgH="164885" progId="Equation.DSMT4">
                      <p:embed/>
                    </p:oleObj>
                  </mc:Choice>
                  <mc:Fallback>
                    <p:oleObj name="Equation" r:id="rId15" imgW="164885" imgH="164885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77754" y="3040137"/>
                            <a:ext cx="374650" cy="37623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739" name="对象 13"/>
              <p:cNvGraphicFramePr>
                <a:graphicFrameLocks noChangeAspect="1"/>
              </p:cNvGraphicFramePr>
              <p:nvPr/>
            </p:nvGraphicFramePr>
            <p:xfrm>
              <a:off x="5166866" y="3081412"/>
              <a:ext cx="466725" cy="3270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7" imgW="164885" imgH="164885" progId="Equation.DSMT4">
                      <p:embed/>
                    </p:oleObj>
                  </mc:Choice>
                  <mc:Fallback>
                    <p:oleObj name="Equation" r:id="rId17" imgW="164885" imgH="164885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66866" y="3081412"/>
                            <a:ext cx="466725" cy="3270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740" name="对象 14"/>
              <p:cNvGraphicFramePr>
                <a:graphicFrameLocks noChangeAspect="1"/>
              </p:cNvGraphicFramePr>
              <p:nvPr/>
            </p:nvGraphicFramePr>
            <p:xfrm>
              <a:off x="4484241" y="3075062"/>
              <a:ext cx="339725" cy="3651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9" imgW="164814" imgH="177492" progId="Equation.DSMT4">
                      <p:embed/>
                    </p:oleObj>
                  </mc:Choice>
                  <mc:Fallback>
                    <p:oleObj name="Equation" r:id="rId19" imgW="164814" imgH="177492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84241" y="3075062"/>
                            <a:ext cx="339725" cy="3651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30741" name="组合 48"/>
              <p:cNvGrpSpPr>
                <a:grpSpLocks/>
              </p:cNvGrpSpPr>
              <p:nvPr/>
            </p:nvGrpSpPr>
            <p:grpSpPr bwMode="auto">
              <a:xfrm>
                <a:off x="2841539" y="2834126"/>
                <a:ext cx="1440160" cy="441453"/>
                <a:chOff x="2843808" y="2843531"/>
                <a:chExt cx="1440160" cy="441453"/>
              </a:xfrm>
            </p:grpSpPr>
            <p:sp>
              <p:nvSpPr>
                <p:cNvPr id="38" name="弧形 37"/>
                <p:cNvSpPr/>
                <p:nvPr/>
              </p:nvSpPr>
              <p:spPr>
                <a:xfrm>
                  <a:off x="3636547" y="2852692"/>
                  <a:ext cx="647713" cy="431800"/>
                </a:xfrm>
                <a:prstGeom prst="arc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/>
                </a:p>
              </p:txBody>
            </p:sp>
            <p:sp>
              <p:nvSpPr>
                <p:cNvPr id="40" name="弧形 39"/>
                <p:cNvSpPr/>
                <p:nvPr/>
              </p:nvSpPr>
              <p:spPr>
                <a:xfrm flipH="1">
                  <a:off x="2844369" y="2843167"/>
                  <a:ext cx="611200" cy="431800"/>
                </a:xfrm>
                <a:prstGeom prst="arc">
                  <a:avLst>
                    <a:gd name="adj1" fmla="val 16200000"/>
                    <a:gd name="adj2" fmla="val 135722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/>
                </a:p>
              </p:txBody>
            </p:sp>
            <p:cxnSp>
              <p:nvCxnSpPr>
                <p:cNvPr id="42" name="直接连接符 41"/>
                <p:cNvCxnSpPr>
                  <a:stCxn id="40" idx="0"/>
                </p:cNvCxnSpPr>
                <p:nvPr/>
              </p:nvCxnSpPr>
              <p:spPr>
                <a:xfrm>
                  <a:off x="3150763" y="2843167"/>
                  <a:ext cx="822341" cy="952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0742" name="组合 49"/>
              <p:cNvGrpSpPr>
                <a:grpSpLocks/>
              </p:cNvGrpSpPr>
              <p:nvPr/>
            </p:nvGrpSpPr>
            <p:grpSpPr bwMode="auto">
              <a:xfrm>
                <a:off x="4644008" y="2824721"/>
                <a:ext cx="1440160" cy="441453"/>
                <a:chOff x="2843808" y="2843531"/>
                <a:chExt cx="1440160" cy="441453"/>
              </a:xfrm>
            </p:grpSpPr>
            <p:sp>
              <p:nvSpPr>
                <p:cNvPr id="51" name="弧形 50"/>
                <p:cNvSpPr/>
                <p:nvPr/>
              </p:nvSpPr>
              <p:spPr>
                <a:xfrm>
                  <a:off x="3635925" y="2852572"/>
                  <a:ext cx="647713" cy="431800"/>
                </a:xfrm>
                <a:prstGeom prst="arc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/>
                </a:p>
              </p:txBody>
            </p:sp>
            <p:sp>
              <p:nvSpPr>
                <p:cNvPr id="52" name="弧形 51"/>
                <p:cNvSpPr/>
                <p:nvPr/>
              </p:nvSpPr>
              <p:spPr>
                <a:xfrm flipH="1">
                  <a:off x="2843748" y="2843047"/>
                  <a:ext cx="611199" cy="431800"/>
                </a:xfrm>
                <a:prstGeom prst="arc">
                  <a:avLst>
                    <a:gd name="adj1" fmla="val 16200000"/>
                    <a:gd name="adj2" fmla="val 135722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/>
                </a:p>
              </p:txBody>
            </p:sp>
            <p:cxnSp>
              <p:nvCxnSpPr>
                <p:cNvPr id="53" name="直接连接符 52"/>
                <p:cNvCxnSpPr>
                  <a:stCxn id="52" idx="0"/>
                </p:cNvCxnSpPr>
                <p:nvPr/>
              </p:nvCxnSpPr>
              <p:spPr>
                <a:xfrm>
                  <a:off x="3150141" y="2843047"/>
                  <a:ext cx="822341" cy="952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aphicFrame>
            <p:nvGraphicFramePr>
              <p:cNvPr id="30743" name="对象 53"/>
              <p:cNvGraphicFramePr>
                <a:graphicFrameLocks noChangeAspect="1"/>
              </p:cNvGraphicFramePr>
              <p:nvPr/>
            </p:nvGraphicFramePr>
            <p:xfrm>
              <a:off x="3128516" y="2300362"/>
              <a:ext cx="687388" cy="3794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1" imgW="368140" imgH="203112" progId="Equation.DSMT4">
                      <p:embed/>
                    </p:oleObj>
                  </mc:Choice>
                  <mc:Fallback>
                    <p:oleObj name="Equation" r:id="rId21" imgW="368140" imgH="203112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28516" y="2300362"/>
                            <a:ext cx="687388" cy="3794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744" name="对象 54"/>
              <p:cNvGraphicFramePr>
                <a:graphicFrameLocks noChangeAspect="1"/>
              </p:cNvGraphicFramePr>
              <p:nvPr/>
            </p:nvGraphicFramePr>
            <p:xfrm>
              <a:off x="5111304" y="2300362"/>
              <a:ext cx="649287" cy="3841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3" imgW="342751" imgH="203112" progId="Equation.DSMT4">
                      <p:embed/>
                    </p:oleObj>
                  </mc:Choice>
                  <mc:Fallback>
                    <p:oleObj name="Equation" r:id="rId23" imgW="342751" imgH="203112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11304" y="2300362"/>
                            <a:ext cx="649287" cy="3841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60" name="对象 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8489091"/>
              </p:ext>
            </p:extLst>
          </p:nvPr>
        </p:nvGraphicFramePr>
        <p:xfrm>
          <a:off x="2074949" y="3589947"/>
          <a:ext cx="4632325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120900" imgH="215900" progId="Equation.DSMT4">
                  <p:embed/>
                </p:oleObj>
              </mc:Choice>
              <mc:Fallback>
                <p:oleObj name="Equation" r:id="rId25" imgW="21209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4949" y="3589947"/>
                        <a:ext cx="4632325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对象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6250367"/>
              </p:ext>
            </p:extLst>
          </p:nvPr>
        </p:nvGraphicFramePr>
        <p:xfrm>
          <a:off x="7027069" y="3577248"/>
          <a:ext cx="2735263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143000" imgH="215900" progId="Equation.DSMT4">
                  <p:embed/>
                </p:oleObj>
              </mc:Choice>
              <mc:Fallback>
                <p:oleObj name="Equation" r:id="rId27" imgW="11430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7069" y="3577248"/>
                        <a:ext cx="2735263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对象 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8062055"/>
              </p:ext>
            </p:extLst>
          </p:nvPr>
        </p:nvGraphicFramePr>
        <p:xfrm>
          <a:off x="2180519" y="4047331"/>
          <a:ext cx="4651375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057400" imgH="317500" progId="Equation.DSMT4">
                  <p:embed/>
                </p:oleObj>
              </mc:Choice>
              <mc:Fallback>
                <p:oleObj name="Equation" r:id="rId29" imgW="2057400" imgH="317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0519" y="4047331"/>
                        <a:ext cx="4651375" cy="715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对象 6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3872560"/>
              </p:ext>
            </p:extLst>
          </p:nvPr>
        </p:nvGraphicFramePr>
        <p:xfrm>
          <a:off x="2528889" y="5248278"/>
          <a:ext cx="7326312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3302000" imgH="317500" progId="Equation.DSMT4">
                  <p:embed/>
                </p:oleObj>
              </mc:Choice>
              <mc:Fallback>
                <p:oleObj name="Equation" r:id="rId31" imgW="3302000" imgH="317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8889" y="5248278"/>
                        <a:ext cx="7326312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8961418"/>
              </p:ext>
            </p:extLst>
          </p:nvPr>
        </p:nvGraphicFramePr>
        <p:xfrm>
          <a:off x="2469125" y="1343425"/>
          <a:ext cx="4287837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1943100" imgH="228600" progId="Equation.DSMT4">
                  <p:embed/>
                </p:oleObj>
              </mc:Choice>
              <mc:Fallback>
                <p:oleObj name="Equation" r:id="rId33" imgW="19431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9125" y="1343425"/>
                        <a:ext cx="4287837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3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6297672"/>
              </p:ext>
            </p:extLst>
          </p:nvPr>
        </p:nvGraphicFramePr>
        <p:xfrm>
          <a:off x="3137255" y="4816798"/>
          <a:ext cx="1871663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850531" imgH="203112" progId="Equation.DSMT4">
                  <p:embed/>
                </p:oleObj>
              </mc:Choice>
              <mc:Fallback>
                <p:oleObj name="Equation" r:id="rId35" imgW="850531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7255" y="4816798"/>
                        <a:ext cx="1871663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0425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0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2"/>
          <p:cNvGrpSpPr>
            <a:grpSpLocks/>
          </p:cNvGrpSpPr>
          <p:nvPr/>
        </p:nvGrpSpPr>
        <p:grpSpPr bwMode="auto">
          <a:xfrm>
            <a:off x="983432" y="252523"/>
            <a:ext cx="10297144" cy="5904656"/>
            <a:chOff x="469" y="480"/>
            <a:chExt cx="5341" cy="4118"/>
          </a:xfrm>
        </p:grpSpPr>
        <p:sp>
          <p:nvSpPr>
            <p:cNvPr id="12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" name="Rectangle 4"/>
            <p:cNvSpPr>
              <a:spLocks noChangeArrowheads="1"/>
            </p:cNvSpPr>
            <p:nvPr/>
          </p:nvSpPr>
          <p:spPr bwMode="auto">
            <a:xfrm>
              <a:off x="541" y="603"/>
              <a:ext cx="5197" cy="3879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919289" y="919980"/>
            <a:ext cx="111283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推论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 Century Schoolbook" panose="02040603050705020304" pitchFamily="18" charset="0"/>
              </a:rPr>
              <a:t>1</a:t>
            </a:r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 Century Schoolbook" panose="02040603050705020304" pitchFamily="18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7180459"/>
              </p:ext>
            </p:extLst>
          </p:nvPr>
        </p:nvGraphicFramePr>
        <p:xfrm>
          <a:off x="3032126" y="933916"/>
          <a:ext cx="6710363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57500" imgH="292100" progId="Equation.DSMT4">
                  <p:embed/>
                </p:oleObj>
              </mc:Choice>
              <mc:Fallback>
                <p:oleObj name="Equation" r:id="rId2" imgW="2857500" imgH="292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2126" y="933916"/>
                        <a:ext cx="6710363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5346608"/>
              </p:ext>
            </p:extLst>
          </p:nvPr>
        </p:nvGraphicFramePr>
        <p:xfrm>
          <a:off x="2135188" y="1574488"/>
          <a:ext cx="6153150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78100" imgH="317500" progId="Equation.DSMT4">
                  <p:embed/>
                </p:oleObj>
              </mc:Choice>
              <mc:Fallback>
                <p:oleObj name="Equation" r:id="rId4" imgW="2578100" imgH="317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1574488"/>
                        <a:ext cx="6153150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5460059"/>
              </p:ext>
            </p:extLst>
          </p:nvPr>
        </p:nvGraphicFramePr>
        <p:xfrm>
          <a:off x="2135188" y="2517464"/>
          <a:ext cx="6054725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78100" imgH="292100" progId="Equation.DSMT4">
                  <p:embed/>
                </p:oleObj>
              </mc:Choice>
              <mc:Fallback>
                <p:oleObj name="Equation" r:id="rId6" imgW="2578100" imgH="292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2517464"/>
                        <a:ext cx="6054725" cy="687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9038324"/>
              </p:ext>
            </p:extLst>
          </p:nvPr>
        </p:nvGraphicFramePr>
        <p:xfrm>
          <a:off x="2063552" y="3861047"/>
          <a:ext cx="7962900" cy="145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390840" imgH="622080" progId="Equation.DSMT4">
                  <p:embed/>
                </p:oleObj>
              </mc:Choice>
              <mc:Fallback>
                <p:oleObj name="Equation" r:id="rId8" imgW="3390840" imgH="622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552" y="3861047"/>
                        <a:ext cx="7962900" cy="1458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0983442"/>
              </p:ext>
            </p:extLst>
          </p:nvPr>
        </p:nvGraphicFramePr>
        <p:xfrm>
          <a:off x="4404533" y="4858792"/>
          <a:ext cx="2017713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88614" imgH="406224" progId="Equation.DSMT4">
                  <p:embed/>
                </p:oleObj>
              </mc:Choice>
              <mc:Fallback>
                <p:oleObj name="Equation" r:id="rId10" imgW="888614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4533" y="4858792"/>
                        <a:ext cx="2017713" cy="922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7309176"/>
              </p:ext>
            </p:extLst>
          </p:nvPr>
        </p:nvGraphicFramePr>
        <p:xfrm>
          <a:off x="2239963" y="3047230"/>
          <a:ext cx="6048375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527300" imgH="317500" progId="Equation.DSMT4">
                  <p:embed/>
                </p:oleObj>
              </mc:Choice>
              <mc:Fallback>
                <p:oleObj name="Equation" r:id="rId12" imgW="2527300" imgH="317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9963" y="3047230"/>
                        <a:ext cx="6048375" cy="760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4602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2"/>
          <p:cNvGrpSpPr>
            <a:grpSpLocks/>
          </p:cNvGrpSpPr>
          <p:nvPr/>
        </p:nvGrpSpPr>
        <p:grpSpPr bwMode="auto">
          <a:xfrm>
            <a:off x="983432" y="620688"/>
            <a:ext cx="10225136" cy="4498311"/>
            <a:chOff x="469" y="480"/>
            <a:chExt cx="5341" cy="4118"/>
          </a:xfrm>
        </p:grpSpPr>
        <p:sp>
          <p:nvSpPr>
            <p:cNvPr id="13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" name="Rectangle 4"/>
            <p:cNvSpPr>
              <a:spLocks noChangeArrowheads="1"/>
            </p:cNvSpPr>
            <p:nvPr/>
          </p:nvSpPr>
          <p:spPr bwMode="auto">
            <a:xfrm>
              <a:off x="541" y="603"/>
              <a:ext cx="5197" cy="3879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440324" name="Text Box 4"/>
          <p:cNvSpPr txBox="1">
            <a:spLocks noChangeArrowheads="1"/>
          </p:cNvSpPr>
          <p:nvPr/>
        </p:nvSpPr>
        <p:spPr bwMode="auto">
          <a:xfrm>
            <a:off x="2036766" y="1004142"/>
            <a:ext cx="28803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性质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 (</a:t>
            </a: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四则运算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graphicFrame>
        <p:nvGraphicFramePr>
          <p:cNvPr id="4403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2676719"/>
              </p:ext>
            </p:extLst>
          </p:nvPr>
        </p:nvGraphicFramePr>
        <p:xfrm>
          <a:off x="5116660" y="1045092"/>
          <a:ext cx="5189538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146300" imgH="292100" progId="Equation.3">
                  <p:embed/>
                </p:oleObj>
              </mc:Choice>
              <mc:Fallback>
                <p:oleObj name="公式" r:id="rId2" imgW="2146300" imgH="292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6660" y="1045092"/>
                        <a:ext cx="5189538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2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7821081"/>
              </p:ext>
            </p:extLst>
          </p:nvPr>
        </p:nvGraphicFramePr>
        <p:xfrm>
          <a:off x="2579450" y="1740564"/>
          <a:ext cx="511110" cy="417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81145" imgH="161951" progId="Equation.3">
                  <p:embed/>
                </p:oleObj>
              </mc:Choice>
              <mc:Fallback>
                <p:oleObj name="公式" r:id="rId4" imgW="181145" imgH="16195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9450" y="1740564"/>
                        <a:ext cx="511110" cy="4175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4572938"/>
              </p:ext>
            </p:extLst>
          </p:nvPr>
        </p:nvGraphicFramePr>
        <p:xfrm>
          <a:off x="3042715" y="1621266"/>
          <a:ext cx="3240782" cy="732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333601" imgH="257175" progId="Equation.3">
                  <p:embed/>
                </p:oleObj>
              </mc:Choice>
              <mc:Fallback>
                <p:oleObj name="公式" r:id="rId6" imgW="1333601" imgH="25717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2715" y="1621266"/>
                        <a:ext cx="3240782" cy="732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2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3428590"/>
              </p:ext>
            </p:extLst>
          </p:nvPr>
        </p:nvGraphicFramePr>
        <p:xfrm>
          <a:off x="3507751" y="2235882"/>
          <a:ext cx="4634806" cy="6985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019314" imgH="257175" progId="Equation.3">
                  <p:embed/>
                </p:oleObj>
              </mc:Choice>
              <mc:Fallback>
                <p:oleObj name="公式" r:id="rId8" imgW="2019314" imgH="25717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7751" y="2235882"/>
                        <a:ext cx="4634806" cy="6985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2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9269980"/>
              </p:ext>
            </p:extLst>
          </p:nvPr>
        </p:nvGraphicFramePr>
        <p:xfrm>
          <a:off x="2459831" y="2869148"/>
          <a:ext cx="7318324" cy="6965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209943" imgH="257175" progId="Equation.3">
                  <p:embed/>
                </p:oleObj>
              </mc:Choice>
              <mc:Fallback>
                <p:oleObj name="公式" r:id="rId10" imgW="3209943" imgH="25717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9831" y="2869148"/>
                        <a:ext cx="7318324" cy="6965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3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5237030"/>
              </p:ext>
            </p:extLst>
          </p:nvPr>
        </p:nvGraphicFramePr>
        <p:xfrm>
          <a:off x="2459831" y="3565695"/>
          <a:ext cx="5830887" cy="1311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657486" imgH="533464" progId="Equation.3">
                  <p:embed/>
                </p:oleObj>
              </mc:Choice>
              <mc:Fallback>
                <p:oleObj name="公式" r:id="rId12" imgW="2657486" imgH="53346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9831" y="3565695"/>
                        <a:ext cx="5830887" cy="13111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31" name="Text Box 11"/>
          <p:cNvSpPr txBox="1">
            <a:spLocks noChangeArrowheads="1"/>
          </p:cNvSpPr>
          <p:nvPr/>
        </p:nvSpPr>
        <p:spPr bwMode="auto">
          <a:xfrm>
            <a:off x="8712200" y="4276724"/>
            <a:ext cx="19907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solidFill>
                  <a:srgbClr val="336600"/>
                </a:solidFill>
                <a:latin typeface="Times New Roman" panose="02020603050405020304" pitchFamily="18" charset="0"/>
              </a:rPr>
              <a:t>(</a:t>
            </a:r>
            <a:r>
              <a:rPr kumimoji="1" lang="zh-CN" altLang="en-US" sz="2800" b="1" dirty="0">
                <a:solidFill>
                  <a:srgbClr val="336600"/>
                </a:solidFill>
                <a:latin typeface="Times New Roman" panose="02020603050405020304" pitchFamily="18" charset="0"/>
              </a:rPr>
              <a:t>证明略</a:t>
            </a:r>
            <a:r>
              <a:rPr kumimoji="1" lang="en-US" altLang="zh-CN" sz="2800" b="1" dirty="0">
                <a:solidFill>
                  <a:srgbClr val="336600"/>
                </a:solidFill>
                <a:latin typeface="Times New Roman" panose="02020603050405020304" pitchFamily="18" charset="0"/>
              </a:rPr>
              <a:t>)</a:t>
            </a:r>
            <a:endParaRPr kumimoji="1" lang="zh-CN" altLang="en-US" sz="2800" b="1" dirty="0">
              <a:solidFill>
                <a:srgbClr val="3366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332" name="Rectangle 12"/>
          <p:cNvSpPr>
            <a:spLocks noChangeArrowheads="1"/>
          </p:cNvSpPr>
          <p:nvPr/>
        </p:nvSpPr>
        <p:spPr bwMode="auto">
          <a:xfrm>
            <a:off x="2063688" y="5118999"/>
            <a:ext cx="78486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注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：</a:t>
            </a:r>
            <a:r>
              <a:rPr kumimoji="1" lang="zh-CN" altLang="en-US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四则运算对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有限个存在极限的函数而言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.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特别</a:t>
            </a:r>
            <a:endParaRPr kumimoji="1" lang="en-US" altLang="zh-CN" sz="28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7706186"/>
              </p:ext>
            </p:extLst>
          </p:nvPr>
        </p:nvGraphicFramePr>
        <p:xfrm>
          <a:off x="4151784" y="5646241"/>
          <a:ext cx="4830763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044700" imgH="304800" progId="Equation.DSMT4">
                  <p:embed/>
                </p:oleObj>
              </mc:Choice>
              <mc:Fallback>
                <p:oleObj name="Equation" r:id="rId14" imgW="2044700" imgH="304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784" y="5646241"/>
                        <a:ext cx="4830763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6285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0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0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0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0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0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0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0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40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40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24" grpId="0" autoUpdateAnimBg="0"/>
      <p:bldP spid="440331" grpId="0"/>
      <p:bldP spid="440332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Box 2"/>
          <p:cNvSpPr txBox="1">
            <a:spLocks noChangeArrowheads="1"/>
          </p:cNvSpPr>
          <p:nvPr/>
        </p:nvSpPr>
        <p:spPr bwMode="auto">
          <a:xfrm>
            <a:off x="1711326" y="780274"/>
            <a:ext cx="8509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3796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0553587"/>
              </p:ext>
            </p:extLst>
          </p:nvPr>
        </p:nvGraphicFramePr>
        <p:xfrm>
          <a:off x="2424113" y="781050"/>
          <a:ext cx="67691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95480" imgH="241200" progId="Equation.DSMT4">
                  <p:embed/>
                </p:oleObj>
              </mc:Choice>
              <mc:Fallback>
                <p:oleObj name="Equation" r:id="rId2" imgW="28954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781050"/>
                        <a:ext cx="676910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7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4188870"/>
              </p:ext>
            </p:extLst>
          </p:nvPr>
        </p:nvGraphicFramePr>
        <p:xfrm>
          <a:off x="2775046" y="1410500"/>
          <a:ext cx="2630487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31366" imgH="291973" progId="Equation.DSMT4">
                  <p:embed/>
                </p:oleObj>
              </mc:Choice>
              <mc:Fallback>
                <p:oleObj name="Equation" r:id="rId4" imgW="1231366" imgH="2919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5046" y="1410500"/>
                        <a:ext cx="2630487" cy="623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8" name="TextBox 5"/>
          <p:cNvSpPr txBox="1">
            <a:spLocks noChangeArrowheads="1"/>
          </p:cNvSpPr>
          <p:nvPr/>
        </p:nvSpPr>
        <p:spPr bwMode="auto">
          <a:xfrm>
            <a:off x="1736493" y="1975477"/>
            <a:ext cx="828645" cy="541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证</a:t>
            </a:r>
          </a:p>
        </p:txBody>
      </p:sp>
      <p:graphicFrame>
        <p:nvGraphicFramePr>
          <p:cNvPr id="33799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2441413"/>
              </p:ext>
            </p:extLst>
          </p:nvPr>
        </p:nvGraphicFramePr>
        <p:xfrm>
          <a:off x="2423592" y="1960230"/>
          <a:ext cx="6769100" cy="194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86100" imgH="889000" progId="Equation.DSMT4">
                  <p:embed/>
                </p:oleObj>
              </mc:Choice>
              <mc:Fallback>
                <p:oleObj name="Equation" r:id="rId6" imgW="3086100" imgH="889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3592" y="1960230"/>
                        <a:ext cx="6769100" cy="194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0" name="TextBox 7"/>
          <p:cNvSpPr txBox="1">
            <a:spLocks noChangeArrowheads="1"/>
          </p:cNvSpPr>
          <p:nvPr/>
        </p:nvSpPr>
        <p:spPr bwMode="auto">
          <a:xfrm>
            <a:off x="1686876" y="3986628"/>
            <a:ext cx="9112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3801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2376814"/>
              </p:ext>
            </p:extLst>
          </p:nvPr>
        </p:nvGraphicFramePr>
        <p:xfrm>
          <a:off x="2598101" y="3785148"/>
          <a:ext cx="8016875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568700" imgH="444500" progId="Equation.DSMT4">
                  <p:embed/>
                </p:oleObj>
              </mc:Choice>
              <mc:Fallback>
                <p:oleObj name="Equation" r:id="rId8" imgW="3568700" imgH="444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8101" y="3785148"/>
                        <a:ext cx="8016875" cy="998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2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4586480"/>
              </p:ext>
            </p:extLst>
          </p:nvPr>
        </p:nvGraphicFramePr>
        <p:xfrm>
          <a:off x="1864121" y="4621610"/>
          <a:ext cx="2503688" cy="4826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81100" imgH="228600" progId="Equation.DSMT4">
                  <p:embed/>
                </p:oleObj>
              </mc:Choice>
              <mc:Fallback>
                <p:oleObj name="Equation" r:id="rId10" imgW="11811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4121" y="4621610"/>
                        <a:ext cx="2503688" cy="4826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3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8456148"/>
              </p:ext>
            </p:extLst>
          </p:nvPr>
        </p:nvGraphicFramePr>
        <p:xfrm>
          <a:off x="3118721" y="4847915"/>
          <a:ext cx="5859463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41600" imgH="584200" progId="Equation.DSMT4">
                  <p:embed/>
                </p:oleObj>
              </mc:Choice>
              <mc:Fallback>
                <p:oleObj name="Equation" r:id="rId12" imgW="2641600" imgH="584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8721" y="4847915"/>
                        <a:ext cx="5859463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接连接符 2"/>
          <p:cNvCxnSpPr/>
          <p:nvPr/>
        </p:nvCxnSpPr>
        <p:spPr>
          <a:xfrm>
            <a:off x="2753913" y="1971665"/>
            <a:ext cx="2630487" cy="381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2848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3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8" grpId="0"/>
      <p:bldP spid="3380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Box 2"/>
          <p:cNvSpPr txBox="1">
            <a:spLocks noChangeArrowheads="1"/>
          </p:cNvSpPr>
          <p:nvPr/>
        </p:nvSpPr>
        <p:spPr bwMode="auto">
          <a:xfrm>
            <a:off x="1683524" y="931414"/>
            <a:ext cx="909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3652490"/>
              </p:ext>
            </p:extLst>
          </p:nvPr>
        </p:nvGraphicFramePr>
        <p:xfrm>
          <a:off x="2586832" y="773609"/>
          <a:ext cx="5334000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01900" imgH="406400" progId="Equation.DSMT4">
                  <p:embed/>
                </p:oleObj>
              </mc:Choice>
              <mc:Fallback>
                <p:oleObj name="Equation" r:id="rId2" imgW="25019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6832" y="773609"/>
                        <a:ext cx="5334000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683544" y="1700397"/>
            <a:ext cx="5445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证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5868145"/>
              </p:ext>
            </p:extLst>
          </p:nvPr>
        </p:nvGraphicFramePr>
        <p:xfrm>
          <a:off x="2688620" y="2157694"/>
          <a:ext cx="6975475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05200" imgH="406400" progId="Equation.DSMT4">
                  <p:embed/>
                </p:oleObj>
              </mc:Choice>
              <mc:Fallback>
                <p:oleObj name="Equation" r:id="rId4" imgW="35052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8620" y="2157694"/>
                        <a:ext cx="6975475" cy="80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444939" y="1724336"/>
            <a:ext cx="9032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因为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683544" y="3238363"/>
            <a:ext cx="9032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所以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1481533"/>
              </p:ext>
            </p:extLst>
          </p:nvPr>
        </p:nvGraphicFramePr>
        <p:xfrm>
          <a:off x="2896583" y="2999028"/>
          <a:ext cx="6559550" cy="117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251200" imgH="584200" progId="Equation.DSMT4">
                  <p:embed/>
                </p:oleObj>
              </mc:Choice>
              <mc:Fallback>
                <p:oleObj name="Equation" r:id="rId6" imgW="3251200" imgH="584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6583" y="2999028"/>
                        <a:ext cx="6559550" cy="1177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530721"/>
              </p:ext>
            </p:extLst>
          </p:nvPr>
        </p:nvGraphicFramePr>
        <p:xfrm>
          <a:off x="1683524" y="4105079"/>
          <a:ext cx="5775325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28720" imgH="291960" progId="Equation.DSMT4">
                  <p:embed/>
                </p:oleObj>
              </mc:Choice>
              <mc:Fallback>
                <p:oleObj name="Equation" r:id="rId8" imgW="262872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3524" y="4105079"/>
                        <a:ext cx="5775325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9387246"/>
              </p:ext>
            </p:extLst>
          </p:nvPr>
        </p:nvGraphicFramePr>
        <p:xfrm>
          <a:off x="3501305" y="5229200"/>
          <a:ext cx="4772025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71520" imgH="406080" progId="Equation.DSMT4">
                  <p:embed/>
                </p:oleObj>
              </mc:Choice>
              <mc:Fallback>
                <p:oleObj name="Equation" r:id="rId10" imgW="21715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1305" y="5229200"/>
                        <a:ext cx="4772025" cy="89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1331490"/>
              </p:ext>
            </p:extLst>
          </p:nvPr>
        </p:nvGraphicFramePr>
        <p:xfrm>
          <a:off x="3510480" y="4806077"/>
          <a:ext cx="4184650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904760" imgH="291960" progId="Equation.DSMT4">
                  <p:embed/>
                </p:oleObj>
              </mc:Choice>
              <mc:Fallback>
                <p:oleObj name="Equation" r:id="rId12" imgW="190476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0480" y="4806077"/>
                        <a:ext cx="4184650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5611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8554653"/>
              </p:ext>
            </p:extLst>
          </p:nvPr>
        </p:nvGraphicFramePr>
        <p:xfrm>
          <a:off x="2605401" y="603602"/>
          <a:ext cx="2922588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08100" imgH="419100" progId="Equation.DSMT4">
                  <p:embed/>
                </p:oleObj>
              </mc:Choice>
              <mc:Fallback>
                <p:oleObj name="Equation" r:id="rId2" imgW="13081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5401" y="603602"/>
                        <a:ext cx="2922588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6279506"/>
              </p:ext>
            </p:extLst>
          </p:nvPr>
        </p:nvGraphicFramePr>
        <p:xfrm>
          <a:off x="2244171" y="1581149"/>
          <a:ext cx="1370567" cy="87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60400" imgH="419100" progId="Equation.DSMT4">
                  <p:embed/>
                </p:oleObj>
              </mc:Choice>
              <mc:Fallback>
                <p:oleObj name="Equation" r:id="rId4" imgW="6604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4171" y="1581149"/>
                        <a:ext cx="1370567" cy="870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4951924"/>
              </p:ext>
            </p:extLst>
          </p:nvPr>
        </p:nvGraphicFramePr>
        <p:xfrm>
          <a:off x="1785938" y="2577152"/>
          <a:ext cx="6450013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82900" imgH="419100" progId="Equation.DSMT4">
                  <p:embed/>
                </p:oleObj>
              </mc:Choice>
              <mc:Fallback>
                <p:oleObj name="Equation" r:id="rId6" imgW="28829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938" y="2577152"/>
                        <a:ext cx="6450013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1699658" y="1744662"/>
            <a:ext cx="5445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1785938" y="3791665"/>
            <a:ext cx="546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495551" y="3541714"/>
          <a:ext cx="3313113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98600" imgH="419100" progId="Equation.DSMT4">
                  <p:embed/>
                </p:oleObj>
              </mc:Choice>
              <mc:Fallback>
                <p:oleObj name="Equation" r:id="rId8" imgW="14986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1" y="3541714"/>
                        <a:ext cx="3313113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8" name="TextBox 10"/>
          <p:cNvSpPr txBox="1">
            <a:spLocks noChangeArrowheads="1"/>
          </p:cNvSpPr>
          <p:nvPr/>
        </p:nvSpPr>
        <p:spPr bwMode="auto">
          <a:xfrm>
            <a:off x="1694307" y="815181"/>
            <a:ext cx="904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5618312"/>
              </p:ext>
            </p:extLst>
          </p:nvPr>
        </p:nvGraphicFramePr>
        <p:xfrm>
          <a:off x="9192344" y="548369"/>
          <a:ext cx="2087563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14400" imgH="419100" progId="Equation.DSMT4">
                  <p:embed/>
                </p:oleObj>
              </mc:Choice>
              <mc:Fallback>
                <p:oleObj name="Equation" r:id="rId10" imgW="9144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92344" y="548369"/>
                        <a:ext cx="2087563" cy="955675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7290062"/>
              </p:ext>
            </p:extLst>
          </p:nvPr>
        </p:nvGraphicFramePr>
        <p:xfrm>
          <a:off x="2599182" y="4666544"/>
          <a:ext cx="569277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565400" imgH="292100" progId="Equation.DSMT4">
                  <p:embed/>
                </p:oleObj>
              </mc:Choice>
              <mc:Fallback>
                <p:oleObj name="Equation" r:id="rId12" imgW="2565400" imgH="292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9182" y="4666544"/>
                        <a:ext cx="5692775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4664100"/>
              </p:ext>
            </p:extLst>
          </p:nvPr>
        </p:nvGraphicFramePr>
        <p:xfrm>
          <a:off x="2973388" y="5212557"/>
          <a:ext cx="4033837" cy="94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39900" imgH="406400" progId="Equation.DSMT4">
                  <p:embed/>
                </p:oleObj>
              </mc:Choice>
              <mc:Fallback>
                <p:oleObj name="Equation" r:id="rId14" imgW="17399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3388" y="5212557"/>
                        <a:ext cx="4033837" cy="941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5808663" y="3573463"/>
          <a:ext cx="4508500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159000" imgH="482600" progId="Equation.DSMT4">
                  <p:embed/>
                </p:oleObj>
              </mc:Choice>
              <mc:Fallback>
                <p:oleObj name="Equation" r:id="rId16" imgW="2159000" imgH="482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8663" y="3573463"/>
                        <a:ext cx="4508500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2278568"/>
              </p:ext>
            </p:extLst>
          </p:nvPr>
        </p:nvGraphicFramePr>
        <p:xfrm>
          <a:off x="3522763" y="1620018"/>
          <a:ext cx="3097013" cy="8693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536700" imgH="431800" progId="Equation.DSMT4">
                  <p:embed/>
                </p:oleObj>
              </mc:Choice>
              <mc:Fallback>
                <p:oleObj name="Equation" r:id="rId18" imgW="15367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2763" y="1620018"/>
                        <a:ext cx="3097013" cy="8693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6441970"/>
              </p:ext>
            </p:extLst>
          </p:nvPr>
        </p:nvGraphicFramePr>
        <p:xfrm>
          <a:off x="6552608" y="1609004"/>
          <a:ext cx="2135781" cy="8436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028254" imgH="406224" progId="Equation.DSMT4">
                  <p:embed/>
                </p:oleObj>
              </mc:Choice>
              <mc:Fallback>
                <p:oleObj name="Equation" r:id="rId20" imgW="1028254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2608" y="1609004"/>
                        <a:ext cx="2135781" cy="8436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4871168"/>
              </p:ext>
            </p:extLst>
          </p:nvPr>
        </p:nvGraphicFramePr>
        <p:xfrm>
          <a:off x="8663582" y="1619364"/>
          <a:ext cx="1844674" cy="7761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964781" imgH="406224" progId="Equation.DSMT4">
                  <p:embed/>
                </p:oleObj>
              </mc:Choice>
              <mc:Fallback>
                <p:oleObj name="Equation" r:id="rId22" imgW="964781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63582" y="1619364"/>
                        <a:ext cx="1844674" cy="7761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6097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AutoShape 2"/>
          <p:cNvSpPr>
            <a:spLocks noChangeArrowheads="1"/>
          </p:cNvSpPr>
          <p:nvPr/>
        </p:nvSpPr>
        <p:spPr bwMode="auto">
          <a:xfrm>
            <a:off x="1178964" y="2213053"/>
            <a:ext cx="10153128" cy="3438338"/>
          </a:xfrm>
          <a:prstGeom prst="horizontalScroll">
            <a:avLst>
              <a:gd name="adj" fmla="val 5606"/>
            </a:avLst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</a:gra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5601922"/>
              </p:ext>
            </p:extLst>
          </p:nvPr>
        </p:nvGraphicFramePr>
        <p:xfrm>
          <a:off x="3142072" y="581639"/>
          <a:ext cx="7542213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971800" imgH="457200" progId="Equation.DSMT4">
                  <p:embed/>
                </p:oleObj>
              </mc:Choice>
              <mc:Fallback>
                <p:oleObj name="Equation" r:id="rId3" imgW="29718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2072" y="581639"/>
                        <a:ext cx="7542213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9503988"/>
              </p:ext>
            </p:extLst>
          </p:nvPr>
        </p:nvGraphicFramePr>
        <p:xfrm>
          <a:off x="1703512" y="4067755"/>
          <a:ext cx="42164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50960" imgH="228600" progId="Equation.DSMT4">
                  <p:embed/>
                </p:oleObj>
              </mc:Choice>
              <mc:Fallback>
                <p:oleObj name="Equation" r:id="rId5" imgW="16509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512" y="4067755"/>
                        <a:ext cx="421640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4705594"/>
              </p:ext>
            </p:extLst>
          </p:nvPr>
        </p:nvGraphicFramePr>
        <p:xfrm>
          <a:off x="1195767" y="1360345"/>
          <a:ext cx="2746801" cy="10262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55600" imgH="431640" progId="Equation.DSMT4">
                  <p:embed/>
                </p:oleObj>
              </mc:Choice>
              <mc:Fallback>
                <p:oleObj name="Equation" r:id="rId7" imgW="11556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95767" y="1360345"/>
                        <a:ext cx="2746801" cy="10262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190185" y="833705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对有理函数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2007298"/>
              </p:ext>
            </p:extLst>
          </p:nvPr>
        </p:nvGraphicFramePr>
        <p:xfrm>
          <a:off x="1682133" y="2579693"/>
          <a:ext cx="6626005" cy="5521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743200" imgH="228600" progId="Equation.DSMT4">
                  <p:embed/>
                </p:oleObj>
              </mc:Choice>
              <mc:Fallback>
                <p:oleObj name="Equation" r:id="rId9" imgW="27432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82133" y="2579693"/>
                        <a:ext cx="6626005" cy="5521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0757175"/>
              </p:ext>
            </p:extLst>
          </p:nvPr>
        </p:nvGraphicFramePr>
        <p:xfrm>
          <a:off x="3811712" y="3044405"/>
          <a:ext cx="2836862" cy="1055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193760" imgH="444240" progId="Equation.DSMT4">
                  <p:embed/>
                </p:oleObj>
              </mc:Choice>
              <mc:Fallback>
                <p:oleObj name="Equation" r:id="rId11" imgW="11937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811712" y="3044405"/>
                        <a:ext cx="2836862" cy="1055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5982236" y="4035520"/>
            <a:ext cx="52341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通常的解法是约去分子、分母中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815516" y="4696551"/>
            <a:ext cx="27093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趋于零的因子，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347814" y="4662038"/>
            <a:ext cx="42514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或者应用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洛必达法则</a:t>
            </a:r>
            <a:r>
              <a:rPr lang="zh-CN" altLang="en-US" sz="2800" b="1" dirty="0"/>
              <a:t>处理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4666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750"/>
                                        <p:tgtEl>
                                          <p:spTgt spid="421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890" grpId="0" animBg="1"/>
      <p:bldP spid="6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228" name="Text Box 4"/>
          <p:cNvSpPr txBox="1">
            <a:spLocks noChangeArrowheads="1"/>
          </p:cNvSpPr>
          <p:nvPr/>
        </p:nvSpPr>
        <p:spPr bwMode="auto">
          <a:xfrm>
            <a:off x="2048731" y="283534"/>
            <a:ext cx="3024063" cy="5191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13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求下列极限</a:t>
            </a:r>
          </a:p>
        </p:txBody>
      </p:sp>
      <p:sp>
        <p:nvSpPr>
          <p:cNvPr id="436231" name="Text Box 7"/>
          <p:cNvSpPr txBox="1">
            <a:spLocks noChangeArrowheads="1"/>
          </p:cNvSpPr>
          <p:nvPr/>
        </p:nvSpPr>
        <p:spPr bwMode="auto">
          <a:xfrm>
            <a:off x="2034620" y="2930527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43623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9119500"/>
              </p:ext>
            </p:extLst>
          </p:nvPr>
        </p:nvGraphicFramePr>
        <p:xfrm>
          <a:off x="2711451" y="4797426"/>
          <a:ext cx="790575" cy="167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76229" imgH="657186" progId="Equation.3">
                  <p:embed/>
                </p:oleObj>
              </mc:Choice>
              <mc:Fallback>
                <p:oleObj name="公式" r:id="rId2" imgW="276229" imgH="65718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1" y="4797426"/>
                        <a:ext cx="790575" cy="167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236" name="Object 12"/>
          <p:cNvGraphicFramePr>
            <a:graphicFrameLocks noChangeAspect="1"/>
          </p:cNvGraphicFramePr>
          <p:nvPr/>
        </p:nvGraphicFramePr>
        <p:xfrm>
          <a:off x="3216276" y="4868864"/>
          <a:ext cx="10191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09485" imgH="190449" progId="Equation.3">
                  <p:embed/>
                </p:oleObj>
              </mc:Choice>
              <mc:Fallback>
                <p:oleObj name="公式" r:id="rId4" imgW="409485" imgH="1904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6" y="4868864"/>
                        <a:ext cx="101917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238" name="Object 14"/>
          <p:cNvGraphicFramePr>
            <a:graphicFrameLocks noChangeAspect="1"/>
          </p:cNvGraphicFramePr>
          <p:nvPr/>
        </p:nvGraphicFramePr>
        <p:xfrm>
          <a:off x="3359151" y="5462589"/>
          <a:ext cx="403225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52342" imgH="161951" progId="Equation.3">
                  <p:embed/>
                </p:oleObj>
              </mc:Choice>
              <mc:Fallback>
                <p:oleObj name="公式" r:id="rId6" imgW="152342" imgH="16195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1" y="5462589"/>
                        <a:ext cx="403225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240" name="Object 16"/>
          <p:cNvGraphicFramePr>
            <a:graphicFrameLocks noChangeAspect="1"/>
          </p:cNvGraphicFramePr>
          <p:nvPr/>
        </p:nvGraphicFramePr>
        <p:xfrm>
          <a:off x="3287713" y="6056314"/>
          <a:ext cx="431800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62059" imgH="123722" progId="Equation.3">
                  <p:embed/>
                </p:oleObj>
              </mc:Choice>
              <mc:Fallback>
                <p:oleObj name="公式" r:id="rId8" imgW="162059" imgH="12372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3" y="6056314"/>
                        <a:ext cx="431800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6410605"/>
              </p:ext>
            </p:extLst>
          </p:nvPr>
        </p:nvGraphicFramePr>
        <p:xfrm>
          <a:off x="2209800" y="1710917"/>
          <a:ext cx="6918632" cy="1219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794000" imgH="508000" progId="Equation.DSMT4">
                  <p:embed/>
                </p:oleObj>
              </mc:Choice>
              <mc:Fallback>
                <p:oleObj name="Equation" r:id="rId10" imgW="2794000" imgH="508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710917"/>
                        <a:ext cx="6918632" cy="12196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8240278"/>
              </p:ext>
            </p:extLst>
          </p:nvPr>
        </p:nvGraphicFramePr>
        <p:xfrm>
          <a:off x="2482367" y="699564"/>
          <a:ext cx="610235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552700" imgH="457200" progId="Equation.DSMT4">
                  <p:embed/>
                </p:oleObj>
              </mc:Choice>
              <mc:Fallback>
                <p:oleObj name="Equation" r:id="rId12" imgW="25527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2367" y="699564"/>
                        <a:ext cx="6102350" cy="10922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711450" y="3860801"/>
          <a:ext cx="5956300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060700" imgH="457200" progId="Equation.DSMT4">
                  <p:embed/>
                </p:oleObj>
              </mc:Choice>
              <mc:Fallback>
                <p:oleObj name="Equation" r:id="rId14" imgW="30607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0" y="3860801"/>
                        <a:ext cx="5956300" cy="963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9018739"/>
              </p:ext>
            </p:extLst>
          </p:nvPr>
        </p:nvGraphicFramePr>
        <p:xfrm>
          <a:off x="2692502" y="2817814"/>
          <a:ext cx="5400675" cy="966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552700" imgH="457200" progId="Equation.DSMT4">
                  <p:embed/>
                </p:oleObj>
              </mc:Choice>
              <mc:Fallback>
                <p:oleObj name="Equation" r:id="rId16" imgW="25527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2502" y="2817814"/>
                        <a:ext cx="5400675" cy="966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727575" y="4941888"/>
          <a:ext cx="1081088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57200" imgH="139700" progId="Equation.DSMT4">
                  <p:embed/>
                </p:oleObj>
              </mc:Choice>
              <mc:Fallback>
                <p:oleObj name="Equation" r:id="rId18" imgW="457200" imgH="139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7575" y="4941888"/>
                        <a:ext cx="1081088" cy="328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4727576" y="5516563"/>
          <a:ext cx="936625" cy="32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444307" imgH="139639" progId="Equation.DSMT4">
                  <p:embed/>
                </p:oleObj>
              </mc:Choice>
              <mc:Fallback>
                <p:oleObj name="Equation" r:id="rId20" imgW="444307" imgH="1396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7576" y="5516563"/>
                        <a:ext cx="936625" cy="322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4727576" y="6092826"/>
          <a:ext cx="1008063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444307" imgH="139639" progId="Equation.DSMT4">
                  <p:embed/>
                </p:oleObj>
              </mc:Choice>
              <mc:Fallback>
                <p:oleObj name="Equation" r:id="rId22" imgW="444307" imgH="1396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7576" y="6092826"/>
                        <a:ext cx="1008063" cy="328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48425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6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36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36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36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36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6231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64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3756424"/>
              </p:ext>
            </p:extLst>
          </p:nvPr>
        </p:nvGraphicFramePr>
        <p:xfrm>
          <a:off x="2025487" y="1079900"/>
          <a:ext cx="3426640" cy="1035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73200" imgH="444500" progId="Equation.3">
                  <p:embed/>
                </p:oleObj>
              </mc:Choice>
              <mc:Fallback>
                <p:oleObj name="公式" r:id="rId2" imgW="14732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5487" y="1079900"/>
                        <a:ext cx="3426640" cy="10351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64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9038561"/>
              </p:ext>
            </p:extLst>
          </p:nvPr>
        </p:nvGraphicFramePr>
        <p:xfrm>
          <a:off x="5452177" y="747773"/>
          <a:ext cx="2732055" cy="16921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231366" imgH="761669" progId="Equation.3">
                  <p:embed/>
                </p:oleObj>
              </mc:Choice>
              <mc:Fallback>
                <p:oleObj name="公式" r:id="rId4" imgW="1231366" imgH="76166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2177" y="747773"/>
                        <a:ext cx="2732055" cy="16921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647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3447006"/>
              </p:ext>
            </p:extLst>
          </p:nvPr>
        </p:nvGraphicFramePr>
        <p:xfrm>
          <a:off x="2279204" y="2395619"/>
          <a:ext cx="2952700" cy="17048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320227" imgH="761669" progId="Equation.3">
                  <p:embed/>
                </p:oleObj>
              </mc:Choice>
              <mc:Fallback>
                <p:oleObj name="公式" r:id="rId6" imgW="1320227" imgH="76166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204" y="2395619"/>
                        <a:ext cx="2952700" cy="17048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647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9060726"/>
              </p:ext>
            </p:extLst>
          </p:nvPr>
        </p:nvGraphicFramePr>
        <p:xfrm>
          <a:off x="5231904" y="2423590"/>
          <a:ext cx="3816052" cy="16969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714500" imgH="762000" progId="Equation.3">
                  <p:embed/>
                </p:oleObj>
              </mc:Choice>
              <mc:Fallback>
                <p:oleObj name="公式" r:id="rId8" imgW="1714500" imgH="762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1904" y="2423590"/>
                        <a:ext cx="3816052" cy="16969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647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5304353"/>
              </p:ext>
            </p:extLst>
          </p:nvPr>
        </p:nvGraphicFramePr>
        <p:xfrm>
          <a:off x="2279204" y="4211263"/>
          <a:ext cx="1768499" cy="9719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787400" imgH="431800" progId="Equation.3">
                  <p:embed/>
                </p:oleObj>
              </mc:Choice>
              <mc:Fallback>
                <p:oleObj name="公式" r:id="rId10" imgW="7874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204" y="4211263"/>
                        <a:ext cx="1768499" cy="9719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647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4853537"/>
              </p:ext>
            </p:extLst>
          </p:nvPr>
        </p:nvGraphicFramePr>
        <p:xfrm>
          <a:off x="4079776" y="4183986"/>
          <a:ext cx="964730" cy="10265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406224" imgH="431613" progId="Equation.3">
                  <p:embed/>
                </p:oleObj>
              </mc:Choice>
              <mc:Fallback>
                <p:oleObj name="公式" r:id="rId12" imgW="406224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776" y="4183986"/>
                        <a:ext cx="964730" cy="10265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7852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6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6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6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6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6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6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3472" y="764704"/>
            <a:ext cx="10038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6460340"/>
              </p:ext>
            </p:extLst>
          </p:nvPr>
        </p:nvGraphicFramePr>
        <p:xfrm>
          <a:off x="2423592" y="790490"/>
          <a:ext cx="4752528" cy="8337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71520" imgH="380880" progId="Equation.DSMT4">
                  <p:embed/>
                </p:oleObj>
              </mc:Choice>
              <mc:Fallback>
                <p:oleObj name="Equation" r:id="rId2" imgW="217152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23592" y="790490"/>
                        <a:ext cx="4752528" cy="8337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1759937"/>
              </p:ext>
            </p:extLst>
          </p:nvPr>
        </p:nvGraphicFramePr>
        <p:xfrm>
          <a:off x="7252439" y="808868"/>
          <a:ext cx="1296268" cy="479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83920" imgH="215640" progId="Equation.DSMT4">
                  <p:embed/>
                </p:oleObj>
              </mc:Choice>
              <mc:Fallback>
                <p:oleObj name="Equation" r:id="rId4" imgW="5839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252439" y="808868"/>
                        <a:ext cx="1296268" cy="4790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360044" y="1362657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9262752"/>
              </p:ext>
            </p:extLst>
          </p:nvPr>
        </p:nvGraphicFramePr>
        <p:xfrm>
          <a:off x="2008832" y="1443287"/>
          <a:ext cx="2596528" cy="885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17440" imgH="380880" progId="Equation.DSMT4">
                  <p:embed/>
                </p:oleObj>
              </mc:Choice>
              <mc:Fallback>
                <p:oleObj name="Equation" r:id="rId6" imgW="111744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008832" y="1443287"/>
                        <a:ext cx="2596528" cy="8851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4716688" y="1453147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则有，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5199177"/>
              </p:ext>
            </p:extLst>
          </p:nvPr>
        </p:nvGraphicFramePr>
        <p:xfrm>
          <a:off x="3197488" y="2211882"/>
          <a:ext cx="3546584" cy="52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84200" imgH="203040" progId="Equation.DSMT4">
                  <p:embed/>
                </p:oleObj>
              </mc:Choice>
              <mc:Fallback>
                <p:oleObj name="Equation" r:id="rId8" imgW="13842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197488" y="2211882"/>
                        <a:ext cx="3546584" cy="520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1348945" y="2820173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两边同时求极限，得</a:t>
            </a: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7346838"/>
              </p:ext>
            </p:extLst>
          </p:nvPr>
        </p:nvGraphicFramePr>
        <p:xfrm>
          <a:off x="2711624" y="3343393"/>
          <a:ext cx="4859338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20760" imgH="380880" progId="Equation.DSMT4">
                  <p:embed/>
                </p:oleObj>
              </mc:Choice>
              <mc:Fallback>
                <p:oleObj name="Equation" r:id="rId10" imgW="21207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711624" y="3343393"/>
                        <a:ext cx="4859338" cy="873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5489962"/>
              </p:ext>
            </p:extLst>
          </p:nvPr>
        </p:nvGraphicFramePr>
        <p:xfrm>
          <a:off x="1360044" y="4358592"/>
          <a:ext cx="2575716" cy="4975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17440" imgH="215640" progId="Equation.DSMT4">
                  <p:embed/>
                </p:oleObj>
              </mc:Choice>
              <mc:Fallback>
                <p:oleObj name="Equation" r:id="rId12" imgW="11174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360044" y="4358592"/>
                        <a:ext cx="2575716" cy="4975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2373976"/>
              </p:ext>
            </p:extLst>
          </p:nvPr>
        </p:nvGraphicFramePr>
        <p:xfrm>
          <a:off x="4151784" y="4160891"/>
          <a:ext cx="2092932" cy="892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52200" imgH="406080" progId="Equation.DSMT4">
                  <p:embed/>
                </p:oleObj>
              </mc:Choice>
              <mc:Fallback>
                <p:oleObj name="Equation" r:id="rId14" imgW="9522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151784" y="4160891"/>
                        <a:ext cx="2092932" cy="8929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6460740" y="4330916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从而，</a:t>
            </a: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9277589"/>
              </p:ext>
            </p:extLst>
          </p:nvPr>
        </p:nvGraphicFramePr>
        <p:xfrm>
          <a:off x="3797284" y="5019359"/>
          <a:ext cx="3105500" cy="9117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84200" imgH="406080" progId="Equation.DSMT4">
                  <p:embed/>
                </p:oleObj>
              </mc:Choice>
              <mc:Fallback>
                <p:oleObj name="Equation" r:id="rId16" imgW="13842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797284" y="5019359"/>
                        <a:ext cx="3105500" cy="9117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87582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2"/>
          <p:cNvGrpSpPr>
            <a:grpSpLocks/>
          </p:cNvGrpSpPr>
          <p:nvPr/>
        </p:nvGrpSpPr>
        <p:grpSpPr bwMode="auto">
          <a:xfrm>
            <a:off x="1271464" y="764705"/>
            <a:ext cx="9721080" cy="2346018"/>
            <a:chOff x="469" y="480"/>
            <a:chExt cx="5341" cy="4118"/>
          </a:xfrm>
        </p:grpSpPr>
        <p:sp>
          <p:nvSpPr>
            <p:cNvPr id="17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" name="Rectangle 4"/>
            <p:cNvSpPr>
              <a:spLocks noChangeArrowheads="1"/>
            </p:cNvSpPr>
            <p:nvPr/>
          </p:nvSpPr>
          <p:spPr bwMode="auto">
            <a:xfrm>
              <a:off x="541" y="603"/>
              <a:ext cx="5197" cy="3879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2076160" y="915928"/>
            <a:ext cx="63341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  <a:defRPr/>
            </a:pP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性质</a:t>
            </a: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5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charset="-122"/>
              </a:rPr>
              <a:t>夹挤定理</a:t>
            </a:r>
            <a:r>
              <a:rPr kumimoji="1" lang="zh-CN" altLang="en-US" sz="2800" b="1" dirty="0">
                <a:solidFill>
                  <a:srgbClr val="000099"/>
                </a:solidFill>
                <a:latin typeface="宋体" charset="-122"/>
              </a:rPr>
              <a:t>或</a:t>
            </a: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charset="-122"/>
              </a:rPr>
              <a:t>两边夹定理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dirty="0">
                <a:latin typeface="黑体" pitchFamily="49" charset="-122"/>
                <a:ea typeface="黑体" pitchFamily="49" charset="-122"/>
              </a:rPr>
              <a:t> 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2842474"/>
              </p:ext>
            </p:extLst>
          </p:nvPr>
        </p:nvGraphicFramePr>
        <p:xfrm>
          <a:off x="7032104" y="956729"/>
          <a:ext cx="1844675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61669" imgH="215806" progId="Equation.3">
                  <p:embed/>
                </p:oleObj>
              </mc:Choice>
              <mc:Fallback>
                <p:oleObj name="公式" r:id="rId2" imgW="761669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2104" y="956729"/>
                        <a:ext cx="1844675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5660067"/>
              </p:ext>
            </p:extLst>
          </p:nvPr>
        </p:nvGraphicFramePr>
        <p:xfrm>
          <a:off x="2146987" y="1571898"/>
          <a:ext cx="7056784" cy="5990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984500" imgH="254000" progId="Equation.3">
                  <p:embed/>
                </p:oleObj>
              </mc:Choice>
              <mc:Fallback>
                <p:oleObj name="公式" r:id="rId4" imgW="2984500" imgH="254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6987" y="1571898"/>
                        <a:ext cx="7056784" cy="5990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8314478"/>
              </p:ext>
            </p:extLst>
          </p:nvPr>
        </p:nvGraphicFramePr>
        <p:xfrm>
          <a:off x="2146987" y="2225268"/>
          <a:ext cx="4003399" cy="661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765300" imgH="292100" progId="Equation.3">
                  <p:embed/>
                </p:oleObj>
              </mc:Choice>
              <mc:Fallback>
                <p:oleObj name="公式" r:id="rId6" imgW="1765300" imgH="292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6987" y="2225268"/>
                        <a:ext cx="4003399" cy="6610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6555782"/>
              </p:ext>
            </p:extLst>
          </p:nvPr>
        </p:nvGraphicFramePr>
        <p:xfrm>
          <a:off x="6150386" y="2296148"/>
          <a:ext cx="2601091" cy="6781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117600" imgH="292100" progId="Equation.3">
                  <p:embed/>
                </p:oleObj>
              </mc:Choice>
              <mc:Fallback>
                <p:oleObj name="公式" r:id="rId8" imgW="1117600" imgH="292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0386" y="2296148"/>
                        <a:ext cx="2601091" cy="6781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8751477" y="2271759"/>
            <a:ext cx="184779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solidFill>
                  <a:srgbClr val="336600"/>
                </a:solidFill>
                <a:latin typeface="Times New Roman" panose="02020603050405020304" pitchFamily="18" charset="0"/>
              </a:rPr>
              <a:t>(</a:t>
            </a:r>
            <a:r>
              <a:rPr kumimoji="1" lang="zh-CN" altLang="en-US" sz="2800" b="1" dirty="0">
                <a:solidFill>
                  <a:srgbClr val="336600"/>
                </a:solidFill>
                <a:latin typeface="Times New Roman" panose="02020603050405020304" pitchFamily="18" charset="0"/>
              </a:rPr>
              <a:t>证明略</a:t>
            </a:r>
            <a:r>
              <a:rPr kumimoji="1" lang="en-US" altLang="zh-CN" sz="2800" b="1" dirty="0">
                <a:solidFill>
                  <a:srgbClr val="336600"/>
                </a:solidFill>
                <a:latin typeface="Times New Roman" panose="02020603050405020304" pitchFamily="18" charset="0"/>
              </a:rPr>
              <a:t>)</a:t>
            </a:r>
            <a:endParaRPr kumimoji="1" lang="zh-CN" altLang="en-US" sz="2800" b="1" dirty="0">
              <a:solidFill>
                <a:srgbClr val="3366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21" name="TextBox 8"/>
          <p:cNvSpPr txBox="1">
            <a:spLocks noChangeArrowheads="1"/>
          </p:cNvSpPr>
          <p:nvPr/>
        </p:nvSpPr>
        <p:spPr bwMode="auto">
          <a:xfrm>
            <a:off x="2076160" y="3179090"/>
            <a:ext cx="90441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8922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5728074"/>
              </p:ext>
            </p:extLst>
          </p:nvPr>
        </p:nvGraphicFramePr>
        <p:xfrm>
          <a:off x="3287459" y="3004015"/>
          <a:ext cx="2578969" cy="909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02865" imgH="406224" progId="Equation.DSMT4">
                  <p:embed/>
                </p:oleObj>
              </mc:Choice>
              <mc:Fallback>
                <p:oleObj name="Equation" r:id="rId10" imgW="1002865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459" y="3004015"/>
                        <a:ext cx="2578969" cy="9095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3" name="TextBox 10"/>
          <p:cNvSpPr txBox="1">
            <a:spLocks noChangeArrowheads="1"/>
          </p:cNvSpPr>
          <p:nvPr/>
        </p:nvSpPr>
        <p:spPr bwMode="auto">
          <a:xfrm>
            <a:off x="2077725" y="3910932"/>
            <a:ext cx="54451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38924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5251270"/>
              </p:ext>
            </p:extLst>
          </p:nvPr>
        </p:nvGraphicFramePr>
        <p:xfrm>
          <a:off x="4269107" y="3713350"/>
          <a:ext cx="2967037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94838" imgH="406224" progId="Equation.DSMT4">
                  <p:embed/>
                </p:oleObj>
              </mc:Choice>
              <mc:Fallback>
                <p:oleObj name="Equation" r:id="rId12" imgW="1294838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9107" y="3713350"/>
                        <a:ext cx="2967037" cy="93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5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0489340"/>
              </p:ext>
            </p:extLst>
          </p:nvPr>
        </p:nvGraphicFramePr>
        <p:xfrm>
          <a:off x="2854165" y="3956305"/>
          <a:ext cx="1153603" cy="4602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07780" imgH="203112" progId="Equation.DSMT4">
                  <p:embed/>
                </p:oleObj>
              </mc:Choice>
              <mc:Fallback>
                <p:oleObj name="Equation" r:id="rId14" imgW="507780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4165" y="3956305"/>
                        <a:ext cx="1153603" cy="4602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6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2509962"/>
              </p:ext>
            </p:extLst>
          </p:nvPr>
        </p:nvGraphicFramePr>
        <p:xfrm>
          <a:off x="2165630" y="4593126"/>
          <a:ext cx="3990975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752600" imgH="292100" progId="Equation.DSMT4">
                  <p:embed/>
                </p:oleObj>
              </mc:Choice>
              <mc:Fallback>
                <p:oleObj name="Equation" r:id="rId16" imgW="1752600" imgH="292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5630" y="4593126"/>
                        <a:ext cx="3990975" cy="665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7" name="TextBox 14"/>
          <p:cNvSpPr txBox="1">
            <a:spLocks noChangeArrowheads="1"/>
          </p:cNvSpPr>
          <p:nvPr/>
        </p:nvSpPr>
        <p:spPr bwMode="auto">
          <a:xfrm>
            <a:off x="2844848" y="5434865"/>
            <a:ext cx="23383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由夹挤定理，</a:t>
            </a:r>
          </a:p>
        </p:txBody>
      </p:sp>
      <p:graphicFrame>
        <p:nvGraphicFramePr>
          <p:cNvPr id="38928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7411907"/>
              </p:ext>
            </p:extLst>
          </p:nvPr>
        </p:nvGraphicFramePr>
        <p:xfrm>
          <a:off x="5012531" y="5199432"/>
          <a:ext cx="243840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002865" imgH="406224" progId="Equation.DSMT4">
                  <p:embed/>
                </p:oleObj>
              </mc:Choice>
              <mc:Fallback>
                <p:oleObj name="Equation" r:id="rId18" imgW="1002865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2531" y="5199432"/>
                        <a:ext cx="2438400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5943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8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8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8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8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8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8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8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8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8" grpId="0"/>
      <p:bldP spid="38921" grpId="0"/>
      <p:bldP spid="38923" grpId="0"/>
      <p:bldP spid="3892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8661676"/>
              </p:ext>
            </p:extLst>
          </p:nvPr>
        </p:nvGraphicFramePr>
        <p:xfrm>
          <a:off x="2534234" y="315249"/>
          <a:ext cx="4896544" cy="687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71520" imgH="304560" progId="Equation.DSMT4">
                  <p:embed/>
                </p:oleObj>
              </mc:Choice>
              <mc:Fallback>
                <p:oleObj name="Equation" r:id="rId2" imgW="217152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34234" y="315249"/>
                        <a:ext cx="4896544" cy="68723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536195" y="991780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090314" y="991780"/>
            <a:ext cx="52116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利用三角函数的和、差化积公式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4071811"/>
              </p:ext>
            </p:extLst>
          </p:nvPr>
        </p:nvGraphicFramePr>
        <p:xfrm>
          <a:off x="1629819" y="1388284"/>
          <a:ext cx="8100683" cy="95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644640" imgH="431640" progId="Equation.DSMT4">
                  <p:embed/>
                </p:oleObj>
              </mc:Choice>
              <mc:Fallback>
                <p:oleObj name="Equation" r:id="rId4" imgW="36446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29819" y="1388284"/>
                        <a:ext cx="8100683" cy="959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536195" y="2278906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注意到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8659244"/>
              </p:ext>
            </p:extLst>
          </p:nvPr>
        </p:nvGraphicFramePr>
        <p:xfrm>
          <a:off x="3017255" y="2254548"/>
          <a:ext cx="3239758" cy="10982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98320" imgH="507960" progId="Equation.DSMT4">
                  <p:embed/>
                </p:oleObj>
              </mc:Choice>
              <mc:Fallback>
                <p:oleObj name="Equation" r:id="rId6" imgW="149832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017255" y="2254548"/>
                        <a:ext cx="3239758" cy="10982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1536195" y="3196090"/>
            <a:ext cx="23807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且当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&gt;0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时，</a:t>
            </a: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4925880"/>
              </p:ext>
            </p:extLst>
          </p:nvPr>
        </p:nvGraphicFramePr>
        <p:xfrm>
          <a:off x="1629819" y="3632501"/>
          <a:ext cx="5436387" cy="9812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03160" imgH="469800" progId="Equation.DSMT4">
                  <p:embed/>
                </p:oleObj>
              </mc:Choice>
              <mc:Fallback>
                <p:oleObj name="Equation" r:id="rId8" imgW="260316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629819" y="3632501"/>
                        <a:ext cx="5436387" cy="9812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4916630"/>
              </p:ext>
            </p:extLst>
          </p:nvPr>
        </p:nvGraphicFramePr>
        <p:xfrm>
          <a:off x="7066206" y="3639775"/>
          <a:ext cx="2387600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43000" imgH="444240" progId="Equation.DSMT4">
                  <p:embed/>
                </p:oleObj>
              </mc:Choice>
              <mc:Fallback>
                <p:oleObj name="Equation" r:id="rId10" imgW="11430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066206" y="3639775"/>
                        <a:ext cx="2387600" cy="928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1708307"/>
              </p:ext>
            </p:extLst>
          </p:nvPr>
        </p:nvGraphicFramePr>
        <p:xfrm>
          <a:off x="4348012" y="5017616"/>
          <a:ext cx="2664296" cy="4893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44520" imgH="228600" progId="Equation.DSMT4">
                  <p:embed/>
                </p:oleObj>
              </mc:Choice>
              <mc:Fallback>
                <p:oleObj name="Equation" r:id="rId12" imgW="12445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348012" y="5017616"/>
                        <a:ext cx="2664296" cy="4893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8242038"/>
              </p:ext>
            </p:extLst>
          </p:nvPr>
        </p:nvGraphicFramePr>
        <p:xfrm>
          <a:off x="6964751" y="4791145"/>
          <a:ext cx="199072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52200" imgH="431640" progId="Equation.DSMT4">
                  <p:embed/>
                </p:oleObj>
              </mc:Choice>
              <mc:Fallback>
                <p:oleObj name="Equation" r:id="rId14" imgW="9522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964751" y="4791145"/>
                        <a:ext cx="1990725" cy="901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520119"/>
              </p:ext>
            </p:extLst>
          </p:nvPr>
        </p:nvGraphicFramePr>
        <p:xfrm>
          <a:off x="2323112" y="4853101"/>
          <a:ext cx="199072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952200" imgH="431640" progId="Equation.DSMT4">
                  <p:embed/>
                </p:oleObj>
              </mc:Choice>
              <mc:Fallback>
                <p:oleObj name="Equation" r:id="rId16" imgW="9522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323112" y="4853101"/>
                        <a:ext cx="1990725" cy="9017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1625199" y="4409558"/>
            <a:ext cx="27414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于是当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&gt;0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时，</a:t>
            </a: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1998193"/>
              </p:ext>
            </p:extLst>
          </p:nvPr>
        </p:nvGraphicFramePr>
        <p:xfrm>
          <a:off x="8947382" y="5031410"/>
          <a:ext cx="2054306" cy="400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041120" imgH="203040" progId="Equation.DSMT4">
                  <p:embed/>
                </p:oleObj>
              </mc:Choice>
              <mc:Fallback>
                <p:oleObj name="Equation" r:id="rId18" imgW="10411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8947382" y="5031410"/>
                        <a:ext cx="2054306" cy="4008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8242215"/>
              </p:ext>
            </p:extLst>
          </p:nvPr>
        </p:nvGraphicFramePr>
        <p:xfrm>
          <a:off x="1769861" y="5092344"/>
          <a:ext cx="582696" cy="339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04560" imgH="177480" progId="Equation.DSMT4">
                  <p:embed/>
                </p:oleObj>
              </mc:Choice>
              <mc:Fallback>
                <p:oleObj name="Equation" r:id="rId20" imgW="30456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769861" y="5092344"/>
                        <a:ext cx="582696" cy="3399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2869892"/>
              </p:ext>
            </p:extLst>
          </p:nvPr>
        </p:nvGraphicFramePr>
        <p:xfrm>
          <a:off x="4893544" y="5726313"/>
          <a:ext cx="4067439" cy="6554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892160" imgH="304560" progId="Equation.DSMT4">
                  <p:embed/>
                </p:oleObj>
              </mc:Choice>
              <mc:Fallback>
                <p:oleObj name="Equation" r:id="rId22" imgW="189216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893544" y="5726313"/>
                        <a:ext cx="4067439" cy="65545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629819" y="351224"/>
            <a:ext cx="904415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746975" y="5817322"/>
            <a:ext cx="3057247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于是由夹挤定理，</a:t>
            </a: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9452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9" grpId="0"/>
      <p:bldP spid="15" grpId="0"/>
      <p:bldP spid="1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2"/>
          <p:cNvGrpSpPr>
            <a:grpSpLocks/>
          </p:cNvGrpSpPr>
          <p:nvPr/>
        </p:nvGrpSpPr>
        <p:grpSpPr bwMode="auto">
          <a:xfrm>
            <a:off x="983432" y="980728"/>
            <a:ext cx="10153128" cy="2996352"/>
            <a:chOff x="469" y="480"/>
            <a:chExt cx="5341" cy="4118"/>
          </a:xfrm>
        </p:grpSpPr>
        <p:sp>
          <p:nvSpPr>
            <p:cNvPr id="10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" name="Rectangle 4"/>
            <p:cNvSpPr>
              <a:spLocks noChangeArrowheads="1"/>
            </p:cNvSpPr>
            <p:nvPr/>
          </p:nvSpPr>
          <p:spPr bwMode="auto">
            <a:xfrm>
              <a:off x="541" y="603"/>
              <a:ext cx="5197" cy="3879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326663" name="Text Box 7"/>
          <p:cNvSpPr txBox="1">
            <a:spLocks noChangeArrowheads="1"/>
          </p:cNvSpPr>
          <p:nvPr/>
        </p:nvSpPr>
        <p:spPr bwMode="auto">
          <a:xfrm>
            <a:off x="1847528" y="1361815"/>
            <a:ext cx="77041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buNone/>
              <a:defRPr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性质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2800" b="1" dirty="0">
                <a:ea typeface="黑体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charset="-122"/>
              </a:rPr>
              <a:t>海涅</a:t>
            </a:r>
            <a:r>
              <a:rPr lang="en-US" altLang="zh-CN" sz="2800" b="1" dirty="0">
                <a:solidFill>
                  <a:srgbClr val="000099"/>
                </a:solidFill>
                <a:cs typeface="Times New Roman" panose="02020603050405020304" pitchFamily="18" charset="0"/>
              </a:rPr>
              <a:t>(Heine</a:t>
            </a:r>
            <a:r>
              <a:rPr lang="en-US" altLang="zh-CN" sz="2800" b="1" dirty="0">
                <a:solidFill>
                  <a:srgbClr val="000099"/>
                </a:solidFill>
                <a:latin typeface="宋体" charset="-122"/>
              </a:rPr>
              <a:t>,</a:t>
            </a:r>
            <a:r>
              <a:rPr lang="en-US" altLang="zh-CN" sz="2800" b="1" dirty="0">
                <a:solidFill>
                  <a:srgbClr val="000099"/>
                </a:solidFill>
                <a:cs typeface="Times New Roman" panose="02020603050405020304" pitchFamily="18" charset="0"/>
              </a:rPr>
              <a:t>1821-1881</a:t>
            </a:r>
            <a:r>
              <a:rPr lang="en-US" altLang="zh-CN" sz="2800" b="1" dirty="0">
                <a:solidFill>
                  <a:srgbClr val="000099"/>
                </a:solidFill>
                <a:latin typeface="宋体" charset="-122"/>
              </a:rPr>
              <a:t>,</a:t>
            </a:r>
            <a:r>
              <a:rPr lang="zh-CN" altLang="en-US" sz="2800" b="1" dirty="0">
                <a:solidFill>
                  <a:srgbClr val="000099"/>
                </a:solidFill>
                <a:latin typeface="宋体" charset="-122"/>
              </a:rPr>
              <a:t>德</a:t>
            </a:r>
            <a:r>
              <a:rPr lang="en-US" altLang="zh-CN" sz="2800" b="1" dirty="0">
                <a:solidFill>
                  <a:srgbClr val="000099"/>
                </a:solidFill>
                <a:cs typeface="Times New Roman" panose="02020603050405020304" pitchFamily="18" charset="0"/>
              </a:rPr>
              <a:t>)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charset="-122"/>
              </a:rPr>
              <a:t>定理</a:t>
            </a:r>
            <a:r>
              <a:rPr lang="en-US" altLang="zh-CN" sz="2800" b="1" dirty="0">
                <a:ea typeface="黑体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>
                <a:ea typeface="黑体" pitchFamily="2" charset="-122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32666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5674745"/>
              </p:ext>
            </p:extLst>
          </p:nvPr>
        </p:nvGraphicFramePr>
        <p:xfrm>
          <a:off x="5591944" y="2274145"/>
          <a:ext cx="5003800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917700" imgH="228600" progId="Equation.3">
                  <p:embed/>
                </p:oleObj>
              </mc:Choice>
              <mc:Fallback>
                <p:oleObj name="公式" r:id="rId2" imgW="19177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1944" y="2274145"/>
                        <a:ext cx="5003800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6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7817080"/>
              </p:ext>
            </p:extLst>
          </p:nvPr>
        </p:nvGraphicFramePr>
        <p:xfrm>
          <a:off x="2084389" y="3124594"/>
          <a:ext cx="5451772" cy="6918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197100" imgH="279400" progId="Equation.3">
                  <p:embed/>
                </p:oleObj>
              </mc:Choice>
              <mc:Fallback>
                <p:oleObj name="公式" r:id="rId4" imgW="2197100" imgH="279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4389" y="3124594"/>
                        <a:ext cx="5451772" cy="6918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6668" name="Rectangle 12"/>
          <p:cNvSpPr>
            <a:spLocks noChangeArrowheads="1"/>
          </p:cNvSpPr>
          <p:nvPr/>
        </p:nvSpPr>
        <p:spPr bwMode="auto">
          <a:xfrm>
            <a:off x="1919536" y="4246807"/>
            <a:ext cx="789992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注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：</a:t>
            </a:r>
            <a:r>
              <a:rPr kumimoji="1"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海涅定理揭示了函数极限与数列极限的关系</a:t>
            </a:r>
            <a:r>
              <a:rPr kumimoji="1"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326669" name="Text Box 13"/>
          <p:cNvSpPr txBox="1">
            <a:spLocks noChangeArrowheads="1"/>
          </p:cNvSpPr>
          <p:nvPr/>
        </p:nvSpPr>
        <p:spPr bwMode="auto">
          <a:xfrm>
            <a:off x="8435653" y="4919389"/>
            <a:ext cx="22320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solidFill>
                  <a:srgbClr val="336600"/>
                </a:solidFill>
                <a:latin typeface="Times New Roman" panose="02020603050405020304" pitchFamily="18" charset="0"/>
              </a:rPr>
              <a:t>(</a:t>
            </a:r>
            <a:r>
              <a:rPr kumimoji="1" lang="zh-CN" altLang="en-US" sz="2800" b="1" dirty="0">
                <a:solidFill>
                  <a:srgbClr val="336600"/>
                </a:solidFill>
                <a:latin typeface="Times New Roman" panose="02020603050405020304" pitchFamily="18" charset="0"/>
              </a:rPr>
              <a:t>证明略</a:t>
            </a:r>
            <a:r>
              <a:rPr kumimoji="1" lang="en-US" altLang="zh-CN" sz="2800" b="1" dirty="0">
                <a:solidFill>
                  <a:srgbClr val="336600"/>
                </a:solidFill>
                <a:latin typeface="Times New Roman" panose="02020603050405020304" pitchFamily="18" charset="0"/>
              </a:rPr>
              <a:t>)</a:t>
            </a:r>
            <a:endParaRPr kumimoji="1" lang="zh-CN" altLang="en-US" sz="2800" b="1" dirty="0">
              <a:solidFill>
                <a:srgbClr val="3366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8846642"/>
              </p:ext>
            </p:extLst>
          </p:nvPr>
        </p:nvGraphicFramePr>
        <p:xfrm>
          <a:off x="2051651" y="2319374"/>
          <a:ext cx="2758624" cy="7294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04900" imgH="292100" progId="Equation.DSMT4">
                  <p:embed/>
                </p:oleObj>
              </mc:Choice>
              <mc:Fallback>
                <p:oleObj name="Equation" r:id="rId6" imgW="1104900" imgH="292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651" y="2319374"/>
                        <a:ext cx="2758624" cy="7294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4816094" y="2271313"/>
            <a:ext cx="65563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</a:rPr>
              <a:t>则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10695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6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26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326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326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26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6663" grpId="0" autoUpdateAnimBg="0"/>
      <p:bldP spid="326668" grpId="0" autoUpdateAnimBg="0"/>
      <p:bldP spid="326669" grpId="0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97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5661431"/>
              </p:ext>
            </p:extLst>
          </p:nvPr>
        </p:nvGraphicFramePr>
        <p:xfrm>
          <a:off x="6832652" y="2183194"/>
          <a:ext cx="3119667" cy="6564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342971" imgH="257175" progId="Equation.3">
                  <p:embed/>
                </p:oleObj>
              </mc:Choice>
              <mc:Fallback>
                <p:oleObj name="公式" r:id="rId2" imgW="1342971" imgH="25717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2652" y="2183194"/>
                        <a:ext cx="3119667" cy="6564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973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2849546"/>
              </p:ext>
            </p:extLst>
          </p:nvPr>
        </p:nvGraphicFramePr>
        <p:xfrm>
          <a:off x="2994023" y="2754094"/>
          <a:ext cx="3101977" cy="6092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304798" imgH="238061" progId="Equation.3">
                  <p:embed/>
                </p:oleObj>
              </mc:Choice>
              <mc:Fallback>
                <p:oleObj name="公式" r:id="rId4" imgW="1304798" imgH="23806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4023" y="2754094"/>
                        <a:ext cx="3101977" cy="6092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974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5779303"/>
              </p:ext>
            </p:extLst>
          </p:nvPr>
        </p:nvGraphicFramePr>
        <p:xfrm>
          <a:off x="2581275" y="4149080"/>
          <a:ext cx="3514725" cy="6174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552571" imgH="238061" progId="Equation.3">
                  <p:embed/>
                </p:oleObj>
              </mc:Choice>
              <mc:Fallback>
                <p:oleObj name="公式" r:id="rId6" imgW="1552571" imgH="23806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1275" y="4149080"/>
                        <a:ext cx="3514725" cy="6174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974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0491277"/>
              </p:ext>
            </p:extLst>
          </p:nvPr>
        </p:nvGraphicFramePr>
        <p:xfrm>
          <a:off x="2445986" y="5488327"/>
          <a:ext cx="3816795" cy="606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628916" imgH="238061" progId="Equation.3">
                  <p:embed/>
                </p:oleObj>
              </mc:Choice>
              <mc:Fallback>
                <p:oleObj name="公式" r:id="rId8" imgW="1628916" imgH="23806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5986" y="5488327"/>
                        <a:ext cx="3816795" cy="6064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974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803826"/>
              </p:ext>
            </p:extLst>
          </p:nvPr>
        </p:nvGraphicFramePr>
        <p:xfrm>
          <a:off x="6864765" y="4581128"/>
          <a:ext cx="3177802" cy="668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342971" imgH="257175" progId="Equation.3">
                  <p:embed/>
                </p:oleObj>
              </mc:Choice>
              <mc:Fallback>
                <p:oleObj name="公式" r:id="rId10" imgW="1342971" imgH="25717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4765" y="4581128"/>
                        <a:ext cx="3177802" cy="6686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9744" name="AutoShape 16"/>
          <p:cNvSpPr>
            <a:spLocks/>
          </p:cNvSpPr>
          <p:nvPr/>
        </p:nvSpPr>
        <p:spPr bwMode="auto">
          <a:xfrm>
            <a:off x="6426402" y="1695048"/>
            <a:ext cx="254000" cy="1517650"/>
          </a:xfrm>
          <a:prstGeom prst="rightBrace">
            <a:avLst>
              <a:gd name="adj1" fmla="val 49792"/>
              <a:gd name="adj2" fmla="val 49023"/>
            </a:avLst>
          </a:prstGeom>
          <a:noFill/>
          <a:ln w="2857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29745" name="AutoShape 17"/>
          <p:cNvSpPr>
            <a:spLocks/>
          </p:cNvSpPr>
          <p:nvPr/>
        </p:nvSpPr>
        <p:spPr bwMode="auto">
          <a:xfrm>
            <a:off x="6426402" y="3653844"/>
            <a:ext cx="171264" cy="2440903"/>
          </a:xfrm>
          <a:prstGeom prst="rightBrace">
            <a:avLst>
              <a:gd name="adj1" fmla="val 84265"/>
              <a:gd name="adj2" fmla="val 49023"/>
            </a:avLst>
          </a:prstGeom>
          <a:noFill/>
          <a:ln w="2857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329746" name="Group 18"/>
          <p:cNvGrpSpPr>
            <a:grpSpLocks/>
          </p:cNvGrpSpPr>
          <p:nvPr/>
        </p:nvGrpSpPr>
        <p:grpSpPr bwMode="auto">
          <a:xfrm>
            <a:off x="2213971" y="870945"/>
            <a:ext cx="8424862" cy="708025"/>
            <a:chOff x="295" y="344"/>
            <a:chExt cx="5307" cy="446"/>
          </a:xfrm>
        </p:grpSpPr>
        <p:sp>
          <p:nvSpPr>
            <p:cNvPr id="40974" name="Text Box 19"/>
            <p:cNvSpPr txBox="1">
              <a:spLocks noChangeArrowheads="1"/>
            </p:cNvSpPr>
            <p:nvPr/>
          </p:nvSpPr>
          <p:spPr bwMode="auto">
            <a:xfrm>
              <a:off x="295" y="344"/>
              <a:ext cx="5307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推论</a:t>
              </a:r>
              <a:r>
                <a:rPr kumimoji="1" lang="en-US" altLang="zh-CN" sz="28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:</a:t>
              </a:r>
              <a:r>
                <a:rPr kumimoji="1"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kumimoji="1" lang="zh-CN" altLang="en-US" sz="28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判断         不存在的方法</a:t>
              </a:r>
              <a:r>
                <a:rPr kumimoji="1" lang="zh-CN" altLang="en-US" sz="2800" b="1" dirty="0">
                  <a:latin typeface="宋体" panose="02010600030101010101" pitchFamily="2" charset="-122"/>
                </a:rPr>
                <a:t> </a:t>
              </a:r>
              <a:r>
                <a:rPr kumimoji="1"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graphicFrame>
          <p:nvGraphicFramePr>
            <p:cNvPr id="40975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99596092"/>
                </p:ext>
              </p:extLst>
            </p:nvPr>
          </p:nvGraphicFramePr>
          <p:xfrm>
            <a:off x="1528" y="376"/>
            <a:ext cx="974" cy="4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647541" imgH="257175" progId="Equation.3">
                    <p:embed/>
                  </p:oleObj>
                </mc:Choice>
                <mc:Fallback>
                  <p:oleObj name="公式" r:id="rId12" imgW="647541" imgH="25717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8" y="376"/>
                          <a:ext cx="974" cy="4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1296371"/>
              </p:ext>
            </p:extLst>
          </p:nvPr>
        </p:nvGraphicFramePr>
        <p:xfrm>
          <a:off x="2374116" y="1568236"/>
          <a:ext cx="3744911" cy="6693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62100" imgH="279400" progId="Equation.DSMT4">
                  <p:embed/>
                </p:oleObj>
              </mc:Choice>
              <mc:Fallback>
                <p:oleObj name="Equation" r:id="rId14" imgW="1562100" imgH="279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4116" y="1568236"/>
                        <a:ext cx="3744911" cy="6693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0845352"/>
              </p:ext>
            </p:extLst>
          </p:nvPr>
        </p:nvGraphicFramePr>
        <p:xfrm>
          <a:off x="2445986" y="3500227"/>
          <a:ext cx="2736229" cy="5400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55700" imgH="228600" progId="Equation.DSMT4">
                  <p:embed/>
                </p:oleObj>
              </mc:Choice>
              <mc:Fallback>
                <p:oleObj name="Equation" r:id="rId16" imgW="11557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5986" y="3500227"/>
                        <a:ext cx="2736229" cy="5400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282726"/>
              </p:ext>
            </p:extLst>
          </p:nvPr>
        </p:nvGraphicFramePr>
        <p:xfrm>
          <a:off x="2986088" y="2162175"/>
          <a:ext cx="2376487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117440" imgH="241200" progId="Equation.DSMT4">
                  <p:embed/>
                </p:oleObj>
              </mc:Choice>
              <mc:Fallback>
                <p:oleObj name="Equation" r:id="rId18" imgW="11174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6088" y="2162175"/>
                        <a:ext cx="2376487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6214997"/>
              </p:ext>
            </p:extLst>
          </p:nvPr>
        </p:nvGraphicFramePr>
        <p:xfrm>
          <a:off x="2579688" y="4797425"/>
          <a:ext cx="3381375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384200" imgH="241200" progId="Equation.DSMT4">
                  <p:embed/>
                </p:oleObj>
              </mc:Choice>
              <mc:Fallback>
                <p:oleObj name="Equation" r:id="rId20" imgW="13842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9688" y="4797425"/>
                        <a:ext cx="3381375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7877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9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9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29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9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29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9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29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29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744" grpId="0" animBg="1"/>
      <p:bldP spid="32974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5" name="Text Box 3"/>
          <p:cNvSpPr txBox="1">
            <a:spLocks noChangeArrowheads="1"/>
          </p:cNvSpPr>
          <p:nvPr/>
        </p:nvSpPr>
        <p:spPr bwMode="auto">
          <a:xfrm>
            <a:off x="2158120" y="1405693"/>
            <a:ext cx="609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证</a:t>
            </a:r>
          </a:p>
        </p:txBody>
      </p:sp>
      <p:graphicFrame>
        <p:nvGraphicFramePr>
          <p:cNvPr id="3307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5842796"/>
              </p:ext>
            </p:extLst>
          </p:nvPr>
        </p:nvGraphicFramePr>
        <p:xfrm>
          <a:off x="2282299" y="2269641"/>
          <a:ext cx="4694238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727200" imgH="228600" progId="Equation.3">
                  <p:embed/>
                </p:oleObj>
              </mc:Choice>
              <mc:Fallback>
                <p:oleObj name="公式" r:id="rId2" imgW="17272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2299" y="2269641"/>
                        <a:ext cx="4694238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0757" name="Group 5"/>
          <p:cNvGrpSpPr>
            <a:grpSpLocks/>
          </p:cNvGrpSpPr>
          <p:nvPr/>
        </p:nvGrpSpPr>
        <p:grpSpPr bwMode="auto">
          <a:xfrm>
            <a:off x="8408000" y="373855"/>
            <a:ext cx="3024187" cy="4319588"/>
            <a:chOff x="3651" y="210"/>
            <a:chExt cx="1905" cy="2721"/>
          </a:xfrm>
        </p:grpSpPr>
        <p:pic>
          <p:nvPicPr>
            <p:cNvPr id="41998" name="Picture 6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96" y="255"/>
              <a:ext cx="1836" cy="25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1999" name="Rectangle 7"/>
            <p:cNvSpPr>
              <a:spLocks noChangeArrowheads="1"/>
            </p:cNvSpPr>
            <p:nvPr/>
          </p:nvSpPr>
          <p:spPr bwMode="auto">
            <a:xfrm>
              <a:off x="3696" y="210"/>
              <a:ext cx="1724" cy="3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2000" name="Rectangle 8"/>
            <p:cNvSpPr>
              <a:spLocks noChangeArrowheads="1"/>
            </p:cNvSpPr>
            <p:nvPr/>
          </p:nvSpPr>
          <p:spPr bwMode="auto">
            <a:xfrm>
              <a:off x="3651" y="2582"/>
              <a:ext cx="1905" cy="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33076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5158386"/>
              </p:ext>
            </p:extLst>
          </p:nvPr>
        </p:nvGraphicFramePr>
        <p:xfrm>
          <a:off x="2806751" y="1242638"/>
          <a:ext cx="2449512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901309" imgH="393529" progId="Equation.3">
                  <p:embed/>
                </p:oleObj>
              </mc:Choice>
              <mc:Fallback>
                <p:oleObj name="公式" r:id="rId5" imgW="901309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6751" y="1242638"/>
                        <a:ext cx="2449512" cy="896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076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7134832"/>
              </p:ext>
            </p:extLst>
          </p:nvPr>
        </p:nvGraphicFramePr>
        <p:xfrm>
          <a:off x="2199474" y="2940670"/>
          <a:ext cx="4418012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625600" imgH="228600" progId="Equation.3">
                  <p:embed/>
                </p:oleObj>
              </mc:Choice>
              <mc:Fallback>
                <p:oleObj name="公式" r:id="rId7" imgW="16256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9474" y="2940670"/>
                        <a:ext cx="4418012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076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4635520"/>
              </p:ext>
            </p:extLst>
          </p:nvPr>
        </p:nvGraphicFramePr>
        <p:xfrm>
          <a:off x="2220913" y="4238624"/>
          <a:ext cx="3240088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320227" imgH="393529" progId="Equation.3">
                  <p:embed/>
                </p:oleObj>
              </mc:Choice>
              <mc:Fallback>
                <p:oleObj name="公式" r:id="rId9" imgW="1320227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0913" y="4238624"/>
                        <a:ext cx="3240088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076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7838095"/>
              </p:ext>
            </p:extLst>
          </p:nvPr>
        </p:nvGraphicFramePr>
        <p:xfrm>
          <a:off x="2158120" y="3470894"/>
          <a:ext cx="5314950" cy="89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955800" imgH="393700" progId="Equation.3">
                  <p:embed/>
                </p:oleObj>
              </mc:Choice>
              <mc:Fallback>
                <p:oleObj name="公式" r:id="rId11" imgW="19558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8120" y="3470894"/>
                        <a:ext cx="5314950" cy="896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076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3995700"/>
              </p:ext>
            </p:extLst>
          </p:nvPr>
        </p:nvGraphicFramePr>
        <p:xfrm>
          <a:off x="5744252" y="4224337"/>
          <a:ext cx="3184525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295429" imgH="352399" progId="Equation.3">
                  <p:embed/>
                </p:oleObj>
              </mc:Choice>
              <mc:Fallback>
                <p:oleObj name="公式" r:id="rId13" imgW="1295429" imgH="35239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4252" y="4224337"/>
                        <a:ext cx="3184525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0766" name="Object 14"/>
          <p:cNvGraphicFramePr>
            <a:graphicFrameLocks noChangeAspect="1"/>
          </p:cNvGraphicFramePr>
          <p:nvPr/>
        </p:nvGraphicFramePr>
        <p:xfrm>
          <a:off x="2381251" y="5276850"/>
          <a:ext cx="5299075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2133484" imgH="238061" progId="Equation.3">
                  <p:embed/>
                </p:oleObj>
              </mc:Choice>
              <mc:Fallback>
                <p:oleObj name="公式" r:id="rId15" imgW="2133484" imgH="23806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251" y="5276850"/>
                        <a:ext cx="5299075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076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4349097"/>
              </p:ext>
            </p:extLst>
          </p:nvPr>
        </p:nvGraphicFramePr>
        <p:xfrm>
          <a:off x="5247570" y="1171751"/>
          <a:ext cx="2657475" cy="1330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977476" imgH="583947" progId="Equation.3">
                  <p:embed/>
                </p:oleObj>
              </mc:Choice>
              <mc:Fallback>
                <p:oleObj name="公式" r:id="rId17" imgW="977476" imgH="58394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7570" y="1171751"/>
                        <a:ext cx="2657475" cy="1330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6" name="TextBox 1"/>
          <p:cNvSpPr txBox="1">
            <a:spLocks noChangeArrowheads="1"/>
          </p:cNvSpPr>
          <p:nvPr/>
        </p:nvSpPr>
        <p:spPr bwMode="auto">
          <a:xfrm>
            <a:off x="2135868" y="683478"/>
            <a:ext cx="90441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0118459"/>
              </p:ext>
            </p:extLst>
          </p:nvPr>
        </p:nvGraphicFramePr>
        <p:xfrm>
          <a:off x="3368434" y="469598"/>
          <a:ext cx="3450135" cy="936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497950" imgH="406224" progId="Equation.DSMT4">
                  <p:embed/>
                </p:oleObj>
              </mc:Choice>
              <mc:Fallback>
                <p:oleObj name="Equation" r:id="rId19" imgW="1497950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8434" y="469598"/>
                        <a:ext cx="3450135" cy="9360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0375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0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0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0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0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0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0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0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30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30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30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755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Box 2"/>
          <p:cNvSpPr txBox="1">
            <a:spLocks noChangeArrowheads="1"/>
          </p:cNvSpPr>
          <p:nvPr/>
        </p:nvSpPr>
        <p:spPr bwMode="auto">
          <a:xfrm>
            <a:off x="1843883" y="864394"/>
            <a:ext cx="90441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1165015"/>
              </p:ext>
            </p:extLst>
          </p:nvPr>
        </p:nvGraphicFramePr>
        <p:xfrm>
          <a:off x="3043103" y="677309"/>
          <a:ext cx="2404825" cy="8957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91726" imgH="406224" progId="Equation.DSMT4">
                  <p:embed/>
                </p:oleObj>
              </mc:Choice>
              <mc:Fallback>
                <p:oleObj name="Equation" r:id="rId2" imgW="1091726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3103" y="677309"/>
                        <a:ext cx="2404825" cy="8957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915255"/>
              </p:ext>
            </p:extLst>
          </p:nvPr>
        </p:nvGraphicFramePr>
        <p:xfrm>
          <a:off x="3054248" y="1412716"/>
          <a:ext cx="3168202" cy="88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59866" imgH="406224" progId="Equation.DSMT4">
                  <p:embed/>
                </p:oleObj>
              </mc:Choice>
              <mc:Fallback>
                <p:oleObj name="Equation" r:id="rId4" imgW="1459866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4248" y="1412716"/>
                        <a:ext cx="3168202" cy="88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351089" y="2133600"/>
          <a:ext cx="3760787" cy="164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39900" imgH="762000" progId="Equation.DSMT4">
                  <p:embed/>
                </p:oleObj>
              </mc:Choice>
              <mc:Fallback>
                <p:oleObj name="Equation" r:id="rId6" imgW="1739900" imgH="762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9" y="2133600"/>
                        <a:ext cx="3760787" cy="164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279651" y="3933825"/>
          <a:ext cx="2836863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59866" imgH="406224" progId="Equation.DSMT4">
                  <p:embed/>
                </p:oleObj>
              </mc:Choice>
              <mc:Fallback>
                <p:oleObj name="Equation" r:id="rId8" imgW="1459866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1" y="3933825"/>
                        <a:ext cx="2836863" cy="788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1843883" y="2664619"/>
            <a:ext cx="6000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495550" y="4724400"/>
          <a:ext cx="5189538" cy="165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387600" imgH="762000" progId="Equation.DSMT4">
                  <p:embed/>
                </p:oleObj>
              </mc:Choice>
              <mc:Fallback>
                <p:oleObj name="Equation" r:id="rId10" imgW="2387600" imgH="762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4724400"/>
                        <a:ext cx="5189538" cy="165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167438" y="2520950"/>
          <a:ext cx="2305050" cy="90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28254" imgH="406224" progId="Equation.DSMT4">
                  <p:embed/>
                </p:oleObj>
              </mc:Choice>
              <mc:Fallback>
                <p:oleObj name="Equation" r:id="rId12" imgW="1028254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7438" y="2520950"/>
                        <a:ext cx="2305050" cy="909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5087939" y="3573463"/>
          <a:ext cx="2447925" cy="153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18671" imgH="761669" progId="Equation.DSMT4">
                  <p:embed/>
                </p:oleObj>
              </mc:Choice>
              <mc:Fallback>
                <p:oleObj name="Equation" r:id="rId14" imgW="1218671" imgH="76166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7939" y="3573463"/>
                        <a:ext cx="2447925" cy="1530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7535863" y="3573463"/>
          <a:ext cx="2546350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282700" imgH="762000" progId="Equation.DSMT4">
                  <p:embed/>
                </p:oleObj>
              </mc:Choice>
              <mc:Fallback>
                <p:oleObj name="Equation" r:id="rId16" imgW="1282700" imgH="762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5863" y="3573463"/>
                        <a:ext cx="2546350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78953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2"/>
          <p:cNvGrpSpPr>
            <a:grpSpLocks/>
          </p:cNvGrpSpPr>
          <p:nvPr/>
        </p:nvGrpSpPr>
        <p:grpSpPr bwMode="auto">
          <a:xfrm>
            <a:off x="983432" y="764704"/>
            <a:ext cx="10009112" cy="2880320"/>
            <a:chOff x="469" y="480"/>
            <a:chExt cx="5341" cy="4118"/>
          </a:xfrm>
        </p:grpSpPr>
        <p:sp>
          <p:nvSpPr>
            <p:cNvPr id="11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" name="Rectangle 4"/>
            <p:cNvSpPr>
              <a:spLocks noChangeArrowheads="1"/>
            </p:cNvSpPr>
            <p:nvPr/>
          </p:nvSpPr>
          <p:spPr bwMode="auto">
            <a:xfrm>
              <a:off x="541" y="603"/>
              <a:ext cx="5197" cy="3879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334850" name="Text Box 2"/>
          <p:cNvSpPr txBox="1">
            <a:spLocks noChangeArrowheads="1"/>
          </p:cNvSpPr>
          <p:nvPr/>
        </p:nvSpPr>
        <p:spPr bwMode="auto">
          <a:xfrm>
            <a:off x="2067514" y="1073736"/>
            <a:ext cx="64801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buNone/>
              <a:defRPr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性质</a:t>
            </a:r>
            <a:r>
              <a:rPr lang="en-US" altLang="zh-CN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7</a:t>
            </a:r>
            <a:r>
              <a:rPr lang="en-US" altLang="zh-CN" b="1" dirty="0">
                <a:ea typeface="黑体" pitchFamily="2" charset="-122"/>
                <a:cs typeface="Times New Roman" panose="02020603050405020304" pitchFamily="18" charset="0"/>
              </a:rPr>
              <a:t>   (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复合函数的极限运算法则</a:t>
            </a:r>
            <a:r>
              <a:rPr lang="en-US" altLang="zh-CN" b="1" dirty="0">
                <a:ea typeface="黑体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graphicFrame>
        <p:nvGraphicFramePr>
          <p:cNvPr id="33485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6559532"/>
              </p:ext>
            </p:extLst>
          </p:nvPr>
        </p:nvGraphicFramePr>
        <p:xfrm>
          <a:off x="2092014" y="1963551"/>
          <a:ext cx="2952750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04900" imgH="292100" progId="Equation.3">
                  <p:embed/>
                </p:oleObj>
              </mc:Choice>
              <mc:Fallback>
                <p:oleObj name="公式" r:id="rId2" imgW="1104900" imgH="292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2014" y="1963551"/>
                        <a:ext cx="2952750" cy="77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485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11434"/>
              </p:ext>
            </p:extLst>
          </p:nvPr>
        </p:nvGraphicFramePr>
        <p:xfrm>
          <a:off x="4367808" y="2728392"/>
          <a:ext cx="283686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990170" imgH="291973" progId="Equation.3">
                  <p:embed/>
                </p:oleObj>
              </mc:Choice>
              <mc:Fallback>
                <p:oleObj name="公式" r:id="rId4" imgW="990170" imgH="2919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7808" y="2728392"/>
                        <a:ext cx="283686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4871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1172570"/>
              </p:ext>
            </p:extLst>
          </p:nvPr>
        </p:nvGraphicFramePr>
        <p:xfrm>
          <a:off x="7032104" y="2728392"/>
          <a:ext cx="2565400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016000" imgH="279400" progId="Equation.3">
                  <p:embed/>
                </p:oleObj>
              </mc:Choice>
              <mc:Fallback>
                <p:oleObj name="公式" r:id="rId6" imgW="1016000" imgH="279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2104" y="2728392"/>
                        <a:ext cx="2565400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4872" name="Text Box 24"/>
          <p:cNvSpPr txBox="1">
            <a:spLocks noChangeArrowheads="1"/>
          </p:cNvSpPr>
          <p:nvPr/>
        </p:nvSpPr>
        <p:spPr bwMode="auto">
          <a:xfrm>
            <a:off x="1837333" y="3731225"/>
            <a:ext cx="25304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 dirty="0">
                <a:solidFill>
                  <a:srgbClr val="336600"/>
                </a:solidFill>
                <a:latin typeface="Times New Roman" panose="02020603050405020304" pitchFamily="18" charset="0"/>
              </a:rPr>
              <a:t>(</a:t>
            </a:r>
            <a:r>
              <a:rPr kumimoji="1" lang="zh-CN" altLang="en-US" b="1" dirty="0">
                <a:solidFill>
                  <a:srgbClr val="336600"/>
                </a:solidFill>
                <a:latin typeface="Times New Roman" panose="02020603050405020304" pitchFamily="18" charset="0"/>
              </a:rPr>
              <a:t>证明略</a:t>
            </a:r>
            <a:r>
              <a:rPr kumimoji="1" lang="en-US" altLang="zh-CN" b="1" dirty="0">
                <a:solidFill>
                  <a:srgbClr val="336600"/>
                </a:solidFill>
                <a:latin typeface="Times New Roman" panose="02020603050405020304" pitchFamily="18" charset="0"/>
              </a:rPr>
              <a:t>)</a:t>
            </a:r>
            <a:endParaRPr kumimoji="1" lang="zh-CN" altLang="en-US" b="1" dirty="0">
              <a:solidFill>
                <a:srgbClr val="3366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4679208"/>
              </p:ext>
            </p:extLst>
          </p:nvPr>
        </p:nvGraphicFramePr>
        <p:xfrm>
          <a:off x="5116313" y="1775233"/>
          <a:ext cx="4176713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01800" imgH="317500" progId="Equation.DSMT4">
                  <p:embed/>
                </p:oleObj>
              </mc:Choice>
              <mc:Fallback>
                <p:oleObj name="Equation" r:id="rId8" imgW="1701800" imgH="317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6313" y="1775233"/>
                        <a:ext cx="4176713" cy="77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4615248"/>
              </p:ext>
            </p:extLst>
          </p:nvPr>
        </p:nvGraphicFramePr>
        <p:xfrm>
          <a:off x="2135560" y="2761069"/>
          <a:ext cx="2089150" cy="64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01309" imgH="279279" progId="Equation.DSMT4">
                  <p:embed/>
                </p:oleObj>
              </mc:Choice>
              <mc:Fallback>
                <p:oleObj name="Equation" r:id="rId10" imgW="901309" imgH="27927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560" y="2761069"/>
                        <a:ext cx="2089150" cy="646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0494118"/>
              </p:ext>
            </p:extLst>
          </p:nvPr>
        </p:nvGraphicFramePr>
        <p:xfrm>
          <a:off x="2423592" y="4365104"/>
          <a:ext cx="6409208" cy="1152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79700" imgH="482600" progId="Equation.DSMT4">
                  <p:embed/>
                </p:oleObj>
              </mc:Choice>
              <mc:Fallback>
                <p:oleObj name="Equation" r:id="rId12" imgW="2679700" imgH="482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3592" y="4365104"/>
                        <a:ext cx="6409208" cy="11529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1801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4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334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334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334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4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4850" grpId="0" autoUpdateAnimBg="0"/>
      <p:bldP spid="33487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3659508"/>
              </p:ext>
            </p:extLst>
          </p:nvPr>
        </p:nvGraphicFramePr>
        <p:xfrm>
          <a:off x="2063552" y="530783"/>
          <a:ext cx="3528392" cy="9305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37589" imgH="431613" progId="Equation.DSMT4">
                  <p:embed/>
                </p:oleObj>
              </mc:Choice>
              <mc:Fallback>
                <p:oleObj name="Equation" r:id="rId2" imgW="1637589" imgH="4316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552" y="530783"/>
                        <a:ext cx="3528392" cy="9305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59" name="TextBox 2"/>
          <p:cNvSpPr txBox="1">
            <a:spLocks noChangeArrowheads="1"/>
          </p:cNvSpPr>
          <p:nvPr/>
        </p:nvSpPr>
        <p:spPr bwMode="auto">
          <a:xfrm>
            <a:off x="836266" y="776517"/>
            <a:ext cx="100700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9075141"/>
              </p:ext>
            </p:extLst>
          </p:nvPr>
        </p:nvGraphicFramePr>
        <p:xfrm>
          <a:off x="8315325" y="466725"/>
          <a:ext cx="175260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88840" imgH="241200" progId="Equation.DSMT4">
                  <p:embed/>
                </p:oleObj>
              </mc:Choice>
              <mc:Fallback>
                <p:oleObj name="Equation" r:id="rId4" imgW="8888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5325" y="466725"/>
                        <a:ext cx="1752600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627999"/>
              </p:ext>
            </p:extLst>
          </p:nvPr>
        </p:nvGraphicFramePr>
        <p:xfrm>
          <a:off x="8795502" y="1070552"/>
          <a:ext cx="22352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93760" imgH="444240" progId="Equation.DSMT4">
                  <p:embed/>
                </p:oleObj>
              </mc:Choice>
              <mc:Fallback>
                <p:oleObj name="Equation" r:id="rId6" imgW="11937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5502" y="1070552"/>
                        <a:ext cx="2235200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9771054"/>
              </p:ext>
            </p:extLst>
          </p:nvPr>
        </p:nvGraphicFramePr>
        <p:xfrm>
          <a:off x="1339769" y="1434421"/>
          <a:ext cx="1643062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74360" imgH="406080" progId="Equation.DSMT4">
                  <p:embed/>
                </p:oleObj>
              </mc:Choice>
              <mc:Fallback>
                <p:oleObj name="Equation" r:id="rId8" imgW="7743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9769" y="1434421"/>
                        <a:ext cx="1643062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9369072"/>
              </p:ext>
            </p:extLst>
          </p:nvPr>
        </p:nvGraphicFramePr>
        <p:xfrm>
          <a:off x="2953135" y="1436744"/>
          <a:ext cx="4000500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66600" imgH="431640" progId="Equation.DSMT4">
                  <p:embed/>
                </p:oleObj>
              </mc:Choice>
              <mc:Fallback>
                <p:oleObj name="Equation" r:id="rId10" imgW="18666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3135" y="1436744"/>
                        <a:ext cx="4000500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3017351"/>
              </p:ext>
            </p:extLst>
          </p:nvPr>
        </p:nvGraphicFramePr>
        <p:xfrm>
          <a:off x="1325359" y="2252522"/>
          <a:ext cx="3186112" cy="842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36480" imgH="406080" progId="Equation.DSMT4">
                  <p:embed/>
                </p:oleObj>
              </mc:Choice>
              <mc:Fallback>
                <p:oleObj name="Equation" r:id="rId12" imgW="15364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5359" y="2252522"/>
                        <a:ext cx="3186112" cy="842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7286762"/>
              </p:ext>
            </p:extLst>
          </p:nvPr>
        </p:nvGraphicFramePr>
        <p:xfrm>
          <a:off x="4511471" y="2290584"/>
          <a:ext cx="647700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17225" imgH="406048" progId="Equation.DSMT4">
                  <p:embed/>
                </p:oleObj>
              </mc:Choice>
              <mc:Fallback>
                <p:oleObj name="Equation" r:id="rId14" imgW="317225" imgH="40604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471" y="2290584"/>
                        <a:ext cx="647700" cy="830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808899" y="3083357"/>
            <a:ext cx="33794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方法二</a:t>
            </a:r>
            <a:r>
              <a:rPr lang="zh-CN" altLang="en-US" sz="2800" b="1" dirty="0">
                <a:solidFill>
                  <a:srgbClr val="FF0000"/>
                </a:solidFill>
                <a:sym typeface="Wingdings" panose="05000000000000000000" pitchFamily="2" charset="2"/>
              </a:rPr>
              <a:t>：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分子有理化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1718026"/>
              </p:ext>
            </p:extLst>
          </p:nvPr>
        </p:nvGraphicFramePr>
        <p:xfrm>
          <a:off x="1052513" y="3535765"/>
          <a:ext cx="8860589" cy="10123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114800" imgH="469800" progId="Equation.DSMT4">
                  <p:embed/>
                </p:oleObj>
              </mc:Choice>
              <mc:Fallback>
                <p:oleObj name="Equation" r:id="rId16" imgW="411480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2513" y="3535765"/>
                        <a:ext cx="8860589" cy="10123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0506968"/>
              </p:ext>
            </p:extLst>
          </p:nvPr>
        </p:nvGraphicFramePr>
        <p:xfrm>
          <a:off x="1127448" y="4491142"/>
          <a:ext cx="5400601" cy="9753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603160" imgH="469800" progId="Equation.DSMT4">
                  <p:embed/>
                </p:oleObj>
              </mc:Choice>
              <mc:Fallback>
                <p:oleObj name="Equation" r:id="rId18" imgW="260316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127448" y="4491142"/>
                        <a:ext cx="5400601" cy="9753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4399049"/>
              </p:ext>
            </p:extLst>
          </p:nvPr>
        </p:nvGraphicFramePr>
        <p:xfrm>
          <a:off x="6119020" y="5432696"/>
          <a:ext cx="647700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17225" imgH="406048" progId="Equation.DSMT4">
                  <p:embed/>
                </p:oleObj>
              </mc:Choice>
              <mc:Fallback>
                <p:oleObj name="Equation" r:id="rId20" imgW="317225" imgH="40604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9020" y="5432696"/>
                        <a:ext cx="647700" cy="830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8599635"/>
              </p:ext>
            </p:extLst>
          </p:nvPr>
        </p:nvGraphicFramePr>
        <p:xfrm>
          <a:off x="1127448" y="5415367"/>
          <a:ext cx="5019352" cy="8818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527200" imgH="444240" progId="Equation.DSMT4">
                  <p:embed/>
                </p:oleObj>
              </mc:Choice>
              <mc:Fallback>
                <p:oleObj name="Equation" r:id="rId21" imgW="25272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127448" y="5415367"/>
                        <a:ext cx="5019352" cy="8818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5543869"/>
              </p:ext>
            </p:extLst>
          </p:nvPr>
        </p:nvGraphicFramePr>
        <p:xfrm>
          <a:off x="6146800" y="3352800"/>
          <a:ext cx="914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914400" imgH="203040" progId="Equation.DSMT4">
                  <p:embed/>
                </p:oleObj>
              </mc:Choice>
              <mc:Fallback>
                <p:oleObj name="Equation" r:id="rId23" imgW="9144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1603895"/>
              </p:ext>
            </p:extLst>
          </p:nvPr>
        </p:nvGraphicFramePr>
        <p:xfrm>
          <a:off x="7248128" y="5085184"/>
          <a:ext cx="4648200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247840" imgH="457200" progId="Equation.DSMT4">
                  <p:embed/>
                </p:oleObj>
              </mc:Choice>
              <mc:Fallback>
                <p:oleObj name="Equation" r:id="rId25" imgW="22478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8128" y="5085184"/>
                        <a:ext cx="4648200" cy="944563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7753983"/>
              </p:ext>
            </p:extLst>
          </p:nvPr>
        </p:nvGraphicFramePr>
        <p:xfrm>
          <a:off x="7712075" y="2093913"/>
          <a:ext cx="4017963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942920" imgH="444240" progId="Equation.DSMT4">
                  <p:embed/>
                </p:oleObj>
              </mc:Choice>
              <mc:Fallback>
                <p:oleObj name="Equation" r:id="rId27" imgW="19429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2075" y="2093913"/>
                        <a:ext cx="4017963" cy="91757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7406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Box 2"/>
          <p:cNvSpPr txBox="1">
            <a:spLocks noChangeArrowheads="1"/>
          </p:cNvSpPr>
          <p:nvPr/>
        </p:nvSpPr>
        <p:spPr bwMode="auto">
          <a:xfrm>
            <a:off x="1176502" y="731979"/>
            <a:ext cx="6488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608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9485942"/>
              </p:ext>
            </p:extLst>
          </p:nvPr>
        </p:nvGraphicFramePr>
        <p:xfrm>
          <a:off x="1971675" y="477838"/>
          <a:ext cx="1906588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14400" imgH="457200" progId="Equation.DSMT4">
                  <p:embed/>
                </p:oleObj>
              </mc:Choice>
              <mc:Fallback>
                <p:oleObj name="Equation" r:id="rId2" imgW="9144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1675" y="477838"/>
                        <a:ext cx="1906588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0159303"/>
              </p:ext>
            </p:extLst>
          </p:nvPr>
        </p:nvGraphicFramePr>
        <p:xfrm>
          <a:off x="6243993" y="616146"/>
          <a:ext cx="434002" cy="4353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3024" imgH="203024" progId="Equation.DSMT4">
                  <p:embed/>
                </p:oleObj>
              </mc:Choice>
              <mc:Fallback>
                <p:oleObj name="Equation" r:id="rId4" imgW="203024" imgH="2030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3993" y="616146"/>
                        <a:ext cx="434002" cy="4353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2200828"/>
              </p:ext>
            </p:extLst>
          </p:nvPr>
        </p:nvGraphicFramePr>
        <p:xfrm>
          <a:off x="6677995" y="519106"/>
          <a:ext cx="1218426" cy="5780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08000" imgH="241300" progId="Equation.DSMT4">
                  <p:embed/>
                </p:oleObj>
              </mc:Choice>
              <mc:Fallback>
                <p:oleObj name="Equation" r:id="rId6" imgW="508000" imgH="241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7995" y="519106"/>
                        <a:ext cx="1218426" cy="5780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2678633"/>
              </p:ext>
            </p:extLst>
          </p:nvPr>
        </p:nvGraphicFramePr>
        <p:xfrm>
          <a:off x="7978640" y="631662"/>
          <a:ext cx="244792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43000" imgH="215640" progId="Equation.DSMT4">
                  <p:embed/>
                </p:oleObj>
              </mc:Choice>
              <mc:Fallback>
                <p:oleObj name="Equation" r:id="rId8" imgW="11430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78640" y="631662"/>
                        <a:ext cx="2447925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0196062"/>
              </p:ext>
            </p:extLst>
          </p:nvPr>
        </p:nvGraphicFramePr>
        <p:xfrm>
          <a:off x="1192297" y="1289352"/>
          <a:ext cx="2108211" cy="9841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77900" imgH="457200" progId="Equation.DSMT4">
                  <p:embed/>
                </p:oleObj>
              </mc:Choice>
              <mc:Fallback>
                <p:oleObj name="Equation" r:id="rId10" imgW="9779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297" y="1289352"/>
                        <a:ext cx="2108211" cy="9841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203046"/>
              </p:ext>
            </p:extLst>
          </p:nvPr>
        </p:nvGraphicFramePr>
        <p:xfrm>
          <a:off x="3276254" y="1356521"/>
          <a:ext cx="2420044" cy="9103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80588" imgH="444307" progId="Equation.DSMT4">
                  <p:embed/>
                </p:oleObj>
              </mc:Choice>
              <mc:Fallback>
                <p:oleObj name="Equation" r:id="rId12" imgW="1180588" imgH="4443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254" y="1356521"/>
                        <a:ext cx="2420044" cy="9103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312361"/>
              </p:ext>
            </p:extLst>
          </p:nvPr>
        </p:nvGraphicFramePr>
        <p:xfrm>
          <a:off x="5651743" y="1351758"/>
          <a:ext cx="1500782" cy="8840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10891" imgH="418918" progId="Equation.DSMT4">
                  <p:embed/>
                </p:oleObj>
              </mc:Choice>
              <mc:Fallback>
                <p:oleObj name="Equation" r:id="rId14" imgW="710891" imgH="41891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743" y="1351758"/>
                        <a:ext cx="1500782" cy="8840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6208255"/>
              </p:ext>
            </p:extLst>
          </p:nvPr>
        </p:nvGraphicFramePr>
        <p:xfrm>
          <a:off x="7168450" y="1402931"/>
          <a:ext cx="792162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93359" imgH="406048" progId="Equation.DSMT4">
                  <p:embed/>
                </p:oleObj>
              </mc:Choice>
              <mc:Fallback>
                <p:oleObj name="Equation" r:id="rId16" imgW="393359" imgH="40604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8450" y="1402931"/>
                        <a:ext cx="792162" cy="81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2264278"/>
              </p:ext>
            </p:extLst>
          </p:nvPr>
        </p:nvGraphicFramePr>
        <p:xfrm>
          <a:off x="7998997" y="1643410"/>
          <a:ext cx="1147762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558720" imgH="203040" progId="Equation.DSMT4">
                  <p:embed/>
                </p:oleObj>
              </mc:Choice>
              <mc:Fallback>
                <p:oleObj name="Equation" r:id="rId18" imgW="558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98997" y="1643410"/>
                        <a:ext cx="1147762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510933"/>
              </p:ext>
            </p:extLst>
          </p:nvPr>
        </p:nvGraphicFramePr>
        <p:xfrm>
          <a:off x="1192297" y="2413137"/>
          <a:ext cx="775729" cy="4200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406048" imgH="203024" progId="Equation.DSMT4">
                  <p:embed/>
                </p:oleObj>
              </mc:Choice>
              <mc:Fallback>
                <p:oleObj name="Equation" r:id="rId20" imgW="406048" imgH="2030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297" y="2413137"/>
                        <a:ext cx="775729" cy="4200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9188896"/>
              </p:ext>
            </p:extLst>
          </p:nvPr>
        </p:nvGraphicFramePr>
        <p:xfrm>
          <a:off x="2173109" y="2172683"/>
          <a:ext cx="1877749" cy="9009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952500" imgH="457200" progId="Equation.DSMT4">
                  <p:embed/>
                </p:oleObj>
              </mc:Choice>
              <mc:Fallback>
                <p:oleObj name="Equation" r:id="rId22" imgW="9525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3109" y="2172683"/>
                        <a:ext cx="1877749" cy="9009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5872026"/>
              </p:ext>
            </p:extLst>
          </p:nvPr>
        </p:nvGraphicFramePr>
        <p:xfrm>
          <a:off x="4023857" y="2198367"/>
          <a:ext cx="1061591" cy="849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507780" imgH="406224" progId="Equation.DSMT4">
                  <p:embed/>
                </p:oleObj>
              </mc:Choice>
              <mc:Fallback>
                <p:oleObj name="Equation" r:id="rId24" imgW="507780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3857" y="2198367"/>
                        <a:ext cx="1061591" cy="8495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1525347"/>
              </p:ext>
            </p:extLst>
          </p:nvPr>
        </p:nvGraphicFramePr>
        <p:xfrm>
          <a:off x="8688288" y="4537951"/>
          <a:ext cx="2808312" cy="1757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358310" imgH="850531" progId="Equation.DSMT4">
                  <p:embed/>
                </p:oleObj>
              </mc:Choice>
              <mc:Fallback>
                <p:oleObj name="Equation" r:id="rId26" imgW="1358310" imgH="85053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8288" y="4537951"/>
                        <a:ext cx="2808312" cy="1757222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307669"/>
              </p:ext>
            </p:extLst>
          </p:nvPr>
        </p:nvGraphicFramePr>
        <p:xfrm>
          <a:off x="1154819" y="3402893"/>
          <a:ext cx="8937625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4203360" imgH="469800" progId="Equation.DSMT4">
                  <p:embed/>
                </p:oleObj>
              </mc:Choice>
              <mc:Fallback>
                <p:oleObj name="Equation" r:id="rId28" imgW="420336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4819" y="3402893"/>
                        <a:ext cx="8937625" cy="1001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2012592"/>
              </p:ext>
            </p:extLst>
          </p:nvPr>
        </p:nvGraphicFramePr>
        <p:xfrm>
          <a:off x="2080124" y="4387443"/>
          <a:ext cx="4203700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019240" imgH="457200" progId="Equation.DSMT4">
                  <p:embed/>
                </p:oleObj>
              </mc:Choice>
              <mc:Fallback>
                <p:oleObj name="Equation" r:id="rId30" imgW="20192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0124" y="4387443"/>
                        <a:ext cx="4203700" cy="954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接连接符 2"/>
          <p:cNvCxnSpPr/>
          <p:nvPr/>
        </p:nvCxnSpPr>
        <p:spPr>
          <a:xfrm>
            <a:off x="121975" y="3073617"/>
            <a:ext cx="1195332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904660"/>
              </p:ext>
            </p:extLst>
          </p:nvPr>
        </p:nvGraphicFramePr>
        <p:xfrm>
          <a:off x="2780845" y="5276532"/>
          <a:ext cx="3208337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549080" imgH="457200" progId="Equation.DSMT4">
                  <p:embed/>
                </p:oleObj>
              </mc:Choice>
              <mc:Fallback>
                <p:oleObj name="Equation" r:id="rId32" imgW="15490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0845" y="5276532"/>
                        <a:ext cx="3208337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6091513"/>
              </p:ext>
            </p:extLst>
          </p:nvPr>
        </p:nvGraphicFramePr>
        <p:xfrm>
          <a:off x="5973875" y="5290343"/>
          <a:ext cx="1152128" cy="9217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507960" imgH="406080" progId="Equation.DSMT4">
                  <p:embed/>
                </p:oleObj>
              </mc:Choice>
              <mc:Fallback>
                <p:oleObj name="Equation" r:id="rId34" imgW="5079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5973875" y="5290343"/>
                        <a:ext cx="1152128" cy="9217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9401530" y="3172060"/>
            <a:ext cx="2659702" cy="461665"/>
          </a:xfrm>
          <a:prstGeom prst="rect">
            <a:avLst/>
          </a:prstGeom>
          <a:noFill/>
          <a:ln w="25400" cmpd="dbl">
            <a:solidFill>
              <a:srgbClr val="FF0000"/>
            </a:solidFill>
            <a:prstDash val="solid"/>
          </a:ln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分子、分母有理化</a:t>
            </a:r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19760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1000"/>
                                        <p:tgtEl>
                                          <p:spTgt spid="46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Box 2"/>
          <p:cNvSpPr txBox="1">
            <a:spLocks noChangeArrowheads="1"/>
          </p:cNvSpPr>
          <p:nvPr/>
        </p:nvSpPr>
        <p:spPr bwMode="auto">
          <a:xfrm>
            <a:off x="1779531" y="803617"/>
            <a:ext cx="91082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608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9652782"/>
              </p:ext>
            </p:extLst>
          </p:nvPr>
        </p:nvGraphicFramePr>
        <p:xfrm>
          <a:off x="2690358" y="749434"/>
          <a:ext cx="5895365" cy="738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38280" imgH="304560" progId="Equation.DSMT4">
                  <p:embed/>
                </p:oleObj>
              </mc:Choice>
              <mc:Fallback>
                <p:oleObj name="Equation" r:id="rId2" imgW="243828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0358" y="749434"/>
                        <a:ext cx="5895365" cy="7383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8373490"/>
              </p:ext>
            </p:extLst>
          </p:nvPr>
        </p:nvGraphicFramePr>
        <p:xfrm>
          <a:off x="2663786" y="1424374"/>
          <a:ext cx="7890202" cy="6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40080" imgH="291960" progId="Equation.DSMT4">
                  <p:embed/>
                </p:oleObj>
              </mc:Choice>
              <mc:Fallback>
                <p:oleObj name="Equation" r:id="rId4" imgW="334008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3786" y="1424374"/>
                        <a:ext cx="7890202" cy="690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6" name="TextBox 5"/>
          <p:cNvSpPr txBox="1">
            <a:spLocks noChangeArrowheads="1"/>
          </p:cNvSpPr>
          <p:nvPr/>
        </p:nvSpPr>
        <p:spPr bwMode="auto">
          <a:xfrm>
            <a:off x="1779531" y="2110501"/>
            <a:ext cx="542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证</a:t>
            </a:r>
          </a:p>
        </p:txBody>
      </p:sp>
      <p:graphicFrame>
        <p:nvGraphicFramePr>
          <p:cNvPr id="4608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1146136"/>
              </p:ext>
            </p:extLst>
          </p:nvPr>
        </p:nvGraphicFramePr>
        <p:xfrm>
          <a:off x="2576899" y="2110219"/>
          <a:ext cx="3786272" cy="6854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12900" imgH="292100" progId="Equation.DSMT4">
                  <p:embed/>
                </p:oleObj>
              </mc:Choice>
              <mc:Fallback>
                <p:oleObj name="Equation" r:id="rId6" imgW="1612900" imgH="292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6899" y="2110219"/>
                        <a:ext cx="3786272" cy="6854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8802654"/>
              </p:ext>
            </p:extLst>
          </p:nvPr>
        </p:nvGraphicFramePr>
        <p:xfrm>
          <a:off x="2461082" y="2839478"/>
          <a:ext cx="3776785" cy="49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37589" imgH="215806" progId="Equation.DSMT4">
                  <p:embed/>
                </p:oleObj>
              </mc:Choice>
              <mc:Fallback>
                <p:oleObj name="Equation" r:id="rId8" imgW="1637589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1082" y="2839478"/>
                        <a:ext cx="3776785" cy="49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4917017"/>
              </p:ext>
            </p:extLst>
          </p:nvPr>
        </p:nvGraphicFramePr>
        <p:xfrm>
          <a:off x="6608887" y="2813063"/>
          <a:ext cx="749632" cy="4326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30057" imgH="190417" progId="Equation.DSMT4">
                  <p:embed/>
                </p:oleObj>
              </mc:Choice>
              <mc:Fallback>
                <p:oleObj name="Equation" r:id="rId10" imgW="330057" imgH="19041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8887" y="2813063"/>
                        <a:ext cx="749632" cy="4326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0" name="对象 9"/>
          <p:cNvGraphicFramePr>
            <a:graphicFrameLocks noChangeAspect="1"/>
          </p:cNvGraphicFramePr>
          <p:nvPr/>
        </p:nvGraphicFramePr>
        <p:xfrm>
          <a:off x="2679700" y="3421063"/>
          <a:ext cx="18161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11200" imgH="228600" progId="Equation.DSMT4">
                  <p:embed/>
                </p:oleObj>
              </mc:Choice>
              <mc:Fallback>
                <p:oleObj name="Equation" r:id="rId12" imgW="711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9700" y="3421063"/>
                        <a:ext cx="18161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1" name="对象 10"/>
          <p:cNvGraphicFramePr>
            <a:graphicFrameLocks noChangeAspect="1"/>
          </p:cNvGraphicFramePr>
          <p:nvPr/>
        </p:nvGraphicFramePr>
        <p:xfrm>
          <a:off x="4511675" y="3429001"/>
          <a:ext cx="31813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82700" imgH="203200" progId="Equation.DSMT4">
                  <p:embed/>
                </p:oleObj>
              </mc:Choice>
              <mc:Fallback>
                <p:oleObj name="Equation" r:id="rId14" imgW="12827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675" y="3429001"/>
                        <a:ext cx="318135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2" name="对象 11"/>
          <p:cNvGraphicFramePr>
            <a:graphicFrameLocks noChangeAspect="1"/>
          </p:cNvGraphicFramePr>
          <p:nvPr/>
        </p:nvGraphicFramePr>
        <p:xfrm>
          <a:off x="4511676" y="4076700"/>
          <a:ext cx="4754563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968500" imgH="228600" progId="Equation.DSMT4">
                  <p:embed/>
                </p:oleObj>
              </mc:Choice>
              <mc:Fallback>
                <p:oleObj name="Equation" r:id="rId16" imgW="19685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676" y="4076700"/>
                        <a:ext cx="4754563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1500910"/>
              </p:ext>
            </p:extLst>
          </p:nvPr>
        </p:nvGraphicFramePr>
        <p:xfrm>
          <a:off x="2439989" y="4710766"/>
          <a:ext cx="5653320" cy="559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311400" imgH="228600" progId="Equation.DSMT4">
                  <p:embed/>
                </p:oleObj>
              </mc:Choice>
              <mc:Fallback>
                <p:oleObj name="Equation" r:id="rId18" imgW="2311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9989" y="4710766"/>
                        <a:ext cx="5653320" cy="5593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6466354"/>
              </p:ext>
            </p:extLst>
          </p:nvPr>
        </p:nvGraphicFramePr>
        <p:xfrm>
          <a:off x="2576899" y="5387743"/>
          <a:ext cx="4459287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879560" imgH="228600" progId="Equation.DSMT4">
                  <p:embed/>
                </p:oleObj>
              </mc:Choice>
              <mc:Fallback>
                <p:oleObj name="Equation" r:id="rId20" imgW="1879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6899" y="5387743"/>
                        <a:ext cx="4459287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991918"/>
              </p:ext>
            </p:extLst>
          </p:nvPr>
        </p:nvGraphicFramePr>
        <p:xfrm>
          <a:off x="7358519" y="5418054"/>
          <a:ext cx="1910753" cy="6552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850531" imgH="291973" progId="Equation.DSMT4">
                  <p:embed/>
                </p:oleObj>
              </mc:Choice>
              <mc:Fallback>
                <p:oleObj name="Equation" r:id="rId22" imgW="850531" imgH="2919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8519" y="5418054"/>
                        <a:ext cx="1910753" cy="6552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0184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6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6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6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46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6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6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6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6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6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130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2560200"/>
              </p:ext>
            </p:extLst>
          </p:nvPr>
        </p:nvGraphicFramePr>
        <p:xfrm>
          <a:off x="2345531" y="733545"/>
          <a:ext cx="2879725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20227" imgH="406224" progId="Equation.DSMT4">
                  <p:embed/>
                </p:oleObj>
              </mc:Choice>
              <mc:Fallback>
                <p:oleObj name="Equation" r:id="rId2" imgW="1320227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5531" y="733545"/>
                        <a:ext cx="2879725" cy="88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8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5219046"/>
              </p:ext>
            </p:extLst>
          </p:nvPr>
        </p:nvGraphicFramePr>
        <p:xfrm>
          <a:off x="5435340" y="985198"/>
          <a:ext cx="115252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07780" imgH="203112" progId="Equation.DSMT4">
                  <p:embed/>
                </p:oleObj>
              </mc:Choice>
              <mc:Fallback>
                <p:oleObj name="Equation" r:id="rId4" imgW="507780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340" y="985198"/>
                        <a:ext cx="1152525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9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2892355"/>
              </p:ext>
            </p:extLst>
          </p:nvPr>
        </p:nvGraphicFramePr>
        <p:xfrm>
          <a:off x="2438401" y="1533543"/>
          <a:ext cx="5299075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03500" imgH="495300" progId="Equation.DSMT4">
                  <p:embed/>
                </p:oleObj>
              </mc:Choice>
              <mc:Fallback>
                <p:oleObj name="Equation" r:id="rId6" imgW="2603500" imgH="495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1" y="1533543"/>
                        <a:ext cx="5299075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0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8329297"/>
              </p:ext>
            </p:extLst>
          </p:nvPr>
        </p:nvGraphicFramePr>
        <p:xfrm>
          <a:off x="2288911" y="2533156"/>
          <a:ext cx="2592387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67893" imgH="291973" progId="Equation.DSMT4">
                  <p:embed/>
                </p:oleObj>
              </mc:Choice>
              <mc:Fallback>
                <p:oleObj name="Equation" r:id="rId8" imgW="1167893" imgH="2919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8911" y="2533156"/>
                        <a:ext cx="2592387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1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0015387"/>
              </p:ext>
            </p:extLst>
          </p:nvPr>
        </p:nvGraphicFramePr>
        <p:xfrm>
          <a:off x="2345531" y="3290435"/>
          <a:ext cx="3043237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71600" imgH="292100" progId="Equation.DSMT4">
                  <p:embed/>
                </p:oleObj>
              </mc:Choice>
              <mc:Fallback>
                <p:oleObj name="Equation" r:id="rId10" imgW="1371600" imgH="292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5531" y="3290435"/>
                        <a:ext cx="3043237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5" name="对象 7"/>
          <p:cNvGraphicFramePr>
            <a:graphicFrameLocks noChangeAspect="1"/>
          </p:cNvGraphicFramePr>
          <p:nvPr/>
        </p:nvGraphicFramePr>
        <p:xfrm>
          <a:off x="8070850" y="3365500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4102" imgH="177492" progId="Equation.DSMT4">
                  <p:embed/>
                </p:oleObj>
              </mc:Choice>
              <mc:Fallback>
                <p:oleObj name="Equation" r:id="rId12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0850" y="3365500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3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8853630"/>
              </p:ext>
            </p:extLst>
          </p:nvPr>
        </p:nvGraphicFramePr>
        <p:xfrm>
          <a:off x="5447928" y="3245056"/>
          <a:ext cx="431800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943100" imgH="203200" progId="Equation.DSMT4">
                  <p:embed/>
                </p:oleObj>
              </mc:Choice>
              <mc:Fallback>
                <p:oleObj name="Equation" r:id="rId14" imgW="19431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7928" y="3245056"/>
                        <a:ext cx="4318000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4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8040065"/>
              </p:ext>
            </p:extLst>
          </p:nvPr>
        </p:nvGraphicFramePr>
        <p:xfrm>
          <a:off x="2345531" y="4697506"/>
          <a:ext cx="4679875" cy="635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057400" imgH="279400" progId="Equation.DSMT4">
                  <p:embed/>
                </p:oleObj>
              </mc:Choice>
              <mc:Fallback>
                <p:oleObj name="Equation" r:id="rId16" imgW="2057400" imgH="279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5531" y="4697506"/>
                        <a:ext cx="4679875" cy="6358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5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9181688"/>
              </p:ext>
            </p:extLst>
          </p:nvPr>
        </p:nvGraphicFramePr>
        <p:xfrm>
          <a:off x="7179628" y="4690023"/>
          <a:ext cx="198596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850531" imgH="215806" progId="Equation.DSMT4">
                  <p:embed/>
                </p:oleObj>
              </mc:Choice>
              <mc:Fallback>
                <p:oleObj name="Equation" r:id="rId18" imgW="850531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9628" y="4690023"/>
                        <a:ext cx="1985963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6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897338"/>
              </p:ext>
            </p:extLst>
          </p:nvPr>
        </p:nvGraphicFramePr>
        <p:xfrm>
          <a:off x="2773099" y="5388745"/>
          <a:ext cx="162401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736600" imgH="228600" progId="Equation.DSMT4">
                  <p:embed/>
                </p:oleObj>
              </mc:Choice>
              <mc:Fallback>
                <p:oleObj name="Equation" r:id="rId20" imgW="736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3099" y="5388745"/>
                        <a:ext cx="1624012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7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7992621"/>
              </p:ext>
            </p:extLst>
          </p:nvPr>
        </p:nvGraphicFramePr>
        <p:xfrm>
          <a:off x="4470578" y="5398678"/>
          <a:ext cx="26320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193800" imgH="228600" progId="Equation.DSMT4">
                  <p:embed/>
                </p:oleObj>
              </mc:Choice>
              <mc:Fallback>
                <p:oleObj name="Equation" r:id="rId22" imgW="1193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0578" y="5398678"/>
                        <a:ext cx="263207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8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6357351"/>
              </p:ext>
            </p:extLst>
          </p:nvPr>
        </p:nvGraphicFramePr>
        <p:xfrm>
          <a:off x="7176120" y="5335586"/>
          <a:ext cx="23241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054100" imgH="228600" progId="Equation.DSMT4">
                  <p:embed/>
                </p:oleObj>
              </mc:Choice>
              <mc:Fallback>
                <p:oleObj name="Equation" r:id="rId24" imgW="10541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6120" y="5335586"/>
                        <a:ext cx="232410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9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8392885"/>
              </p:ext>
            </p:extLst>
          </p:nvPr>
        </p:nvGraphicFramePr>
        <p:xfrm>
          <a:off x="2351089" y="3838780"/>
          <a:ext cx="7021512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3302000" imgH="304800" progId="Equation.DSMT4">
                  <p:embed/>
                </p:oleObj>
              </mc:Choice>
              <mc:Fallback>
                <p:oleObj name="Equation" r:id="rId26" imgW="3302000" imgH="304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9" y="3838780"/>
                        <a:ext cx="7021512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3547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7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7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7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47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7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7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7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154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1335749"/>
              </p:ext>
            </p:extLst>
          </p:nvPr>
        </p:nvGraphicFramePr>
        <p:xfrm>
          <a:off x="1942953" y="838520"/>
          <a:ext cx="3671888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89100" imgH="228600" progId="Equation.DSMT4">
                  <p:embed/>
                </p:oleObj>
              </mc:Choice>
              <mc:Fallback>
                <p:oleObj name="Equation" r:id="rId2" imgW="16891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2953" y="838520"/>
                        <a:ext cx="3671888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2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7068657"/>
              </p:ext>
            </p:extLst>
          </p:nvPr>
        </p:nvGraphicFramePr>
        <p:xfrm>
          <a:off x="5641975" y="890113"/>
          <a:ext cx="4608512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71700" imgH="228600" progId="Equation.DSMT4">
                  <p:embed/>
                </p:oleObj>
              </mc:Choice>
              <mc:Fallback>
                <p:oleObj name="Equation" r:id="rId4" imgW="21717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1975" y="890113"/>
                        <a:ext cx="4608512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3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1943698"/>
              </p:ext>
            </p:extLst>
          </p:nvPr>
        </p:nvGraphicFramePr>
        <p:xfrm>
          <a:off x="1955006" y="1306038"/>
          <a:ext cx="2808287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20227" imgH="406224" progId="Equation.DSMT4">
                  <p:embed/>
                </p:oleObj>
              </mc:Choice>
              <mc:Fallback>
                <p:oleObj name="Equation" r:id="rId6" imgW="1320227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006" y="1306038"/>
                        <a:ext cx="2808287" cy="865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4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018324"/>
              </p:ext>
            </p:extLst>
          </p:nvPr>
        </p:nvGraphicFramePr>
        <p:xfrm>
          <a:off x="4943872" y="1561948"/>
          <a:ext cx="1113979" cy="4449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07780" imgH="203112" progId="Equation.DSMT4">
                  <p:embed/>
                </p:oleObj>
              </mc:Choice>
              <mc:Fallback>
                <p:oleObj name="Equation" r:id="rId8" imgW="507780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3872" y="1561948"/>
                        <a:ext cx="1113979" cy="4449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5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8141270"/>
              </p:ext>
            </p:extLst>
          </p:nvPr>
        </p:nvGraphicFramePr>
        <p:xfrm>
          <a:off x="6093626" y="1516064"/>
          <a:ext cx="3689581" cy="6094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92300" imgH="279400" progId="Equation.DSMT4">
                  <p:embed/>
                </p:oleObj>
              </mc:Choice>
              <mc:Fallback>
                <p:oleObj name="Equation" r:id="rId10" imgW="1892300" imgH="279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3626" y="1516064"/>
                        <a:ext cx="3689581" cy="6094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6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3655522"/>
              </p:ext>
            </p:extLst>
          </p:nvPr>
        </p:nvGraphicFramePr>
        <p:xfrm>
          <a:off x="1920280" y="2147102"/>
          <a:ext cx="3098800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97000" imgH="279400" progId="Equation.DSMT4">
                  <p:embed/>
                </p:oleObj>
              </mc:Choice>
              <mc:Fallback>
                <p:oleObj name="Equation" r:id="rId12" imgW="1397000" imgH="279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0280" y="2147102"/>
                        <a:ext cx="3098800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7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9890356"/>
              </p:ext>
            </p:extLst>
          </p:nvPr>
        </p:nvGraphicFramePr>
        <p:xfrm>
          <a:off x="1916112" y="2638743"/>
          <a:ext cx="2338388" cy="98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54100" imgH="444500" progId="Equation.DSMT4">
                  <p:embed/>
                </p:oleObj>
              </mc:Choice>
              <mc:Fallback>
                <p:oleObj name="Equation" r:id="rId14" imgW="1054100" imgH="444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6112" y="2638743"/>
                        <a:ext cx="2338388" cy="985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8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3257360"/>
              </p:ext>
            </p:extLst>
          </p:nvPr>
        </p:nvGraphicFramePr>
        <p:xfrm>
          <a:off x="4457427" y="2886201"/>
          <a:ext cx="431800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943100" imgH="203200" progId="Equation.DSMT4">
                  <p:embed/>
                </p:oleObj>
              </mc:Choice>
              <mc:Fallback>
                <p:oleObj name="Equation" r:id="rId16" imgW="19431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7427" y="2886201"/>
                        <a:ext cx="4318000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9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0827317"/>
              </p:ext>
            </p:extLst>
          </p:nvPr>
        </p:nvGraphicFramePr>
        <p:xfrm>
          <a:off x="2088555" y="3393774"/>
          <a:ext cx="5861050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755900" imgH="444500" progId="Equation.DSMT4">
                  <p:embed/>
                </p:oleObj>
              </mc:Choice>
              <mc:Fallback>
                <p:oleObj name="Equation" r:id="rId18" imgW="2755900" imgH="444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8555" y="3393774"/>
                        <a:ext cx="5861050" cy="94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40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5027277"/>
              </p:ext>
            </p:extLst>
          </p:nvPr>
        </p:nvGraphicFramePr>
        <p:xfrm>
          <a:off x="1955006" y="4973496"/>
          <a:ext cx="129540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558558" imgH="203112" progId="Equation.DSMT4">
                  <p:embed/>
                </p:oleObj>
              </mc:Choice>
              <mc:Fallback>
                <p:oleObj name="Equation" r:id="rId20" imgW="558558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006" y="4973496"/>
                        <a:ext cx="1295400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41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9504902"/>
              </p:ext>
            </p:extLst>
          </p:nvPr>
        </p:nvGraphicFramePr>
        <p:xfrm>
          <a:off x="3355975" y="4995863"/>
          <a:ext cx="2376488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091726" imgH="291973" progId="Equation.DSMT4">
                  <p:embed/>
                </p:oleObj>
              </mc:Choice>
              <mc:Fallback>
                <p:oleObj name="Equation" r:id="rId22" imgW="1091726" imgH="2919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5975" y="4995863"/>
                        <a:ext cx="2376488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42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5074617"/>
              </p:ext>
            </p:extLst>
          </p:nvPr>
        </p:nvGraphicFramePr>
        <p:xfrm>
          <a:off x="5745245" y="5006372"/>
          <a:ext cx="79216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342751" imgH="203112" progId="Equation.DSMT4">
                  <p:embed/>
                </p:oleObj>
              </mc:Choice>
              <mc:Fallback>
                <p:oleObj name="Equation" r:id="rId24" imgW="342751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5245" y="5006372"/>
                        <a:ext cx="79216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43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5365684"/>
              </p:ext>
            </p:extLst>
          </p:nvPr>
        </p:nvGraphicFramePr>
        <p:xfrm>
          <a:off x="2855640" y="4076700"/>
          <a:ext cx="465455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209800" imgH="444500" progId="Equation.DSMT4">
                  <p:embed/>
                </p:oleObj>
              </mc:Choice>
              <mc:Fallback>
                <p:oleObj name="Equation" r:id="rId26" imgW="2209800" imgH="444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640" y="4076700"/>
                        <a:ext cx="465455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44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8411074"/>
              </p:ext>
            </p:extLst>
          </p:nvPr>
        </p:nvGraphicFramePr>
        <p:xfrm>
          <a:off x="7780202" y="5531644"/>
          <a:ext cx="390525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981200" imgH="292100" progId="Equation.DSMT4">
                  <p:embed/>
                </p:oleObj>
              </mc:Choice>
              <mc:Fallback>
                <p:oleObj name="Equation" r:id="rId28" imgW="1981200" imgH="292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80202" y="5531644"/>
                        <a:ext cx="3905250" cy="576263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45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2446017"/>
              </p:ext>
            </p:extLst>
          </p:nvPr>
        </p:nvGraphicFramePr>
        <p:xfrm>
          <a:off x="8761415" y="4648995"/>
          <a:ext cx="2016125" cy="67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914400" imgH="304800" progId="Equation.DSMT4">
                  <p:embed/>
                </p:oleObj>
              </mc:Choice>
              <mc:Fallback>
                <p:oleObj name="Equation" r:id="rId30" imgW="914400" imgH="304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1415" y="4648995"/>
                        <a:ext cx="2016125" cy="671512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6820744"/>
              </p:ext>
            </p:extLst>
          </p:nvPr>
        </p:nvGraphicFramePr>
        <p:xfrm>
          <a:off x="3215680" y="5631340"/>
          <a:ext cx="441325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2006600" imgH="228600" progId="Equation.DSMT4">
                  <p:embed/>
                </p:oleObj>
              </mc:Choice>
              <mc:Fallback>
                <p:oleObj name="Equation" r:id="rId32" imgW="2006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5680" y="5631340"/>
                        <a:ext cx="4413250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472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4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8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48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8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48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48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48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8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8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8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750"/>
                                        <p:tgtEl>
                                          <p:spTgt spid="48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48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178" name="对象 2"/>
          <p:cNvGraphicFramePr>
            <a:graphicFrameLocks noChangeAspect="1"/>
          </p:cNvGraphicFramePr>
          <p:nvPr/>
        </p:nvGraphicFramePr>
        <p:xfrm>
          <a:off x="2999656" y="827088"/>
          <a:ext cx="6551613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95600" imgH="304800" progId="Equation.DSMT4">
                  <p:embed/>
                </p:oleObj>
              </mc:Choice>
              <mc:Fallback>
                <p:oleObj name="Equation" r:id="rId2" imgW="2895600" imgH="304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9656" y="827088"/>
                        <a:ext cx="6551613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79" name="TextBox 3"/>
          <p:cNvSpPr txBox="1">
            <a:spLocks noChangeArrowheads="1"/>
          </p:cNvSpPr>
          <p:nvPr/>
        </p:nvSpPr>
        <p:spPr bwMode="auto">
          <a:xfrm>
            <a:off x="1944879" y="787705"/>
            <a:ext cx="90441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180" name="TextBox 2"/>
          <p:cNvSpPr txBox="1">
            <a:spLocks noChangeArrowheads="1"/>
          </p:cNvSpPr>
          <p:nvPr/>
        </p:nvSpPr>
        <p:spPr bwMode="auto">
          <a:xfrm>
            <a:off x="1952985" y="1484313"/>
            <a:ext cx="5445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证</a:t>
            </a:r>
          </a:p>
        </p:txBody>
      </p:sp>
      <p:graphicFrame>
        <p:nvGraphicFramePr>
          <p:cNvPr id="50181" name="对象 3"/>
          <p:cNvGraphicFramePr>
            <a:graphicFrameLocks noChangeAspect="1"/>
          </p:cNvGraphicFramePr>
          <p:nvPr/>
        </p:nvGraphicFramePr>
        <p:xfrm>
          <a:off x="2846388" y="1484314"/>
          <a:ext cx="22415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16000" imgH="228600" progId="Equation.DSMT4">
                  <p:embed/>
                </p:oleObj>
              </mc:Choice>
              <mc:Fallback>
                <p:oleObj name="Equation" r:id="rId4" imgW="1016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6388" y="1484314"/>
                        <a:ext cx="224155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2" name="对象 4"/>
          <p:cNvGraphicFramePr>
            <a:graphicFrameLocks noChangeAspect="1"/>
          </p:cNvGraphicFramePr>
          <p:nvPr/>
        </p:nvGraphicFramePr>
        <p:xfrm>
          <a:off x="5232401" y="1484313"/>
          <a:ext cx="3675063" cy="67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00200" imgH="292100" progId="Equation.DSMT4">
                  <p:embed/>
                </p:oleObj>
              </mc:Choice>
              <mc:Fallback>
                <p:oleObj name="Equation" r:id="rId6" imgW="1600200" imgH="292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401" y="1484313"/>
                        <a:ext cx="3675063" cy="671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363788" y="2133600"/>
          <a:ext cx="431800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43100" imgH="203200" progId="Equation.DSMT4">
                  <p:embed/>
                </p:oleObj>
              </mc:Choice>
              <mc:Fallback>
                <p:oleObj name="Equation" r:id="rId8" imgW="19431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3788" y="2133600"/>
                        <a:ext cx="4318000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4" name="对象 6"/>
          <p:cNvGraphicFramePr>
            <a:graphicFrameLocks noChangeAspect="1"/>
          </p:cNvGraphicFramePr>
          <p:nvPr/>
        </p:nvGraphicFramePr>
        <p:xfrm>
          <a:off x="2649417" y="2614202"/>
          <a:ext cx="63754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717800" imgH="368300" progId="Equation.DSMT4">
                  <p:embed/>
                </p:oleObj>
              </mc:Choice>
              <mc:Fallback>
                <p:oleObj name="Equation" r:id="rId10" imgW="2717800" imgH="368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9417" y="2614202"/>
                        <a:ext cx="63754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094585" y="3599129"/>
          <a:ext cx="129540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58558" imgH="203112" progId="Equation.DSMT4">
                  <p:embed/>
                </p:oleObj>
              </mc:Choice>
              <mc:Fallback>
                <p:oleObj name="Equation" r:id="rId12" imgW="558558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4585" y="3599129"/>
                        <a:ext cx="1295400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511531" y="3562350"/>
          <a:ext cx="2873375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20227" imgH="291973" progId="Equation.DSMT4">
                  <p:embed/>
                </p:oleObj>
              </mc:Choice>
              <mc:Fallback>
                <p:oleObj name="Equation" r:id="rId14" imgW="1320227" imgH="2919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1531" y="3562350"/>
                        <a:ext cx="2873375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742285" y="4191944"/>
          <a:ext cx="4175125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044700" imgH="304800" progId="Equation.DSMT4">
                  <p:embed/>
                </p:oleObj>
              </mc:Choice>
              <mc:Fallback>
                <p:oleObj name="Equation" r:id="rId16" imgW="2044700" imgH="304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2285" y="4191944"/>
                        <a:ext cx="4175125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999656" y="5556772"/>
          <a:ext cx="2347913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079032" imgH="266584" progId="Equation.DSMT4">
                  <p:embed/>
                </p:oleObj>
              </mc:Choice>
              <mc:Fallback>
                <p:oleObj name="Equation" r:id="rId18" imgW="1079032" imgH="26658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9656" y="5556772"/>
                        <a:ext cx="2347913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5542285" y="5517790"/>
          <a:ext cx="2735262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320227" imgH="279279" progId="Equation.DSMT4">
                  <p:embed/>
                </p:oleObj>
              </mc:Choice>
              <mc:Fallback>
                <p:oleObj name="Equation" r:id="rId20" imgW="1320227" imgH="27927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2285" y="5517790"/>
                        <a:ext cx="2735262" cy="579437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8112224" y="4832768"/>
          <a:ext cx="3455988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548728" imgH="266584" progId="Equation.DSMT4">
                  <p:embed/>
                </p:oleObj>
              </mc:Choice>
              <mc:Fallback>
                <p:oleObj name="Equation" r:id="rId22" imgW="1548728" imgH="26658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2224" y="4832768"/>
                        <a:ext cx="3455988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91" name="对象 2"/>
          <p:cNvGraphicFramePr>
            <a:graphicFrameLocks noChangeAspect="1"/>
          </p:cNvGraphicFramePr>
          <p:nvPr/>
        </p:nvGraphicFramePr>
        <p:xfrm>
          <a:off x="2041400" y="4810207"/>
          <a:ext cx="4467225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094591" imgH="317362" progId="Equation.DSMT4">
                  <p:embed/>
                </p:oleObj>
              </mc:Choice>
              <mc:Fallback>
                <p:oleObj name="Equation" r:id="rId24" imgW="2094591" imgH="31736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1400" y="4810207"/>
                        <a:ext cx="4467225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2722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50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50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50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015457" y="968273"/>
          <a:ext cx="28448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07532" imgH="291973" progId="Equation.DSMT4">
                  <p:embed/>
                </p:oleObj>
              </mc:Choice>
              <mc:Fallback>
                <p:oleObj name="Equation" r:id="rId2" imgW="1307532" imgH="2919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5457" y="968273"/>
                        <a:ext cx="28448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3" name="TextBox 3"/>
          <p:cNvSpPr txBox="1">
            <a:spLocks noChangeArrowheads="1"/>
          </p:cNvSpPr>
          <p:nvPr/>
        </p:nvSpPr>
        <p:spPr bwMode="auto">
          <a:xfrm>
            <a:off x="2104232" y="909225"/>
            <a:ext cx="90441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697006"/>
              </p:ext>
            </p:extLst>
          </p:nvPr>
        </p:nvGraphicFramePr>
        <p:xfrm>
          <a:off x="5980907" y="919236"/>
          <a:ext cx="1944216" cy="6291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01309" imgH="291973" progId="Equation.DSMT4">
                  <p:embed/>
                </p:oleObj>
              </mc:Choice>
              <mc:Fallback>
                <p:oleObj name="Equation" r:id="rId4" imgW="901309" imgH="2919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0907" y="919236"/>
                        <a:ext cx="1944216" cy="6291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566988" y="1556740"/>
          <a:ext cx="3560762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86811" imgH="304668" progId="Equation.DSMT4">
                  <p:embed/>
                </p:oleObj>
              </mc:Choice>
              <mc:Fallback>
                <p:oleObj name="Equation" r:id="rId6" imgW="1586811" imgH="30466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1556740"/>
                        <a:ext cx="3560762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2022476" y="2117754"/>
            <a:ext cx="5445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证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687639" y="2160736"/>
          <a:ext cx="3148012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47172" imgH="291973" progId="Equation.DSMT4">
                  <p:embed/>
                </p:oleObj>
              </mc:Choice>
              <mc:Fallback>
                <p:oleObj name="Equation" r:id="rId8" imgW="1447172" imgH="2919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7639" y="2160736"/>
                        <a:ext cx="3148012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6127750" y="2169320"/>
          <a:ext cx="2447925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18671" imgH="215806" progId="Equation.DSMT4">
                  <p:embed/>
                </p:oleObj>
              </mc:Choice>
              <mc:Fallback>
                <p:oleObj name="Equation" r:id="rId10" imgW="1218671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7750" y="2169320"/>
                        <a:ext cx="2447925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063750" y="2781300"/>
          <a:ext cx="4440238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917700" imgH="228600" progId="Equation.DSMT4">
                  <p:embed/>
                </p:oleObj>
              </mc:Choice>
              <mc:Fallback>
                <p:oleObj name="Equation" r:id="rId12" imgW="19177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2781300"/>
                        <a:ext cx="4440238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6527801" y="2708276"/>
          <a:ext cx="37814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14500" imgH="228600" progId="Equation.DSMT4">
                  <p:embed/>
                </p:oleObj>
              </mc:Choice>
              <mc:Fallback>
                <p:oleObj name="Equation" r:id="rId14" imgW="17145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7801" y="2708276"/>
                        <a:ext cx="378142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063751" y="3500438"/>
          <a:ext cx="820896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644900" imgH="203200" progId="Equation.DSMT4">
                  <p:embed/>
                </p:oleObj>
              </mc:Choice>
              <mc:Fallback>
                <p:oleObj name="Equation" r:id="rId16" imgW="36449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1" y="3500438"/>
                        <a:ext cx="820896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2406650" y="4149725"/>
          <a:ext cx="6904038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111500" imgH="292100" progId="Equation.DSMT4">
                  <p:embed/>
                </p:oleObj>
              </mc:Choice>
              <mc:Fallback>
                <p:oleObj name="Equation" r:id="rId18" imgW="3111500" imgH="292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6650" y="4149725"/>
                        <a:ext cx="6904038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2063751" y="4868863"/>
          <a:ext cx="47482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108200" imgH="203200" progId="Equation.DSMT4">
                  <p:embed/>
                </p:oleObj>
              </mc:Choice>
              <mc:Fallback>
                <p:oleObj name="Equation" r:id="rId20" imgW="21082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1" y="4868863"/>
                        <a:ext cx="47482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279651" y="5373688"/>
          <a:ext cx="7402513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441700" imgH="368300" progId="Equation.DSMT4">
                  <p:embed/>
                </p:oleObj>
              </mc:Choice>
              <mc:Fallback>
                <p:oleObj name="Equation" r:id="rId22" imgW="3441700" imgH="368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1" y="5373688"/>
                        <a:ext cx="7402513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0841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424114" y="785815"/>
          <a:ext cx="2401887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04421" imgH="266584" progId="Equation.DSMT4">
                  <p:embed/>
                </p:oleObj>
              </mc:Choice>
              <mc:Fallback>
                <p:oleObj name="Equation" r:id="rId2" imgW="1104421" imgH="26658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4" y="785815"/>
                        <a:ext cx="2401887" cy="57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981286" y="767558"/>
          <a:ext cx="1879600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63225" imgH="266584" progId="Equation.DSMT4">
                  <p:embed/>
                </p:oleObj>
              </mc:Choice>
              <mc:Fallback>
                <p:oleObj name="Equation" r:id="rId4" imgW="863225" imgH="26658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1286" y="767558"/>
                        <a:ext cx="1879600" cy="57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932982" y="739777"/>
          <a:ext cx="3162300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09700" imgH="279400" progId="Equation.DSMT4">
                  <p:embed/>
                </p:oleObj>
              </mc:Choice>
              <mc:Fallback>
                <p:oleObj name="Equation" r:id="rId6" imgW="1409700" imgH="279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2982" y="739777"/>
                        <a:ext cx="3162300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6" name="TextBox 5"/>
          <p:cNvSpPr txBox="1">
            <a:spLocks noChangeArrowheads="1"/>
          </p:cNvSpPr>
          <p:nvPr/>
        </p:nvSpPr>
        <p:spPr bwMode="auto">
          <a:xfrm>
            <a:off x="1990801" y="1683338"/>
            <a:ext cx="90441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120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5481406"/>
              </p:ext>
            </p:extLst>
          </p:nvPr>
        </p:nvGraphicFramePr>
        <p:xfrm>
          <a:off x="3064914" y="1364329"/>
          <a:ext cx="3168651" cy="10392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11300" imgH="495300" progId="Equation.DSMT4">
                  <p:embed/>
                </p:oleObj>
              </mc:Choice>
              <mc:Fallback>
                <p:oleObj name="Equation" r:id="rId8" imgW="1511300" imgH="495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4914" y="1364329"/>
                        <a:ext cx="3168651" cy="10392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9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2500302"/>
              </p:ext>
            </p:extLst>
          </p:nvPr>
        </p:nvGraphicFramePr>
        <p:xfrm>
          <a:off x="2783632" y="2431409"/>
          <a:ext cx="5861621" cy="9244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78100" imgH="406400" progId="Equation.DSMT4">
                  <p:embed/>
                </p:oleObj>
              </mc:Choice>
              <mc:Fallback>
                <p:oleObj name="Equation" r:id="rId10" imgW="25781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3632" y="2431409"/>
                        <a:ext cx="5861621" cy="9244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0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878620"/>
              </p:ext>
            </p:extLst>
          </p:nvPr>
        </p:nvGraphicFramePr>
        <p:xfrm>
          <a:off x="8201597" y="4422013"/>
          <a:ext cx="887312" cy="4422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06048" imgH="203024" progId="Equation.DSMT4">
                  <p:embed/>
                </p:oleObj>
              </mc:Choice>
              <mc:Fallback>
                <p:oleObj name="Equation" r:id="rId12" imgW="406048" imgH="2030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01597" y="4422013"/>
                        <a:ext cx="887312" cy="4422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1" name="对象 8"/>
          <p:cNvGraphicFramePr>
            <a:graphicFrameLocks noChangeAspect="1"/>
          </p:cNvGraphicFramePr>
          <p:nvPr/>
        </p:nvGraphicFramePr>
        <p:xfrm>
          <a:off x="2965161" y="3212144"/>
          <a:ext cx="403225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828800" imgH="495300" progId="Equation.DSMT4">
                  <p:embed/>
                </p:oleObj>
              </mc:Choice>
              <mc:Fallback>
                <p:oleObj name="Equation" r:id="rId14" imgW="1828800" imgH="495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5161" y="3212144"/>
                        <a:ext cx="4032250" cy="109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2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005756"/>
              </p:ext>
            </p:extLst>
          </p:nvPr>
        </p:nvGraphicFramePr>
        <p:xfrm>
          <a:off x="6403263" y="1338662"/>
          <a:ext cx="2840037" cy="103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422400" imgH="520700" progId="Equation.DSMT4">
                  <p:embed/>
                </p:oleObj>
              </mc:Choice>
              <mc:Fallback>
                <p:oleObj name="Equation" r:id="rId16" imgW="1422400" imgH="520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3263" y="1338662"/>
                        <a:ext cx="2840037" cy="1039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3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8342136"/>
              </p:ext>
            </p:extLst>
          </p:nvPr>
        </p:nvGraphicFramePr>
        <p:xfrm>
          <a:off x="2135560" y="4155563"/>
          <a:ext cx="6027737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616120" imgH="406080" progId="Equation.DSMT4">
                  <p:embed/>
                </p:oleObj>
              </mc:Choice>
              <mc:Fallback>
                <p:oleObj name="Equation" r:id="rId18" imgW="26161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560" y="4155563"/>
                        <a:ext cx="6027737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4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1013766"/>
              </p:ext>
            </p:extLst>
          </p:nvPr>
        </p:nvGraphicFramePr>
        <p:xfrm>
          <a:off x="8801358" y="2708919"/>
          <a:ext cx="883883" cy="4419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406048" imgH="203024" progId="Equation.DSMT4">
                  <p:embed/>
                </p:oleObj>
              </mc:Choice>
              <mc:Fallback>
                <p:oleObj name="Equation" r:id="rId20" imgW="406048" imgH="2030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01358" y="2708919"/>
                        <a:ext cx="883883" cy="4419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5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306824"/>
              </p:ext>
            </p:extLst>
          </p:nvPr>
        </p:nvGraphicFramePr>
        <p:xfrm>
          <a:off x="3791744" y="5057078"/>
          <a:ext cx="3576637" cy="103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790700" imgH="520700" progId="Equation.DSMT4">
                  <p:embed/>
                </p:oleObj>
              </mc:Choice>
              <mc:Fallback>
                <p:oleObj name="Equation" r:id="rId21" imgW="1790700" imgH="520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1744" y="5057078"/>
                        <a:ext cx="3576637" cy="1039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992314" y="2627641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5630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1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51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51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500"/>
                                        <p:tgtEl>
                                          <p:spTgt spid="51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1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51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250"/>
                                        <p:tgtEl>
                                          <p:spTgt spid="51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1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51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6" grpId="0"/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Box 5"/>
          <p:cNvSpPr txBox="1">
            <a:spLocks noChangeArrowheads="1"/>
          </p:cNvSpPr>
          <p:nvPr/>
        </p:nvSpPr>
        <p:spPr bwMode="auto">
          <a:xfrm>
            <a:off x="1775520" y="1006339"/>
            <a:ext cx="90441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3251" name="对象 3"/>
          <p:cNvGraphicFramePr>
            <a:graphicFrameLocks noChangeAspect="1"/>
          </p:cNvGraphicFramePr>
          <p:nvPr/>
        </p:nvGraphicFramePr>
        <p:xfrm>
          <a:off x="2888762" y="947869"/>
          <a:ext cx="4895850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71700" imgH="330200" progId="Equation.DSMT4">
                  <p:embed/>
                </p:oleObj>
              </mc:Choice>
              <mc:Fallback>
                <p:oleObj name="Equation" r:id="rId2" imgW="21717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8762" y="947869"/>
                        <a:ext cx="4895850" cy="74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446579" y="1708282"/>
          <a:ext cx="820896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644900" imgH="203200" progId="Equation.DSMT4">
                  <p:embed/>
                </p:oleObj>
              </mc:Choice>
              <mc:Fallback>
                <p:oleObj name="Equation" r:id="rId4" imgW="36449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6579" y="1708282"/>
                        <a:ext cx="8208962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0" name="TextBox 5"/>
          <p:cNvSpPr txBox="1">
            <a:spLocks noChangeArrowheads="1"/>
          </p:cNvSpPr>
          <p:nvPr/>
        </p:nvSpPr>
        <p:spPr bwMode="auto">
          <a:xfrm>
            <a:off x="1775520" y="1684199"/>
            <a:ext cx="5445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52231" name="对象 6"/>
          <p:cNvGraphicFramePr>
            <a:graphicFrameLocks noChangeAspect="1"/>
          </p:cNvGraphicFramePr>
          <p:nvPr/>
        </p:nvGraphicFramePr>
        <p:xfrm>
          <a:off x="1916112" y="2516222"/>
          <a:ext cx="4359275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70100" imgH="330200" progId="Equation.DSMT4">
                  <p:embed/>
                </p:oleObj>
              </mc:Choice>
              <mc:Fallback>
                <p:oleObj name="Equation" r:id="rId6" imgW="20701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6112" y="2516222"/>
                        <a:ext cx="4359275" cy="69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2" name="对象 7"/>
          <p:cNvGraphicFramePr>
            <a:graphicFrameLocks noChangeAspect="1"/>
          </p:cNvGraphicFramePr>
          <p:nvPr/>
        </p:nvGraphicFramePr>
        <p:xfrm>
          <a:off x="1902459" y="3216141"/>
          <a:ext cx="43561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33600" imgH="635000" progId="Equation.DSMT4">
                  <p:embed/>
                </p:oleObj>
              </mc:Choice>
              <mc:Fallback>
                <p:oleObj name="Equation" r:id="rId8" imgW="2133600" imgH="63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2459" y="3216141"/>
                        <a:ext cx="435610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3" name="对象 8"/>
          <p:cNvGraphicFramePr>
            <a:graphicFrameLocks noChangeAspect="1"/>
          </p:cNvGraphicFramePr>
          <p:nvPr/>
        </p:nvGraphicFramePr>
        <p:xfrm>
          <a:off x="1848644" y="4702041"/>
          <a:ext cx="2014538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26698" imgH="203112" progId="Equation.DSMT4">
                  <p:embed/>
                </p:oleObj>
              </mc:Choice>
              <mc:Fallback>
                <p:oleObj name="Equation" r:id="rId10" imgW="926698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8644" y="4702041"/>
                        <a:ext cx="2014538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4" name="对象 9"/>
          <p:cNvGraphicFramePr>
            <a:graphicFrameLocks noChangeAspect="1"/>
          </p:cNvGraphicFramePr>
          <p:nvPr/>
        </p:nvGraphicFramePr>
        <p:xfrm>
          <a:off x="3813175" y="5175116"/>
          <a:ext cx="4924425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184400" imgH="330200" progId="Equation.DSMT4">
                  <p:embed/>
                </p:oleObj>
              </mc:Choice>
              <mc:Fallback>
                <p:oleObj name="Equation" r:id="rId12" imgW="21844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3175" y="5175116"/>
                        <a:ext cx="4924425" cy="74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6283816" y="2424774"/>
          <a:ext cx="4122738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120900" imgH="444500" progId="Equation.DSMT4">
                  <p:embed/>
                </p:oleObj>
              </mc:Choice>
              <mc:Fallback>
                <p:oleObj name="Equation" r:id="rId14" imgW="2120900" imgH="444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3816" y="2424774"/>
                        <a:ext cx="4122738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6275387" y="3245643"/>
          <a:ext cx="1512888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23586" imgH="406224" progId="Equation.DSMT4">
                  <p:embed/>
                </p:oleObj>
              </mc:Choice>
              <mc:Fallback>
                <p:oleObj name="Equation" r:id="rId16" imgW="723586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5387" y="3245643"/>
                        <a:ext cx="1512888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3636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2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52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52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2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52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3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Box 2"/>
          <p:cNvSpPr txBox="1">
            <a:spLocks noChangeArrowheads="1"/>
          </p:cNvSpPr>
          <p:nvPr/>
        </p:nvSpPr>
        <p:spPr bwMode="auto">
          <a:xfrm>
            <a:off x="2092676" y="603251"/>
            <a:ext cx="7889878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            以上计算过程较繁，以后应用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Heine</a:t>
            </a:r>
            <a:r>
              <a:rPr lang="zh-CN" altLang="en-US" sz="2800" b="1" dirty="0"/>
              <a:t>定理可直接写成如下简明过程：</a:t>
            </a:r>
          </a:p>
        </p:txBody>
      </p:sp>
      <p:graphicFrame>
        <p:nvGraphicFramePr>
          <p:cNvPr id="53252" name="对象 3"/>
          <p:cNvGraphicFramePr>
            <a:graphicFrameLocks noChangeAspect="1"/>
          </p:cNvGraphicFramePr>
          <p:nvPr/>
        </p:nvGraphicFramePr>
        <p:xfrm>
          <a:off x="2078038" y="1628776"/>
          <a:ext cx="4144962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68500" imgH="330200" progId="Equation.DSMT4">
                  <p:embed/>
                </p:oleObj>
              </mc:Choice>
              <mc:Fallback>
                <p:oleObj name="Equation" r:id="rId2" imgW="19685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8038" y="1628776"/>
                        <a:ext cx="4144962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3" name="对象 4"/>
          <p:cNvGraphicFramePr>
            <a:graphicFrameLocks noChangeAspect="1"/>
          </p:cNvGraphicFramePr>
          <p:nvPr/>
        </p:nvGraphicFramePr>
        <p:xfrm>
          <a:off x="2366963" y="2349500"/>
          <a:ext cx="414655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32000" imgH="635000" progId="Equation.DSMT4">
                  <p:embed/>
                </p:oleObj>
              </mc:Choice>
              <mc:Fallback>
                <p:oleObj name="Equation" r:id="rId4" imgW="2032000" imgH="63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6963" y="2349500"/>
                        <a:ext cx="414655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4" name="TextBox 5"/>
          <p:cNvSpPr txBox="1">
            <a:spLocks noChangeArrowheads="1"/>
          </p:cNvSpPr>
          <p:nvPr/>
        </p:nvSpPr>
        <p:spPr bwMode="auto">
          <a:xfrm>
            <a:off x="1866902" y="3695085"/>
            <a:ext cx="90441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3255" name="对象 6"/>
          <p:cNvGraphicFramePr>
            <a:graphicFrameLocks noChangeAspect="1"/>
          </p:cNvGraphicFramePr>
          <p:nvPr/>
        </p:nvGraphicFramePr>
        <p:xfrm>
          <a:off x="3000376" y="3619501"/>
          <a:ext cx="4441825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32000" imgH="330200" progId="Equation.DSMT4">
                  <p:embed/>
                </p:oleObj>
              </mc:Choice>
              <mc:Fallback>
                <p:oleObj name="Equation" r:id="rId6" imgW="20320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6" y="3619501"/>
                        <a:ext cx="4441825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6" name="TextBox 7"/>
          <p:cNvSpPr txBox="1">
            <a:spLocks noChangeArrowheads="1"/>
          </p:cNvSpPr>
          <p:nvPr/>
        </p:nvSpPr>
        <p:spPr bwMode="auto">
          <a:xfrm>
            <a:off x="1938339" y="4411664"/>
            <a:ext cx="542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53257" name="对象 8"/>
          <p:cNvGraphicFramePr>
            <a:graphicFrameLocks noChangeAspect="1"/>
          </p:cNvGraphicFramePr>
          <p:nvPr/>
        </p:nvGraphicFramePr>
        <p:xfrm>
          <a:off x="2566988" y="4311651"/>
          <a:ext cx="3719512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01800" imgH="330200" progId="Equation.DSMT4">
                  <p:embed/>
                </p:oleObj>
              </mc:Choice>
              <mc:Fallback>
                <p:oleObj name="Equation" r:id="rId8" imgW="17018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4311651"/>
                        <a:ext cx="3719512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8" name="对象 9"/>
          <p:cNvGraphicFramePr>
            <a:graphicFrameLocks noChangeAspect="1"/>
          </p:cNvGraphicFramePr>
          <p:nvPr/>
        </p:nvGraphicFramePr>
        <p:xfrm>
          <a:off x="2638426" y="4868863"/>
          <a:ext cx="3317875" cy="163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25600" imgH="800100" progId="Equation.DSMT4">
                  <p:embed/>
                </p:oleObj>
              </mc:Choice>
              <mc:Fallback>
                <p:oleObj name="Equation" r:id="rId10" imgW="1625600" imgH="800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8426" y="4868863"/>
                        <a:ext cx="3317875" cy="163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6167439" y="1457326"/>
          <a:ext cx="4198937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993900" imgH="444500" progId="Equation.DSMT4">
                  <p:embed/>
                </p:oleObj>
              </mc:Choice>
              <mc:Fallback>
                <p:oleObj name="Equation" r:id="rId12" imgW="1993900" imgH="444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7439" y="1457326"/>
                        <a:ext cx="4198937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6600825" y="2420938"/>
          <a:ext cx="1409700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23586" imgH="406224" progId="Equation.DSMT4">
                  <p:embed/>
                </p:oleObj>
              </mc:Choice>
              <mc:Fallback>
                <p:oleObj name="Equation" r:id="rId14" imgW="723586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0825" y="2420938"/>
                        <a:ext cx="1409700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240464" y="4238626"/>
          <a:ext cx="3436937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663700" imgH="444500" progId="Equation.DSMT4">
                  <p:embed/>
                </p:oleObj>
              </mc:Choice>
              <mc:Fallback>
                <p:oleObj name="Equation" r:id="rId16" imgW="1663700" imgH="444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0464" y="4238626"/>
                        <a:ext cx="3436937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5951539" y="5229226"/>
          <a:ext cx="2016125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028254" imgH="406224" progId="Equation.DSMT4">
                  <p:embed/>
                </p:oleObj>
              </mc:Choice>
              <mc:Fallback>
                <p:oleObj name="Equation" r:id="rId18" imgW="1028254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1539" y="5229226"/>
                        <a:ext cx="2016125" cy="79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9931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5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5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53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250"/>
                                        <p:tgtEl>
                                          <p:spTgt spid="53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4" grpId="0"/>
      <p:bldP spid="5325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997430" y="836615"/>
          <a:ext cx="1957846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74364" imgH="203112" progId="Equation.DSMT4">
                  <p:embed/>
                </p:oleObj>
              </mc:Choice>
              <mc:Fallback>
                <p:oleObj name="Equation" r:id="rId2" imgW="774364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7430" y="836615"/>
                        <a:ext cx="1957846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5321493" y="836615"/>
          <a:ext cx="884903" cy="5048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3112" imgH="139639" progId="Equation.DSMT4">
                  <p:embed/>
                </p:oleObj>
              </mc:Choice>
              <mc:Fallback>
                <p:oleObj name="Equation" r:id="rId4" imgW="203112" imgH="1396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1493" y="836615"/>
                        <a:ext cx="884903" cy="5048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498986" y="707653"/>
          <a:ext cx="2160488" cy="8095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12447" imgH="304668" progId="Equation.DSMT4">
                  <p:embed/>
                </p:oleObj>
              </mc:Choice>
              <mc:Fallback>
                <p:oleObj name="Equation" r:id="rId6" imgW="812447" imgH="30466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8986" y="707653"/>
                        <a:ext cx="2160488" cy="8095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384553" y="2543330"/>
          <a:ext cx="2415303" cy="74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01309" imgH="279279" progId="Equation.DSMT4">
                  <p:embed/>
                </p:oleObj>
              </mc:Choice>
              <mc:Fallback>
                <p:oleObj name="Equation" r:id="rId8" imgW="901309" imgH="27927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4553" y="2543330"/>
                        <a:ext cx="2415303" cy="7486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000099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组合 21"/>
          <p:cNvGrpSpPr>
            <a:grpSpLocks/>
          </p:cNvGrpSpPr>
          <p:nvPr/>
        </p:nvGrpSpPr>
        <p:grpSpPr bwMode="auto">
          <a:xfrm>
            <a:off x="5375276" y="5445125"/>
            <a:ext cx="855663" cy="687388"/>
            <a:chOff x="3347864" y="1772816"/>
            <a:chExt cx="855017" cy="687014"/>
          </a:xfrm>
        </p:grpSpPr>
        <p:graphicFrame>
          <p:nvGraphicFramePr>
            <p:cNvPr id="55323" name="对象 6"/>
            <p:cNvGraphicFramePr>
              <a:graphicFrameLocks noChangeAspect="1"/>
            </p:cNvGraphicFramePr>
            <p:nvPr/>
          </p:nvGraphicFramePr>
          <p:xfrm>
            <a:off x="3491880" y="2060848"/>
            <a:ext cx="648072" cy="3989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03112" imgH="139639" progId="Equation.DSMT4">
                    <p:embed/>
                  </p:oleObj>
                </mc:Choice>
                <mc:Fallback>
                  <p:oleObj name="Equation" r:id="rId10" imgW="203112" imgH="13963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91880" y="2060848"/>
                          <a:ext cx="648072" cy="3989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24" name="对象 7"/>
            <p:cNvGraphicFramePr>
              <a:graphicFrameLocks noChangeAspect="1"/>
            </p:cNvGraphicFramePr>
            <p:nvPr/>
          </p:nvGraphicFramePr>
          <p:xfrm>
            <a:off x="3347864" y="1772816"/>
            <a:ext cx="855017" cy="2358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736600" imgH="203200" progId="Equation.DSMT4">
                    <p:embed/>
                  </p:oleObj>
                </mc:Choice>
                <mc:Fallback>
                  <p:oleObj name="Equation" r:id="rId12" imgW="736600" imgH="203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47864" y="1772816"/>
                          <a:ext cx="855017" cy="2358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6634115" y="2500189"/>
          <a:ext cx="2225852" cy="78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825500" imgH="292100" progId="Equation.DSMT4">
                  <p:embed/>
                </p:oleObj>
              </mc:Choice>
              <mc:Fallback>
                <p:oleObj name="Equation" r:id="rId14" imgW="825500" imgH="292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4115" y="2500189"/>
                        <a:ext cx="2225852" cy="78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6529554" y="1622925"/>
          <a:ext cx="2406228" cy="7671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876300" imgH="279400" progId="Equation.DSMT4">
                  <p:embed/>
                </p:oleObj>
              </mc:Choice>
              <mc:Fallback>
                <p:oleObj name="Equation" r:id="rId16" imgW="876300" imgH="279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9554" y="1622925"/>
                        <a:ext cx="2406228" cy="7671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289500" y="1644652"/>
          <a:ext cx="2630558" cy="689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015559" imgH="266584" progId="Equation.DSMT4">
                  <p:embed/>
                </p:oleObj>
              </mc:Choice>
              <mc:Fallback>
                <p:oleObj name="Equation" r:id="rId18" imgW="1015559" imgH="26658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9500" y="1644652"/>
                        <a:ext cx="2630558" cy="68927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000099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/>
          <p:cNvGrpSpPr>
            <a:grpSpLocks/>
          </p:cNvGrpSpPr>
          <p:nvPr/>
        </p:nvGrpSpPr>
        <p:grpSpPr bwMode="auto">
          <a:xfrm>
            <a:off x="5287107" y="1487749"/>
            <a:ext cx="1008185" cy="785811"/>
            <a:chOff x="2627784" y="2636912"/>
            <a:chExt cx="829307" cy="720080"/>
          </a:xfrm>
        </p:grpSpPr>
        <p:graphicFrame>
          <p:nvGraphicFramePr>
            <p:cNvPr id="55321" name="对象 9"/>
            <p:cNvGraphicFramePr>
              <a:graphicFrameLocks noChangeAspect="1"/>
            </p:cNvGraphicFramePr>
            <p:nvPr/>
          </p:nvGraphicFramePr>
          <p:xfrm>
            <a:off x="2771800" y="2852936"/>
            <a:ext cx="685291" cy="3909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203112" imgH="139639" progId="Equation.DSMT4">
                    <p:embed/>
                  </p:oleObj>
                </mc:Choice>
                <mc:Fallback>
                  <p:oleObj name="Equation" r:id="rId20" imgW="203112" imgH="13963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1800" y="2852936"/>
                          <a:ext cx="685291" cy="3909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22" name="对象 12"/>
            <p:cNvGraphicFramePr>
              <a:graphicFrameLocks noChangeAspect="1"/>
            </p:cNvGraphicFramePr>
            <p:nvPr/>
          </p:nvGraphicFramePr>
          <p:xfrm>
            <a:off x="2627784" y="2636912"/>
            <a:ext cx="720080" cy="7200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660113" imgH="660113" progId="Equation.DSMT4">
                    <p:embed/>
                  </p:oleObj>
                </mc:Choice>
                <mc:Fallback>
                  <p:oleObj name="Equation" r:id="rId21" imgW="660113" imgH="6601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7784" y="2636912"/>
                          <a:ext cx="720080" cy="7200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1631504" y="3671812"/>
          <a:ext cx="3761234" cy="6144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397000" imgH="228600" progId="Equation.DSMT4">
                  <p:embed/>
                </p:oleObj>
              </mc:Choice>
              <mc:Fallback>
                <p:oleObj name="Equation" r:id="rId23" imgW="1397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504" y="3671812"/>
                        <a:ext cx="3761234" cy="6144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4"/>
          <p:cNvGraphicFramePr>
            <a:graphicFrameLocks noChangeAspect="1"/>
          </p:cNvGraphicFramePr>
          <p:nvPr/>
        </p:nvGraphicFramePr>
        <p:xfrm>
          <a:off x="6514351" y="3659144"/>
          <a:ext cx="3254057" cy="7202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320227" imgH="291973" progId="Equation.DSMT4">
                  <p:embed/>
                </p:oleObj>
              </mc:Choice>
              <mc:Fallback>
                <p:oleObj name="Equation" r:id="rId25" imgW="1320227" imgH="2919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4351" y="3659144"/>
                        <a:ext cx="3254057" cy="7202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5500669" y="3715893"/>
          <a:ext cx="782638" cy="4464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03112" imgH="139639" progId="Equation.DSMT4">
                  <p:embed/>
                </p:oleObj>
              </mc:Choice>
              <mc:Fallback>
                <p:oleObj name="Equation" r:id="rId27" imgW="203112" imgH="1396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0669" y="3715893"/>
                        <a:ext cx="782638" cy="4464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1843683" y="4519404"/>
          <a:ext cx="3058831" cy="654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244060" imgH="266584" progId="Equation.DSMT4">
                  <p:embed/>
                </p:oleObj>
              </mc:Choice>
              <mc:Fallback>
                <p:oleObj name="Equation" r:id="rId28" imgW="1244060" imgH="26658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3683" y="4519404"/>
                        <a:ext cx="3058831" cy="65444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000099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2732575" y="5499615"/>
          <a:ext cx="2169939" cy="67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901309" imgH="279279" progId="Equation.DSMT4">
                  <p:embed/>
                </p:oleObj>
              </mc:Choice>
              <mc:Fallback>
                <p:oleObj name="Equation" r:id="rId30" imgW="901309" imgH="27927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2575" y="5499615"/>
                        <a:ext cx="2169939" cy="67257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000099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组合 28"/>
          <p:cNvGrpSpPr>
            <a:grpSpLocks/>
          </p:cNvGrpSpPr>
          <p:nvPr/>
        </p:nvGrpSpPr>
        <p:grpSpPr bwMode="auto">
          <a:xfrm>
            <a:off x="5266377" y="4478659"/>
            <a:ext cx="1349037" cy="830749"/>
            <a:chOff x="6127585" y="4884855"/>
            <a:chExt cx="775355" cy="720725"/>
          </a:xfrm>
        </p:grpSpPr>
        <p:graphicFrame>
          <p:nvGraphicFramePr>
            <p:cNvPr id="55319" name="对象 19"/>
            <p:cNvGraphicFramePr>
              <a:graphicFrameLocks noChangeAspect="1"/>
            </p:cNvGraphicFramePr>
            <p:nvPr/>
          </p:nvGraphicFramePr>
          <p:xfrm>
            <a:off x="6217140" y="5058510"/>
            <a:ext cx="685800" cy="392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1" imgW="203112" imgH="139639" progId="Equation.DSMT4">
                    <p:embed/>
                  </p:oleObj>
                </mc:Choice>
                <mc:Fallback>
                  <p:oleObj name="Equation" r:id="rId31" imgW="203112" imgH="13963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17140" y="5058510"/>
                          <a:ext cx="685800" cy="3921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20" name="对象 20"/>
            <p:cNvGraphicFramePr>
              <a:graphicFrameLocks noChangeAspect="1"/>
            </p:cNvGraphicFramePr>
            <p:nvPr/>
          </p:nvGraphicFramePr>
          <p:xfrm>
            <a:off x="6127585" y="4884855"/>
            <a:ext cx="719138" cy="720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660113" imgH="660113" progId="Equation.DSMT4">
                    <p:embed/>
                  </p:oleObj>
                </mc:Choice>
                <mc:Fallback>
                  <p:oleObj name="Equation" r:id="rId32" imgW="660113" imgH="6601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27585" y="4884855"/>
                          <a:ext cx="719138" cy="7207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" name="组合 29"/>
          <p:cNvGrpSpPr>
            <a:grpSpLocks/>
          </p:cNvGrpSpPr>
          <p:nvPr/>
        </p:nvGrpSpPr>
        <p:grpSpPr bwMode="auto">
          <a:xfrm>
            <a:off x="5375276" y="2507095"/>
            <a:ext cx="1033424" cy="659421"/>
            <a:chOff x="3689175" y="2723574"/>
            <a:chExt cx="854075" cy="580932"/>
          </a:xfrm>
        </p:grpSpPr>
        <p:graphicFrame>
          <p:nvGraphicFramePr>
            <p:cNvPr id="55317" name="对象 22"/>
            <p:cNvGraphicFramePr>
              <a:graphicFrameLocks noChangeAspect="1"/>
            </p:cNvGraphicFramePr>
            <p:nvPr/>
          </p:nvGraphicFramePr>
          <p:xfrm>
            <a:off x="3780619" y="2904456"/>
            <a:ext cx="649288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3" imgW="203112" imgH="139639" progId="Equation.DSMT4">
                    <p:embed/>
                  </p:oleObj>
                </mc:Choice>
                <mc:Fallback>
                  <p:oleObj name="Equation" r:id="rId33" imgW="203112" imgH="13963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0619" y="2904456"/>
                          <a:ext cx="649288" cy="400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18" name="对象 23"/>
            <p:cNvGraphicFramePr>
              <a:graphicFrameLocks noChangeAspect="1"/>
            </p:cNvGraphicFramePr>
            <p:nvPr/>
          </p:nvGraphicFramePr>
          <p:xfrm>
            <a:off x="3689175" y="2723574"/>
            <a:ext cx="854075" cy="236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736600" imgH="203200" progId="Equation.DSMT4">
                    <p:embed/>
                  </p:oleObj>
                </mc:Choice>
                <mc:Fallback>
                  <p:oleObj name="Equation" r:id="rId34" imgW="736600" imgH="203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9175" y="2723574"/>
                          <a:ext cx="854075" cy="2365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" name="对象 13"/>
          <p:cNvGraphicFramePr>
            <a:graphicFrameLocks noChangeAspect="1"/>
          </p:cNvGraphicFramePr>
          <p:nvPr/>
        </p:nvGraphicFramePr>
        <p:xfrm>
          <a:off x="6498689" y="5509573"/>
          <a:ext cx="3470065" cy="7197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1346200" imgH="279400" progId="Equation.DSMT4">
                  <p:embed/>
                </p:oleObj>
              </mc:Choice>
              <mc:Fallback>
                <p:oleObj name="Equation" r:id="rId35" imgW="1346200" imgH="279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8689" y="5509573"/>
                        <a:ext cx="3470065" cy="7197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4"/>
          <p:cNvGraphicFramePr>
            <a:graphicFrameLocks noChangeAspect="1"/>
          </p:cNvGraphicFramePr>
          <p:nvPr/>
        </p:nvGraphicFramePr>
        <p:xfrm>
          <a:off x="6514351" y="4638236"/>
          <a:ext cx="3626415" cy="663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1459866" imgH="266584" progId="Equation.DSMT4">
                  <p:embed/>
                </p:oleObj>
              </mc:Choice>
              <mc:Fallback>
                <p:oleObj name="Equation" r:id="rId37" imgW="1459866" imgH="26658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4351" y="4638236"/>
                        <a:ext cx="3626415" cy="6637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2" name="直接连接符 31"/>
          <p:cNvCxnSpPr/>
          <p:nvPr/>
        </p:nvCxnSpPr>
        <p:spPr>
          <a:xfrm flipV="1">
            <a:off x="47328" y="3501008"/>
            <a:ext cx="11953328" cy="2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605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065992" y="674491"/>
          <a:ext cx="3591435" cy="5867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7000" imgH="228600" progId="Equation.DSMT4">
                  <p:embed/>
                </p:oleObj>
              </mc:Choice>
              <mc:Fallback>
                <p:oleObj name="Equation" r:id="rId2" imgW="1397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5992" y="674491"/>
                        <a:ext cx="3591435" cy="5867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20"/>
          <p:cNvGraphicFramePr>
            <a:graphicFrameLocks noChangeAspect="1"/>
          </p:cNvGraphicFramePr>
          <p:nvPr/>
        </p:nvGraphicFramePr>
        <p:xfrm>
          <a:off x="5529455" y="782753"/>
          <a:ext cx="696259" cy="396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3112" imgH="139639" progId="Equation.DSMT4">
                  <p:embed/>
                </p:oleObj>
              </mc:Choice>
              <mc:Fallback>
                <p:oleObj name="Equation" r:id="rId4" imgW="203112" imgH="1396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9455" y="782753"/>
                        <a:ext cx="696259" cy="3967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5"/>
          <p:cNvGraphicFramePr>
            <a:graphicFrameLocks noChangeAspect="1"/>
          </p:cNvGraphicFramePr>
          <p:nvPr/>
        </p:nvGraphicFramePr>
        <p:xfrm>
          <a:off x="6639322" y="627357"/>
          <a:ext cx="2048965" cy="7659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12447" imgH="304668" progId="Equation.DSMT4">
                  <p:embed/>
                </p:oleObj>
              </mc:Choice>
              <mc:Fallback>
                <p:oleObj name="Equation" r:id="rId6" imgW="812447" imgH="30466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9322" y="627357"/>
                        <a:ext cx="2048965" cy="7659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5"/>
          <p:cNvGraphicFramePr>
            <a:graphicFrameLocks noChangeAspect="1"/>
          </p:cNvGraphicFramePr>
          <p:nvPr/>
        </p:nvGraphicFramePr>
        <p:xfrm>
          <a:off x="6639322" y="1543502"/>
          <a:ext cx="2657336" cy="6953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66800" imgH="279400" progId="Equation.DSMT4">
                  <p:embed/>
                </p:oleObj>
              </mc:Choice>
              <mc:Fallback>
                <p:oleObj name="Equation" r:id="rId8" imgW="1066800" imgH="279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9322" y="1543502"/>
                        <a:ext cx="2657336" cy="6953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065992" y="1496562"/>
          <a:ext cx="3038753" cy="7350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56755" imgH="304668" progId="Equation.DSMT4">
                  <p:embed/>
                </p:oleObj>
              </mc:Choice>
              <mc:Fallback>
                <p:oleObj name="Equation" r:id="rId10" imgW="1256755" imgH="30466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5992" y="1496562"/>
                        <a:ext cx="3038753" cy="735011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000099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/>
          <p:cNvGrpSpPr>
            <a:grpSpLocks/>
          </p:cNvGrpSpPr>
          <p:nvPr/>
        </p:nvGrpSpPr>
        <p:grpSpPr bwMode="auto">
          <a:xfrm>
            <a:off x="5375276" y="1341439"/>
            <a:ext cx="863599" cy="792161"/>
            <a:chOff x="5076056" y="2420888"/>
            <a:chExt cx="757808" cy="720725"/>
          </a:xfrm>
        </p:grpSpPr>
        <p:graphicFrame>
          <p:nvGraphicFramePr>
            <p:cNvPr id="56344" name="对象 8"/>
            <p:cNvGraphicFramePr>
              <a:graphicFrameLocks noChangeAspect="1"/>
            </p:cNvGraphicFramePr>
            <p:nvPr/>
          </p:nvGraphicFramePr>
          <p:xfrm>
            <a:off x="5148064" y="2636912"/>
            <a:ext cx="685800" cy="392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03112" imgH="139639" progId="Equation.DSMT4">
                    <p:embed/>
                  </p:oleObj>
                </mc:Choice>
                <mc:Fallback>
                  <p:oleObj name="Equation" r:id="rId12" imgW="203112" imgH="13963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48064" y="2636912"/>
                          <a:ext cx="685800" cy="392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6345" name="对象 9"/>
            <p:cNvGraphicFramePr>
              <a:graphicFrameLocks noChangeAspect="1"/>
            </p:cNvGraphicFramePr>
            <p:nvPr/>
          </p:nvGraphicFramePr>
          <p:xfrm>
            <a:off x="5076056" y="2420888"/>
            <a:ext cx="719138" cy="720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660113" imgH="660113" progId="Equation.DSMT4">
                    <p:embed/>
                  </p:oleObj>
                </mc:Choice>
                <mc:Fallback>
                  <p:oleObj name="Equation" r:id="rId14" imgW="660113" imgH="6601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76056" y="2420888"/>
                          <a:ext cx="719138" cy="7207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组合 16"/>
          <p:cNvGrpSpPr>
            <a:grpSpLocks/>
          </p:cNvGrpSpPr>
          <p:nvPr/>
        </p:nvGrpSpPr>
        <p:grpSpPr bwMode="auto">
          <a:xfrm>
            <a:off x="5303838" y="2349500"/>
            <a:ext cx="935037" cy="792163"/>
            <a:chOff x="3851275" y="5445125"/>
            <a:chExt cx="855663" cy="688082"/>
          </a:xfrm>
        </p:grpSpPr>
        <p:graphicFrame>
          <p:nvGraphicFramePr>
            <p:cNvPr id="56342" name="对象 10"/>
            <p:cNvGraphicFramePr>
              <a:graphicFrameLocks noChangeAspect="1"/>
            </p:cNvGraphicFramePr>
            <p:nvPr/>
          </p:nvGraphicFramePr>
          <p:xfrm>
            <a:off x="3995291" y="5733157"/>
            <a:ext cx="647700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203112" imgH="139639" progId="Equation.DSMT4">
                    <p:embed/>
                  </p:oleObj>
                </mc:Choice>
                <mc:Fallback>
                  <p:oleObj name="Equation" r:id="rId16" imgW="203112" imgH="13963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5291" y="5733157"/>
                          <a:ext cx="647700" cy="400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6343" name="对象 11"/>
            <p:cNvGraphicFramePr>
              <a:graphicFrameLocks noChangeAspect="1"/>
            </p:cNvGraphicFramePr>
            <p:nvPr/>
          </p:nvGraphicFramePr>
          <p:xfrm>
            <a:off x="3851275" y="5445125"/>
            <a:ext cx="855663" cy="236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736600" imgH="203200" progId="Equation.DSMT4">
                    <p:embed/>
                  </p:oleObj>
                </mc:Choice>
                <mc:Fallback>
                  <p:oleObj name="Equation" r:id="rId18" imgW="736600" imgH="203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1275" y="5445125"/>
                          <a:ext cx="855663" cy="2365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组合 15"/>
          <p:cNvGrpSpPr>
            <a:grpSpLocks/>
          </p:cNvGrpSpPr>
          <p:nvPr/>
        </p:nvGrpSpPr>
        <p:grpSpPr bwMode="auto">
          <a:xfrm>
            <a:off x="5375276" y="3768829"/>
            <a:ext cx="854075" cy="791888"/>
            <a:chOff x="5508104" y="3429000"/>
            <a:chExt cx="757808" cy="720725"/>
          </a:xfrm>
        </p:grpSpPr>
        <p:graphicFrame>
          <p:nvGraphicFramePr>
            <p:cNvPr id="56340" name="对象 13"/>
            <p:cNvGraphicFramePr>
              <a:graphicFrameLocks noChangeAspect="1"/>
            </p:cNvGraphicFramePr>
            <p:nvPr/>
          </p:nvGraphicFramePr>
          <p:xfrm>
            <a:off x="5580112" y="3573016"/>
            <a:ext cx="685800" cy="392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203112" imgH="139639" progId="Equation.DSMT4">
                    <p:embed/>
                  </p:oleObj>
                </mc:Choice>
                <mc:Fallback>
                  <p:oleObj name="Equation" r:id="rId20" imgW="203112" imgH="13963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80112" y="3573016"/>
                          <a:ext cx="685800" cy="392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6341" name="对象 14"/>
            <p:cNvGraphicFramePr>
              <a:graphicFrameLocks noChangeAspect="1"/>
            </p:cNvGraphicFramePr>
            <p:nvPr/>
          </p:nvGraphicFramePr>
          <p:xfrm>
            <a:off x="5508104" y="3429000"/>
            <a:ext cx="719138" cy="720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660113" imgH="660113" progId="Equation.DSMT4">
                    <p:embed/>
                  </p:oleObj>
                </mc:Choice>
                <mc:Fallback>
                  <p:oleObj name="Equation" r:id="rId21" imgW="660113" imgH="66011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08104" y="3429000"/>
                          <a:ext cx="719138" cy="7207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495600" y="2532858"/>
          <a:ext cx="2331424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901309" imgH="279279" progId="Equation.DSMT4">
                  <p:embed/>
                </p:oleObj>
              </mc:Choice>
              <mc:Fallback>
                <p:oleObj name="Equation" r:id="rId22" imgW="901309" imgH="27927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600" y="2532858"/>
                        <a:ext cx="2331424" cy="7207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000099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6"/>
          <p:cNvGraphicFramePr>
            <a:graphicFrameLocks noChangeAspect="1"/>
          </p:cNvGraphicFramePr>
          <p:nvPr/>
        </p:nvGraphicFramePr>
        <p:xfrm>
          <a:off x="6722379" y="2463269"/>
          <a:ext cx="1888856" cy="71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774364" imgH="291973" progId="Equation.DSMT4">
                  <p:embed/>
                </p:oleObj>
              </mc:Choice>
              <mc:Fallback>
                <p:oleObj name="Equation" r:id="rId24" imgW="774364" imgH="2919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2379" y="2463269"/>
                        <a:ext cx="1888856" cy="71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连接符 19"/>
          <p:cNvCxnSpPr/>
          <p:nvPr/>
        </p:nvCxnSpPr>
        <p:spPr>
          <a:xfrm>
            <a:off x="300344" y="3392204"/>
            <a:ext cx="11737304" cy="670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2207568" y="3480382"/>
          <a:ext cx="2698884" cy="13940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079500" imgH="558800" progId="Equation.DSMT4">
                  <p:embed/>
                </p:oleObj>
              </mc:Choice>
              <mc:Fallback>
                <p:oleObj name="Equation" r:id="rId26" imgW="1079500" imgH="558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568" y="3480382"/>
                        <a:ext cx="2698884" cy="1394089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000099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6"/>
          <p:cNvGraphicFramePr>
            <a:graphicFrameLocks noChangeAspect="1"/>
          </p:cNvGraphicFramePr>
          <p:nvPr/>
        </p:nvGraphicFramePr>
        <p:xfrm>
          <a:off x="6654593" y="3831310"/>
          <a:ext cx="3052928" cy="677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257300" imgH="279400" progId="Equation.DSMT4">
                  <p:embed/>
                </p:oleObj>
              </mc:Choice>
              <mc:Fallback>
                <p:oleObj name="Equation" r:id="rId28" imgW="1257300" imgH="279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4593" y="3831310"/>
                        <a:ext cx="3052928" cy="6778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1840947" y="4981963"/>
          <a:ext cx="3277630" cy="13321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371600" imgH="558800" progId="Equation.DSMT4">
                  <p:embed/>
                </p:oleObj>
              </mc:Choice>
              <mc:Fallback>
                <p:oleObj name="Equation" r:id="rId30" imgW="1371600" imgH="558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0947" y="4981963"/>
                        <a:ext cx="3277630" cy="1332141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000099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组合 26"/>
          <p:cNvGrpSpPr>
            <a:grpSpLocks/>
          </p:cNvGrpSpPr>
          <p:nvPr/>
        </p:nvGrpSpPr>
        <p:grpSpPr bwMode="auto">
          <a:xfrm>
            <a:off x="5303838" y="5140596"/>
            <a:ext cx="937319" cy="808685"/>
            <a:chOff x="3923482" y="5301902"/>
            <a:chExt cx="855662" cy="616666"/>
          </a:xfrm>
        </p:grpSpPr>
        <p:graphicFrame>
          <p:nvGraphicFramePr>
            <p:cNvPr id="56338" name="对象 24"/>
            <p:cNvGraphicFramePr>
              <a:graphicFrameLocks noChangeAspect="1"/>
            </p:cNvGraphicFramePr>
            <p:nvPr/>
          </p:nvGraphicFramePr>
          <p:xfrm>
            <a:off x="4067945" y="5589241"/>
            <a:ext cx="533196" cy="329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203112" imgH="139639" progId="Equation.DSMT4">
                    <p:embed/>
                  </p:oleObj>
                </mc:Choice>
                <mc:Fallback>
                  <p:oleObj name="Equation" r:id="rId32" imgW="203112" imgH="13963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7945" y="5589241"/>
                          <a:ext cx="533196" cy="3293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6339" name="对象 25"/>
            <p:cNvGraphicFramePr>
              <a:graphicFrameLocks noChangeAspect="1"/>
            </p:cNvGraphicFramePr>
            <p:nvPr/>
          </p:nvGraphicFramePr>
          <p:xfrm>
            <a:off x="3923482" y="5301902"/>
            <a:ext cx="855662" cy="236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3" imgW="736600" imgH="203200" progId="Equation.DSMT4">
                    <p:embed/>
                  </p:oleObj>
                </mc:Choice>
                <mc:Fallback>
                  <p:oleObj name="Equation" r:id="rId33" imgW="736600" imgH="203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3482" y="5301902"/>
                          <a:ext cx="855662" cy="2365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6672084" y="5290180"/>
          <a:ext cx="2475269" cy="7311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990170" imgH="291973" progId="Equation.DSMT4">
                  <p:embed/>
                </p:oleObj>
              </mc:Choice>
              <mc:Fallback>
                <p:oleObj name="Equation" r:id="rId34" imgW="990170" imgH="2919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2084" y="5290180"/>
                        <a:ext cx="2475269" cy="7311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0080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effectLst/>
      </a:spPr>
      <a:bodyPr wrap="square">
        <a:spAutoFit/>
        <a:scene3d>
          <a:camera prst="orthographicFront"/>
          <a:lightRig rig="glow" dir="tl">
            <a:rot lat="0" lon="0" rev="5400000"/>
          </a:lightRig>
        </a:scene3d>
        <a:sp3d contourW="12700">
          <a:bevelT w="25400" h="25400"/>
          <a:contourClr>
            <a:schemeClr val="accent6">
              <a:shade val="73000"/>
            </a:schemeClr>
          </a:contourClr>
        </a:sp3d>
      </a:bodyPr>
      <a:lstStyle>
        <a:defPPr algn="ctr">
          <a:defRPr sz="4400" b="1" dirty="0" smtClean="0">
            <a:ln w="11430"/>
            <a:solidFill>
              <a:srgbClr val="002060"/>
            </a:solidFill>
            <a:effectLst>
              <a:outerShdw blurRad="80000" dist="40000" dir="5040000" algn="tl">
                <a:srgbClr val="000000">
                  <a:alpha val="30000"/>
                </a:srgbClr>
              </a:outerShdw>
            </a:effectLst>
            <a:latin typeface="等线" panose="02010600030101010101" pitchFamily="2" charset="-122"/>
            <a:ea typeface="等线" panose="02010600030101010101" pitchFamily="2" charset="-122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7210</TotalTime>
  <Words>314</Words>
  <Application>Microsoft Office PowerPoint</Application>
  <PresentationFormat>宽屏</PresentationFormat>
  <Paragraphs>104</Paragraphs>
  <Slides>32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32</vt:i4>
      </vt:variant>
    </vt:vector>
  </HeadingPairs>
  <TitlesOfParts>
    <vt:vector size="42" baseType="lpstr">
      <vt:lpstr>New Century Schoolbook</vt:lpstr>
      <vt:lpstr>黑体</vt:lpstr>
      <vt:lpstr>华文楷体</vt:lpstr>
      <vt:lpstr>宋体</vt:lpstr>
      <vt:lpstr>Arial</vt:lpstr>
      <vt:lpstr>Calibri</vt:lpstr>
      <vt:lpstr>Times New Roman</vt:lpstr>
      <vt:lpstr>Office 主题</vt:lpstr>
      <vt:lpstr>公式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*</dc:creator>
  <cp:lastModifiedBy>尔里德 李</cp:lastModifiedBy>
  <cp:revision>184</cp:revision>
  <dcterms:created xsi:type="dcterms:W3CDTF">2009-06-13T01:14:34Z</dcterms:created>
  <dcterms:modified xsi:type="dcterms:W3CDTF">2023-10-05T07:22:55Z</dcterms:modified>
</cp:coreProperties>
</file>