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322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324" r:id="rId34"/>
    <p:sldId id="287" r:id="rId35"/>
    <p:sldId id="288" r:id="rId36"/>
    <p:sldId id="289" r:id="rId37"/>
    <p:sldId id="290" r:id="rId38"/>
    <p:sldId id="291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B1E949-261D-49D9-B258-542DE2B3771F}" type="datetimeFigureOut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8836E6-FE0A-40F1-8384-82132DCF9D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956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8836E6-FE0A-40F1-8384-82132DCF9DAE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59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8836E6-FE0A-40F1-8384-82132DCF9DAE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7750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8775-A5FC-4A5C-A5B3-6C12519604D5}" type="datetime1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373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1C7C4-D870-4CC4-A48C-70D18C12A872}" type="datetime1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580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43C9-9649-4A40-9458-0930231185D2}" type="datetime1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820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41067-29CA-4741-9768-54C1F7BA0D22}" type="datetime1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302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4AB2-45D2-44D5-84F7-195491DA6EE8}" type="datetime1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143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A25A1-C676-475B-A504-B96604647376}" type="datetime1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265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0BF13-70B5-4426-A152-3DB6C950DBCB}" type="datetime1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488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52C2A-ECAD-43D8-A54E-EB3D9681ECD6}" type="datetime1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959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73F96-F98A-463D-9A1F-0F42CFD95C69}" type="datetime1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057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9E290-2AEB-42E7-9789-E68B949A62A7}" type="datetime1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8780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0A46B-2836-49C7-81C6-A0522A7E1D6D}" type="datetime1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369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9297C-A314-4112-BBBE-B21AE9BC71C6}" type="datetime1">
              <a:rPr lang="zh-CN" altLang="en-US" smtClean="0"/>
              <a:t>2024/6/6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39A9E-5590-473F-ACB1-2C543AE39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2581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wmf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7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13.wmf"/><Relationship Id="rId3" Type="http://schemas.openxmlformats.org/officeDocument/2006/relationships/image" Target="../media/image8.wmf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13.bin"/><Relationship Id="rId17" Type="http://schemas.openxmlformats.org/officeDocument/2006/relationships/image" Target="../media/image15.wmf"/><Relationship Id="rId2" Type="http://schemas.openxmlformats.org/officeDocument/2006/relationships/oleObject" Target="../embeddings/oleObject8.bin"/><Relationship Id="rId16" Type="http://schemas.openxmlformats.org/officeDocument/2006/relationships/oleObject" Target="../embeddings/oleObject1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2.wmf"/><Relationship Id="rId5" Type="http://schemas.openxmlformats.org/officeDocument/2006/relationships/image" Target="../media/image9.wmf"/><Relationship Id="rId15" Type="http://schemas.openxmlformats.org/officeDocument/2006/relationships/image" Target="../media/image14.w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11.wmf"/><Relationship Id="rId14" Type="http://schemas.openxmlformats.org/officeDocument/2006/relationships/oleObject" Target="../embeddings/oleObject1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21.wmf"/><Relationship Id="rId3" Type="http://schemas.openxmlformats.org/officeDocument/2006/relationships/image" Target="../media/image16.wmf"/><Relationship Id="rId7" Type="http://schemas.openxmlformats.org/officeDocument/2006/relationships/image" Target="../media/image18.wmf"/><Relationship Id="rId12" Type="http://schemas.openxmlformats.org/officeDocument/2006/relationships/oleObject" Target="../embeddings/oleObject21.bin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20.wmf"/><Relationship Id="rId5" Type="http://schemas.openxmlformats.org/officeDocument/2006/relationships/image" Target="../media/image17.wmf"/><Relationship Id="rId15" Type="http://schemas.openxmlformats.org/officeDocument/2006/relationships/image" Target="../media/image22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22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image" Target="../media/image23.wmf"/><Relationship Id="rId7" Type="http://schemas.openxmlformats.org/officeDocument/2006/relationships/image" Target="../media/image25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24.w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26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3" Type="http://schemas.openxmlformats.org/officeDocument/2006/relationships/image" Target="../media/image27.wmf"/><Relationship Id="rId7" Type="http://schemas.openxmlformats.org/officeDocument/2006/relationships/image" Target="../media/image29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28.wmf"/><Relationship Id="rId4" Type="http://schemas.openxmlformats.org/officeDocument/2006/relationships/oleObject" Target="../embeddings/oleObject28.bin"/><Relationship Id="rId9" Type="http://schemas.openxmlformats.org/officeDocument/2006/relationships/image" Target="../media/image30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13" Type="http://schemas.openxmlformats.org/officeDocument/2006/relationships/image" Target="../media/image36.wmf"/><Relationship Id="rId18" Type="http://schemas.openxmlformats.org/officeDocument/2006/relationships/oleObject" Target="../embeddings/oleObject39.bin"/><Relationship Id="rId3" Type="http://schemas.openxmlformats.org/officeDocument/2006/relationships/image" Target="../media/image31.wmf"/><Relationship Id="rId21" Type="http://schemas.openxmlformats.org/officeDocument/2006/relationships/image" Target="../media/image40.wmf"/><Relationship Id="rId7" Type="http://schemas.openxmlformats.org/officeDocument/2006/relationships/image" Target="../media/image33.wmf"/><Relationship Id="rId12" Type="http://schemas.openxmlformats.org/officeDocument/2006/relationships/oleObject" Target="../embeddings/oleObject36.bin"/><Relationship Id="rId17" Type="http://schemas.openxmlformats.org/officeDocument/2006/relationships/image" Target="../media/image38.wmf"/><Relationship Id="rId2" Type="http://schemas.openxmlformats.org/officeDocument/2006/relationships/oleObject" Target="../embeddings/oleObject31.bin"/><Relationship Id="rId16" Type="http://schemas.openxmlformats.org/officeDocument/2006/relationships/oleObject" Target="../embeddings/oleObject38.bin"/><Relationship Id="rId20" Type="http://schemas.openxmlformats.org/officeDocument/2006/relationships/oleObject" Target="../embeddings/oleObject4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35.wmf"/><Relationship Id="rId5" Type="http://schemas.openxmlformats.org/officeDocument/2006/relationships/image" Target="../media/image32.wmf"/><Relationship Id="rId15" Type="http://schemas.openxmlformats.org/officeDocument/2006/relationships/image" Target="../media/image37.wmf"/><Relationship Id="rId10" Type="http://schemas.openxmlformats.org/officeDocument/2006/relationships/oleObject" Target="../embeddings/oleObject35.bin"/><Relationship Id="rId19" Type="http://schemas.openxmlformats.org/officeDocument/2006/relationships/image" Target="../media/image39.emf"/><Relationship Id="rId4" Type="http://schemas.openxmlformats.org/officeDocument/2006/relationships/oleObject" Target="../embeddings/oleObject32.bin"/><Relationship Id="rId9" Type="http://schemas.openxmlformats.org/officeDocument/2006/relationships/image" Target="../media/image34.wmf"/><Relationship Id="rId14" Type="http://schemas.openxmlformats.org/officeDocument/2006/relationships/oleObject" Target="../embeddings/oleObject37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3" Type="http://schemas.openxmlformats.org/officeDocument/2006/relationships/image" Target="../media/image41.wmf"/><Relationship Id="rId7" Type="http://schemas.openxmlformats.org/officeDocument/2006/relationships/image" Target="../media/image43.w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3.bin"/><Relationship Id="rId11" Type="http://schemas.openxmlformats.org/officeDocument/2006/relationships/image" Target="../media/image45.wmf"/><Relationship Id="rId5" Type="http://schemas.openxmlformats.org/officeDocument/2006/relationships/image" Target="../media/image42.wmf"/><Relationship Id="rId10" Type="http://schemas.openxmlformats.org/officeDocument/2006/relationships/oleObject" Target="../embeddings/oleObject45.bin"/><Relationship Id="rId4" Type="http://schemas.openxmlformats.org/officeDocument/2006/relationships/oleObject" Target="../embeddings/oleObject42.bin"/><Relationship Id="rId9" Type="http://schemas.openxmlformats.org/officeDocument/2006/relationships/image" Target="../media/image44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3" Type="http://schemas.openxmlformats.org/officeDocument/2006/relationships/image" Target="../media/image46.wmf"/><Relationship Id="rId7" Type="http://schemas.openxmlformats.org/officeDocument/2006/relationships/image" Target="../media/image48.wmf"/><Relationship Id="rId2" Type="http://schemas.openxmlformats.org/officeDocument/2006/relationships/oleObject" Target="../embeddings/oleObject4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48.bin"/><Relationship Id="rId5" Type="http://schemas.openxmlformats.org/officeDocument/2006/relationships/image" Target="../media/image47.wmf"/><Relationship Id="rId4" Type="http://schemas.openxmlformats.org/officeDocument/2006/relationships/oleObject" Target="../embeddings/oleObject47.bin"/><Relationship Id="rId9" Type="http://schemas.openxmlformats.org/officeDocument/2006/relationships/image" Target="../media/image49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13" Type="http://schemas.openxmlformats.org/officeDocument/2006/relationships/image" Target="../media/image55.wmf"/><Relationship Id="rId18" Type="http://schemas.openxmlformats.org/officeDocument/2006/relationships/oleObject" Target="../embeddings/oleObject58.bin"/><Relationship Id="rId3" Type="http://schemas.openxmlformats.org/officeDocument/2006/relationships/image" Target="../media/image50.wmf"/><Relationship Id="rId21" Type="http://schemas.openxmlformats.org/officeDocument/2006/relationships/image" Target="../media/image59.wmf"/><Relationship Id="rId7" Type="http://schemas.openxmlformats.org/officeDocument/2006/relationships/image" Target="../media/image52.wmf"/><Relationship Id="rId12" Type="http://schemas.openxmlformats.org/officeDocument/2006/relationships/oleObject" Target="../embeddings/oleObject55.bin"/><Relationship Id="rId17" Type="http://schemas.openxmlformats.org/officeDocument/2006/relationships/image" Target="../media/image57.wmf"/><Relationship Id="rId25" Type="http://schemas.openxmlformats.org/officeDocument/2006/relationships/image" Target="../media/image61.wmf"/><Relationship Id="rId2" Type="http://schemas.openxmlformats.org/officeDocument/2006/relationships/oleObject" Target="../embeddings/oleObject50.bin"/><Relationship Id="rId16" Type="http://schemas.openxmlformats.org/officeDocument/2006/relationships/oleObject" Target="../embeddings/oleObject57.bin"/><Relationship Id="rId20" Type="http://schemas.openxmlformats.org/officeDocument/2006/relationships/oleObject" Target="../embeddings/oleObject5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2.bin"/><Relationship Id="rId11" Type="http://schemas.openxmlformats.org/officeDocument/2006/relationships/image" Target="../media/image54.wmf"/><Relationship Id="rId24" Type="http://schemas.openxmlformats.org/officeDocument/2006/relationships/oleObject" Target="../embeddings/oleObject61.bin"/><Relationship Id="rId5" Type="http://schemas.openxmlformats.org/officeDocument/2006/relationships/image" Target="../media/image51.wmf"/><Relationship Id="rId15" Type="http://schemas.openxmlformats.org/officeDocument/2006/relationships/image" Target="../media/image56.wmf"/><Relationship Id="rId23" Type="http://schemas.openxmlformats.org/officeDocument/2006/relationships/image" Target="../media/image60.wmf"/><Relationship Id="rId10" Type="http://schemas.openxmlformats.org/officeDocument/2006/relationships/oleObject" Target="../embeddings/oleObject54.bin"/><Relationship Id="rId19" Type="http://schemas.openxmlformats.org/officeDocument/2006/relationships/image" Target="../media/image58.wmf"/><Relationship Id="rId4" Type="http://schemas.openxmlformats.org/officeDocument/2006/relationships/oleObject" Target="../embeddings/oleObject51.bin"/><Relationship Id="rId9" Type="http://schemas.openxmlformats.org/officeDocument/2006/relationships/image" Target="../media/image53.wmf"/><Relationship Id="rId14" Type="http://schemas.openxmlformats.org/officeDocument/2006/relationships/oleObject" Target="../embeddings/oleObject56.bin"/><Relationship Id="rId22" Type="http://schemas.openxmlformats.org/officeDocument/2006/relationships/oleObject" Target="../embeddings/oleObject60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oleObject" Target="../embeddings/oleObject62.bin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13" Type="http://schemas.openxmlformats.org/officeDocument/2006/relationships/image" Target="../media/image68.wmf"/><Relationship Id="rId3" Type="http://schemas.openxmlformats.org/officeDocument/2006/relationships/image" Target="../media/image63.wmf"/><Relationship Id="rId7" Type="http://schemas.openxmlformats.org/officeDocument/2006/relationships/image" Target="../media/image65.wmf"/><Relationship Id="rId12" Type="http://schemas.openxmlformats.org/officeDocument/2006/relationships/oleObject" Target="../embeddings/oleObject68.bin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5.bin"/><Relationship Id="rId11" Type="http://schemas.openxmlformats.org/officeDocument/2006/relationships/image" Target="../media/image67.wmf"/><Relationship Id="rId5" Type="http://schemas.openxmlformats.org/officeDocument/2006/relationships/image" Target="../media/image64.wmf"/><Relationship Id="rId15" Type="http://schemas.openxmlformats.org/officeDocument/2006/relationships/image" Target="../media/image69.wmf"/><Relationship Id="rId10" Type="http://schemas.openxmlformats.org/officeDocument/2006/relationships/oleObject" Target="../embeddings/oleObject67.bin"/><Relationship Id="rId4" Type="http://schemas.openxmlformats.org/officeDocument/2006/relationships/oleObject" Target="../embeddings/oleObject64.bin"/><Relationship Id="rId9" Type="http://schemas.openxmlformats.org/officeDocument/2006/relationships/image" Target="../media/image66.wmf"/><Relationship Id="rId14" Type="http://schemas.openxmlformats.org/officeDocument/2006/relationships/oleObject" Target="../embeddings/oleObject69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.bin"/><Relationship Id="rId13" Type="http://schemas.openxmlformats.org/officeDocument/2006/relationships/image" Target="../media/image75.wmf"/><Relationship Id="rId3" Type="http://schemas.openxmlformats.org/officeDocument/2006/relationships/image" Target="../media/image70.wmf"/><Relationship Id="rId7" Type="http://schemas.openxmlformats.org/officeDocument/2006/relationships/image" Target="../media/image72.wmf"/><Relationship Id="rId12" Type="http://schemas.openxmlformats.org/officeDocument/2006/relationships/oleObject" Target="../embeddings/oleObject75.bin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2.bin"/><Relationship Id="rId11" Type="http://schemas.openxmlformats.org/officeDocument/2006/relationships/image" Target="../media/image74.wmf"/><Relationship Id="rId5" Type="http://schemas.openxmlformats.org/officeDocument/2006/relationships/image" Target="../media/image71.wmf"/><Relationship Id="rId15" Type="http://schemas.openxmlformats.org/officeDocument/2006/relationships/image" Target="../media/image76.wmf"/><Relationship Id="rId10" Type="http://schemas.openxmlformats.org/officeDocument/2006/relationships/oleObject" Target="../embeddings/oleObject74.bin"/><Relationship Id="rId4" Type="http://schemas.openxmlformats.org/officeDocument/2006/relationships/oleObject" Target="../embeddings/oleObject71.bin"/><Relationship Id="rId9" Type="http://schemas.openxmlformats.org/officeDocument/2006/relationships/image" Target="../media/image73.wmf"/><Relationship Id="rId14" Type="http://schemas.openxmlformats.org/officeDocument/2006/relationships/oleObject" Target="../embeddings/oleObject76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.bin"/><Relationship Id="rId13" Type="http://schemas.openxmlformats.org/officeDocument/2006/relationships/image" Target="../media/image82.wmf"/><Relationship Id="rId3" Type="http://schemas.openxmlformats.org/officeDocument/2006/relationships/image" Target="../media/image77.wmf"/><Relationship Id="rId7" Type="http://schemas.openxmlformats.org/officeDocument/2006/relationships/image" Target="../media/image79.wmf"/><Relationship Id="rId12" Type="http://schemas.openxmlformats.org/officeDocument/2006/relationships/oleObject" Target="../embeddings/oleObject82.bin"/><Relationship Id="rId2" Type="http://schemas.openxmlformats.org/officeDocument/2006/relationships/oleObject" Target="../embeddings/oleObject7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9.bin"/><Relationship Id="rId11" Type="http://schemas.openxmlformats.org/officeDocument/2006/relationships/image" Target="../media/image81.wmf"/><Relationship Id="rId5" Type="http://schemas.openxmlformats.org/officeDocument/2006/relationships/image" Target="../media/image78.wmf"/><Relationship Id="rId15" Type="http://schemas.openxmlformats.org/officeDocument/2006/relationships/image" Target="../media/image83.wmf"/><Relationship Id="rId10" Type="http://schemas.openxmlformats.org/officeDocument/2006/relationships/oleObject" Target="../embeddings/oleObject81.bin"/><Relationship Id="rId4" Type="http://schemas.openxmlformats.org/officeDocument/2006/relationships/oleObject" Target="../embeddings/oleObject78.bin"/><Relationship Id="rId9" Type="http://schemas.openxmlformats.org/officeDocument/2006/relationships/image" Target="../media/image80.wmf"/><Relationship Id="rId14" Type="http://schemas.openxmlformats.org/officeDocument/2006/relationships/oleObject" Target="../embeddings/oleObject83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7.bin"/><Relationship Id="rId13" Type="http://schemas.openxmlformats.org/officeDocument/2006/relationships/image" Target="../media/image89.wmf"/><Relationship Id="rId3" Type="http://schemas.openxmlformats.org/officeDocument/2006/relationships/image" Target="../media/image84.wmf"/><Relationship Id="rId7" Type="http://schemas.openxmlformats.org/officeDocument/2006/relationships/image" Target="../media/image86.wmf"/><Relationship Id="rId12" Type="http://schemas.openxmlformats.org/officeDocument/2006/relationships/oleObject" Target="../embeddings/oleObject89.bin"/><Relationship Id="rId2" Type="http://schemas.openxmlformats.org/officeDocument/2006/relationships/oleObject" Target="../embeddings/oleObject8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6.bin"/><Relationship Id="rId11" Type="http://schemas.openxmlformats.org/officeDocument/2006/relationships/image" Target="../media/image88.wmf"/><Relationship Id="rId5" Type="http://schemas.openxmlformats.org/officeDocument/2006/relationships/image" Target="../media/image85.wmf"/><Relationship Id="rId10" Type="http://schemas.openxmlformats.org/officeDocument/2006/relationships/oleObject" Target="../embeddings/oleObject88.bin"/><Relationship Id="rId4" Type="http://schemas.openxmlformats.org/officeDocument/2006/relationships/oleObject" Target="../embeddings/oleObject85.bin"/><Relationship Id="rId9" Type="http://schemas.openxmlformats.org/officeDocument/2006/relationships/image" Target="../media/image87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13" Type="http://schemas.openxmlformats.org/officeDocument/2006/relationships/image" Target="../media/image95.wmf"/><Relationship Id="rId3" Type="http://schemas.openxmlformats.org/officeDocument/2006/relationships/image" Target="../media/image90.wmf"/><Relationship Id="rId7" Type="http://schemas.openxmlformats.org/officeDocument/2006/relationships/image" Target="../media/image92.wmf"/><Relationship Id="rId12" Type="http://schemas.openxmlformats.org/officeDocument/2006/relationships/oleObject" Target="../embeddings/oleObject95.bin"/><Relationship Id="rId2" Type="http://schemas.openxmlformats.org/officeDocument/2006/relationships/oleObject" Target="../embeddings/oleObject9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2.bin"/><Relationship Id="rId11" Type="http://schemas.openxmlformats.org/officeDocument/2006/relationships/image" Target="../media/image94.wmf"/><Relationship Id="rId5" Type="http://schemas.openxmlformats.org/officeDocument/2006/relationships/image" Target="../media/image91.wmf"/><Relationship Id="rId10" Type="http://schemas.openxmlformats.org/officeDocument/2006/relationships/oleObject" Target="../embeddings/oleObject94.bin"/><Relationship Id="rId4" Type="http://schemas.openxmlformats.org/officeDocument/2006/relationships/oleObject" Target="../embeddings/oleObject91.bin"/><Relationship Id="rId9" Type="http://schemas.openxmlformats.org/officeDocument/2006/relationships/image" Target="../media/image93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9.bin"/><Relationship Id="rId3" Type="http://schemas.openxmlformats.org/officeDocument/2006/relationships/image" Target="../media/image96.wmf"/><Relationship Id="rId7" Type="http://schemas.openxmlformats.org/officeDocument/2006/relationships/image" Target="../media/image98.wmf"/><Relationship Id="rId2" Type="http://schemas.openxmlformats.org/officeDocument/2006/relationships/oleObject" Target="../embeddings/oleObject96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8.bin"/><Relationship Id="rId5" Type="http://schemas.openxmlformats.org/officeDocument/2006/relationships/image" Target="../media/image97.wmf"/><Relationship Id="rId4" Type="http://schemas.openxmlformats.org/officeDocument/2006/relationships/oleObject" Target="../embeddings/oleObject97.bin"/><Relationship Id="rId9" Type="http://schemas.openxmlformats.org/officeDocument/2006/relationships/image" Target="../media/image99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13" Type="http://schemas.openxmlformats.org/officeDocument/2006/relationships/oleObject" Target="../embeddings/oleObject105.bin"/><Relationship Id="rId18" Type="http://schemas.openxmlformats.org/officeDocument/2006/relationships/image" Target="../media/image107.wmf"/><Relationship Id="rId3" Type="http://schemas.openxmlformats.org/officeDocument/2006/relationships/oleObject" Target="../embeddings/oleObject100.bin"/><Relationship Id="rId7" Type="http://schemas.openxmlformats.org/officeDocument/2006/relationships/oleObject" Target="../embeddings/oleObject102.bin"/><Relationship Id="rId12" Type="http://schemas.openxmlformats.org/officeDocument/2006/relationships/image" Target="../media/image104.wmf"/><Relationship Id="rId17" Type="http://schemas.openxmlformats.org/officeDocument/2006/relationships/oleObject" Target="../embeddings/oleObject107.bin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06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1.wmf"/><Relationship Id="rId11" Type="http://schemas.openxmlformats.org/officeDocument/2006/relationships/oleObject" Target="../embeddings/oleObject104.bin"/><Relationship Id="rId5" Type="http://schemas.openxmlformats.org/officeDocument/2006/relationships/oleObject" Target="../embeddings/oleObject101.bin"/><Relationship Id="rId15" Type="http://schemas.openxmlformats.org/officeDocument/2006/relationships/oleObject" Target="../embeddings/oleObject106.bin"/><Relationship Id="rId10" Type="http://schemas.openxmlformats.org/officeDocument/2006/relationships/image" Target="../media/image103.wmf"/><Relationship Id="rId19" Type="http://schemas.openxmlformats.org/officeDocument/2006/relationships/oleObject" Target="../embeddings/oleObject108.bin"/><Relationship Id="rId4" Type="http://schemas.openxmlformats.org/officeDocument/2006/relationships/image" Target="../media/image100.wmf"/><Relationship Id="rId9" Type="http://schemas.openxmlformats.org/officeDocument/2006/relationships/oleObject" Target="../embeddings/oleObject103.bin"/><Relationship Id="rId14" Type="http://schemas.openxmlformats.org/officeDocument/2006/relationships/image" Target="../media/image105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2.bin"/><Relationship Id="rId13" Type="http://schemas.openxmlformats.org/officeDocument/2006/relationships/image" Target="../media/image113.wmf"/><Relationship Id="rId18" Type="http://schemas.openxmlformats.org/officeDocument/2006/relationships/oleObject" Target="../embeddings/oleObject117.bin"/><Relationship Id="rId3" Type="http://schemas.openxmlformats.org/officeDocument/2006/relationships/image" Target="../media/image108.wmf"/><Relationship Id="rId21" Type="http://schemas.openxmlformats.org/officeDocument/2006/relationships/image" Target="../media/image117.wmf"/><Relationship Id="rId7" Type="http://schemas.openxmlformats.org/officeDocument/2006/relationships/image" Target="../media/image110.wmf"/><Relationship Id="rId12" Type="http://schemas.openxmlformats.org/officeDocument/2006/relationships/oleObject" Target="../embeddings/oleObject114.bin"/><Relationship Id="rId17" Type="http://schemas.openxmlformats.org/officeDocument/2006/relationships/image" Target="../media/image115.wmf"/><Relationship Id="rId2" Type="http://schemas.openxmlformats.org/officeDocument/2006/relationships/oleObject" Target="../embeddings/oleObject109.bin"/><Relationship Id="rId16" Type="http://schemas.openxmlformats.org/officeDocument/2006/relationships/oleObject" Target="../embeddings/oleObject116.bin"/><Relationship Id="rId20" Type="http://schemas.openxmlformats.org/officeDocument/2006/relationships/oleObject" Target="../embeddings/oleObject11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1.bin"/><Relationship Id="rId11" Type="http://schemas.openxmlformats.org/officeDocument/2006/relationships/image" Target="../media/image112.wmf"/><Relationship Id="rId5" Type="http://schemas.openxmlformats.org/officeDocument/2006/relationships/image" Target="../media/image109.wmf"/><Relationship Id="rId15" Type="http://schemas.openxmlformats.org/officeDocument/2006/relationships/image" Target="../media/image114.wmf"/><Relationship Id="rId23" Type="http://schemas.openxmlformats.org/officeDocument/2006/relationships/image" Target="../media/image118.wmf"/><Relationship Id="rId10" Type="http://schemas.openxmlformats.org/officeDocument/2006/relationships/oleObject" Target="../embeddings/oleObject113.bin"/><Relationship Id="rId19" Type="http://schemas.openxmlformats.org/officeDocument/2006/relationships/image" Target="../media/image116.wmf"/><Relationship Id="rId4" Type="http://schemas.openxmlformats.org/officeDocument/2006/relationships/oleObject" Target="../embeddings/oleObject110.bin"/><Relationship Id="rId9" Type="http://schemas.openxmlformats.org/officeDocument/2006/relationships/image" Target="../media/image111.wmf"/><Relationship Id="rId14" Type="http://schemas.openxmlformats.org/officeDocument/2006/relationships/oleObject" Target="../embeddings/oleObject115.bin"/><Relationship Id="rId22" Type="http://schemas.openxmlformats.org/officeDocument/2006/relationships/oleObject" Target="../embeddings/oleObject119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3.bin"/><Relationship Id="rId3" Type="http://schemas.openxmlformats.org/officeDocument/2006/relationships/image" Target="../media/image119.wmf"/><Relationship Id="rId7" Type="http://schemas.openxmlformats.org/officeDocument/2006/relationships/image" Target="../media/image121.wmf"/><Relationship Id="rId2" Type="http://schemas.openxmlformats.org/officeDocument/2006/relationships/oleObject" Target="../embeddings/oleObject12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2.bin"/><Relationship Id="rId11" Type="http://schemas.openxmlformats.org/officeDocument/2006/relationships/image" Target="../media/image123.wmf"/><Relationship Id="rId5" Type="http://schemas.openxmlformats.org/officeDocument/2006/relationships/image" Target="../media/image120.wmf"/><Relationship Id="rId10" Type="http://schemas.openxmlformats.org/officeDocument/2006/relationships/oleObject" Target="../embeddings/oleObject124.bin"/><Relationship Id="rId4" Type="http://schemas.openxmlformats.org/officeDocument/2006/relationships/oleObject" Target="../embeddings/oleObject121.bin"/><Relationship Id="rId9" Type="http://schemas.openxmlformats.org/officeDocument/2006/relationships/image" Target="../media/image122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8.bin"/><Relationship Id="rId13" Type="http://schemas.openxmlformats.org/officeDocument/2006/relationships/image" Target="../media/image129.wmf"/><Relationship Id="rId18" Type="http://schemas.openxmlformats.org/officeDocument/2006/relationships/oleObject" Target="../embeddings/oleObject133.bin"/><Relationship Id="rId3" Type="http://schemas.openxmlformats.org/officeDocument/2006/relationships/image" Target="../media/image124.wmf"/><Relationship Id="rId7" Type="http://schemas.openxmlformats.org/officeDocument/2006/relationships/image" Target="../media/image126.wmf"/><Relationship Id="rId12" Type="http://schemas.openxmlformats.org/officeDocument/2006/relationships/oleObject" Target="../embeddings/oleObject130.bin"/><Relationship Id="rId17" Type="http://schemas.openxmlformats.org/officeDocument/2006/relationships/image" Target="../media/image131.wmf"/><Relationship Id="rId2" Type="http://schemas.openxmlformats.org/officeDocument/2006/relationships/oleObject" Target="../embeddings/oleObject125.bin"/><Relationship Id="rId16" Type="http://schemas.openxmlformats.org/officeDocument/2006/relationships/oleObject" Target="../embeddings/oleObject13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7.bin"/><Relationship Id="rId11" Type="http://schemas.openxmlformats.org/officeDocument/2006/relationships/image" Target="../media/image128.wmf"/><Relationship Id="rId5" Type="http://schemas.openxmlformats.org/officeDocument/2006/relationships/image" Target="../media/image125.wmf"/><Relationship Id="rId15" Type="http://schemas.openxmlformats.org/officeDocument/2006/relationships/image" Target="../media/image130.wmf"/><Relationship Id="rId10" Type="http://schemas.openxmlformats.org/officeDocument/2006/relationships/oleObject" Target="../embeddings/oleObject129.bin"/><Relationship Id="rId19" Type="http://schemas.openxmlformats.org/officeDocument/2006/relationships/image" Target="../media/image132.wmf"/><Relationship Id="rId4" Type="http://schemas.openxmlformats.org/officeDocument/2006/relationships/oleObject" Target="../embeddings/oleObject126.bin"/><Relationship Id="rId9" Type="http://schemas.openxmlformats.org/officeDocument/2006/relationships/image" Target="../media/image127.wmf"/><Relationship Id="rId14" Type="http://schemas.openxmlformats.org/officeDocument/2006/relationships/oleObject" Target="../embeddings/oleObject131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7.bin"/><Relationship Id="rId3" Type="http://schemas.openxmlformats.org/officeDocument/2006/relationships/image" Target="../media/image133.wmf"/><Relationship Id="rId7" Type="http://schemas.openxmlformats.org/officeDocument/2006/relationships/image" Target="../media/image135.wmf"/><Relationship Id="rId2" Type="http://schemas.openxmlformats.org/officeDocument/2006/relationships/oleObject" Target="../embeddings/oleObject13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6.bin"/><Relationship Id="rId5" Type="http://schemas.openxmlformats.org/officeDocument/2006/relationships/image" Target="../media/image134.wmf"/><Relationship Id="rId4" Type="http://schemas.openxmlformats.org/officeDocument/2006/relationships/oleObject" Target="../embeddings/oleObject135.bin"/><Relationship Id="rId9" Type="http://schemas.openxmlformats.org/officeDocument/2006/relationships/image" Target="../media/image136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1.bin"/><Relationship Id="rId13" Type="http://schemas.openxmlformats.org/officeDocument/2006/relationships/image" Target="../media/image142.wmf"/><Relationship Id="rId3" Type="http://schemas.openxmlformats.org/officeDocument/2006/relationships/image" Target="../media/image137.wmf"/><Relationship Id="rId7" Type="http://schemas.openxmlformats.org/officeDocument/2006/relationships/image" Target="../media/image139.wmf"/><Relationship Id="rId12" Type="http://schemas.openxmlformats.org/officeDocument/2006/relationships/oleObject" Target="../embeddings/oleObject143.bin"/><Relationship Id="rId2" Type="http://schemas.openxmlformats.org/officeDocument/2006/relationships/oleObject" Target="../embeddings/oleObject13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0.bin"/><Relationship Id="rId11" Type="http://schemas.openxmlformats.org/officeDocument/2006/relationships/image" Target="../media/image141.wmf"/><Relationship Id="rId5" Type="http://schemas.openxmlformats.org/officeDocument/2006/relationships/image" Target="../media/image138.wmf"/><Relationship Id="rId15" Type="http://schemas.openxmlformats.org/officeDocument/2006/relationships/image" Target="../media/image143.wmf"/><Relationship Id="rId10" Type="http://schemas.openxmlformats.org/officeDocument/2006/relationships/oleObject" Target="../embeddings/oleObject142.bin"/><Relationship Id="rId4" Type="http://schemas.openxmlformats.org/officeDocument/2006/relationships/oleObject" Target="../embeddings/oleObject139.bin"/><Relationship Id="rId9" Type="http://schemas.openxmlformats.org/officeDocument/2006/relationships/image" Target="../media/image140.wmf"/><Relationship Id="rId14" Type="http://schemas.openxmlformats.org/officeDocument/2006/relationships/oleObject" Target="../embeddings/oleObject144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8.bin"/><Relationship Id="rId3" Type="http://schemas.openxmlformats.org/officeDocument/2006/relationships/image" Target="../media/image137.wmf"/><Relationship Id="rId7" Type="http://schemas.openxmlformats.org/officeDocument/2006/relationships/image" Target="../media/image144.wmf"/><Relationship Id="rId2" Type="http://schemas.openxmlformats.org/officeDocument/2006/relationships/oleObject" Target="../embeddings/oleObject14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7.bin"/><Relationship Id="rId11" Type="http://schemas.openxmlformats.org/officeDocument/2006/relationships/image" Target="../media/image146.wmf"/><Relationship Id="rId5" Type="http://schemas.openxmlformats.org/officeDocument/2006/relationships/image" Target="../media/image138.wmf"/><Relationship Id="rId10" Type="http://schemas.openxmlformats.org/officeDocument/2006/relationships/oleObject" Target="../embeddings/oleObject149.bin"/><Relationship Id="rId4" Type="http://schemas.openxmlformats.org/officeDocument/2006/relationships/oleObject" Target="../embeddings/oleObject146.bin"/><Relationship Id="rId9" Type="http://schemas.openxmlformats.org/officeDocument/2006/relationships/image" Target="../media/image145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3.bin"/><Relationship Id="rId13" Type="http://schemas.openxmlformats.org/officeDocument/2006/relationships/image" Target="../media/image152.wmf"/><Relationship Id="rId3" Type="http://schemas.openxmlformats.org/officeDocument/2006/relationships/image" Target="../media/image147.wmf"/><Relationship Id="rId7" Type="http://schemas.openxmlformats.org/officeDocument/2006/relationships/image" Target="../media/image149.wmf"/><Relationship Id="rId12" Type="http://schemas.openxmlformats.org/officeDocument/2006/relationships/oleObject" Target="../embeddings/oleObject155.bin"/><Relationship Id="rId2" Type="http://schemas.openxmlformats.org/officeDocument/2006/relationships/oleObject" Target="../embeddings/oleObject15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2.bin"/><Relationship Id="rId11" Type="http://schemas.openxmlformats.org/officeDocument/2006/relationships/image" Target="../media/image151.wmf"/><Relationship Id="rId5" Type="http://schemas.openxmlformats.org/officeDocument/2006/relationships/image" Target="../media/image148.wmf"/><Relationship Id="rId15" Type="http://schemas.openxmlformats.org/officeDocument/2006/relationships/image" Target="../media/image153.wmf"/><Relationship Id="rId10" Type="http://schemas.openxmlformats.org/officeDocument/2006/relationships/oleObject" Target="../embeddings/oleObject154.bin"/><Relationship Id="rId4" Type="http://schemas.openxmlformats.org/officeDocument/2006/relationships/oleObject" Target="../embeddings/oleObject151.bin"/><Relationship Id="rId9" Type="http://schemas.openxmlformats.org/officeDocument/2006/relationships/image" Target="../media/image150.wmf"/><Relationship Id="rId14" Type="http://schemas.openxmlformats.org/officeDocument/2006/relationships/oleObject" Target="../embeddings/oleObject156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13" Type="http://schemas.openxmlformats.org/officeDocument/2006/relationships/oleObject" Target="../embeddings/oleObject162.bin"/><Relationship Id="rId3" Type="http://schemas.openxmlformats.org/officeDocument/2006/relationships/oleObject" Target="../embeddings/oleObject157.bin"/><Relationship Id="rId7" Type="http://schemas.openxmlformats.org/officeDocument/2006/relationships/oleObject" Target="../embeddings/oleObject159.bin"/><Relationship Id="rId12" Type="http://schemas.openxmlformats.org/officeDocument/2006/relationships/image" Target="../media/image158.wmf"/><Relationship Id="rId17" Type="http://schemas.openxmlformats.org/officeDocument/2006/relationships/image" Target="../media/image160.jpe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9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5.wmf"/><Relationship Id="rId11" Type="http://schemas.openxmlformats.org/officeDocument/2006/relationships/oleObject" Target="../embeddings/oleObject161.bin"/><Relationship Id="rId5" Type="http://schemas.openxmlformats.org/officeDocument/2006/relationships/oleObject" Target="../embeddings/oleObject158.bin"/><Relationship Id="rId15" Type="http://schemas.openxmlformats.org/officeDocument/2006/relationships/oleObject" Target="../embeddings/oleObject163.bin"/><Relationship Id="rId10" Type="http://schemas.openxmlformats.org/officeDocument/2006/relationships/image" Target="../media/image157.wmf"/><Relationship Id="rId4" Type="http://schemas.openxmlformats.org/officeDocument/2006/relationships/image" Target="../media/image154.wmf"/><Relationship Id="rId9" Type="http://schemas.openxmlformats.org/officeDocument/2006/relationships/oleObject" Target="../embeddings/oleObject160.bin"/><Relationship Id="rId14" Type="http://schemas.openxmlformats.org/officeDocument/2006/relationships/image" Target="../media/image62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7.bin"/><Relationship Id="rId13" Type="http://schemas.openxmlformats.org/officeDocument/2006/relationships/image" Target="../media/image166.wmf"/><Relationship Id="rId3" Type="http://schemas.openxmlformats.org/officeDocument/2006/relationships/image" Target="../media/image161.wmf"/><Relationship Id="rId7" Type="http://schemas.openxmlformats.org/officeDocument/2006/relationships/image" Target="../media/image163.wmf"/><Relationship Id="rId12" Type="http://schemas.openxmlformats.org/officeDocument/2006/relationships/oleObject" Target="../embeddings/oleObject169.bin"/><Relationship Id="rId17" Type="http://schemas.openxmlformats.org/officeDocument/2006/relationships/image" Target="../media/image168.wmf"/><Relationship Id="rId2" Type="http://schemas.openxmlformats.org/officeDocument/2006/relationships/oleObject" Target="../embeddings/oleObject164.bin"/><Relationship Id="rId16" Type="http://schemas.openxmlformats.org/officeDocument/2006/relationships/oleObject" Target="../embeddings/oleObject17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6.bin"/><Relationship Id="rId11" Type="http://schemas.openxmlformats.org/officeDocument/2006/relationships/image" Target="../media/image165.wmf"/><Relationship Id="rId5" Type="http://schemas.openxmlformats.org/officeDocument/2006/relationships/image" Target="../media/image162.wmf"/><Relationship Id="rId15" Type="http://schemas.openxmlformats.org/officeDocument/2006/relationships/image" Target="../media/image167.wmf"/><Relationship Id="rId10" Type="http://schemas.openxmlformats.org/officeDocument/2006/relationships/oleObject" Target="../embeddings/oleObject168.bin"/><Relationship Id="rId4" Type="http://schemas.openxmlformats.org/officeDocument/2006/relationships/oleObject" Target="../embeddings/oleObject165.bin"/><Relationship Id="rId9" Type="http://schemas.openxmlformats.org/officeDocument/2006/relationships/image" Target="../media/image164.wmf"/><Relationship Id="rId14" Type="http://schemas.openxmlformats.org/officeDocument/2006/relationships/oleObject" Target="../embeddings/oleObject170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5.bin"/><Relationship Id="rId13" Type="http://schemas.openxmlformats.org/officeDocument/2006/relationships/image" Target="../media/image174.wmf"/><Relationship Id="rId3" Type="http://schemas.openxmlformats.org/officeDocument/2006/relationships/image" Target="../media/image169.wmf"/><Relationship Id="rId7" Type="http://schemas.openxmlformats.org/officeDocument/2006/relationships/image" Target="../media/image171.wmf"/><Relationship Id="rId12" Type="http://schemas.openxmlformats.org/officeDocument/2006/relationships/oleObject" Target="../embeddings/oleObject177.bin"/><Relationship Id="rId17" Type="http://schemas.openxmlformats.org/officeDocument/2006/relationships/image" Target="../media/image176.wmf"/><Relationship Id="rId2" Type="http://schemas.openxmlformats.org/officeDocument/2006/relationships/oleObject" Target="../embeddings/oleObject172.bin"/><Relationship Id="rId16" Type="http://schemas.openxmlformats.org/officeDocument/2006/relationships/oleObject" Target="../embeddings/oleObject17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4.bin"/><Relationship Id="rId11" Type="http://schemas.openxmlformats.org/officeDocument/2006/relationships/image" Target="../media/image173.wmf"/><Relationship Id="rId5" Type="http://schemas.openxmlformats.org/officeDocument/2006/relationships/image" Target="../media/image170.wmf"/><Relationship Id="rId15" Type="http://schemas.openxmlformats.org/officeDocument/2006/relationships/image" Target="../media/image175.wmf"/><Relationship Id="rId10" Type="http://schemas.openxmlformats.org/officeDocument/2006/relationships/oleObject" Target="../embeddings/oleObject176.bin"/><Relationship Id="rId4" Type="http://schemas.openxmlformats.org/officeDocument/2006/relationships/oleObject" Target="../embeddings/oleObject173.bin"/><Relationship Id="rId9" Type="http://schemas.openxmlformats.org/officeDocument/2006/relationships/image" Target="../media/image172.wmf"/><Relationship Id="rId14" Type="http://schemas.openxmlformats.org/officeDocument/2006/relationships/oleObject" Target="../embeddings/oleObject178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3.bin"/><Relationship Id="rId3" Type="http://schemas.openxmlformats.org/officeDocument/2006/relationships/image" Target="../media/image177.wmf"/><Relationship Id="rId7" Type="http://schemas.openxmlformats.org/officeDocument/2006/relationships/image" Target="../media/image179.wmf"/><Relationship Id="rId2" Type="http://schemas.openxmlformats.org/officeDocument/2006/relationships/oleObject" Target="../embeddings/oleObject18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2.bin"/><Relationship Id="rId5" Type="http://schemas.openxmlformats.org/officeDocument/2006/relationships/image" Target="../media/image178.wmf"/><Relationship Id="rId4" Type="http://schemas.openxmlformats.org/officeDocument/2006/relationships/oleObject" Target="../embeddings/oleObject181.bin"/><Relationship Id="rId9" Type="http://schemas.openxmlformats.org/officeDocument/2006/relationships/image" Target="../media/image180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7.bin"/><Relationship Id="rId3" Type="http://schemas.openxmlformats.org/officeDocument/2006/relationships/image" Target="../media/image181.wmf"/><Relationship Id="rId7" Type="http://schemas.openxmlformats.org/officeDocument/2006/relationships/image" Target="../media/image183.wmf"/><Relationship Id="rId2" Type="http://schemas.openxmlformats.org/officeDocument/2006/relationships/oleObject" Target="../embeddings/oleObject18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6.bin"/><Relationship Id="rId5" Type="http://schemas.openxmlformats.org/officeDocument/2006/relationships/image" Target="../media/image182.wmf"/><Relationship Id="rId4" Type="http://schemas.openxmlformats.org/officeDocument/2006/relationships/oleObject" Target="../embeddings/oleObject185.bin"/><Relationship Id="rId9" Type="http://schemas.openxmlformats.org/officeDocument/2006/relationships/image" Target="../media/image184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1.bin"/><Relationship Id="rId3" Type="http://schemas.openxmlformats.org/officeDocument/2006/relationships/image" Target="../media/image185.wmf"/><Relationship Id="rId7" Type="http://schemas.openxmlformats.org/officeDocument/2006/relationships/image" Target="../media/image187.wmf"/><Relationship Id="rId2" Type="http://schemas.openxmlformats.org/officeDocument/2006/relationships/oleObject" Target="../embeddings/oleObject18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0.bin"/><Relationship Id="rId5" Type="http://schemas.openxmlformats.org/officeDocument/2006/relationships/image" Target="../media/image186.wmf"/><Relationship Id="rId4" Type="http://schemas.openxmlformats.org/officeDocument/2006/relationships/oleObject" Target="../embeddings/oleObject189.bin"/><Relationship Id="rId9" Type="http://schemas.openxmlformats.org/officeDocument/2006/relationships/image" Target="../media/image188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5.bin"/><Relationship Id="rId13" Type="http://schemas.openxmlformats.org/officeDocument/2006/relationships/image" Target="../media/image194.wmf"/><Relationship Id="rId18" Type="http://schemas.openxmlformats.org/officeDocument/2006/relationships/oleObject" Target="../embeddings/oleObject200.bin"/><Relationship Id="rId3" Type="http://schemas.openxmlformats.org/officeDocument/2006/relationships/image" Target="../media/image189.wmf"/><Relationship Id="rId21" Type="http://schemas.openxmlformats.org/officeDocument/2006/relationships/image" Target="../media/image198.wmf"/><Relationship Id="rId7" Type="http://schemas.openxmlformats.org/officeDocument/2006/relationships/image" Target="../media/image191.wmf"/><Relationship Id="rId12" Type="http://schemas.openxmlformats.org/officeDocument/2006/relationships/oleObject" Target="../embeddings/oleObject197.bin"/><Relationship Id="rId17" Type="http://schemas.openxmlformats.org/officeDocument/2006/relationships/image" Target="../media/image196.wmf"/><Relationship Id="rId2" Type="http://schemas.openxmlformats.org/officeDocument/2006/relationships/oleObject" Target="../embeddings/oleObject192.bin"/><Relationship Id="rId16" Type="http://schemas.openxmlformats.org/officeDocument/2006/relationships/oleObject" Target="../embeddings/oleObject199.bin"/><Relationship Id="rId20" Type="http://schemas.openxmlformats.org/officeDocument/2006/relationships/oleObject" Target="../embeddings/oleObject20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4.bin"/><Relationship Id="rId11" Type="http://schemas.openxmlformats.org/officeDocument/2006/relationships/image" Target="../media/image193.wmf"/><Relationship Id="rId5" Type="http://schemas.openxmlformats.org/officeDocument/2006/relationships/image" Target="../media/image190.wmf"/><Relationship Id="rId15" Type="http://schemas.openxmlformats.org/officeDocument/2006/relationships/image" Target="../media/image195.wmf"/><Relationship Id="rId23" Type="http://schemas.openxmlformats.org/officeDocument/2006/relationships/image" Target="../media/image199.wmf"/><Relationship Id="rId10" Type="http://schemas.openxmlformats.org/officeDocument/2006/relationships/oleObject" Target="../embeddings/oleObject196.bin"/><Relationship Id="rId19" Type="http://schemas.openxmlformats.org/officeDocument/2006/relationships/image" Target="../media/image197.wmf"/><Relationship Id="rId4" Type="http://schemas.openxmlformats.org/officeDocument/2006/relationships/oleObject" Target="../embeddings/oleObject193.bin"/><Relationship Id="rId9" Type="http://schemas.openxmlformats.org/officeDocument/2006/relationships/image" Target="../media/image192.wmf"/><Relationship Id="rId14" Type="http://schemas.openxmlformats.org/officeDocument/2006/relationships/oleObject" Target="../embeddings/oleObject198.bin"/><Relationship Id="rId22" Type="http://schemas.openxmlformats.org/officeDocument/2006/relationships/oleObject" Target="../embeddings/oleObject202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6.bin"/><Relationship Id="rId3" Type="http://schemas.openxmlformats.org/officeDocument/2006/relationships/image" Target="../media/image200.wmf"/><Relationship Id="rId7" Type="http://schemas.openxmlformats.org/officeDocument/2006/relationships/image" Target="../media/image202.wmf"/><Relationship Id="rId2" Type="http://schemas.openxmlformats.org/officeDocument/2006/relationships/oleObject" Target="../embeddings/oleObject20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5.bin"/><Relationship Id="rId11" Type="http://schemas.openxmlformats.org/officeDocument/2006/relationships/image" Target="../media/image204.wmf"/><Relationship Id="rId5" Type="http://schemas.openxmlformats.org/officeDocument/2006/relationships/image" Target="../media/image201.wmf"/><Relationship Id="rId10" Type="http://schemas.openxmlformats.org/officeDocument/2006/relationships/oleObject" Target="../embeddings/oleObject207.bin"/><Relationship Id="rId4" Type="http://schemas.openxmlformats.org/officeDocument/2006/relationships/oleObject" Target="../embeddings/oleObject204.bin"/><Relationship Id="rId9" Type="http://schemas.openxmlformats.org/officeDocument/2006/relationships/image" Target="../media/image203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wmf"/><Relationship Id="rId7" Type="http://schemas.openxmlformats.org/officeDocument/2006/relationships/image" Target="../media/image207.wmf"/><Relationship Id="rId2" Type="http://schemas.openxmlformats.org/officeDocument/2006/relationships/oleObject" Target="../embeddings/oleObject20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0.bin"/><Relationship Id="rId5" Type="http://schemas.openxmlformats.org/officeDocument/2006/relationships/image" Target="../media/image206.wmf"/><Relationship Id="rId4" Type="http://schemas.openxmlformats.org/officeDocument/2006/relationships/oleObject" Target="../embeddings/oleObject209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4.bin"/><Relationship Id="rId13" Type="http://schemas.openxmlformats.org/officeDocument/2006/relationships/image" Target="../media/image213.wmf"/><Relationship Id="rId3" Type="http://schemas.openxmlformats.org/officeDocument/2006/relationships/image" Target="../media/image208.wmf"/><Relationship Id="rId7" Type="http://schemas.openxmlformats.org/officeDocument/2006/relationships/image" Target="../media/image210.wmf"/><Relationship Id="rId12" Type="http://schemas.openxmlformats.org/officeDocument/2006/relationships/oleObject" Target="../embeddings/oleObject216.bin"/><Relationship Id="rId2" Type="http://schemas.openxmlformats.org/officeDocument/2006/relationships/oleObject" Target="../embeddings/oleObject21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3.bin"/><Relationship Id="rId11" Type="http://schemas.openxmlformats.org/officeDocument/2006/relationships/image" Target="../media/image212.wmf"/><Relationship Id="rId5" Type="http://schemas.openxmlformats.org/officeDocument/2006/relationships/image" Target="../media/image209.wmf"/><Relationship Id="rId15" Type="http://schemas.openxmlformats.org/officeDocument/2006/relationships/image" Target="../media/image214.wmf"/><Relationship Id="rId10" Type="http://schemas.openxmlformats.org/officeDocument/2006/relationships/oleObject" Target="../embeddings/oleObject215.bin"/><Relationship Id="rId4" Type="http://schemas.openxmlformats.org/officeDocument/2006/relationships/oleObject" Target="../embeddings/oleObject212.bin"/><Relationship Id="rId9" Type="http://schemas.openxmlformats.org/officeDocument/2006/relationships/image" Target="../media/image211.wmf"/><Relationship Id="rId14" Type="http://schemas.openxmlformats.org/officeDocument/2006/relationships/oleObject" Target="../embeddings/oleObject217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wmf"/><Relationship Id="rId7" Type="http://schemas.openxmlformats.org/officeDocument/2006/relationships/image" Target="../media/image217.wmf"/><Relationship Id="rId2" Type="http://schemas.openxmlformats.org/officeDocument/2006/relationships/oleObject" Target="../embeddings/oleObject21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0.bin"/><Relationship Id="rId5" Type="http://schemas.openxmlformats.org/officeDocument/2006/relationships/image" Target="../media/image216.wmf"/><Relationship Id="rId4" Type="http://schemas.openxmlformats.org/officeDocument/2006/relationships/oleObject" Target="../embeddings/oleObject219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4.bin"/><Relationship Id="rId13" Type="http://schemas.openxmlformats.org/officeDocument/2006/relationships/image" Target="../media/image223.wmf"/><Relationship Id="rId3" Type="http://schemas.openxmlformats.org/officeDocument/2006/relationships/image" Target="../media/image218.wmf"/><Relationship Id="rId7" Type="http://schemas.openxmlformats.org/officeDocument/2006/relationships/image" Target="../media/image220.wmf"/><Relationship Id="rId12" Type="http://schemas.openxmlformats.org/officeDocument/2006/relationships/oleObject" Target="../embeddings/oleObject226.bin"/><Relationship Id="rId2" Type="http://schemas.openxmlformats.org/officeDocument/2006/relationships/oleObject" Target="../embeddings/oleObject22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23.bin"/><Relationship Id="rId11" Type="http://schemas.openxmlformats.org/officeDocument/2006/relationships/image" Target="../media/image222.wmf"/><Relationship Id="rId5" Type="http://schemas.openxmlformats.org/officeDocument/2006/relationships/image" Target="../media/image219.wmf"/><Relationship Id="rId15" Type="http://schemas.openxmlformats.org/officeDocument/2006/relationships/image" Target="../media/image224.wmf"/><Relationship Id="rId10" Type="http://schemas.openxmlformats.org/officeDocument/2006/relationships/oleObject" Target="../embeddings/oleObject225.bin"/><Relationship Id="rId4" Type="http://schemas.openxmlformats.org/officeDocument/2006/relationships/oleObject" Target="../embeddings/oleObject222.bin"/><Relationship Id="rId9" Type="http://schemas.openxmlformats.org/officeDocument/2006/relationships/image" Target="../media/image221.wmf"/><Relationship Id="rId14" Type="http://schemas.openxmlformats.org/officeDocument/2006/relationships/oleObject" Target="../embeddings/oleObject22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864030" y="2569489"/>
            <a:ext cx="7846027" cy="879105"/>
          </a:xfrm>
          <a:noFill/>
          <a:ln w="50800" cmpd="thickThin">
            <a:solidFill>
              <a:srgbClr val="FF0000"/>
            </a:solidFill>
            <a:miter lim="800000"/>
            <a:headEnd/>
            <a:tailEnd/>
          </a:ln>
        </p:spPr>
        <p:txBody>
          <a:bodyPr>
            <a:normAutofit/>
          </a:bodyPr>
          <a:lstStyle/>
          <a:p>
            <a:pPr eaLnBrk="1" hangingPunct="1"/>
            <a:r>
              <a:rPr lang="zh-CN" altLang="en-US" sz="4000" b="1" dirty="0">
                <a:solidFill>
                  <a:srgbClr val="FF0000"/>
                </a:solidFill>
              </a:rPr>
              <a:t>第</a:t>
            </a:r>
            <a:r>
              <a:rPr lang="en-US" altLang="zh-C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zh-CN" altLang="en-US" sz="4000" b="1" dirty="0">
                <a:solidFill>
                  <a:srgbClr val="FF0000"/>
                </a:solidFill>
              </a:rPr>
              <a:t>章、广义积分与含参变量积分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069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000533" y="2479833"/>
            <a:ext cx="4054895" cy="707505"/>
          </a:xfrm>
          <a:noFill/>
          <a:ln w="44450" cmpd="thickThin">
            <a:solidFill>
              <a:srgbClr val="FF0000"/>
            </a:solidFill>
            <a:miter lim="800000"/>
            <a:headEnd/>
            <a:tailEnd/>
          </a:ln>
        </p:spPr>
        <p:txBody>
          <a:bodyPr>
            <a:normAutofit/>
          </a:bodyPr>
          <a:lstStyle/>
          <a:p>
            <a:pPr eaLnBrk="1" hangingPunct="1"/>
            <a:r>
              <a:rPr lang="en-US" altLang="zh-CN" sz="4000" b="1" dirty="0">
                <a:solidFill>
                  <a:srgbClr val="FF0000"/>
                </a:solidFill>
              </a:rPr>
              <a:t>§</a:t>
            </a:r>
            <a:r>
              <a:rPr lang="en-US" altLang="zh-C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4000" b="1" dirty="0">
                <a:solidFill>
                  <a:srgbClr val="FF0000"/>
                </a:solidFill>
              </a:rPr>
              <a:t>、无穷限积分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0503329" y="140029"/>
            <a:ext cx="1491114" cy="5232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13</a:t>
            </a:r>
            <a:endParaRPr lang="zh-CN" altLang="en-US" sz="28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6881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2"/>
          <p:cNvSpPr txBox="1">
            <a:spLocks noChangeArrowheads="1"/>
          </p:cNvSpPr>
          <p:nvPr/>
        </p:nvSpPr>
        <p:spPr bwMode="auto">
          <a:xfrm>
            <a:off x="1455922" y="795721"/>
            <a:ext cx="395922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一、无穷积分</a:t>
            </a:r>
          </a:p>
        </p:txBody>
      </p:sp>
      <p:sp>
        <p:nvSpPr>
          <p:cNvPr id="86019" name="Text Box 3"/>
          <p:cNvSpPr txBox="1">
            <a:spLocks noChangeArrowheads="1"/>
          </p:cNvSpPr>
          <p:nvPr/>
        </p:nvSpPr>
        <p:spPr bwMode="auto">
          <a:xfrm>
            <a:off x="4002233" y="813171"/>
            <a:ext cx="55435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—— 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无穷区间上的广义积分</a:t>
            </a:r>
          </a:p>
        </p:txBody>
      </p:sp>
      <p:graphicFrame>
        <p:nvGraphicFramePr>
          <p:cNvPr id="860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7489927"/>
              </p:ext>
            </p:extLst>
          </p:nvPr>
        </p:nvGraphicFramePr>
        <p:xfrm>
          <a:off x="2227019" y="2147751"/>
          <a:ext cx="606901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50880" imgH="215640" progId="Equation.DSMT4">
                  <p:embed/>
                </p:oleObj>
              </mc:Choice>
              <mc:Fallback>
                <p:oleObj name="Equation" r:id="rId2" imgW="24508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7019" y="2147751"/>
                        <a:ext cx="6069012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9010986"/>
              </p:ext>
            </p:extLst>
          </p:nvPr>
        </p:nvGraphicFramePr>
        <p:xfrm>
          <a:off x="1530689" y="2736788"/>
          <a:ext cx="791845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51160" imgH="215640" progId="Equation.DSMT4">
                  <p:embed/>
                </p:oleObj>
              </mc:Choice>
              <mc:Fallback>
                <p:oleObj name="Equation" r:id="rId4" imgW="3251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0689" y="2736788"/>
                        <a:ext cx="7918450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7488294"/>
              </p:ext>
            </p:extLst>
          </p:nvPr>
        </p:nvGraphicFramePr>
        <p:xfrm>
          <a:off x="3168133" y="3263838"/>
          <a:ext cx="5277367" cy="823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97100" imgH="342900" progId="Equation.DSMT4">
                  <p:embed/>
                </p:oleObj>
              </mc:Choice>
              <mc:Fallback>
                <p:oleObj name="Equation" r:id="rId6" imgW="2197100" imgH="342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8133" y="3263838"/>
                        <a:ext cx="5277367" cy="8237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4395407"/>
              </p:ext>
            </p:extLst>
          </p:nvPr>
        </p:nvGraphicFramePr>
        <p:xfrm>
          <a:off x="1516207" y="4087554"/>
          <a:ext cx="571500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55800" imgH="215640" progId="Equation.DSMT4">
                  <p:embed/>
                </p:oleObj>
              </mc:Choice>
              <mc:Fallback>
                <p:oleObj name="Equation" r:id="rId8" imgW="27558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6207" y="4087554"/>
                        <a:ext cx="5715000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3620840"/>
              </p:ext>
            </p:extLst>
          </p:nvPr>
        </p:nvGraphicFramePr>
        <p:xfrm>
          <a:off x="1455922" y="4659129"/>
          <a:ext cx="8459137" cy="5003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41600" imgH="203040" progId="Equation.DSMT4">
                  <p:embed/>
                </p:oleObj>
              </mc:Choice>
              <mc:Fallback>
                <p:oleObj name="Equation" r:id="rId10" imgW="34416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5922" y="4659129"/>
                        <a:ext cx="8459137" cy="5003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1347545"/>
              </p:ext>
            </p:extLst>
          </p:nvPr>
        </p:nvGraphicFramePr>
        <p:xfrm>
          <a:off x="1543845" y="5205074"/>
          <a:ext cx="9232921" cy="488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835080" imgH="203040" progId="Equation.DSMT4">
                  <p:embed/>
                </p:oleObj>
              </mc:Choice>
              <mc:Fallback>
                <p:oleObj name="Equation" r:id="rId12" imgW="3835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845" y="5205074"/>
                        <a:ext cx="9232921" cy="4886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2195671"/>
              </p:ext>
            </p:extLst>
          </p:nvPr>
        </p:nvGraphicFramePr>
        <p:xfrm>
          <a:off x="1543845" y="5776039"/>
          <a:ext cx="1665286" cy="475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11000" imgH="203040" progId="Equation.DSMT4">
                  <p:embed/>
                </p:oleObj>
              </mc:Choice>
              <mc:Fallback>
                <p:oleObj name="Equation" r:id="rId14" imgW="711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845" y="5776039"/>
                        <a:ext cx="1665286" cy="475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7" name="Text Box 11"/>
          <p:cNvSpPr txBox="1">
            <a:spLocks noChangeArrowheads="1"/>
          </p:cNvSpPr>
          <p:nvPr/>
        </p:nvSpPr>
        <p:spPr bwMode="auto">
          <a:xfrm>
            <a:off x="1543845" y="1487893"/>
            <a:ext cx="45370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1.2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无穷积分的概念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992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6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6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8" grpId="0"/>
      <p:bldP spid="86019" grpId="0"/>
      <p:bldP spid="860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8072585"/>
              </p:ext>
            </p:extLst>
          </p:nvPr>
        </p:nvGraphicFramePr>
        <p:xfrm>
          <a:off x="1093121" y="877586"/>
          <a:ext cx="2747963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17440" imgH="203040" progId="Equation.DSMT4">
                  <p:embed/>
                </p:oleObj>
              </mc:Choice>
              <mc:Fallback>
                <p:oleObj name="Equation" r:id="rId2" imgW="11174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3121" y="877586"/>
                        <a:ext cx="2747963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7074217"/>
              </p:ext>
            </p:extLst>
          </p:nvPr>
        </p:nvGraphicFramePr>
        <p:xfrm>
          <a:off x="1989841" y="1249665"/>
          <a:ext cx="7592850" cy="8175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87700" imgH="342900" progId="Equation.DSMT4">
                  <p:embed/>
                </p:oleObj>
              </mc:Choice>
              <mc:Fallback>
                <p:oleObj name="Equation" r:id="rId4" imgW="3187700" imgH="342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841" y="1249665"/>
                        <a:ext cx="7592850" cy="8175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658658"/>
              </p:ext>
            </p:extLst>
          </p:nvPr>
        </p:nvGraphicFramePr>
        <p:xfrm>
          <a:off x="1989841" y="2018205"/>
          <a:ext cx="7101405" cy="805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35300" imgH="330200" progId="Equation.DSMT4">
                  <p:embed/>
                </p:oleObj>
              </mc:Choice>
              <mc:Fallback>
                <p:oleObj name="Equation" r:id="rId6" imgW="30353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841" y="2018205"/>
                        <a:ext cx="7101405" cy="8056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902218"/>
              </p:ext>
            </p:extLst>
          </p:nvPr>
        </p:nvGraphicFramePr>
        <p:xfrm>
          <a:off x="3841084" y="2802501"/>
          <a:ext cx="5848040" cy="795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14600" imgH="342900" progId="Equation.DSMT4">
                  <p:embed/>
                </p:oleObj>
              </mc:Choice>
              <mc:Fallback>
                <p:oleObj name="Equation" r:id="rId8" imgW="2514600" imgH="342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1084" y="2802501"/>
                        <a:ext cx="5848040" cy="7959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4365960"/>
              </p:ext>
            </p:extLst>
          </p:nvPr>
        </p:nvGraphicFramePr>
        <p:xfrm>
          <a:off x="920269" y="3568701"/>
          <a:ext cx="9195285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572000" imgH="330120" progId="Equation.DSMT4">
                  <p:embed/>
                </p:oleObj>
              </mc:Choice>
              <mc:Fallback>
                <p:oleObj name="Equation" r:id="rId10" imgW="45720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269" y="3568701"/>
                        <a:ext cx="9195285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3208086"/>
              </p:ext>
            </p:extLst>
          </p:nvPr>
        </p:nvGraphicFramePr>
        <p:xfrm>
          <a:off x="920269" y="4276818"/>
          <a:ext cx="9677766" cy="747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889160" imgH="330120" progId="Equation.DSMT4">
                  <p:embed/>
                </p:oleObj>
              </mc:Choice>
              <mc:Fallback>
                <p:oleObj name="Equation" r:id="rId12" imgW="48891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269" y="4276818"/>
                        <a:ext cx="9677766" cy="7476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152" name="Group 12"/>
          <p:cNvGrpSpPr>
            <a:grpSpLocks/>
          </p:cNvGrpSpPr>
          <p:nvPr/>
        </p:nvGrpSpPr>
        <p:grpSpPr bwMode="auto">
          <a:xfrm>
            <a:off x="1378527" y="5103813"/>
            <a:ext cx="9640888" cy="1435100"/>
            <a:chOff x="432" y="3216"/>
            <a:chExt cx="6073" cy="904"/>
          </a:xfrm>
        </p:grpSpPr>
        <p:sp>
          <p:nvSpPr>
            <p:cNvPr id="6153" name="Rectangle 9"/>
            <p:cNvSpPr>
              <a:spLocks noChangeArrowheads="1"/>
            </p:cNvSpPr>
            <p:nvPr/>
          </p:nvSpPr>
          <p:spPr bwMode="auto">
            <a:xfrm>
              <a:off x="432" y="3216"/>
              <a:ext cx="6073" cy="904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4800">
                <a:solidFill>
                  <a:srgbClr val="FF0000"/>
                </a:solidFill>
              </a:endParaRPr>
            </a:p>
          </p:txBody>
        </p:sp>
        <p:graphicFrame>
          <p:nvGraphicFramePr>
            <p:cNvPr id="6154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08242268"/>
                </p:ext>
              </p:extLst>
            </p:nvPr>
          </p:nvGraphicFramePr>
          <p:xfrm>
            <a:off x="573" y="3260"/>
            <a:ext cx="5014" cy="4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365280" imgH="330120" progId="Equation.DSMT4">
                    <p:embed/>
                  </p:oleObj>
                </mc:Choice>
                <mc:Fallback>
                  <p:oleObj name="Equation" r:id="rId14" imgW="336528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73" y="3260"/>
                          <a:ext cx="5014" cy="4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5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58137645"/>
                </p:ext>
              </p:extLst>
            </p:nvPr>
          </p:nvGraphicFramePr>
          <p:xfrm>
            <a:off x="440" y="3752"/>
            <a:ext cx="6065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3873240" imgH="203040" progId="Equation.DSMT4">
                    <p:embed/>
                  </p:oleObj>
                </mc:Choice>
                <mc:Fallback>
                  <p:oleObj name="Equation" r:id="rId16" imgW="38732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" y="3752"/>
                          <a:ext cx="6065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49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75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8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0205493"/>
              </p:ext>
            </p:extLst>
          </p:nvPr>
        </p:nvGraphicFramePr>
        <p:xfrm>
          <a:off x="3271538" y="974452"/>
          <a:ext cx="3532909" cy="7916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73120" imgH="330120" progId="Equation.DSMT4">
                  <p:embed/>
                </p:oleObj>
              </mc:Choice>
              <mc:Fallback>
                <p:oleObj name="Equation" r:id="rId2" imgW="14731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1538" y="974452"/>
                        <a:ext cx="3532909" cy="7916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225941"/>
              </p:ext>
            </p:extLst>
          </p:nvPr>
        </p:nvGraphicFramePr>
        <p:xfrm>
          <a:off x="3209457" y="1908597"/>
          <a:ext cx="5105402" cy="805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71520" imgH="342720" progId="Equation.DSMT4">
                  <p:embed/>
                </p:oleObj>
              </mc:Choice>
              <mc:Fallback>
                <p:oleObj name="Equation" r:id="rId4" imgW="217152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9457" y="1908597"/>
                        <a:ext cx="5105402" cy="8053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72" name="Group 26"/>
          <p:cNvGrpSpPr>
            <a:grpSpLocks/>
          </p:cNvGrpSpPr>
          <p:nvPr/>
        </p:nvGrpSpPr>
        <p:grpSpPr bwMode="auto">
          <a:xfrm>
            <a:off x="2895720" y="2983145"/>
            <a:ext cx="1512888" cy="504825"/>
            <a:chOff x="384" y="1488"/>
            <a:chExt cx="953" cy="318"/>
          </a:xfrm>
        </p:grpSpPr>
        <p:sp>
          <p:nvSpPr>
            <p:cNvPr id="7182" name="Rectangle 15"/>
            <p:cNvSpPr>
              <a:spLocks noChangeArrowheads="1"/>
            </p:cNvSpPr>
            <p:nvPr/>
          </p:nvSpPr>
          <p:spPr bwMode="auto">
            <a:xfrm>
              <a:off x="384" y="1488"/>
              <a:ext cx="953" cy="318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4800">
                <a:solidFill>
                  <a:srgbClr val="FF0000"/>
                </a:solidFill>
              </a:endParaRPr>
            </a:p>
          </p:txBody>
        </p:sp>
        <p:graphicFrame>
          <p:nvGraphicFramePr>
            <p:cNvPr id="7183" name="Object 16"/>
            <p:cNvGraphicFramePr>
              <a:graphicFrameLocks noChangeAspect="1"/>
            </p:cNvGraphicFramePr>
            <p:nvPr/>
          </p:nvGraphicFramePr>
          <p:xfrm>
            <a:off x="384" y="1488"/>
            <a:ext cx="816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698500" imgH="228600" progId="Equation.DSMT4">
                    <p:embed/>
                  </p:oleObj>
                </mc:Choice>
                <mc:Fallback>
                  <p:oleObj name="Equation" r:id="rId6" imgW="6985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" y="1488"/>
                          <a:ext cx="816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18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5899704"/>
              </p:ext>
            </p:extLst>
          </p:nvPr>
        </p:nvGraphicFramePr>
        <p:xfrm>
          <a:off x="4600988" y="2799393"/>
          <a:ext cx="2710873" cy="8950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31560" imgH="406080" progId="Equation.DSMT4">
                  <p:embed/>
                </p:oleObj>
              </mc:Choice>
              <mc:Fallback>
                <p:oleObj name="Equation" r:id="rId8" imgW="12315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0988" y="2799393"/>
                        <a:ext cx="2710873" cy="8950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8414474"/>
              </p:ext>
            </p:extLst>
          </p:nvPr>
        </p:nvGraphicFramePr>
        <p:xfrm>
          <a:off x="4604326" y="3702518"/>
          <a:ext cx="2736162" cy="884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57120" imgH="406080" progId="Equation.DSMT4">
                  <p:embed/>
                </p:oleObj>
              </mc:Choice>
              <mc:Fallback>
                <p:oleObj name="Equation" r:id="rId10" imgW="12571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4326" y="3702518"/>
                        <a:ext cx="2736162" cy="8844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3242036"/>
              </p:ext>
            </p:extLst>
          </p:nvPr>
        </p:nvGraphicFramePr>
        <p:xfrm>
          <a:off x="4604326" y="4593314"/>
          <a:ext cx="3078494" cy="872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34960" imgH="406080" progId="Equation.DSMT4">
                  <p:embed/>
                </p:oleObj>
              </mc:Choice>
              <mc:Fallback>
                <p:oleObj name="Equation" r:id="rId12" imgW="1434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4326" y="4593314"/>
                        <a:ext cx="3078494" cy="8722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7813768"/>
              </p:ext>
            </p:extLst>
          </p:nvPr>
        </p:nvGraphicFramePr>
        <p:xfrm>
          <a:off x="4696691" y="5465554"/>
          <a:ext cx="1002145" cy="890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57200" imgH="406080" progId="Equation.DSMT4">
                  <p:embed/>
                </p:oleObj>
              </mc:Choice>
              <mc:Fallback>
                <p:oleObj name="Equation" r:id="rId14" imgW="4572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6691" y="5465554"/>
                        <a:ext cx="1002145" cy="8907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89" name="Group 21"/>
          <p:cNvGrpSpPr>
            <a:grpSpLocks/>
          </p:cNvGrpSpPr>
          <p:nvPr/>
        </p:nvGrpSpPr>
        <p:grpSpPr bwMode="auto">
          <a:xfrm>
            <a:off x="8260685" y="3015473"/>
            <a:ext cx="2513013" cy="1228725"/>
            <a:chOff x="3928" y="1648"/>
            <a:chExt cx="1583" cy="774"/>
          </a:xfrm>
        </p:grpSpPr>
        <p:sp>
          <p:nvSpPr>
            <p:cNvPr id="2" name="Rectangle 22"/>
            <p:cNvSpPr>
              <a:spLocks noChangeArrowheads="1"/>
            </p:cNvSpPr>
            <p:nvPr/>
          </p:nvSpPr>
          <p:spPr bwMode="auto">
            <a:xfrm>
              <a:off x="3928" y="1648"/>
              <a:ext cx="1543" cy="774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" name="Text Box 23"/>
            <p:cNvSpPr txBox="1">
              <a:spLocks noChangeArrowheads="1"/>
            </p:cNvSpPr>
            <p:nvPr/>
          </p:nvSpPr>
          <p:spPr bwMode="auto">
            <a:xfrm>
              <a:off x="3968" y="1708"/>
              <a:ext cx="1543" cy="6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能否将这里的书</a:t>
              </a:r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写方式简化？</a:t>
              </a:r>
            </a:p>
          </p:txBody>
        </p:sp>
      </p:grpSp>
      <p:sp>
        <p:nvSpPr>
          <p:cNvPr id="7178" name="Text Box 24"/>
          <p:cNvSpPr txBox="1">
            <a:spLocks noChangeArrowheads="1"/>
          </p:cNvSpPr>
          <p:nvPr/>
        </p:nvSpPr>
        <p:spPr bwMode="auto">
          <a:xfrm>
            <a:off x="2182568" y="1108679"/>
            <a:ext cx="7441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179" name="Text Box 25"/>
          <p:cNvSpPr txBox="1">
            <a:spLocks noChangeArrowheads="1"/>
          </p:cNvSpPr>
          <p:nvPr/>
        </p:nvSpPr>
        <p:spPr bwMode="auto">
          <a:xfrm>
            <a:off x="2209800" y="1977855"/>
            <a:ext cx="5413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95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75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0832138"/>
              </p:ext>
            </p:extLst>
          </p:nvPr>
        </p:nvGraphicFramePr>
        <p:xfrm>
          <a:off x="1242113" y="1404921"/>
          <a:ext cx="9803246" cy="529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00320" imgH="215640" progId="Equation.DSMT4">
                  <p:embed/>
                </p:oleObj>
              </mc:Choice>
              <mc:Fallback>
                <p:oleObj name="Equation" r:id="rId2" imgW="40003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2113" y="1404921"/>
                        <a:ext cx="9803246" cy="5291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9004507"/>
              </p:ext>
            </p:extLst>
          </p:nvPr>
        </p:nvGraphicFramePr>
        <p:xfrm>
          <a:off x="2461480" y="2173865"/>
          <a:ext cx="7010400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09600" imgH="342720" progId="Equation.DSMT4">
                  <p:embed/>
                </p:oleObj>
              </mc:Choice>
              <mc:Fallback>
                <p:oleObj name="Equation" r:id="rId4" imgW="300960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1480" y="2173865"/>
                        <a:ext cx="7010400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2479584"/>
              </p:ext>
            </p:extLst>
          </p:nvPr>
        </p:nvGraphicFramePr>
        <p:xfrm>
          <a:off x="2461480" y="3326183"/>
          <a:ext cx="6963985" cy="801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984400" imgH="342720" progId="Equation.DSMT4">
                  <p:embed/>
                </p:oleObj>
              </mc:Choice>
              <mc:Fallback>
                <p:oleObj name="Equation" r:id="rId6" imgW="298440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1480" y="3326183"/>
                        <a:ext cx="6963985" cy="8012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8866784"/>
              </p:ext>
            </p:extLst>
          </p:nvPr>
        </p:nvGraphicFramePr>
        <p:xfrm>
          <a:off x="2414476" y="4375041"/>
          <a:ext cx="7714964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14520" imgH="342720" progId="Equation.DSMT4">
                  <p:embed/>
                </p:oleObj>
              </mc:Choice>
              <mc:Fallback>
                <p:oleObj name="Equation" r:id="rId8" imgW="331452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4476" y="4375041"/>
                        <a:ext cx="7714964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1405083" y="5393413"/>
            <a:ext cx="85771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+mn-ea"/>
                <a:ea typeface="+mn-ea"/>
              </a:rPr>
              <a:t>这样就将无穷积分的计算与定积分的计算联系起来了</a:t>
            </a:r>
            <a:r>
              <a:rPr lang="en-US" altLang="zh-CN" sz="2800" b="1" dirty="0">
                <a:latin typeface="+mn-ea"/>
                <a:ea typeface="+mn-ea"/>
              </a:rPr>
              <a:t>. 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0589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2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124579"/>
              </p:ext>
            </p:extLst>
          </p:nvPr>
        </p:nvGraphicFramePr>
        <p:xfrm>
          <a:off x="3132548" y="1005428"/>
          <a:ext cx="3364347" cy="10874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57120" imgH="406080" progId="Equation.DSMT4">
                  <p:embed/>
                </p:oleObj>
              </mc:Choice>
              <mc:Fallback>
                <p:oleObj name="Equation" r:id="rId2" imgW="12571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548" y="1005428"/>
                        <a:ext cx="3364347" cy="10874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3655400"/>
              </p:ext>
            </p:extLst>
          </p:nvPr>
        </p:nvGraphicFramePr>
        <p:xfrm>
          <a:off x="3132548" y="2187230"/>
          <a:ext cx="4703297" cy="1131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88760" imgH="406080" progId="Equation.DSMT4">
                  <p:embed/>
                </p:oleObj>
              </mc:Choice>
              <mc:Fallback>
                <p:oleObj name="Equation" r:id="rId4" imgW="16887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548" y="2187230"/>
                        <a:ext cx="4703297" cy="11314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5810499"/>
              </p:ext>
            </p:extLst>
          </p:nvPr>
        </p:nvGraphicFramePr>
        <p:xfrm>
          <a:off x="5056909" y="3491256"/>
          <a:ext cx="4387408" cy="708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26920" imgH="279360" progId="Equation.DSMT4">
                  <p:embed/>
                </p:oleObj>
              </mc:Choice>
              <mc:Fallback>
                <p:oleObj name="Equation" r:id="rId6" imgW="172692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6909" y="3491256"/>
                        <a:ext cx="4387408" cy="7088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3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863070"/>
              </p:ext>
            </p:extLst>
          </p:nvPr>
        </p:nvGraphicFramePr>
        <p:xfrm>
          <a:off x="5056909" y="4335318"/>
          <a:ext cx="1168400" cy="1011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69800" imgH="406080" progId="Equation.DSMT4">
                  <p:embed/>
                </p:oleObj>
              </mc:Choice>
              <mc:Fallback>
                <p:oleObj name="Equation" r:id="rId8" imgW="4698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6909" y="4335318"/>
                        <a:ext cx="1168400" cy="10119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2" name="Text Box 16"/>
          <p:cNvSpPr txBox="1">
            <a:spLocks noChangeArrowheads="1"/>
          </p:cNvSpPr>
          <p:nvPr/>
        </p:nvSpPr>
        <p:spPr bwMode="auto">
          <a:xfrm>
            <a:off x="1845473" y="1256773"/>
            <a:ext cx="80182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9223" name="Text Box 17"/>
          <p:cNvSpPr txBox="1">
            <a:spLocks noChangeArrowheads="1"/>
          </p:cNvSpPr>
          <p:nvPr/>
        </p:nvSpPr>
        <p:spPr bwMode="auto">
          <a:xfrm>
            <a:off x="1899302" y="2460568"/>
            <a:ext cx="59663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831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5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0449887"/>
              </p:ext>
            </p:extLst>
          </p:nvPr>
        </p:nvGraphicFramePr>
        <p:xfrm>
          <a:off x="3409766" y="975344"/>
          <a:ext cx="3396201" cy="1097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57120" imgH="406080" progId="Equation.DSMT4">
                  <p:embed/>
                </p:oleObj>
              </mc:Choice>
              <mc:Fallback>
                <p:oleObj name="Equation" r:id="rId2" imgW="12571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9766" y="975344"/>
                        <a:ext cx="3396201" cy="10977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5879309"/>
              </p:ext>
            </p:extLst>
          </p:nvPr>
        </p:nvGraphicFramePr>
        <p:xfrm>
          <a:off x="3553908" y="2088127"/>
          <a:ext cx="4248656" cy="10230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88760" imgH="406080" progId="Equation.DSMT4">
                  <p:embed/>
                </p:oleObj>
              </mc:Choice>
              <mc:Fallback>
                <p:oleObj name="Equation" r:id="rId4" imgW="16887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3908" y="2088127"/>
                        <a:ext cx="4248656" cy="10230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133482"/>
              </p:ext>
            </p:extLst>
          </p:nvPr>
        </p:nvGraphicFramePr>
        <p:xfrm>
          <a:off x="4134259" y="3219365"/>
          <a:ext cx="5443130" cy="742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44440" imgH="279360" progId="Equation.DSMT4">
                  <p:embed/>
                </p:oleObj>
              </mc:Choice>
              <mc:Fallback>
                <p:oleObj name="Equation" r:id="rId6" imgW="20444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4259" y="3219365"/>
                        <a:ext cx="5443130" cy="7429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7654216"/>
              </p:ext>
            </p:extLst>
          </p:nvPr>
        </p:nvGraphicFramePr>
        <p:xfrm>
          <a:off x="4120621" y="3913259"/>
          <a:ext cx="2685346" cy="1023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66680" imgH="406080" progId="Equation.DSMT4">
                  <p:embed/>
                </p:oleObj>
              </mc:Choice>
              <mc:Fallback>
                <p:oleObj name="Equation" r:id="rId8" imgW="10666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0621" y="3913259"/>
                        <a:ext cx="2685346" cy="10237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20491"/>
              </p:ext>
            </p:extLst>
          </p:nvPr>
        </p:nvGraphicFramePr>
        <p:xfrm>
          <a:off x="4117521" y="5060922"/>
          <a:ext cx="1014035" cy="3572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31640" imgH="139680" progId="Equation.DSMT4">
                  <p:embed/>
                </p:oleObj>
              </mc:Choice>
              <mc:Fallback>
                <p:oleObj name="Equation" r:id="rId10" imgW="43164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7521" y="5060922"/>
                        <a:ext cx="1014035" cy="3572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57" name="Group 17"/>
          <p:cNvGrpSpPr>
            <a:grpSpLocks/>
          </p:cNvGrpSpPr>
          <p:nvPr/>
        </p:nvGrpSpPr>
        <p:grpSpPr bwMode="auto">
          <a:xfrm>
            <a:off x="6240464" y="4221163"/>
            <a:ext cx="3527425" cy="1619250"/>
            <a:chOff x="3152" y="2614"/>
            <a:chExt cx="2222" cy="1020"/>
          </a:xfrm>
        </p:grpSpPr>
        <p:grpSp>
          <p:nvGrpSpPr>
            <p:cNvPr id="10250" name="Group 18"/>
            <p:cNvGrpSpPr>
              <a:grpSpLocks/>
            </p:cNvGrpSpPr>
            <p:nvPr/>
          </p:nvGrpSpPr>
          <p:grpSpPr bwMode="auto">
            <a:xfrm>
              <a:off x="3152" y="2660"/>
              <a:ext cx="2222" cy="974"/>
              <a:chOff x="3243" y="2886"/>
              <a:chExt cx="2222" cy="974"/>
            </a:xfrm>
          </p:grpSpPr>
          <p:sp>
            <p:nvSpPr>
              <p:cNvPr id="2" name="Line 19"/>
              <p:cNvSpPr>
                <a:spLocks noChangeShapeType="1"/>
              </p:cNvSpPr>
              <p:nvPr/>
            </p:nvSpPr>
            <p:spPr bwMode="auto">
              <a:xfrm>
                <a:off x="3243" y="3657"/>
                <a:ext cx="222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" name="Line 20"/>
              <p:cNvSpPr>
                <a:spLocks noChangeShapeType="1"/>
              </p:cNvSpPr>
              <p:nvPr/>
            </p:nvSpPr>
            <p:spPr bwMode="auto">
              <a:xfrm flipV="1">
                <a:off x="4332" y="2886"/>
                <a:ext cx="0" cy="90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4" name="Object 21"/>
              <p:cNvGraphicFramePr>
                <a:graphicFrameLocks noChangeAspect="1"/>
              </p:cNvGraphicFramePr>
              <p:nvPr/>
            </p:nvGraphicFramePr>
            <p:xfrm>
              <a:off x="4154" y="3684"/>
              <a:ext cx="160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2" imgW="253890" imgH="279279" progId="Equation.3">
                      <p:embed/>
                    </p:oleObj>
                  </mc:Choice>
                  <mc:Fallback>
                    <p:oleObj name="公式" r:id="rId12" imgW="253890" imgH="279279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54" y="3684"/>
                            <a:ext cx="160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" name="Object 22"/>
              <p:cNvGraphicFramePr>
                <a:graphicFrameLocks noChangeAspect="1"/>
              </p:cNvGraphicFramePr>
              <p:nvPr/>
            </p:nvGraphicFramePr>
            <p:xfrm>
              <a:off x="5345" y="3710"/>
              <a:ext cx="120" cy="1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4" imgW="190417" imgH="203112" progId="Equation.3">
                      <p:embed/>
                    </p:oleObj>
                  </mc:Choice>
                  <mc:Fallback>
                    <p:oleObj name="公式" r:id="rId14" imgW="190417" imgH="203112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45" y="3710"/>
                            <a:ext cx="120" cy="1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58" name="Object 23"/>
              <p:cNvGraphicFramePr>
                <a:graphicFrameLocks noChangeAspect="1"/>
              </p:cNvGraphicFramePr>
              <p:nvPr/>
            </p:nvGraphicFramePr>
            <p:xfrm>
              <a:off x="4159" y="2904"/>
              <a:ext cx="136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6" imgW="215619" imgH="266353" progId="Equation.3">
                      <p:embed/>
                    </p:oleObj>
                  </mc:Choice>
                  <mc:Fallback>
                    <p:oleObj name="公式" r:id="rId16" imgW="215619" imgH="266353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59" y="2904"/>
                            <a:ext cx="136" cy="1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251" name="Freeform 24"/>
            <p:cNvSpPr>
              <a:spLocks/>
            </p:cNvSpPr>
            <p:nvPr/>
          </p:nvSpPr>
          <p:spPr bwMode="auto">
            <a:xfrm>
              <a:off x="3243" y="3011"/>
              <a:ext cx="1995" cy="357"/>
            </a:xfrm>
            <a:custGeom>
              <a:avLst/>
              <a:gdLst>
                <a:gd name="T0" fmla="*/ 0 w 1995"/>
                <a:gd name="T1" fmla="*/ 357 h 357"/>
                <a:gd name="T2" fmla="*/ 607 w 1995"/>
                <a:gd name="T3" fmla="*/ 256 h 357"/>
                <a:gd name="T4" fmla="*/ 991 w 1995"/>
                <a:gd name="T5" fmla="*/ 0 h 357"/>
                <a:gd name="T6" fmla="*/ 1429 w 1995"/>
                <a:gd name="T7" fmla="*/ 256 h 357"/>
                <a:gd name="T8" fmla="*/ 1995 w 1995"/>
                <a:gd name="T9" fmla="*/ 357 h 3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95" h="357">
                  <a:moveTo>
                    <a:pt x="0" y="357"/>
                  </a:moveTo>
                  <a:cubicBezTo>
                    <a:pt x="101" y="340"/>
                    <a:pt x="442" y="315"/>
                    <a:pt x="607" y="256"/>
                  </a:cubicBezTo>
                  <a:cubicBezTo>
                    <a:pt x="772" y="197"/>
                    <a:pt x="854" y="0"/>
                    <a:pt x="991" y="0"/>
                  </a:cubicBezTo>
                  <a:cubicBezTo>
                    <a:pt x="1128" y="0"/>
                    <a:pt x="1262" y="197"/>
                    <a:pt x="1429" y="256"/>
                  </a:cubicBezTo>
                  <a:cubicBezTo>
                    <a:pt x="1596" y="315"/>
                    <a:pt x="1877" y="336"/>
                    <a:pt x="1995" y="357"/>
                  </a:cubicBezTo>
                </a:path>
              </a:pathLst>
            </a:custGeom>
            <a:noFill/>
            <a:ln w="28575" cmpd="sng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" name="Object 25"/>
            <p:cNvGraphicFramePr>
              <a:graphicFrameLocks noChangeAspect="1"/>
            </p:cNvGraphicFramePr>
            <p:nvPr/>
          </p:nvGraphicFramePr>
          <p:xfrm>
            <a:off x="4467" y="2614"/>
            <a:ext cx="760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143179" imgH="657364" progId="Equation.3">
                    <p:embed/>
                  </p:oleObj>
                </mc:Choice>
                <mc:Fallback>
                  <p:oleObj name="公式" r:id="rId18" imgW="1143179" imgH="65736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7" y="2614"/>
                          <a:ext cx="760" cy="4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26"/>
            <p:cNvGraphicFramePr>
              <a:graphicFrameLocks noChangeAspect="1"/>
            </p:cNvGraphicFramePr>
            <p:nvPr/>
          </p:nvGraphicFramePr>
          <p:xfrm>
            <a:off x="4313" y="2824"/>
            <a:ext cx="80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126835" imgH="266353" progId="Equation.3">
                    <p:embed/>
                  </p:oleObj>
                </mc:Choice>
                <mc:Fallback>
                  <p:oleObj name="公式" r:id="rId20" imgW="126835" imgH="26635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3" y="2824"/>
                          <a:ext cx="80" cy="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248" name="Text Box 27"/>
          <p:cNvSpPr txBox="1">
            <a:spLocks noChangeArrowheads="1"/>
          </p:cNvSpPr>
          <p:nvPr/>
        </p:nvSpPr>
        <p:spPr bwMode="auto">
          <a:xfrm>
            <a:off x="2165109" y="1231806"/>
            <a:ext cx="80182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0249" name="Text Box 28"/>
          <p:cNvSpPr txBox="1">
            <a:spLocks noChangeArrowheads="1"/>
          </p:cNvSpPr>
          <p:nvPr/>
        </p:nvSpPr>
        <p:spPr bwMode="auto">
          <a:xfrm>
            <a:off x="2077743" y="2307266"/>
            <a:ext cx="59663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2087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2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7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9965744"/>
              </p:ext>
            </p:extLst>
          </p:nvPr>
        </p:nvGraphicFramePr>
        <p:xfrm>
          <a:off x="3581400" y="938236"/>
          <a:ext cx="3948572" cy="1088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73120" imgH="406080" progId="Equation.DSMT4">
                  <p:embed/>
                </p:oleObj>
              </mc:Choice>
              <mc:Fallback>
                <p:oleObj name="Equation" r:id="rId2" imgW="14731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938236"/>
                        <a:ext cx="3948572" cy="10889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357163"/>
              </p:ext>
            </p:extLst>
          </p:nvPr>
        </p:nvGraphicFramePr>
        <p:xfrm>
          <a:off x="3344008" y="2142916"/>
          <a:ext cx="5105400" cy="10015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70000" imgH="406080" progId="Equation.DSMT4">
                  <p:embed/>
                </p:oleObj>
              </mc:Choice>
              <mc:Fallback>
                <p:oleObj name="Equation" r:id="rId4" imgW="20700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4008" y="2142916"/>
                        <a:ext cx="5105400" cy="10015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2860064"/>
              </p:ext>
            </p:extLst>
          </p:nvPr>
        </p:nvGraphicFramePr>
        <p:xfrm>
          <a:off x="5555686" y="3175884"/>
          <a:ext cx="3522905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23880" imgH="406080" progId="Equation.DSMT4">
                  <p:embed/>
                </p:oleObj>
              </mc:Choice>
              <mc:Fallback>
                <p:oleObj name="Equation" r:id="rId6" imgW="15238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5686" y="3175884"/>
                        <a:ext cx="3522905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3518660"/>
              </p:ext>
            </p:extLst>
          </p:nvPr>
        </p:nvGraphicFramePr>
        <p:xfrm>
          <a:off x="5562599" y="4302577"/>
          <a:ext cx="1378523" cy="4595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33160" imgH="177480" progId="Equation.DSMT4">
                  <p:embed/>
                </p:oleObj>
              </mc:Choice>
              <mc:Fallback>
                <p:oleObj name="Equation" r:id="rId8" imgW="5331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599" y="4302577"/>
                        <a:ext cx="1378523" cy="4595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5977768"/>
              </p:ext>
            </p:extLst>
          </p:nvPr>
        </p:nvGraphicFramePr>
        <p:xfrm>
          <a:off x="3581400" y="4824858"/>
          <a:ext cx="5333946" cy="1052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57400" imgH="406080" progId="Equation.DSMT4">
                  <p:embed/>
                </p:oleObj>
              </mc:Choice>
              <mc:Fallback>
                <p:oleObj name="Equation" r:id="rId10" imgW="20574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4824858"/>
                        <a:ext cx="5333946" cy="10529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Text Box 17"/>
          <p:cNvSpPr txBox="1">
            <a:spLocks noChangeArrowheads="1"/>
          </p:cNvSpPr>
          <p:nvPr/>
        </p:nvSpPr>
        <p:spPr bwMode="auto">
          <a:xfrm>
            <a:off x="2217893" y="1190343"/>
            <a:ext cx="80182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1272" name="Text Box 18"/>
          <p:cNvSpPr txBox="1">
            <a:spLocks noChangeArrowheads="1"/>
          </p:cNvSpPr>
          <p:nvPr/>
        </p:nvSpPr>
        <p:spPr bwMode="auto">
          <a:xfrm>
            <a:off x="2217893" y="2353987"/>
            <a:ext cx="5921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563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0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286483"/>
              </p:ext>
            </p:extLst>
          </p:nvPr>
        </p:nvGraphicFramePr>
        <p:xfrm>
          <a:off x="3482956" y="1104870"/>
          <a:ext cx="386975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800" imgH="330120" progId="Equation.DSMT4">
                  <p:embed/>
                </p:oleObj>
              </mc:Choice>
              <mc:Fallback>
                <p:oleObj name="Equation" r:id="rId2" imgW="13968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2956" y="1104870"/>
                        <a:ext cx="386975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9613406"/>
              </p:ext>
            </p:extLst>
          </p:nvPr>
        </p:nvGraphicFramePr>
        <p:xfrm>
          <a:off x="3389132" y="2308225"/>
          <a:ext cx="4057404" cy="856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62100" imgH="330200" progId="Equation.DSMT4">
                  <p:embed/>
                </p:oleObj>
              </mc:Choice>
              <mc:Fallback>
                <p:oleObj name="Equation" r:id="rId4" imgW="15621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9132" y="2308225"/>
                        <a:ext cx="4057404" cy="8566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1865455"/>
              </p:ext>
            </p:extLst>
          </p:nvPr>
        </p:nvGraphicFramePr>
        <p:xfrm>
          <a:off x="5782408" y="3359678"/>
          <a:ext cx="3124200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08100" imgH="279400" progId="Equation.DSMT4">
                  <p:embed/>
                </p:oleObj>
              </mc:Choice>
              <mc:Fallback>
                <p:oleObj name="Equation" r:id="rId6" imgW="13081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2408" y="3359678"/>
                        <a:ext cx="3124200" cy="66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7600773"/>
              </p:ext>
            </p:extLst>
          </p:nvPr>
        </p:nvGraphicFramePr>
        <p:xfrm>
          <a:off x="1546216" y="4152633"/>
          <a:ext cx="9807584" cy="8866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797280" imgH="342720" progId="Equation.DSMT4">
                  <p:embed/>
                </p:oleObj>
              </mc:Choice>
              <mc:Fallback>
                <p:oleObj name="Equation" r:id="rId8" imgW="37972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6216" y="4152633"/>
                        <a:ext cx="9807584" cy="8866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Text Box 16"/>
          <p:cNvSpPr txBox="1">
            <a:spLocks noChangeArrowheads="1"/>
          </p:cNvSpPr>
          <p:nvPr/>
        </p:nvSpPr>
        <p:spPr bwMode="auto">
          <a:xfrm>
            <a:off x="1696244" y="1272351"/>
            <a:ext cx="8175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2295" name="Text Box 17"/>
          <p:cNvSpPr txBox="1">
            <a:spLocks noChangeArrowheads="1"/>
          </p:cNvSpPr>
          <p:nvPr/>
        </p:nvSpPr>
        <p:spPr bwMode="auto">
          <a:xfrm>
            <a:off x="1628775" y="2446842"/>
            <a:ext cx="5921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446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2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9233665"/>
              </p:ext>
            </p:extLst>
          </p:nvPr>
        </p:nvGraphicFramePr>
        <p:xfrm>
          <a:off x="2351088" y="695950"/>
          <a:ext cx="7631112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33640" imgH="406080" progId="Equation.DSMT4">
                  <p:embed/>
                </p:oleObj>
              </mc:Choice>
              <mc:Fallback>
                <p:oleObj name="Equation" r:id="rId2" imgW="29336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88" y="695950"/>
                        <a:ext cx="7631112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3956935"/>
              </p:ext>
            </p:extLst>
          </p:nvPr>
        </p:nvGraphicFramePr>
        <p:xfrm>
          <a:off x="2328863" y="1633670"/>
          <a:ext cx="3786808" cy="564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47560" imgH="215640" progId="Equation.DSMT4">
                  <p:embed/>
                </p:oleObj>
              </mc:Choice>
              <mc:Fallback>
                <p:oleObj name="Equation" r:id="rId4" imgW="14475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8863" y="1633670"/>
                        <a:ext cx="3786808" cy="5649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2608089"/>
              </p:ext>
            </p:extLst>
          </p:nvPr>
        </p:nvGraphicFramePr>
        <p:xfrm>
          <a:off x="2460841" y="2299538"/>
          <a:ext cx="2317318" cy="547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215640" progId="Equation.DSMT4">
                  <p:embed/>
                </p:oleObj>
              </mc:Choice>
              <mc:Fallback>
                <p:oleObj name="Equation" r:id="rId6" imgW="914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0841" y="2299538"/>
                        <a:ext cx="2317318" cy="547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1645536"/>
              </p:ext>
            </p:extLst>
          </p:nvPr>
        </p:nvGraphicFramePr>
        <p:xfrm>
          <a:off x="1712697" y="2941810"/>
          <a:ext cx="3733800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47172" imgH="406224" progId="Equation.DSMT4">
                  <p:embed/>
                </p:oleObj>
              </mc:Choice>
              <mc:Fallback>
                <p:oleObj name="Equation" r:id="rId8" imgW="1447172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2697" y="2941810"/>
                        <a:ext cx="3733800" cy="1046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9601831"/>
              </p:ext>
            </p:extLst>
          </p:nvPr>
        </p:nvGraphicFramePr>
        <p:xfrm>
          <a:off x="5235284" y="3198975"/>
          <a:ext cx="3375316" cy="741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70000" imgH="279400" progId="Equation.DSMT4">
                  <p:embed/>
                </p:oleObj>
              </mc:Choice>
              <mc:Fallback>
                <p:oleObj name="Equation" r:id="rId10" imgW="12700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5284" y="3198975"/>
                        <a:ext cx="3375316" cy="7413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6680187"/>
              </p:ext>
            </p:extLst>
          </p:nvPr>
        </p:nvGraphicFramePr>
        <p:xfrm>
          <a:off x="8736158" y="3305175"/>
          <a:ext cx="1524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32937" imgH="177646" progId="Equation.DSMT4">
                  <p:embed/>
                </p:oleObj>
              </mc:Choice>
              <mc:Fallback>
                <p:oleObj name="Equation" r:id="rId12" imgW="532937" imgH="1776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6158" y="3305175"/>
                        <a:ext cx="1524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8669103"/>
              </p:ext>
            </p:extLst>
          </p:nvPr>
        </p:nvGraphicFramePr>
        <p:xfrm>
          <a:off x="1568864" y="3971032"/>
          <a:ext cx="524827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93680" imgH="215640" progId="Equation.DSMT4">
                  <p:embed/>
                </p:oleObj>
              </mc:Choice>
              <mc:Fallback>
                <p:oleObj name="Equation" r:id="rId14" imgW="19936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8864" y="3971032"/>
                        <a:ext cx="5248275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995579"/>
              </p:ext>
            </p:extLst>
          </p:nvPr>
        </p:nvGraphicFramePr>
        <p:xfrm>
          <a:off x="1568864" y="4575516"/>
          <a:ext cx="2050636" cy="5451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914400" imgH="215640" progId="Equation.DSMT4">
                  <p:embed/>
                </p:oleObj>
              </mc:Choice>
              <mc:Fallback>
                <p:oleObj name="Equation" r:id="rId16" imgW="914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8864" y="4575516"/>
                        <a:ext cx="2050636" cy="5451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3017592"/>
              </p:ext>
            </p:extLst>
          </p:nvPr>
        </p:nvGraphicFramePr>
        <p:xfrm>
          <a:off x="1571192" y="5110165"/>
          <a:ext cx="3308540" cy="11152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320480" imgH="444240" progId="Equation.DSMT4">
                  <p:embed/>
                </p:oleObj>
              </mc:Choice>
              <mc:Fallback>
                <p:oleObj name="Equation" r:id="rId18" imgW="13204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192" y="5110165"/>
                        <a:ext cx="3308540" cy="11152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5208611"/>
              </p:ext>
            </p:extLst>
          </p:nvPr>
        </p:nvGraphicFramePr>
        <p:xfrm>
          <a:off x="4985922" y="4940731"/>
          <a:ext cx="3750236" cy="1626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612900" imgH="698500" progId="Equation.DSMT4">
                  <p:embed/>
                </p:oleObj>
              </mc:Choice>
              <mc:Fallback>
                <p:oleObj name="Equation" r:id="rId20" imgW="1612900" imgH="698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5922" y="4940731"/>
                        <a:ext cx="3750236" cy="16269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7909064"/>
              </p:ext>
            </p:extLst>
          </p:nvPr>
        </p:nvGraphicFramePr>
        <p:xfrm>
          <a:off x="9055455" y="5056989"/>
          <a:ext cx="1140691" cy="5228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44240" imgH="203040" progId="Equation.DSMT4">
                  <p:embed/>
                </p:oleObj>
              </mc:Choice>
              <mc:Fallback>
                <p:oleObj name="Equation" r:id="rId22" imgW="4442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55455" y="5056989"/>
                        <a:ext cx="1140691" cy="5228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5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6809164"/>
              </p:ext>
            </p:extLst>
          </p:nvPr>
        </p:nvGraphicFramePr>
        <p:xfrm>
          <a:off x="9163222" y="5838654"/>
          <a:ext cx="1096936" cy="517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431640" imgH="203040" progId="Equation.DSMT4">
                  <p:embed/>
                </p:oleObj>
              </mc:Choice>
              <mc:Fallback>
                <p:oleObj name="Equation" r:id="rId24" imgW="431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63222" y="5838654"/>
                        <a:ext cx="1096936" cy="5176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24"/>
          <p:cNvSpPr txBox="1">
            <a:spLocks noChangeArrowheads="1"/>
          </p:cNvSpPr>
          <p:nvPr/>
        </p:nvSpPr>
        <p:spPr bwMode="auto">
          <a:xfrm>
            <a:off x="1511300" y="875091"/>
            <a:ext cx="8175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3" name="Text Box 25"/>
          <p:cNvSpPr txBox="1">
            <a:spLocks noChangeArrowheads="1"/>
          </p:cNvSpPr>
          <p:nvPr/>
        </p:nvSpPr>
        <p:spPr bwMode="auto">
          <a:xfrm>
            <a:off x="1568864" y="2327021"/>
            <a:ext cx="5921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389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495550" y="1350352"/>
            <a:ext cx="2520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华文宋体" panose="02010600040101010101" pitchFamily="2" charset="-122"/>
              </a:rPr>
              <a:t>综上所述，</a:t>
            </a:r>
          </a:p>
        </p:txBody>
      </p:sp>
      <p:grpSp>
        <p:nvGrpSpPr>
          <p:cNvPr id="14340" name="Group 7"/>
          <p:cNvGrpSpPr>
            <a:grpSpLocks/>
          </p:cNvGrpSpPr>
          <p:nvPr/>
        </p:nvGrpSpPr>
        <p:grpSpPr bwMode="auto">
          <a:xfrm>
            <a:off x="2495550" y="2492627"/>
            <a:ext cx="6805874" cy="1820949"/>
            <a:chOff x="610" y="1162"/>
            <a:chExt cx="4298" cy="1053"/>
          </a:xfrm>
        </p:grpSpPr>
        <p:sp>
          <p:nvSpPr>
            <p:cNvPr id="14341" name="Rectangle 5"/>
            <p:cNvSpPr>
              <a:spLocks noChangeArrowheads="1"/>
            </p:cNvSpPr>
            <p:nvPr/>
          </p:nvSpPr>
          <p:spPr bwMode="auto">
            <a:xfrm>
              <a:off x="610" y="1162"/>
              <a:ext cx="4298" cy="1053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4800">
                <a:solidFill>
                  <a:srgbClr val="FF0000"/>
                </a:solidFill>
              </a:endParaRPr>
            </a:p>
          </p:txBody>
        </p:sp>
        <p:graphicFrame>
          <p:nvGraphicFramePr>
            <p:cNvPr id="14342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51191033"/>
                </p:ext>
              </p:extLst>
            </p:nvPr>
          </p:nvGraphicFramePr>
          <p:xfrm>
            <a:off x="998" y="1171"/>
            <a:ext cx="3764" cy="9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489040" imgH="634680" progId="Equation.DSMT4">
                    <p:embed/>
                  </p:oleObj>
                </mc:Choice>
                <mc:Fallback>
                  <p:oleObj name="Equation" r:id="rId2" imgW="2489040" imgH="634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8" y="1171"/>
                          <a:ext cx="3764" cy="9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92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1254861" y="708011"/>
            <a:ext cx="572192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无穷积分的基本运算性质</a:t>
            </a:r>
          </a:p>
        </p:txBody>
      </p:sp>
      <p:graphicFrame>
        <p:nvGraphicFramePr>
          <p:cNvPr id="1536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7156635"/>
              </p:ext>
            </p:extLst>
          </p:nvPr>
        </p:nvGraphicFramePr>
        <p:xfrm>
          <a:off x="1543918" y="1356585"/>
          <a:ext cx="5717597" cy="504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51100" imgH="215900" progId="Equation.DSMT4">
                  <p:embed/>
                </p:oleObj>
              </mc:Choice>
              <mc:Fallback>
                <p:oleObj name="Equation" r:id="rId2" imgW="24511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918" y="1356585"/>
                        <a:ext cx="5717597" cy="5043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8034475"/>
              </p:ext>
            </p:extLst>
          </p:nvPr>
        </p:nvGraphicFramePr>
        <p:xfrm>
          <a:off x="1227776" y="2658330"/>
          <a:ext cx="8676461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19500" imgH="330200" progId="Equation.DSMT4">
                  <p:embed/>
                </p:oleObj>
              </mc:Choice>
              <mc:Fallback>
                <p:oleObj name="Equation" r:id="rId4" imgW="36195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7776" y="2658330"/>
                        <a:ext cx="8676461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8427334"/>
              </p:ext>
            </p:extLst>
          </p:nvPr>
        </p:nvGraphicFramePr>
        <p:xfrm>
          <a:off x="1227776" y="3360673"/>
          <a:ext cx="9572122" cy="746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229100" imgH="330200" progId="Equation.DSMT4">
                  <p:embed/>
                </p:oleObj>
              </mc:Choice>
              <mc:Fallback>
                <p:oleObj name="Equation" r:id="rId6" imgW="42291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7776" y="3360673"/>
                        <a:ext cx="9572122" cy="7468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5340092"/>
              </p:ext>
            </p:extLst>
          </p:nvPr>
        </p:nvGraphicFramePr>
        <p:xfrm>
          <a:off x="1227776" y="4119131"/>
          <a:ext cx="8664505" cy="753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797300" imgH="330200" progId="Equation.DSMT4">
                  <p:embed/>
                </p:oleObj>
              </mc:Choice>
              <mc:Fallback>
                <p:oleObj name="Equation" r:id="rId8" imgW="37973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7776" y="4119131"/>
                        <a:ext cx="8664505" cy="753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1377413"/>
              </p:ext>
            </p:extLst>
          </p:nvPr>
        </p:nvGraphicFramePr>
        <p:xfrm>
          <a:off x="1254861" y="4912285"/>
          <a:ext cx="7760262" cy="4850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54400" imgH="215900" progId="Equation.DSMT4">
                  <p:embed/>
                </p:oleObj>
              </mc:Choice>
              <mc:Fallback>
                <p:oleObj name="Equation" r:id="rId10" imgW="34544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861" y="4912285"/>
                        <a:ext cx="7760262" cy="4850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6727045"/>
              </p:ext>
            </p:extLst>
          </p:nvPr>
        </p:nvGraphicFramePr>
        <p:xfrm>
          <a:off x="1254861" y="1920286"/>
          <a:ext cx="5302168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98700" imgH="330200" progId="Equation.DSMT4">
                  <p:embed/>
                </p:oleObj>
              </mc:Choice>
              <mc:Fallback>
                <p:oleObj name="Equation" r:id="rId12" imgW="22987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4861" y="1920286"/>
                        <a:ext cx="5302168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6990252"/>
              </p:ext>
            </p:extLst>
          </p:nvPr>
        </p:nvGraphicFramePr>
        <p:xfrm>
          <a:off x="1227776" y="5512973"/>
          <a:ext cx="9911279" cy="712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584700" imgH="330200" progId="Equation.DSMT4">
                  <p:embed/>
                </p:oleObj>
              </mc:Choice>
              <mc:Fallback>
                <p:oleObj name="Equation" r:id="rId14" imgW="45847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7776" y="5512973"/>
                        <a:ext cx="9911279" cy="7128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370" name="Group 10"/>
          <p:cNvGrpSpPr>
            <a:grpSpLocks/>
          </p:cNvGrpSpPr>
          <p:nvPr/>
        </p:nvGrpSpPr>
        <p:grpSpPr bwMode="auto">
          <a:xfrm>
            <a:off x="8267334" y="778514"/>
            <a:ext cx="2711450" cy="1660525"/>
            <a:chOff x="3777" y="346"/>
            <a:chExt cx="1708" cy="1046"/>
          </a:xfrm>
        </p:grpSpPr>
        <p:sp>
          <p:nvSpPr>
            <p:cNvPr id="15371" name="Rectangle 11"/>
            <p:cNvSpPr>
              <a:spLocks noChangeArrowheads="1"/>
            </p:cNvSpPr>
            <p:nvPr/>
          </p:nvSpPr>
          <p:spPr bwMode="auto">
            <a:xfrm>
              <a:off x="3777" y="346"/>
              <a:ext cx="1708" cy="104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zh-CN" sz="240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5372" name="Text Box 12"/>
            <p:cNvSpPr txBox="1">
              <a:spLocks noChangeArrowheads="1"/>
            </p:cNvSpPr>
            <p:nvPr/>
          </p:nvSpPr>
          <p:spPr bwMode="auto">
            <a:xfrm>
              <a:off x="3876" y="498"/>
              <a:ext cx="1469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400">
                  <a:latin typeface="华文中宋" panose="02010600040101010101" pitchFamily="2" charset="-122"/>
                  <a:ea typeface="华文中宋" panose="02010600040101010101" pitchFamily="2" charset="-122"/>
                </a:rPr>
                <a:t>其它类型的无穷积分的情形类似于此</a:t>
              </a:r>
              <a:r>
                <a:rPr lang="en-US" altLang="zh-CN" sz="2400">
                  <a:latin typeface="华文中宋" panose="02010600040101010101" pitchFamily="2" charset="-122"/>
                  <a:ea typeface="华文中宋" panose="02010600040101010101" pitchFamily="2" charset="-122"/>
                </a:rPr>
                <a:t>.   </a:t>
              </a:r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1689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9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035405"/>
              </p:ext>
            </p:extLst>
          </p:nvPr>
        </p:nvGraphicFramePr>
        <p:xfrm>
          <a:off x="3145820" y="988402"/>
          <a:ext cx="3265400" cy="9763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58310" imgH="406224" progId="Equation.DSMT4">
                  <p:embed/>
                </p:oleObj>
              </mc:Choice>
              <mc:Fallback>
                <p:oleObj name="Equation" r:id="rId2" imgW="1358310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5820" y="988402"/>
                        <a:ext cx="3265400" cy="9763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4509595"/>
              </p:ext>
            </p:extLst>
          </p:nvPr>
        </p:nvGraphicFramePr>
        <p:xfrm>
          <a:off x="3124200" y="2129789"/>
          <a:ext cx="3073400" cy="5122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18671" imgH="203112" progId="Equation.DSMT4">
                  <p:embed/>
                </p:oleObj>
              </mc:Choice>
              <mc:Fallback>
                <p:oleObj name="Equation" r:id="rId4" imgW="1218671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129789"/>
                        <a:ext cx="3073400" cy="5122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3298247"/>
              </p:ext>
            </p:extLst>
          </p:nvPr>
        </p:nvGraphicFramePr>
        <p:xfrm>
          <a:off x="3950650" y="2759497"/>
          <a:ext cx="5875951" cy="973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51100" imgH="406400" progId="Equation.DSMT4">
                  <p:embed/>
                </p:oleObj>
              </mc:Choice>
              <mc:Fallback>
                <p:oleObj name="Equation" r:id="rId6" imgW="24511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0650" y="2759497"/>
                        <a:ext cx="5875951" cy="9734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89" name="Group 33"/>
          <p:cNvGrpSpPr>
            <a:grpSpLocks/>
          </p:cNvGrpSpPr>
          <p:nvPr/>
        </p:nvGrpSpPr>
        <p:grpSpPr bwMode="auto">
          <a:xfrm>
            <a:off x="1710503" y="3825518"/>
            <a:ext cx="3429000" cy="1150938"/>
            <a:chOff x="336" y="2352"/>
            <a:chExt cx="2160" cy="725"/>
          </a:xfrm>
        </p:grpSpPr>
        <p:sp>
          <p:nvSpPr>
            <p:cNvPr id="16395" name="Rectangle 22"/>
            <p:cNvSpPr>
              <a:spLocks noChangeArrowheads="1"/>
            </p:cNvSpPr>
            <p:nvPr/>
          </p:nvSpPr>
          <p:spPr bwMode="auto">
            <a:xfrm>
              <a:off x="336" y="2352"/>
              <a:ext cx="2160" cy="725"/>
            </a:xfrm>
            <a:prstGeom prst="rect">
              <a:avLst/>
            </a:prstGeom>
            <a:solidFill>
              <a:srgbClr val="FFFFCC"/>
            </a:solidFill>
            <a:ln w="19050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4800">
                <a:solidFill>
                  <a:srgbClr val="FF0000"/>
                </a:solidFill>
              </a:endParaRPr>
            </a:p>
          </p:txBody>
        </p:sp>
        <p:graphicFrame>
          <p:nvGraphicFramePr>
            <p:cNvPr id="2" name="Object 24"/>
            <p:cNvGraphicFramePr>
              <a:graphicFrameLocks noChangeAspect="1"/>
            </p:cNvGraphicFramePr>
            <p:nvPr/>
          </p:nvGraphicFramePr>
          <p:xfrm>
            <a:off x="480" y="2500"/>
            <a:ext cx="1872" cy="4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612900" imgH="406400" progId="Equation.DSMT4">
                    <p:embed/>
                  </p:oleObj>
                </mc:Choice>
                <mc:Fallback>
                  <p:oleObj name="Equation" r:id="rId8" imgW="1612900" imgH="406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" y="2500"/>
                          <a:ext cx="1872" cy="4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" name="Group 25"/>
            <p:cNvGrpSpPr>
              <a:grpSpLocks/>
            </p:cNvGrpSpPr>
            <p:nvPr/>
          </p:nvGrpSpPr>
          <p:grpSpPr bwMode="auto">
            <a:xfrm>
              <a:off x="1248" y="2400"/>
              <a:ext cx="244" cy="250"/>
              <a:chOff x="2681" y="3634"/>
              <a:chExt cx="244" cy="250"/>
            </a:xfrm>
          </p:grpSpPr>
          <p:sp>
            <p:nvSpPr>
              <p:cNvPr id="16398" name="Oval 26"/>
              <p:cNvSpPr>
                <a:spLocks noChangeArrowheads="1"/>
              </p:cNvSpPr>
              <p:nvPr/>
            </p:nvSpPr>
            <p:spPr bwMode="auto">
              <a:xfrm>
                <a:off x="2699" y="3657"/>
                <a:ext cx="226" cy="226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4800">
                  <a:solidFill>
                    <a:srgbClr val="FF0000"/>
                  </a:solidFill>
                </a:endParaRPr>
              </a:p>
            </p:txBody>
          </p:sp>
          <p:sp>
            <p:nvSpPr>
              <p:cNvPr id="16399" name="Text Box 27"/>
              <p:cNvSpPr txBox="1">
                <a:spLocks noChangeArrowheads="1"/>
              </p:cNvSpPr>
              <p:nvPr/>
            </p:nvSpPr>
            <p:spPr bwMode="auto">
              <a:xfrm>
                <a:off x="2681" y="3634"/>
                <a:ext cx="244" cy="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zh-CN" altLang="en-US" sz="200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罗</a:t>
                </a:r>
              </a:p>
            </p:txBody>
          </p:sp>
        </p:grpSp>
      </p:grpSp>
      <p:graphicFrame>
        <p:nvGraphicFramePr>
          <p:cNvPr id="16412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3791035"/>
              </p:ext>
            </p:extLst>
          </p:nvPr>
        </p:nvGraphicFramePr>
        <p:xfrm>
          <a:off x="5963912" y="3775420"/>
          <a:ext cx="1618673" cy="994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60113" imgH="406224" progId="Equation.DSMT4">
                  <p:embed/>
                </p:oleObj>
              </mc:Choice>
              <mc:Fallback>
                <p:oleObj name="Equation" r:id="rId10" imgW="660113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3912" y="3775420"/>
                        <a:ext cx="1618673" cy="9948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3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2666492"/>
              </p:ext>
            </p:extLst>
          </p:nvPr>
        </p:nvGraphicFramePr>
        <p:xfrm>
          <a:off x="5963912" y="4827690"/>
          <a:ext cx="1638082" cy="9536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98197" imgH="406224" progId="Equation.DSMT4">
                  <p:embed/>
                </p:oleObj>
              </mc:Choice>
              <mc:Fallback>
                <p:oleObj name="Equation" r:id="rId12" imgW="698197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3912" y="4827690"/>
                        <a:ext cx="1638082" cy="9536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4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0704812"/>
              </p:ext>
            </p:extLst>
          </p:nvPr>
        </p:nvGraphicFramePr>
        <p:xfrm>
          <a:off x="5996246" y="5781343"/>
          <a:ext cx="786707" cy="353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22030" imgH="279279" progId="Equation.DSMT4">
                  <p:embed/>
                </p:oleObj>
              </mc:Choice>
              <mc:Fallback>
                <p:oleObj name="Equation" r:id="rId14" imgW="622030" imgH="27927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6246" y="5781343"/>
                        <a:ext cx="786707" cy="3532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3" name="Text Box 31"/>
          <p:cNvSpPr txBox="1">
            <a:spLocks noChangeArrowheads="1"/>
          </p:cNvSpPr>
          <p:nvPr/>
        </p:nvSpPr>
        <p:spPr bwMode="auto">
          <a:xfrm>
            <a:off x="1966119" y="1109554"/>
            <a:ext cx="8175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6394" name="Text Box 32"/>
          <p:cNvSpPr txBox="1">
            <a:spLocks noChangeArrowheads="1"/>
          </p:cNvSpPr>
          <p:nvPr/>
        </p:nvSpPr>
        <p:spPr bwMode="auto">
          <a:xfrm>
            <a:off x="1966119" y="2096186"/>
            <a:ext cx="1000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解：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2647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3699395"/>
              </p:ext>
            </p:extLst>
          </p:nvPr>
        </p:nvGraphicFramePr>
        <p:xfrm>
          <a:off x="2332038" y="713574"/>
          <a:ext cx="5630052" cy="11176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71520" imgH="431640" progId="Equation.DSMT4">
                  <p:embed/>
                </p:oleObj>
              </mc:Choice>
              <mc:Fallback>
                <p:oleObj name="Equation" r:id="rId2" imgW="21715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2038" y="713574"/>
                        <a:ext cx="5630052" cy="11176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3811082"/>
              </p:ext>
            </p:extLst>
          </p:nvPr>
        </p:nvGraphicFramePr>
        <p:xfrm>
          <a:off x="2203624" y="1602599"/>
          <a:ext cx="9055954" cy="1008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44900" imgH="406400" progId="Equation.DSMT4">
                  <p:embed/>
                </p:oleObj>
              </mc:Choice>
              <mc:Fallback>
                <p:oleObj name="Equation" r:id="rId4" imgW="36449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3624" y="1602599"/>
                        <a:ext cx="9055954" cy="10087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8623923"/>
              </p:ext>
            </p:extLst>
          </p:nvPr>
        </p:nvGraphicFramePr>
        <p:xfrm>
          <a:off x="2629522" y="2459117"/>
          <a:ext cx="6350000" cy="1058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90800" imgH="431800" progId="Equation.DSMT4">
                  <p:embed/>
                </p:oleObj>
              </mc:Choice>
              <mc:Fallback>
                <p:oleObj name="Equation" r:id="rId6" imgW="25908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9522" y="2459117"/>
                        <a:ext cx="6350000" cy="10583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9292670"/>
              </p:ext>
            </p:extLst>
          </p:nvPr>
        </p:nvGraphicFramePr>
        <p:xfrm>
          <a:off x="5147063" y="3408476"/>
          <a:ext cx="3202609" cy="9654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45616" imgH="406224" progId="Equation.DSMT4">
                  <p:embed/>
                </p:oleObj>
              </mc:Choice>
              <mc:Fallback>
                <p:oleObj name="Equation" r:id="rId8" imgW="1345616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7063" y="3408476"/>
                        <a:ext cx="3202609" cy="9654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3941039"/>
              </p:ext>
            </p:extLst>
          </p:nvPr>
        </p:nvGraphicFramePr>
        <p:xfrm>
          <a:off x="5147063" y="4339709"/>
          <a:ext cx="2676137" cy="10303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55199" imgH="444307" progId="Equation.DSMT4">
                  <p:embed/>
                </p:oleObj>
              </mc:Choice>
              <mc:Fallback>
                <p:oleObj name="Equation" r:id="rId10" imgW="1155199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7063" y="4339709"/>
                        <a:ext cx="2676137" cy="10303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5687922"/>
              </p:ext>
            </p:extLst>
          </p:nvPr>
        </p:nvGraphicFramePr>
        <p:xfrm>
          <a:off x="5147063" y="5279995"/>
          <a:ext cx="1873933" cy="1107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74364" imgH="457002" progId="Equation.DSMT4">
                  <p:embed/>
                </p:oleObj>
              </mc:Choice>
              <mc:Fallback>
                <p:oleObj name="Equation" r:id="rId12" imgW="774364" imgH="45700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7063" y="5279995"/>
                        <a:ext cx="1873933" cy="11075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9243788"/>
              </p:ext>
            </p:extLst>
          </p:nvPr>
        </p:nvGraphicFramePr>
        <p:xfrm>
          <a:off x="7359072" y="5700329"/>
          <a:ext cx="198120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926698" imgH="215806" progId="Equation.DSMT4">
                  <p:embed/>
                </p:oleObj>
              </mc:Choice>
              <mc:Fallback>
                <p:oleObj name="Equation" r:id="rId14" imgW="926698" imgH="21580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9072" y="5700329"/>
                        <a:ext cx="1981200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7" name="Text Box 19"/>
          <p:cNvSpPr txBox="1">
            <a:spLocks noChangeArrowheads="1"/>
          </p:cNvSpPr>
          <p:nvPr/>
        </p:nvSpPr>
        <p:spPr bwMode="auto">
          <a:xfrm>
            <a:off x="1386061" y="947272"/>
            <a:ext cx="8175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17418" name="Text Box 20"/>
          <p:cNvSpPr txBox="1">
            <a:spLocks noChangeArrowheads="1"/>
          </p:cNvSpPr>
          <p:nvPr/>
        </p:nvSpPr>
        <p:spPr bwMode="auto">
          <a:xfrm>
            <a:off x="1331913" y="1849487"/>
            <a:ext cx="10001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解：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88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4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057761"/>
              </p:ext>
            </p:extLst>
          </p:nvPr>
        </p:nvGraphicFramePr>
        <p:xfrm>
          <a:off x="3014664" y="589121"/>
          <a:ext cx="3432318" cy="1026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58310" imgH="406224" progId="Equation.DSMT4">
                  <p:embed/>
                </p:oleObj>
              </mc:Choice>
              <mc:Fallback>
                <p:oleObj name="Equation" r:id="rId2" imgW="1358310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4664" y="589121"/>
                        <a:ext cx="3432318" cy="10269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0126497"/>
              </p:ext>
            </p:extLst>
          </p:nvPr>
        </p:nvGraphicFramePr>
        <p:xfrm>
          <a:off x="3192086" y="1498939"/>
          <a:ext cx="4947213" cy="1021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68500" imgH="406400" progId="Equation.DSMT4">
                  <p:embed/>
                </p:oleObj>
              </mc:Choice>
              <mc:Fallback>
                <p:oleObj name="Equation" r:id="rId4" imgW="1968500" imgH="40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2086" y="1498939"/>
                        <a:ext cx="4947213" cy="10216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5540172"/>
              </p:ext>
            </p:extLst>
          </p:nvPr>
        </p:nvGraphicFramePr>
        <p:xfrm>
          <a:off x="2014539" y="2414843"/>
          <a:ext cx="7101752" cy="576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6880" imgH="215640" progId="Equation.DSMT4">
                  <p:embed/>
                </p:oleObj>
              </mc:Choice>
              <mc:Fallback>
                <p:oleObj name="Equation" r:id="rId6" imgW="26668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4539" y="2414843"/>
                        <a:ext cx="7101752" cy="5760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3316456"/>
              </p:ext>
            </p:extLst>
          </p:nvPr>
        </p:nvGraphicFramePr>
        <p:xfrm>
          <a:off x="2172855" y="2985542"/>
          <a:ext cx="6538350" cy="981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93960" imgH="419040" progId="Equation.DSMT4">
                  <p:embed/>
                </p:oleObj>
              </mc:Choice>
              <mc:Fallback>
                <p:oleObj name="Equation" r:id="rId8" imgW="27939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2855" y="2985542"/>
                        <a:ext cx="6538350" cy="981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5104382"/>
              </p:ext>
            </p:extLst>
          </p:nvPr>
        </p:nvGraphicFramePr>
        <p:xfrm>
          <a:off x="3747914" y="4089100"/>
          <a:ext cx="4296958" cy="9582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879560" imgH="419040" progId="Equation.DSMT4">
                  <p:embed/>
                </p:oleObj>
              </mc:Choice>
              <mc:Fallback>
                <p:oleObj name="Equation" r:id="rId10" imgW="18795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7914" y="4089100"/>
                        <a:ext cx="4296958" cy="9582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6338564"/>
              </p:ext>
            </p:extLst>
          </p:nvPr>
        </p:nvGraphicFramePr>
        <p:xfrm>
          <a:off x="3747914" y="4931005"/>
          <a:ext cx="4963291" cy="16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73040" imgH="761760" progId="Equation.DSMT4">
                  <p:embed/>
                </p:oleObj>
              </mc:Choice>
              <mc:Fallback>
                <p:oleObj name="Equation" r:id="rId12" imgW="2273040" imgH="761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7914" y="4931005"/>
                        <a:ext cx="4963291" cy="16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0" name="Text Box 18"/>
          <p:cNvSpPr txBox="1">
            <a:spLocks noChangeArrowheads="1"/>
          </p:cNvSpPr>
          <p:nvPr/>
        </p:nvSpPr>
        <p:spPr bwMode="auto">
          <a:xfrm>
            <a:off x="2014539" y="874602"/>
            <a:ext cx="8175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18441" name="Text Box 19"/>
          <p:cNvSpPr txBox="1">
            <a:spLocks noChangeArrowheads="1"/>
          </p:cNvSpPr>
          <p:nvPr/>
        </p:nvSpPr>
        <p:spPr bwMode="auto">
          <a:xfrm>
            <a:off x="2014539" y="1731480"/>
            <a:ext cx="1000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解：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6126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0301827"/>
              </p:ext>
            </p:extLst>
          </p:nvPr>
        </p:nvGraphicFramePr>
        <p:xfrm>
          <a:off x="1664996" y="571325"/>
          <a:ext cx="6147832" cy="1921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38280" imgH="761760" progId="Equation.DSMT4">
                  <p:embed/>
                </p:oleObj>
              </mc:Choice>
              <mc:Fallback>
                <p:oleObj name="Equation" r:id="rId2" imgW="2438280" imgH="761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4996" y="571325"/>
                        <a:ext cx="6147832" cy="19211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288341"/>
              </p:ext>
            </p:extLst>
          </p:nvPr>
        </p:nvGraphicFramePr>
        <p:xfrm>
          <a:off x="1664996" y="2217356"/>
          <a:ext cx="6519018" cy="103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65360" imgH="406080" progId="Equation.DSMT4">
                  <p:embed/>
                </p:oleObj>
              </mc:Choice>
              <mc:Fallback>
                <p:oleObj name="Equation" r:id="rId4" imgW="25653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4996" y="2217356"/>
                        <a:ext cx="6519018" cy="103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7769350"/>
              </p:ext>
            </p:extLst>
          </p:nvPr>
        </p:nvGraphicFramePr>
        <p:xfrm>
          <a:off x="1664996" y="3082444"/>
          <a:ext cx="7765331" cy="5752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85920" imgH="228600" progId="Equation.DSMT4">
                  <p:embed/>
                </p:oleObj>
              </mc:Choice>
              <mc:Fallback>
                <p:oleObj name="Equation" r:id="rId6" imgW="30859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4996" y="3082444"/>
                        <a:ext cx="7765331" cy="5752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9744108"/>
              </p:ext>
            </p:extLst>
          </p:nvPr>
        </p:nvGraphicFramePr>
        <p:xfrm>
          <a:off x="2364618" y="3568115"/>
          <a:ext cx="4023507" cy="9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75673" imgH="406224" progId="Equation.DSMT4">
                  <p:embed/>
                </p:oleObj>
              </mc:Choice>
              <mc:Fallback>
                <p:oleObj name="Equation" r:id="rId8" imgW="1675673" imgH="4062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4618" y="3568115"/>
                        <a:ext cx="4023507" cy="97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1132175"/>
              </p:ext>
            </p:extLst>
          </p:nvPr>
        </p:nvGraphicFramePr>
        <p:xfrm>
          <a:off x="4066167" y="4465899"/>
          <a:ext cx="3212088" cy="1014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47800" imgH="457200" progId="Equation.DSMT4">
                  <p:embed/>
                </p:oleObj>
              </mc:Choice>
              <mc:Fallback>
                <p:oleObj name="Equation" r:id="rId10" imgW="14478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6167" y="4465899"/>
                        <a:ext cx="3212088" cy="10149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5943875"/>
              </p:ext>
            </p:extLst>
          </p:nvPr>
        </p:nvGraphicFramePr>
        <p:xfrm>
          <a:off x="4066167" y="5366928"/>
          <a:ext cx="4676741" cy="1064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06600" imgH="457200" progId="Equation.DSMT4">
                  <p:embed/>
                </p:oleObj>
              </mc:Choice>
              <mc:Fallback>
                <p:oleObj name="Equation" r:id="rId12" imgW="20066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6167" y="5366928"/>
                        <a:ext cx="4676741" cy="1064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413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1796256" y="1199568"/>
            <a:ext cx="6451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1.2.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非负函数无穷积分判敛法</a:t>
            </a:r>
          </a:p>
        </p:txBody>
      </p:sp>
      <p:graphicFrame>
        <p:nvGraphicFramePr>
          <p:cNvPr id="204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269299"/>
              </p:ext>
            </p:extLst>
          </p:nvPr>
        </p:nvGraphicFramePr>
        <p:xfrm>
          <a:off x="1796256" y="1900078"/>
          <a:ext cx="8185944" cy="107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09600" imgH="431640" progId="Equation.DSMT4">
                  <p:embed/>
                </p:oleObj>
              </mc:Choice>
              <mc:Fallback>
                <p:oleObj name="Equation" r:id="rId2" imgW="30096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6256" y="1900078"/>
                        <a:ext cx="8185944" cy="107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8085404"/>
              </p:ext>
            </p:extLst>
          </p:nvPr>
        </p:nvGraphicFramePr>
        <p:xfrm>
          <a:off x="3224537" y="2968114"/>
          <a:ext cx="5334000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70100" imgH="342900" progId="Equation.DSMT4">
                  <p:embed/>
                </p:oleObj>
              </mc:Choice>
              <mc:Fallback>
                <p:oleObj name="Equation" r:id="rId4" imgW="2070100" imgH="342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4537" y="2968114"/>
                        <a:ext cx="5334000" cy="88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5521088"/>
              </p:ext>
            </p:extLst>
          </p:nvPr>
        </p:nvGraphicFramePr>
        <p:xfrm>
          <a:off x="3224537" y="3861895"/>
          <a:ext cx="5105400" cy="862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32000" imgH="342900" progId="Equation.DSMT4">
                  <p:embed/>
                </p:oleObj>
              </mc:Choice>
              <mc:Fallback>
                <p:oleObj name="Equation" r:id="rId6" imgW="2032000" imgH="342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4537" y="3861895"/>
                        <a:ext cx="5105400" cy="862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7310859"/>
              </p:ext>
            </p:extLst>
          </p:nvPr>
        </p:nvGraphicFramePr>
        <p:xfrm>
          <a:off x="1798565" y="4831538"/>
          <a:ext cx="8566150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831760" imgH="431640" progId="Equation.DSMT4">
                  <p:embed/>
                </p:oleObj>
              </mc:Choice>
              <mc:Fallback>
                <p:oleObj name="Equation" r:id="rId8" imgW="2831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8565" y="4831538"/>
                        <a:ext cx="8566150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403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2"/>
          <p:cNvGrpSpPr>
            <a:grpSpLocks/>
          </p:cNvGrpSpPr>
          <p:nvPr/>
        </p:nvGrpSpPr>
        <p:grpSpPr bwMode="auto">
          <a:xfrm>
            <a:off x="1071656" y="4008886"/>
            <a:ext cx="9786843" cy="2381259"/>
            <a:chOff x="469" y="480"/>
            <a:chExt cx="5341" cy="4118"/>
          </a:xfrm>
        </p:grpSpPr>
        <p:sp>
          <p:nvSpPr>
            <p:cNvPr id="18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2150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9873130"/>
              </p:ext>
            </p:extLst>
          </p:nvPr>
        </p:nvGraphicFramePr>
        <p:xfrm>
          <a:off x="2513195" y="4038519"/>
          <a:ext cx="763905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11480" imgH="330120" progId="Equation.DSMT4">
                  <p:embed/>
                </p:oleObj>
              </mc:Choice>
              <mc:Fallback>
                <p:oleObj name="Equation" r:id="rId3" imgW="31114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3195" y="4038519"/>
                        <a:ext cx="7639050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8924690"/>
              </p:ext>
            </p:extLst>
          </p:nvPr>
        </p:nvGraphicFramePr>
        <p:xfrm>
          <a:off x="1649494" y="4844969"/>
          <a:ext cx="7478713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149280" imgH="215640" progId="Equation.DSMT4">
                  <p:embed/>
                </p:oleObj>
              </mc:Choice>
              <mc:Fallback>
                <p:oleObj name="Equation" r:id="rId5" imgW="31492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494" y="4844969"/>
                        <a:ext cx="7478713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8891565"/>
              </p:ext>
            </p:extLst>
          </p:nvPr>
        </p:nvGraphicFramePr>
        <p:xfrm>
          <a:off x="1780191" y="759158"/>
          <a:ext cx="358775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34960" imgH="330120" progId="Equation.DSMT4">
                  <p:embed/>
                </p:oleObj>
              </mc:Choice>
              <mc:Fallback>
                <p:oleObj name="Equation" r:id="rId7" imgW="14349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0191" y="759158"/>
                        <a:ext cx="358775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8"/>
          <p:cNvSpPr txBox="1">
            <a:spLocks noChangeArrowheads="1"/>
          </p:cNvSpPr>
          <p:nvPr/>
        </p:nvSpPr>
        <p:spPr bwMode="auto">
          <a:xfrm>
            <a:off x="1433546" y="4180134"/>
            <a:ext cx="11269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19</a:t>
            </a:fld>
            <a:endParaRPr lang="zh-CN" alt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1305828"/>
              </p:ext>
            </p:extLst>
          </p:nvPr>
        </p:nvGraphicFramePr>
        <p:xfrm>
          <a:off x="4461102" y="5216888"/>
          <a:ext cx="2532063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66680" imgH="380880" progId="Equation.DSMT4">
                  <p:embed/>
                </p:oleObj>
              </mc:Choice>
              <mc:Fallback>
                <p:oleObj name="Equation" r:id="rId9" imgW="10666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1102" y="5216888"/>
                        <a:ext cx="2532063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8395051"/>
              </p:ext>
            </p:extLst>
          </p:nvPr>
        </p:nvGraphicFramePr>
        <p:xfrm>
          <a:off x="1802013" y="1425486"/>
          <a:ext cx="314166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57120" imgH="330120" progId="Equation.DSMT4">
                  <p:embed/>
                </p:oleObj>
              </mc:Choice>
              <mc:Fallback>
                <p:oleObj name="Equation" r:id="rId11" imgW="12571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2013" y="1425486"/>
                        <a:ext cx="314166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5248466" y="88663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则</a:t>
            </a:r>
          </a:p>
        </p:txBody>
      </p:sp>
      <p:graphicFrame>
        <p:nvGraphicFramePr>
          <p:cNvPr id="1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8425983"/>
              </p:ext>
            </p:extLst>
          </p:nvPr>
        </p:nvGraphicFramePr>
        <p:xfrm>
          <a:off x="4907931" y="1721995"/>
          <a:ext cx="53975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15640" imgH="139680" progId="Equation.DSMT4">
                  <p:embed/>
                </p:oleObj>
              </mc:Choice>
              <mc:Fallback>
                <p:oleObj name="Equation" r:id="rId13" imgW="215640" imgH="139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7931" y="1721995"/>
                        <a:ext cx="53975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783513"/>
              </p:ext>
            </p:extLst>
          </p:nvPr>
        </p:nvGraphicFramePr>
        <p:xfrm>
          <a:off x="5520336" y="1547444"/>
          <a:ext cx="2538412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015920" imgH="279360" progId="Equation.DSMT4">
                  <p:embed/>
                </p:oleObj>
              </mc:Choice>
              <mc:Fallback>
                <p:oleObj name="Equation" r:id="rId15" imgW="101592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0336" y="1547444"/>
                        <a:ext cx="2538412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125712"/>
              </p:ext>
            </p:extLst>
          </p:nvPr>
        </p:nvGraphicFramePr>
        <p:xfrm>
          <a:off x="3503296" y="2854070"/>
          <a:ext cx="33004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320480" imgH="203040" progId="Equation.DSMT4">
                  <p:embed/>
                </p:oleObj>
              </mc:Choice>
              <mc:Fallback>
                <p:oleObj name="Equation" r:id="rId17" imgW="1320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296" y="2854070"/>
                        <a:ext cx="33004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7645037"/>
              </p:ext>
            </p:extLst>
          </p:nvPr>
        </p:nvGraphicFramePr>
        <p:xfrm>
          <a:off x="2692000" y="2228024"/>
          <a:ext cx="7478713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149280" imgH="215640" progId="Equation.DSMT4">
                  <p:embed/>
                </p:oleObj>
              </mc:Choice>
              <mc:Fallback>
                <p:oleObj name="Equation" r:id="rId19" imgW="31492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2000" y="2228024"/>
                        <a:ext cx="7478713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1802013" y="2365627"/>
            <a:ext cx="889987" cy="543084"/>
            <a:chOff x="1802013" y="1991403"/>
            <a:chExt cx="889987" cy="543084"/>
          </a:xfrm>
        </p:grpSpPr>
        <p:sp>
          <p:nvSpPr>
            <p:cNvPr id="5" name="左右箭头 4"/>
            <p:cNvSpPr/>
            <p:nvPr/>
          </p:nvSpPr>
          <p:spPr>
            <a:xfrm>
              <a:off x="1933498" y="1991403"/>
              <a:ext cx="627017" cy="233932"/>
            </a:xfrm>
            <a:prstGeom prst="left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802013" y="2165155"/>
              <a:ext cx="8899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Cauchy</a:t>
              </a:r>
              <a:endPara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下箭头 13"/>
          <p:cNvSpPr/>
          <p:nvPr/>
        </p:nvSpPr>
        <p:spPr>
          <a:xfrm>
            <a:off x="5400985" y="3389307"/>
            <a:ext cx="426709" cy="554585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38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2"/>
          <p:cNvGrpSpPr>
            <a:grpSpLocks/>
          </p:cNvGrpSpPr>
          <p:nvPr/>
        </p:nvGrpSpPr>
        <p:grpSpPr bwMode="auto">
          <a:xfrm>
            <a:off x="1121857" y="624254"/>
            <a:ext cx="10044374" cy="2188010"/>
            <a:chOff x="469" y="480"/>
            <a:chExt cx="5341" cy="4118"/>
          </a:xfrm>
        </p:grpSpPr>
        <p:sp>
          <p:nvSpPr>
            <p:cNvPr id="17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225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4335817"/>
              </p:ext>
            </p:extLst>
          </p:nvPr>
        </p:nvGraphicFramePr>
        <p:xfrm>
          <a:off x="2740025" y="2821928"/>
          <a:ext cx="64039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43200" imgH="215640" progId="Equation.DSMT4">
                  <p:embed/>
                </p:oleObj>
              </mc:Choice>
              <mc:Fallback>
                <p:oleObj name="Equation" r:id="rId2" imgW="27432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0025" y="2821928"/>
                        <a:ext cx="640397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7910782"/>
              </p:ext>
            </p:extLst>
          </p:nvPr>
        </p:nvGraphicFramePr>
        <p:xfrm>
          <a:off x="2133600" y="3294753"/>
          <a:ext cx="70104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98800" imgH="215900" progId="Equation.DSMT4">
                  <p:embed/>
                </p:oleObj>
              </mc:Choice>
              <mc:Fallback>
                <p:oleObj name="Equation" r:id="rId4" imgW="30988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294753"/>
                        <a:ext cx="701040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3540893"/>
              </p:ext>
            </p:extLst>
          </p:nvPr>
        </p:nvGraphicFramePr>
        <p:xfrm>
          <a:off x="2105297" y="3761445"/>
          <a:ext cx="68580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36900" imgH="215900" progId="Equation.DSMT4">
                  <p:embed/>
                </p:oleObj>
              </mc:Choice>
              <mc:Fallback>
                <p:oleObj name="Equation" r:id="rId6" imgW="31369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5297" y="3761445"/>
                        <a:ext cx="6858000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1159273"/>
              </p:ext>
            </p:extLst>
          </p:nvPr>
        </p:nvGraphicFramePr>
        <p:xfrm>
          <a:off x="4378318" y="4148263"/>
          <a:ext cx="2819400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257300" imgH="330200" progId="Equation.DSMT4">
                  <p:embed/>
                </p:oleObj>
              </mc:Choice>
              <mc:Fallback>
                <p:oleObj name="Equation" r:id="rId8" imgW="12573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8318" y="4148263"/>
                        <a:ext cx="2819400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7709394"/>
              </p:ext>
            </p:extLst>
          </p:nvPr>
        </p:nvGraphicFramePr>
        <p:xfrm>
          <a:off x="2026920" y="4810251"/>
          <a:ext cx="817562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35080" imgH="215640" progId="Equation.DSMT4">
                  <p:embed/>
                </p:oleObj>
              </mc:Choice>
              <mc:Fallback>
                <p:oleObj name="Equation" r:id="rId10" imgW="3835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6920" y="4810251"/>
                        <a:ext cx="8175625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0124543"/>
              </p:ext>
            </p:extLst>
          </p:nvPr>
        </p:nvGraphicFramePr>
        <p:xfrm>
          <a:off x="2133600" y="5190186"/>
          <a:ext cx="584835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6880" imgH="342720" progId="Equation.DSMT4">
                  <p:embed/>
                </p:oleObj>
              </mc:Choice>
              <mc:Fallback>
                <p:oleObj name="Equation" r:id="rId12" imgW="26668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5190186"/>
                        <a:ext cx="5848350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2248902"/>
              </p:ext>
            </p:extLst>
          </p:nvPr>
        </p:nvGraphicFramePr>
        <p:xfrm>
          <a:off x="2105297" y="5813424"/>
          <a:ext cx="4876800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222500" imgH="330200" progId="Equation.DSMT4">
                  <p:embed/>
                </p:oleObj>
              </mc:Choice>
              <mc:Fallback>
                <p:oleObj name="Equation" r:id="rId14" imgW="22225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5297" y="5813424"/>
                        <a:ext cx="4876800" cy="725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12"/>
          <p:cNvSpPr txBox="1">
            <a:spLocks noChangeArrowheads="1"/>
          </p:cNvSpPr>
          <p:nvPr/>
        </p:nvSpPr>
        <p:spPr bwMode="auto">
          <a:xfrm>
            <a:off x="2026920" y="2742817"/>
            <a:ext cx="5921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证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20</a:t>
            </a:fld>
            <a:endParaRPr lang="zh-CN" altLang="en-US"/>
          </a:p>
        </p:txBody>
      </p:sp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0450964"/>
              </p:ext>
            </p:extLst>
          </p:nvPr>
        </p:nvGraphicFramePr>
        <p:xfrm>
          <a:off x="8963297" y="2815485"/>
          <a:ext cx="133508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571320" imgH="215640" progId="Equation.DSMT4">
                  <p:embed/>
                </p:oleObj>
              </mc:Choice>
              <mc:Fallback>
                <p:oleObj name="Equation" r:id="rId16" imgW="5713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3297" y="2815485"/>
                        <a:ext cx="1335088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8"/>
          <p:cNvSpPr txBox="1">
            <a:spLocks noChangeArrowheads="1"/>
          </p:cNvSpPr>
          <p:nvPr/>
        </p:nvSpPr>
        <p:spPr bwMode="auto">
          <a:xfrm>
            <a:off x="1817322" y="843055"/>
            <a:ext cx="11269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</a:rPr>
              <a:t>定理</a:t>
            </a:r>
          </a:p>
        </p:txBody>
      </p:sp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9541654"/>
              </p:ext>
            </p:extLst>
          </p:nvPr>
        </p:nvGraphicFramePr>
        <p:xfrm>
          <a:off x="2936548" y="896232"/>
          <a:ext cx="6675120" cy="491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921000" imgH="215900" progId="Equation.DSMT4">
                  <p:embed/>
                </p:oleObj>
              </mc:Choice>
              <mc:Fallback>
                <p:oleObj name="Equation" r:id="rId18" imgW="29210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6548" y="896232"/>
                        <a:ext cx="6675120" cy="4915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209886"/>
              </p:ext>
            </p:extLst>
          </p:nvPr>
        </p:nvGraphicFramePr>
        <p:xfrm>
          <a:off x="1947789" y="1325544"/>
          <a:ext cx="8791575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3924000" imgH="330120" progId="Equation.DSMT4">
                  <p:embed/>
                </p:oleObj>
              </mc:Choice>
              <mc:Fallback>
                <p:oleObj name="Equation" r:id="rId20" imgW="39240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7789" y="1325544"/>
                        <a:ext cx="8791575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8442210"/>
              </p:ext>
            </p:extLst>
          </p:nvPr>
        </p:nvGraphicFramePr>
        <p:xfrm>
          <a:off x="1947789" y="1990382"/>
          <a:ext cx="5027612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222280" imgH="330120" progId="Equation.DSMT4">
                  <p:embed/>
                </p:oleObj>
              </mc:Choice>
              <mc:Fallback>
                <p:oleObj name="Equation" r:id="rId22" imgW="22222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7789" y="1990382"/>
                        <a:ext cx="5027612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9655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"/>
          <p:cNvGrpSpPr>
            <a:grpSpLocks/>
          </p:cNvGrpSpPr>
          <p:nvPr/>
        </p:nvGrpSpPr>
        <p:grpSpPr bwMode="auto">
          <a:xfrm>
            <a:off x="943340" y="997597"/>
            <a:ext cx="10410460" cy="4795375"/>
            <a:chOff x="469" y="480"/>
            <a:chExt cx="5341" cy="4118"/>
          </a:xfrm>
        </p:grpSpPr>
        <p:sp>
          <p:nvSpPr>
            <p:cNvPr id="11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2635381" y="1346308"/>
            <a:ext cx="233345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Yu Gothic UI" panose="020B0500000000000000" pitchFamily="34" charset="-128"/>
                <a:cs typeface="Times New Roman" panose="02020603050405020304" pitchFamily="18" charset="0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</a:rPr>
              <a:t>比较判别法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35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7186437"/>
              </p:ext>
            </p:extLst>
          </p:nvPr>
        </p:nvGraphicFramePr>
        <p:xfrm>
          <a:off x="1599891" y="2033333"/>
          <a:ext cx="8684900" cy="49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84600" imgH="215900" progId="Equation.DSMT4">
                  <p:embed/>
                </p:oleObj>
              </mc:Choice>
              <mc:Fallback>
                <p:oleObj name="Equation" r:id="rId2" imgW="37846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9891" y="2033333"/>
                        <a:ext cx="8684900" cy="49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6860212"/>
              </p:ext>
            </p:extLst>
          </p:nvPr>
        </p:nvGraphicFramePr>
        <p:xfrm>
          <a:off x="3802109" y="3172938"/>
          <a:ext cx="2689035" cy="5083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68200" imgH="203040" progId="Equation.DSMT4">
                  <p:embed/>
                </p:oleObj>
              </mc:Choice>
              <mc:Fallback>
                <p:oleObj name="Equation" r:id="rId4" imgW="11682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2109" y="3172938"/>
                        <a:ext cx="2689035" cy="5083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5067111"/>
              </p:ext>
            </p:extLst>
          </p:nvPr>
        </p:nvGraphicFramePr>
        <p:xfrm>
          <a:off x="1599891" y="3732430"/>
          <a:ext cx="9342437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62160" imgH="330120" progId="Equation.DSMT4">
                  <p:embed/>
                </p:oleObj>
              </mc:Choice>
              <mc:Fallback>
                <p:oleObj name="Equation" r:id="rId6" imgW="39621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9891" y="3732430"/>
                        <a:ext cx="9342437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913429"/>
              </p:ext>
            </p:extLst>
          </p:nvPr>
        </p:nvGraphicFramePr>
        <p:xfrm>
          <a:off x="1601150" y="4456482"/>
          <a:ext cx="8875812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784600" imgH="330200" progId="Equation.DSMT4">
                  <p:embed/>
                </p:oleObj>
              </mc:Choice>
              <mc:Fallback>
                <p:oleObj name="Equation" r:id="rId8" imgW="37846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1150" y="4456482"/>
                        <a:ext cx="8875812" cy="773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5205374"/>
              </p:ext>
            </p:extLst>
          </p:nvPr>
        </p:nvGraphicFramePr>
        <p:xfrm>
          <a:off x="1504435" y="2592029"/>
          <a:ext cx="556260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451100" imgH="215900" progId="Equation.DSMT4">
                  <p:embed/>
                </p:oleObj>
              </mc:Choice>
              <mc:Fallback>
                <p:oleObj name="Equation" r:id="rId10" imgW="24511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4435" y="2592029"/>
                        <a:ext cx="556260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11"/>
          <p:cNvSpPr txBox="1">
            <a:spLocks noChangeArrowheads="1"/>
          </p:cNvSpPr>
          <p:nvPr/>
        </p:nvSpPr>
        <p:spPr bwMode="auto">
          <a:xfrm>
            <a:off x="1601150" y="1339229"/>
            <a:ext cx="10342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902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9808874"/>
              </p:ext>
            </p:extLst>
          </p:nvPr>
        </p:nvGraphicFramePr>
        <p:xfrm>
          <a:off x="1649175" y="3438412"/>
          <a:ext cx="6686047" cy="543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54280" imgH="215640" progId="Equation.DSMT4">
                  <p:embed/>
                </p:oleObj>
              </mc:Choice>
              <mc:Fallback>
                <p:oleObj name="Equation" r:id="rId2" imgW="26542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175" y="3438412"/>
                        <a:ext cx="6686047" cy="5438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9410102"/>
              </p:ext>
            </p:extLst>
          </p:nvPr>
        </p:nvGraphicFramePr>
        <p:xfrm>
          <a:off x="2182958" y="640408"/>
          <a:ext cx="8985182" cy="8403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30520" imgH="330120" progId="Equation.DSMT4">
                  <p:embed/>
                </p:oleObj>
              </mc:Choice>
              <mc:Fallback>
                <p:oleObj name="Equation" r:id="rId4" imgW="35305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2958" y="640408"/>
                        <a:ext cx="8985182" cy="8403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8652797"/>
              </p:ext>
            </p:extLst>
          </p:nvPr>
        </p:nvGraphicFramePr>
        <p:xfrm>
          <a:off x="3684990" y="3937488"/>
          <a:ext cx="4325255" cy="77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41400" imgH="330120" progId="Equation.DSMT4">
                  <p:embed/>
                </p:oleObj>
              </mc:Choice>
              <mc:Fallback>
                <p:oleObj name="Equation" r:id="rId6" imgW="18414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4990" y="3937488"/>
                        <a:ext cx="4325255" cy="775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0293104"/>
              </p:ext>
            </p:extLst>
          </p:nvPr>
        </p:nvGraphicFramePr>
        <p:xfrm>
          <a:off x="1590931" y="4713051"/>
          <a:ext cx="4038011" cy="536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25400" imgH="215640" progId="Equation.DSMT4">
                  <p:embed/>
                </p:oleObj>
              </mc:Choice>
              <mc:Fallback>
                <p:oleObj name="Equation" r:id="rId8" imgW="16254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931" y="4713051"/>
                        <a:ext cx="4038011" cy="5362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5400353"/>
              </p:ext>
            </p:extLst>
          </p:nvPr>
        </p:nvGraphicFramePr>
        <p:xfrm>
          <a:off x="2551456" y="2685572"/>
          <a:ext cx="7009944" cy="806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869920" imgH="330120" progId="Equation.DSMT4">
                  <p:embed/>
                </p:oleObj>
              </mc:Choice>
              <mc:Fallback>
                <p:oleObj name="Equation" r:id="rId10" imgW="28699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1456" y="2685572"/>
                        <a:ext cx="7009944" cy="8064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4805941"/>
              </p:ext>
            </p:extLst>
          </p:nvPr>
        </p:nvGraphicFramePr>
        <p:xfrm>
          <a:off x="2870487" y="5101971"/>
          <a:ext cx="7197150" cy="846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806560" imgH="330120" progId="Equation.DSMT4">
                  <p:embed/>
                </p:oleObj>
              </mc:Choice>
              <mc:Fallback>
                <p:oleObj name="Equation" r:id="rId12" imgW="28065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0487" y="5101971"/>
                        <a:ext cx="7197150" cy="8467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8816226"/>
              </p:ext>
            </p:extLst>
          </p:nvPr>
        </p:nvGraphicFramePr>
        <p:xfrm>
          <a:off x="1700064" y="5801199"/>
          <a:ext cx="4913172" cy="8294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55520" imgH="330120" progId="Equation.DSMT4">
                  <p:embed/>
                </p:oleObj>
              </mc:Choice>
              <mc:Fallback>
                <p:oleObj name="Equation" r:id="rId14" imgW="19555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0064" y="5801199"/>
                        <a:ext cx="4913172" cy="8294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4639579"/>
              </p:ext>
            </p:extLst>
          </p:nvPr>
        </p:nvGraphicFramePr>
        <p:xfrm>
          <a:off x="4132138" y="1346659"/>
          <a:ext cx="3249613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20480" imgH="342720" progId="Equation.DSMT4">
                  <p:embed/>
                </p:oleObj>
              </mc:Choice>
              <mc:Fallback>
                <p:oleObj name="Equation" r:id="rId16" imgW="132048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2138" y="1346659"/>
                        <a:ext cx="3249613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9911832"/>
              </p:ext>
            </p:extLst>
          </p:nvPr>
        </p:nvGraphicFramePr>
        <p:xfrm>
          <a:off x="1649175" y="2191209"/>
          <a:ext cx="9064922" cy="540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340080" imgH="215640" progId="Equation.DSMT4">
                  <p:embed/>
                </p:oleObj>
              </mc:Choice>
              <mc:Fallback>
                <p:oleObj name="Equation" r:id="rId18" imgW="33400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175" y="2191209"/>
                        <a:ext cx="9064922" cy="5409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14"/>
          <p:cNvSpPr txBox="1">
            <a:spLocks noChangeArrowheads="1"/>
          </p:cNvSpPr>
          <p:nvPr/>
        </p:nvSpPr>
        <p:spPr bwMode="auto">
          <a:xfrm>
            <a:off x="1494106" y="781772"/>
            <a:ext cx="5921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证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861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60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6658373"/>
              </p:ext>
            </p:extLst>
          </p:nvPr>
        </p:nvGraphicFramePr>
        <p:xfrm>
          <a:off x="1444592" y="1263358"/>
          <a:ext cx="3175563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44520" imgH="215640" progId="Equation.DSMT4">
                  <p:embed/>
                </p:oleObj>
              </mc:Choice>
              <mc:Fallback>
                <p:oleObj name="Equation" r:id="rId2" imgW="12445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4592" y="1263358"/>
                        <a:ext cx="3175563" cy="550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3006701"/>
              </p:ext>
            </p:extLst>
          </p:nvPr>
        </p:nvGraphicFramePr>
        <p:xfrm>
          <a:off x="1566588" y="1912720"/>
          <a:ext cx="9105223" cy="819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70200" imgH="330120" progId="Equation.DSMT4">
                  <p:embed/>
                </p:oleObj>
              </mc:Choice>
              <mc:Fallback>
                <p:oleObj name="Equation" r:id="rId4" imgW="36702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6588" y="1912720"/>
                        <a:ext cx="9105223" cy="8191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876944"/>
              </p:ext>
            </p:extLst>
          </p:nvPr>
        </p:nvGraphicFramePr>
        <p:xfrm>
          <a:off x="1566588" y="2850764"/>
          <a:ext cx="7922436" cy="8109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25600" imgH="330120" progId="Equation.DSMT4">
                  <p:embed/>
                </p:oleObj>
              </mc:Choice>
              <mc:Fallback>
                <p:oleObj name="Equation" r:id="rId6" imgW="32256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6588" y="2850764"/>
                        <a:ext cx="7922436" cy="8109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605" name="Group 5"/>
          <p:cNvGrpSpPr>
            <a:grpSpLocks/>
          </p:cNvGrpSpPr>
          <p:nvPr/>
        </p:nvGrpSpPr>
        <p:grpSpPr bwMode="auto">
          <a:xfrm>
            <a:off x="1311838" y="4029432"/>
            <a:ext cx="9616065" cy="1542419"/>
            <a:chOff x="278" y="2759"/>
            <a:chExt cx="6157" cy="986"/>
          </a:xfrm>
        </p:grpSpPr>
        <p:sp>
          <p:nvSpPr>
            <p:cNvPr id="25606" name="Rectangle 6"/>
            <p:cNvSpPr>
              <a:spLocks noChangeArrowheads="1"/>
            </p:cNvSpPr>
            <p:nvPr/>
          </p:nvSpPr>
          <p:spPr bwMode="auto">
            <a:xfrm>
              <a:off x="278" y="2759"/>
              <a:ext cx="6157" cy="98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4800">
                <a:solidFill>
                  <a:srgbClr val="FF0000"/>
                </a:solidFill>
              </a:endParaRPr>
            </a:p>
          </p:txBody>
        </p:sp>
        <p:graphicFrame>
          <p:nvGraphicFramePr>
            <p:cNvPr id="25607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9772867"/>
                </p:ext>
              </p:extLst>
            </p:nvPr>
          </p:nvGraphicFramePr>
          <p:xfrm>
            <a:off x="363" y="2911"/>
            <a:ext cx="5987" cy="6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784320" imgH="431640" progId="Equation.DSMT4">
                    <p:embed/>
                  </p:oleObj>
                </mc:Choice>
                <mc:Fallback>
                  <p:oleObj name="Equation" r:id="rId8" imgW="378432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" y="2911"/>
                          <a:ext cx="5987" cy="6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0443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2"/>
          <p:cNvGrpSpPr>
            <a:grpSpLocks/>
          </p:cNvGrpSpPr>
          <p:nvPr/>
        </p:nvGrpSpPr>
        <p:grpSpPr bwMode="auto">
          <a:xfrm>
            <a:off x="337780" y="761540"/>
            <a:ext cx="11575309" cy="5457432"/>
            <a:chOff x="469" y="480"/>
            <a:chExt cx="5341" cy="4118"/>
          </a:xfrm>
        </p:grpSpPr>
        <p:sp>
          <p:nvSpPr>
            <p:cNvPr id="13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2236177" y="1012419"/>
            <a:ext cx="463780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比较判别法的极限形式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66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3961935"/>
              </p:ext>
            </p:extLst>
          </p:nvPr>
        </p:nvGraphicFramePr>
        <p:xfrm>
          <a:off x="1145448" y="1739955"/>
          <a:ext cx="99599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78160" imgH="215640" progId="Equation.DSMT4">
                  <p:embed/>
                </p:oleObj>
              </mc:Choice>
              <mc:Fallback>
                <p:oleObj name="Equation" r:id="rId2" imgW="4178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5448" y="1739955"/>
                        <a:ext cx="9959975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4502248"/>
              </p:ext>
            </p:extLst>
          </p:nvPr>
        </p:nvGraphicFramePr>
        <p:xfrm>
          <a:off x="1147751" y="2505568"/>
          <a:ext cx="4390895" cy="4846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41400" imgH="203040" progId="Equation.DSMT4">
                  <p:embed/>
                </p:oleObj>
              </mc:Choice>
              <mc:Fallback>
                <p:oleObj name="Equation" r:id="rId4" imgW="1841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7751" y="2505568"/>
                        <a:ext cx="4390895" cy="4846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8504546"/>
              </p:ext>
            </p:extLst>
          </p:nvPr>
        </p:nvGraphicFramePr>
        <p:xfrm>
          <a:off x="1145448" y="3101339"/>
          <a:ext cx="10292611" cy="777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368600" imgH="330120" progId="Equation.DSMT4">
                  <p:embed/>
                </p:oleObj>
              </mc:Choice>
              <mc:Fallback>
                <p:oleObj name="Equation" r:id="rId6" imgW="43686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5448" y="3101339"/>
                        <a:ext cx="10292611" cy="7778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9069387"/>
              </p:ext>
            </p:extLst>
          </p:nvPr>
        </p:nvGraphicFramePr>
        <p:xfrm>
          <a:off x="1145448" y="3892719"/>
          <a:ext cx="3126706" cy="4920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71600" imgH="215640" progId="Equation.DSMT4">
                  <p:embed/>
                </p:oleObj>
              </mc:Choice>
              <mc:Fallback>
                <p:oleObj name="Equation" r:id="rId8" imgW="1371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5448" y="3892719"/>
                        <a:ext cx="3126706" cy="4920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1586742"/>
              </p:ext>
            </p:extLst>
          </p:nvPr>
        </p:nvGraphicFramePr>
        <p:xfrm>
          <a:off x="5394769" y="2223789"/>
          <a:ext cx="5602872" cy="1041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323800" imgH="431640" progId="Equation.DSMT4">
                  <p:embed/>
                </p:oleObj>
              </mc:Choice>
              <mc:Fallback>
                <p:oleObj name="Equation" r:id="rId10" imgW="23238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4769" y="2223789"/>
                        <a:ext cx="5602872" cy="10411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2545217"/>
              </p:ext>
            </p:extLst>
          </p:nvPr>
        </p:nvGraphicFramePr>
        <p:xfrm>
          <a:off x="1175166" y="4398311"/>
          <a:ext cx="10299700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356000" imgH="330120" progId="Equation.DSMT4">
                  <p:embed/>
                </p:oleObj>
              </mc:Choice>
              <mc:Fallback>
                <p:oleObj name="Equation" r:id="rId12" imgW="43560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5166" y="4398311"/>
                        <a:ext cx="10299700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0842994"/>
              </p:ext>
            </p:extLst>
          </p:nvPr>
        </p:nvGraphicFramePr>
        <p:xfrm>
          <a:off x="1145448" y="5112301"/>
          <a:ext cx="10465748" cy="757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559040" imgH="330120" progId="Equation.DSMT4">
                  <p:embed/>
                </p:oleObj>
              </mc:Choice>
              <mc:Fallback>
                <p:oleObj name="Equation" r:id="rId14" imgW="45590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5448" y="5112301"/>
                        <a:ext cx="10465748" cy="7579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13"/>
          <p:cNvSpPr txBox="1">
            <a:spLocks noChangeArrowheads="1"/>
          </p:cNvSpPr>
          <p:nvPr/>
        </p:nvSpPr>
        <p:spPr bwMode="auto">
          <a:xfrm>
            <a:off x="1236052" y="994775"/>
            <a:ext cx="1000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定理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922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2"/>
          <p:cNvGrpSpPr>
            <a:grpSpLocks/>
          </p:cNvGrpSpPr>
          <p:nvPr/>
        </p:nvGrpSpPr>
        <p:grpSpPr bwMode="auto">
          <a:xfrm>
            <a:off x="560331" y="1210491"/>
            <a:ext cx="11056903" cy="4545875"/>
            <a:chOff x="469" y="480"/>
            <a:chExt cx="5341" cy="4118"/>
          </a:xfrm>
        </p:grpSpPr>
        <p:sp>
          <p:nvSpPr>
            <p:cNvPr id="12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6629" name="Text Box 5"/>
          <p:cNvSpPr txBox="1">
            <a:spLocks noChangeArrowheads="1"/>
          </p:cNvSpPr>
          <p:nvPr/>
        </p:nvSpPr>
        <p:spPr bwMode="auto">
          <a:xfrm>
            <a:off x="2419350" y="1620007"/>
            <a:ext cx="634147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比较判别法的极限形式：另一种形式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66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2898413"/>
              </p:ext>
            </p:extLst>
          </p:nvPr>
        </p:nvGraphicFramePr>
        <p:xfrm>
          <a:off x="1144041" y="2363706"/>
          <a:ext cx="99599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78160" imgH="215640" progId="Equation.DSMT4">
                  <p:embed/>
                </p:oleObj>
              </mc:Choice>
              <mc:Fallback>
                <p:oleObj name="Equation" r:id="rId2" imgW="41781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4041" y="2363706"/>
                        <a:ext cx="9959975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6568549"/>
              </p:ext>
            </p:extLst>
          </p:nvPr>
        </p:nvGraphicFramePr>
        <p:xfrm>
          <a:off x="1199190" y="3084311"/>
          <a:ext cx="4390895" cy="4846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41400" imgH="203040" progId="Equation.DSMT4">
                  <p:embed/>
                </p:oleObj>
              </mc:Choice>
              <mc:Fallback>
                <p:oleObj name="Equation" r:id="rId4" imgW="18414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9190" y="3084311"/>
                        <a:ext cx="4390895" cy="4846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1022559"/>
              </p:ext>
            </p:extLst>
          </p:nvPr>
        </p:nvGraphicFramePr>
        <p:xfrm>
          <a:off x="1144041" y="3742316"/>
          <a:ext cx="984250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78160" imgH="330120" progId="Equation.DSMT4">
                  <p:embed/>
                </p:oleObj>
              </mc:Choice>
              <mc:Fallback>
                <p:oleObj name="Equation" r:id="rId6" imgW="41781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4041" y="3742316"/>
                        <a:ext cx="9842500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8771756"/>
              </p:ext>
            </p:extLst>
          </p:nvPr>
        </p:nvGraphicFramePr>
        <p:xfrm>
          <a:off x="5590085" y="2805928"/>
          <a:ext cx="4868862" cy="104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19240" imgH="431640" progId="Equation.DSMT4">
                  <p:embed/>
                </p:oleObj>
              </mc:Choice>
              <mc:Fallback>
                <p:oleObj name="Equation" r:id="rId8" imgW="20192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0085" y="2805928"/>
                        <a:ext cx="4868862" cy="104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13"/>
          <p:cNvSpPr txBox="1">
            <a:spLocks noChangeArrowheads="1"/>
          </p:cNvSpPr>
          <p:nvPr/>
        </p:nvSpPr>
        <p:spPr bwMode="auto">
          <a:xfrm>
            <a:off x="1144041" y="1563790"/>
            <a:ext cx="1000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定理</a:t>
            </a:r>
          </a:p>
        </p:txBody>
      </p:sp>
      <p:graphicFrame>
        <p:nvGraphicFramePr>
          <p:cNvPr id="1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4145142"/>
              </p:ext>
            </p:extLst>
          </p:nvPr>
        </p:nvGraphicFramePr>
        <p:xfrm>
          <a:off x="1113879" y="4516686"/>
          <a:ext cx="9872662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90760" imgH="330120" progId="Equation.DSMT4">
                  <p:embed/>
                </p:oleObj>
              </mc:Choice>
              <mc:Fallback>
                <p:oleObj name="Equation" r:id="rId10" imgW="41907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3879" y="4516686"/>
                        <a:ext cx="9872662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9307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6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2435358"/>
              </p:ext>
            </p:extLst>
          </p:nvPr>
        </p:nvGraphicFramePr>
        <p:xfrm>
          <a:off x="2518729" y="683805"/>
          <a:ext cx="7024613" cy="11175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93960" imgH="444240" progId="Equation.DSMT4">
                  <p:embed/>
                </p:oleObj>
              </mc:Choice>
              <mc:Fallback>
                <p:oleObj name="Equation" r:id="rId2" imgW="27939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8729" y="683805"/>
                        <a:ext cx="7024613" cy="11175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0540311"/>
              </p:ext>
            </p:extLst>
          </p:nvPr>
        </p:nvGraphicFramePr>
        <p:xfrm>
          <a:off x="2403039" y="1889014"/>
          <a:ext cx="1052513" cy="478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9040" imgH="190440" progId="Equation.DSMT4">
                  <p:embed/>
                </p:oleObj>
              </mc:Choice>
              <mc:Fallback>
                <p:oleObj name="Equation" r:id="rId4" imgW="41904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3039" y="1889014"/>
                        <a:ext cx="1052513" cy="4784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8063567"/>
              </p:ext>
            </p:extLst>
          </p:nvPr>
        </p:nvGraphicFramePr>
        <p:xfrm>
          <a:off x="3474454" y="1649885"/>
          <a:ext cx="4827948" cy="10972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55520" imgH="444240" progId="Equation.DSMT4">
                  <p:embed/>
                </p:oleObj>
              </mc:Choice>
              <mc:Fallback>
                <p:oleObj name="Equation" r:id="rId6" imgW="19555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4454" y="1649885"/>
                        <a:ext cx="4827948" cy="10972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062901"/>
              </p:ext>
            </p:extLst>
          </p:nvPr>
        </p:nvGraphicFramePr>
        <p:xfrm>
          <a:off x="1384012" y="2602160"/>
          <a:ext cx="8028304" cy="100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251160" imgH="406080" progId="Equation.DSMT4">
                  <p:embed/>
                </p:oleObj>
              </mc:Choice>
              <mc:Fallback>
                <p:oleObj name="Equation" r:id="rId8" imgW="32511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4012" y="2602160"/>
                        <a:ext cx="8028304" cy="100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1889120"/>
              </p:ext>
            </p:extLst>
          </p:nvPr>
        </p:nvGraphicFramePr>
        <p:xfrm>
          <a:off x="1384012" y="3407238"/>
          <a:ext cx="5299605" cy="1084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71520" imgH="444240" progId="Equation.DSMT4">
                  <p:embed/>
                </p:oleObj>
              </mc:Choice>
              <mc:Fallback>
                <p:oleObj name="Equation" r:id="rId10" imgW="21715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4012" y="3407238"/>
                        <a:ext cx="5299605" cy="1084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6" name="Text Box 20"/>
          <p:cNvSpPr txBox="1">
            <a:spLocks noChangeArrowheads="1"/>
          </p:cNvSpPr>
          <p:nvPr/>
        </p:nvSpPr>
        <p:spPr bwMode="auto">
          <a:xfrm>
            <a:off x="1333778" y="890164"/>
            <a:ext cx="10429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27657" name="Text Box 21"/>
          <p:cNvSpPr txBox="1">
            <a:spLocks noChangeArrowheads="1"/>
          </p:cNvSpPr>
          <p:nvPr/>
        </p:nvSpPr>
        <p:spPr bwMode="auto">
          <a:xfrm>
            <a:off x="1384012" y="1872141"/>
            <a:ext cx="1000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解：</a:t>
            </a:r>
          </a:p>
        </p:txBody>
      </p:sp>
      <p:sp>
        <p:nvSpPr>
          <p:cNvPr id="12" name="Text Box 21"/>
          <p:cNvSpPr txBox="1">
            <a:spLocks noChangeArrowheads="1"/>
          </p:cNvSpPr>
          <p:nvPr/>
        </p:nvSpPr>
        <p:spPr bwMode="auto">
          <a:xfrm>
            <a:off x="1291921" y="4642534"/>
            <a:ext cx="142058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另解：</a:t>
            </a:r>
          </a:p>
        </p:txBody>
      </p:sp>
      <p:graphicFrame>
        <p:nvGraphicFramePr>
          <p:cNvPr id="13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1508712"/>
              </p:ext>
            </p:extLst>
          </p:nvPr>
        </p:nvGraphicFramePr>
        <p:xfrm>
          <a:off x="2748348" y="4391935"/>
          <a:ext cx="6897688" cy="156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93960" imgH="634680" progId="Equation.DSMT4">
                  <p:embed/>
                </p:oleObj>
              </mc:Choice>
              <mc:Fallback>
                <p:oleObj name="Equation" r:id="rId12" imgW="2793960" imgH="634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8348" y="4391935"/>
                        <a:ext cx="6897688" cy="1566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3492110"/>
              </p:ext>
            </p:extLst>
          </p:nvPr>
        </p:nvGraphicFramePr>
        <p:xfrm>
          <a:off x="1384012" y="5493653"/>
          <a:ext cx="5299605" cy="1084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71520" imgH="444240" progId="Equation.DSMT4">
                  <p:embed/>
                </p:oleObj>
              </mc:Choice>
              <mc:Fallback>
                <p:oleObj name="Equation" r:id="rId14" imgW="21715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4012" y="5493653"/>
                        <a:ext cx="5299605" cy="1084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0453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7" grpId="0"/>
      <p:bldP spid="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2"/>
          <p:cNvGrpSpPr>
            <a:grpSpLocks/>
          </p:cNvGrpSpPr>
          <p:nvPr/>
        </p:nvGrpSpPr>
        <p:grpSpPr bwMode="auto">
          <a:xfrm>
            <a:off x="718592" y="2031418"/>
            <a:ext cx="10934983" cy="4618347"/>
            <a:chOff x="469" y="480"/>
            <a:chExt cx="5341" cy="4118"/>
          </a:xfrm>
        </p:grpSpPr>
        <p:sp>
          <p:nvSpPr>
            <p:cNvPr id="17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2723246" y="2510979"/>
            <a:ext cx="22945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比阶判别法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868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3322698"/>
              </p:ext>
            </p:extLst>
          </p:nvPr>
        </p:nvGraphicFramePr>
        <p:xfrm>
          <a:off x="1729662" y="3136484"/>
          <a:ext cx="8001639" cy="533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38200" imgH="215640" progId="Equation.DSMT4">
                  <p:embed/>
                </p:oleObj>
              </mc:Choice>
              <mc:Fallback>
                <p:oleObj name="Equation" r:id="rId3" imgW="32382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9662" y="3136484"/>
                        <a:ext cx="8001639" cy="5334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4354141"/>
              </p:ext>
            </p:extLst>
          </p:nvPr>
        </p:nvGraphicFramePr>
        <p:xfrm>
          <a:off x="1540181" y="3789928"/>
          <a:ext cx="8437562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454200" imgH="291960" progId="Equation.DSMT4">
                  <p:embed/>
                </p:oleObj>
              </mc:Choice>
              <mc:Fallback>
                <p:oleObj name="Equation" r:id="rId5" imgW="34542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0181" y="3789928"/>
                        <a:ext cx="8437562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2581197"/>
              </p:ext>
            </p:extLst>
          </p:nvPr>
        </p:nvGraphicFramePr>
        <p:xfrm>
          <a:off x="1729662" y="4391532"/>
          <a:ext cx="4682181" cy="746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70000" imgH="330120" progId="Equation.DSMT4">
                  <p:embed/>
                </p:oleObj>
              </mc:Choice>
              <mc:Fallback>
                <p:oleObj name="Equation" r:id="rId7" imgW="20700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9662" y="4391532"/>
                        <a:ext cx="4682181" cy="7468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7110052"/>
              </p:ext>
            </p:extLst>
          </p:nvPr>
        </p:nvGraphicFramePr>
        <p:xfrm>
          <a:off x="1554163" y="5078300"/>
          <a:ext cx="8020957" cy="6580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403440" imgH="279360" progId="Equation.DSMT4">
                  <p:embed/>
                </p:oleObj>
              </mc:Choice>
              <mc:Fallback>
                <p:oleObj name="Equation" r:id="rId9" imgW="34034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4163" y="5078300"/>
                        <a:ext cx="8020957" cy="6580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0420836"/>
              </p:ext>
            </p:extLst>
          </p:nvPr>
        </p:nvGraphicFramePr>
        <p:xfrm>
          <a:off x="1729662" y="5567133"/>
          <a:ext cx="4888023" cy="738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184120" imgH="330120" progId="Equation.DSMT4">
                  <p:embed/>
                </p:oleObj>
              </mc:Choice>
              <mc:Fallback>
                <p:oleObj name="Equation" r:id="rId11" imgW="21841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9662" y="5567133"/>
                        <a:ext cx="4888023" cy="738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4"/>
          <p:cNvSpPr txBox="1">
            <a:spLocks noChangeArrowheads="1"/>
          </p:cNvSpPr>
          <p:nvPr/>
        </p:nvSpPr>
        <p:spPr bwMode="auto">
          <a:xfrm>
            <a:off x="1729662" y="2493263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27</a:t>
            </a:fld>
            <a:endParaRPr lang="zh-CN" altLang="en-US"/>
          </a:p>
        </p:txBody>
      </p:sp>
      <p:grpSp>
        <p:nvGrpSpPr>
          <p:cNvPr id="13" name="Group 7"/>
          <p:cNvGrpSpPr>
            <a:grpSpLocks/>
          </p:cNvGrpSpPr>
          <p:nvPr/>
        </p:nvGrpSpPr>
        <p:grpSpPr bwMode="auto">
          <a:xfrm>
            <a:off x="7414297" y="498929"/>
            <a:ext cx="4634008" cy="1467469"/>
            <a:chOff x="1653" y="1162"/>
            <a:chExt cx="2857" cy="818"/>
          </a:xfrm>
        </p:grpSpPr>
        <p:sp>
          <p:nvSpPr>
            <p:cNvPr id="14" name="Rectangle 5"/>
            <p:cNvSpPr>
              <a:spLocks noChangeArrowheads="1"/>
            </p:cNvSpPr>
            <p:nvPr/>
          </p:nvSpPr>
          <p:spPr bwMode="auto">
            <a:xfrm>
              <a:off x="1653" y="1162"/>
              <a:ext cx="2857" cy="818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4800">
                <a:solidFill>
                  <a:srgbClr val="FF0000"/>
                </a:solidFill>
              </a:endParaRPr>
            </a:p>
          </p:txBody>
        </p:sp>
        <p:graphicFrame>
          <p:nvGraphicFramePr>
            <p:cNvPr id="15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5983447"/>
                </p:ext>
              </p:extLst>
            </p:nvPr>
          </p:nvGraphicFramePr>
          <p:xfrm>
            <a:off x="1735" y="1255"/>
            <a:ext cx="2775" cy="7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489040" imgH="634680" progId="Equation.DSMT4">
                    <p:embed/>
                  </p:oleObj>
                </mc:Choice>
                <mc:Fallback>
                  <p:oleObj name="Equation" r:id="rId13" imgW="2489040" imgH="634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5" y="1255"/>
                          <a:ext cx="2775" cy="7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9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7620238"/>
              </p:ext>
            </p:extLst>
          </p:nvPr>
        </p:nvGraphicFramePr>
        <p:xfrm>
          <a:off x="971094" y="840220"/>
          <a:ext cx="5416271" cy="7673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365280" imgH="406080" progId="Equation.DSMT4">
                  <p:embed/>
                </p:oleObj>
              </mc:Choice>
              <mc:Fallback>
                <p:oleObj name="Equation" r:id="rId15" imgW="3365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094" y="840220"/>
                        <a:ext cx="5416271" cy="7673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771" name="Picture 195" descr="https://gimg2.baidu.com/image_search/src=http%3A%2F%2Fwww.jxzgrs.cn%2Fimg.php%3Fpic.51yuansu.com%2Fpic2%2Fcover%2F00%2F42%2F38%2F581388b90a093_610.jpg&amp;refer=http%3A%2F%2Fwww.jxzgrs.cn&amp;app=2002&amp;size=f9999,10000&amp;q=a80&amp;n=0&amp;g=0n&amp;fmt=jpeg?sec=1625399457&amp;t=068a66e7be9c4184749998fbee1b4a4d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2435" y="921801"/>
            <a:ext cx="621722" cy="621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1070954" y="1499784"/>
            <a:ext cx="1111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可得：</a:t>
            </a:r>
          </a:p>
        </p:txBody>
      </p:sp>
    </p:spTree>
    <p:extLst>
      <p:ext uri="{BB962C8B-B14F-4D97-AF65-F5344CB8AC3E}">
        <p14:creationId xmlns:p14="http://schemas.microsoft.com/office/powerpoint/2010/main" val="144857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7" grpId="0"/>
      <p:bldP spid="4" grpId="0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70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3141067"/>
              </p:ext>
            </p:extLst>
          </p:nvPr>
        </p:nvGraphicFramePr>
        <p:xfrm>
          <a:off x="2059421" y="644421"/>
          <a:ext cx="8099425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30520" imgH="291960" progId="Equation.DSMT4">
                  <p:embed/>
                </p:oleObj>
              </mc:Choice>
              <mc:Fallback>
                <p:oleObj name="Equation" r:id="rId2" imgW="353052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9421" y="644421"/>
                        <a:ext cx="8099425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4932879"/>
              </p:ext>
            </p:extLst>
          </p:nvPr>
        </p:nvGraphicFramePr>
        <p:xfrm>
          <a:off x="1275772" y="1272620"/>
          <a:ext cx="4220105" cy="513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79560" imgH="228600" progId="Equation.DSMT4">
                  <p:embed/>
                </p:oleObj>
              </mc:Choice>
              <mc:Fallback>
                <p:oleObj name="Equation" r:id="rId4" imgW="1879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5772" y="1272620"/>
                        <a:ext cx="4220105" cy="5132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6378647"/>
              </p:ext>
            </p:extLst>
          </p:nvPr>
        </p:nvGraphicFramePr>
        <p:xfrm>
          <a:off x="3998925" y="1858088"/>
          <a:ext cx="3238476" cy="549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46040" imgH="228600" progId="Equation.DSMT4">
                  <p:embed/>
                </p:oleObj>
              </mc:Choice>
              <mc:Fallback>
                <p:oleObj name="Equation" r:id="rId6" imgW="1346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8925" y="1858088"/>
                        <a:ext cx="3238476" cy="5499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1985842"/>
              </p:ext>
            </p:extLst>
          </p:nvPr>
        </p:nvGraphicFramePr>
        <p:xfrm>
          <a:off x="1178188" y="2372350"/>
          <a:ext cx="5597525" cy="707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12720" imgH="304560" progId="Equation.DSMT4">
                  <p:embed/>
                </p:oleObj>
              </mc:Choice>
              <mc:Fallback>
                <p:oleObj name="Equation" r:id="rId8" imgW="241272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8188" y="2372350"/>
                        <a:ext cx="5597525" cy="7070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0608729"/>
              </p:ext>
            </p:extLst>
          </p:nvPr>
        </p:nvGraphicFramePr>
        <p:xfrm>
          <a:off x="1159346" y="3205918"/>
          <a:ext cx="6371936" cy="898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882880" imgH="406080" progId="Equation.DSMT4">
                  <p:embed/>
                </p:oleObj>
              </mc:Choice>
              <mc:Fallback>
                <p:oleObj name="Equation" r:id="rId10" imgW="28828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9346" y="3205918"/>
                        <a:ext cx="6371936" cy="8982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5961850"/>
              </p:ext>
            </p:extLst>
          </p:nvPr>
        </p:nvGraphicFramePr>
        <p:xfrm>
          <a:off x="1159346" y="4046067"/>
          <a:ext cx="6913562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162240" imgH="406080" progId="Equation.DSMT4">
                  <p:embed/>
                </p:oleObj>
              </mc:Choice>
              <mc:Fallback>
                <p:oleObj name="Equation" r:id="rId12" imgW="31622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9346" y="4046067"/>
                        <a:ext cx="6913562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567228"/>
              </p:ext>
            </p:extLst>
          </p:nvPr>
        </p:nvGraphicFramePr>
        <p:xfrm>
          <a:off x="1506698" y="4829490"/>
          <a:ext cx="4501428" cy="759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08160" imgH="355320" progId="Equation.DSMT4">
                  <p:embed/>
                </p:oleObj>
              </mc:Choice>
              <mc:Fallback>
                <p:oleObj name="Equation" r:id="rId14" imgW="210816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6698" y="4829490"/>
                        <a:ext cx="4501428" cy="7592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6525225"/>
              </p:ext>
            </p:extLst>
          </p:nvPr>
        </p:nvGraphicFramePr>
        <p:xfrm>
          <a:off x="1195697" y="5530218"/>
          <a:ext cx="9826871" cy="78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457520" imgH="355320" progId="Equation.DSMT4">
                  <p:embed/>
                </p:oleObj>
              </mc:Choice>
              <mc:Fallback>
                <p:oleObj name="Equation" r:id="rId16" imgW="445752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5697" y="5530218"/>
                        <a:ext cx="9826871" cy="78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Box 13"/>
          <p:cNvSpPr txBox="1">
            <a:spLocks noChangeArrowheads="1"/>
          </p:cNvSpPr>
          <p:nvPr/>
        </p:nvSpPr>
        <p:spPr bwMode="auto">
          <a:xfrm>
            <a:off x="1275772" y="562187"/>
            <a:ext cx="1000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证：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2592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5660085"/>
              </p:ext>
            </p:extLst>
          </p:nvPr>
        </p:nvGraphicFramePr>
        <p:xfrm>
          <a:off x="1757651" y="711734"/>
          <a:ext cx="725805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85920" imgH="279360" progId="Equation.DSMT4">
                  <p:embed/>
                </p:oleObj>
              </mc:Choice>
              <mc:Fallback>
                <p:oleObj name="Equation" r:id="rId2" imgW="308592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7651" y="711734"/>
                        <a:ext cx="7258050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710242"/>
              </p:ext>
            </p:extLst>
          </p:nvPr>
        </p:nvGraphicFramePr>
        <p:xfrm>
          <a:off x="1859841" y="1231284"/>
          <a:ext cx="7504907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49280" imgH="406080" progId="Equation.DSMT4">
                  <p:embed/>
                </p:oleObj>
              </mc:Choice>
              <mc:Fallback>
                <p:oleObj name="Equation" r:id="rId4" imgW="3149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9841" y="1231284"/>
                        <a:ext cx="7504907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5638877"/>
              </p:ext>
            </p:extLst>
          </p:nvPr>
        </p:nvGraphicFramePr>
        <p:xfrm>
          <a:off x="3946234" y="1851460"/>
          <a:ext cx="3055245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46040" imgH="406080" progId="Equation.DSMT4">
                  <p:embed/>
                </p:oleObj>
              </mc:Choice>
              <mc:Fallback>
                <p:oleObj name="Equation" r:id="rId6" imgW="13460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6234" y="1851460"/>
                        <a:ext cx="3055245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0470439"/>
              </p:ext>
            </p:extLst>
          </p:nvPr>
        </p:nvGraphicFramePr>
        <p:xfrm>
          <a:off x="1757651" y="2662573"/>
          <a:ext cx="7753837" cy="685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62240" imgH="279360" progId="Equation.DSMT4">
                  <p:embed/>
                </p:oleObj>
              </mc:Choice>
              <mc:Fallback>
                <p:oleObj name="Equation" r:id="rId8" imgW="3162240" imgH="2793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7651" y="2662573"/>
                        <a:ext cx="7753837" cy="6850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3214194"/>
              </p:ext>
            </p:extLst>
          </p:nvPr>
        </p:nvGraphicFramePr>
        <p:xfrm>
          <a:off x="1859841" y="3210016"/>
          <a:ext cx="6166862" cy="9487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641320" imgH="406080" progId="Equation.DSMT4">
                  <p:embed/>
                </p:oleObj>
              </mc:Choice>
              <mc:Fallback>
                <p:oleObj name="Equation" r:id="rId10" imgW="26413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9841" y="3210016"/>
                        <a:ext cx="6166862" cy="9487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1581316"/>
              </p:ext>
            </p:extLst>
          </p:nvPr>
        </p:nvGraphicFramePr>
        <p:xfrm>
          <a:off x="1859841" y="3984626"/>
          <a:ext cx="7228033" cy="917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200400" imgH="406080" progId="Equation.DSMT4">
                  <p:embed/>
                </p:oleObj>
              </mc:Choice>
              <mc:Fallback>
                <p:oleObj name="Equation" r:id="rId12" imgW="32004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9841" y="3984626"/>
                        <a:ext cx="7228033" cy="9178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470315"/>
              </p:ext>
            </p:extLst>
          </p:nvPr>
        </p:nvGraphicFramePr>
        <p:xfrm>
          <a:off x="2728190" y="4847595"/>
          <a:ext cx="4596246" cy="775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08160" imgH="355320" progId="Equation.DSMT4">
                  <p:embed/>
                </p:oleObj>
              </mc:Choice>
              <mc:Fallback>
                <p:oleObj name="Equation" r:id="rId14" imgW="210816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8190" y="4847595"/>
                        <a:ext cx="4596246" cy="7752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1125905"/>
              </p:ext>
            </p:extLst>
          </p:nvPr>
        </p:nvGraphicFramePr>
        <p:xfrm>
          <a:off x="1592693" y="5568949"/>
          <a:ext cx="9929113" cy="7943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444920" imgH="355320" progId="Equation.DSMT4">
                  <p:embed/>
                </p:oleObj>
              </mc:Choice>
              <mc:Fallback>
                <p:oleObj name="Equation" r:id="rId16" imgW="444492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2693" y="5568949"/>
                        <a:ext cx="9929113" cy="7943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578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5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4339282"/>
              </p:ext>
            </p:extLst>
          </p:nvPr>
        </p:nvGraphicFramePr>
        <p:xfrm>
          <a:off x="2777809" y="992084"/>
          <a:ext cx="7724560" cy="1017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85920" imgH="406080" progId="Equation.DSMT4">
                  <p:embed/>
                </p:oleObj>
              </mc:Choice>
              <mc:Fallback>
                <p:oleObj name="Equation" r:id="rId2" imgW="30859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7809" y="992084"/>
                        <a:ext cx="7724560" cy="10172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2848249"/>
              </p:ext>
            </p:extLst>
          </p:nvPr>
        </p:nvGraphicFramePr>
        <p:xfrm>
          <a:off x="2928481" y="2059557"/>
          <a:ext cx="1162151" cy="5468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1640" imgH="203040" progId="Equation.DSMT4">
                  <p:embed/>
                </p:oleObj>
              </mc:Choice>
              <mc:Fallback>
                <p:oleObj name="Equation" r:id="rId4" imgW="431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481" y="2059557"/>
                        <a:ext cx="1162151" cy="5468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6505314"/>
              </p:ext>
            </p:extLst>
          </p:nvPr>
        </p:nvGraphicFramePr>
        <p:xfrm>
          <a:off x="2812934" y="2959446"/>
          <a:ext cx="6465313" cy="1044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14600" imgH="406080" progId="Equation.DSMT4">
                  <p:embed/>
                </p:oleObj>
              </mc:Choice>
              <mc:Fallback>
                <p:oleObj name="Equation" r:id="rId6" imgW="25146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2934" y="2959446"/>
                        <a:ext cx="6465313" cy="10448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24250"/>
              </p:ext>
            </p:extLst>
          </p:nvPr>
        </p:nvGraphicFramePr>
        <p:xfrm>
          <a:off x="1777684" y="4256829"/>
          <a:ext cx="7524493" cy="10468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920680" imgH="406080" progId="Equation.DSMT4">
                  <p:embed/>
                </p:oleObj>
              </mc:Choice>
              <mc:Fallback>
                <p:oleObj name="Equation" r:id="rId8" imgW="29206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7684" y="4256829"/>
                        <a:ext cx="7524493" cy="10468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0" name="Text Box 16"/>
          <p:cNvSpPr txBox="1">
            <a:spLocks noChangeArrowheads="1"/>
          </p:cNvSpPr>
          <p:nvPr/>
        </p:nvSpPr>
        <p:spPr bwMode="auto">
          <a:xfrm>
            <a:off x="1665124" y="1208309"/>
            <a:ext cx="99014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31751" name="Text Box 17"/>
          <p:cNvSpPr txBox="1">
            <a:spLocks noChangeArrowheads="1"/>
          </p:cNvSpPr>
          <p:nvPr/>
        </p:nvSpPr>
        <p:spPr bwMode="auto">
          <a:xfrm>
            <a:off x="1777684" y="2027014"/>
            <a:ext cx="1000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解：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529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8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1381650"/>
              </p:ext>
            </p:extLst>
          </p:nvPr>
        </p:nvGraphicFramePr>
        <p:xfrm>
          <a:off x="3231148" y="923771"/>
          <a:ext cx="6751052" cy="11356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17640" imgH="457200" progId="Equation.DSMT4">
                  <p:embed/>
                </p:oleObj>
              </mc:Choice>
              <mc:Fallback>
                <p:oleObj name="Equation" r:id="rId2" imgW="27176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1148" y="923771"/>
                        <a:ext cx="6751052" cy="11356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1310445"/>
              </p:ext>
            </p:extLst>
          </p:nvPr>
        </p:nvGraphicFramePr>
        <p:xfrm>
          <a:off x="2847808" y="2040744"/>
          <a:ext cx="1132177" cy="5327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1640" imgH="203040" progId="Equation.DSMT4">
                  <p:embed/>
                </p:oleObj>
              </mc:Choice>
              <mc:Fallback>
                <p:oleObj name="Equation" r:id="rId4" imgW="431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7808" y="2040744"/>
                        <a:ext cx="1132177" cy="5327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9982308"/>
              </p:ext>
            </p:extLst>
          </p:nvPr>
        </p:nvGraphicFramePr>
        <p:xfrm>
          <a:off x="3567258" y="2681081"/>
          <a:ext cx="5702878" cy="11533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60440" imgH="457200" progId="Equation.DSMT4">
                  <p:embed/>
                </p:oleObj>
              </mc:Choice>
              <mc:Fallback>
                <p:oleObj name="Equation" r:id="rId6" imgW="22604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7258" y="2681081"/>
                        <a:ext cx="5702878" cy="11533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7185965"/>
              </p:ext>
            </p:extLst>
          </p:nvPr>
        </p:nvGraphicFramePr>
        <p:xfrm>
          <a:off x="2167430" y="4203611"/>
          <a:ext cx="6664430" cy="1153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41320" imgH="457200" progId="Equation.DSMT4">
                  <p:embed/>
                </p:oleObj>
              </mc:Choice>
              <mc:Fallback>
                <p:oleObj name="Equation" r:id="rId8" imgW="264132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7430" y="4203611"/>
                        <a:ext cx="6664430" cy="11534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4" name="Text Box 16"/>
          <p:cNvSpPr txBox="1">
            <a:spLocks noChangeArrowheads="1"/>
          </p:cNvSpPr>
          <p:nvPr/>
        </p:nvSpPr>
        <p:spPr bwMode="auto">
          <a:xfrm>
            <a:off x="1943030" y="1201897"/>
            <a:ext cx="10429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32775" name="Text Box 17"/>
          <p:cNvSpPr txBox="1">
            <a:spLocks noChangeArrowheads="1"/>
          </p:cNvSpPr>
          <p:nvPr/>
        </p:nvSpPr>
        <p:spPr bwMode="auto">
          <a:xfrm>
            <a:off x="1943030" y="2017419"/>
            <a:ext cx="5921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解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598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80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5875770"/>
              </p:ext>
            </p:extLst>
          </p:nvPr>
        </p:nvGraphicFramePr>
        <p:xfrm>
          <a:off x="2906129" y="1260773"/>
          <a:ext cx="7031945" cy="1146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82880" imgH="469800" progId="Equation.DSMT4">
                  <p:embed/>
                </p:oleObj>
              </mc:Choice>
              <mc:Fallback>
                <p:oleObj name="Equation" r:id="rId2" imgW="28828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6129" y="1260773"/>
                        <a:ext cx="7031945" cy="11461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4919057"/>
              </p:ext>
            </p:extLst>
          </p:nvPr>
        </p:nvGraphicFramePr>
        <p:xfrm>
          <a:off x="2789726" y="2454910"/>
          <a:ext cx="1084984" cy="510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31640" imgH="203040" progId="Equation.DSMT4">
                  <p:embed/>
                </p:oleObj>
              </mc:Choice>
              <mc:Fallback>
                <p:oleObj name="Equation" r:id="rId4" imgW="43164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9726" y="2454910"/>
                        <a:ext cx="1084984" cy="5105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5709369"/>
              </p:ext>
            </p:extLst>
          </p:nvPr>
        </p:nvGraphicFramePr>
        <p:xfrm>
          <a:off x="1713788" y="3113425"/>
          <a:ext cx="8775819" cy="1125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66800" imgH="444240" progId="Equation.DSMT4">
                  <p:embed/>
                </p:oleObj>
              </mc:Choice>
              <mc:Fallback>
                <p:oleObj name="Equation" r:id="rId6" imgW="34668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3788" y="3113425"/>
                        <a:ext cx="8775819" cy="11251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9029302"/>
              </p:ext>
            </p:extLst>
          </p:nvPr>
        </p:nvGraphicFramePr>
        <p:xfrm>
          <a:off x="1713788" y="4487939"/>
          <a:ext cx="5716362" cy="1047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25680" imgH="444240" progId="Equation.DSMT4">
                  <p:embed/>
                </p:oleObj>
              </mc:Choice>
              <mc:Fallback>
                <p:oleObj name="Equation" r:id="rId8" imgW="24256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3788" y="4487939"/>
                        <a:ext cx="5716362" cy="10475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Text Box 16"/>
          <p:cNvSpPr txBox="1">
            <a:spLocks noChangeArrowheads="1"/>
          </p:cNvSpPr>
          <p:nvPr/>
        </p:nvSpPr>
        <p:spPr bwMode="auto">
          <a:xfrm>
            <a:off x="1670925" y="1450888"/>
            <a:ext cx="10429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  <p:sp>
        <p:nvSpPr>
          <p:cNvPr id="33799" name="Text Box 17"/>
          <p:cNvSpPr txBox="1">
            <a:spLocks noChangeArrowheads="1"/>
          </p:cNvSpPr>
          <p:nvPr/>
        </p:nvSpPr>
        <p:spPr bwMode="auto">
          <a:xfrm>
            <a:off x="1713788" y="2444749"/>
            <a:ext cx="1000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解：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7392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80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9070134"/>
              </p:ext>
            </p:extLst>
          </p:nvPr>
        </p:nvGraphicFramePr>
        <p:xfrm>
          <a:off x="2458851" y="421181"/>
          <a:ext cx="575945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61960" imgH="406080" progId="Equation.DSMT4">
                  <p:embed/>
                </p:oleObj>
              </mc:Choice>
              <mc:Fallback>
                <p:oleObj name="Equation" r:id="rId2" imgW="2361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8851" y="421181"/>
                        <a:ext cx="5759450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2832187"/>
              </p:ext>
            </p:extLst>
          </p:nvPr>
        </p:nvGraphicFramePr>
        <p:xfrm>
          <a:off x="2085406" y="2654163"/>
          <a:ext cx="1625600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47640" imgH="215640" progId="Equation.DSMT4">
                  <p:embed/>
                </p:oleObj>
              </mc:Choice>
              <mc:Fallback>
                <p:oleObj name="Equation" r:id="rId4" imgW="6476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5406" y="2654163"/>
                        <a:ext cx="1625600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7233424"/>
              </p:ext>
            </p:extLst>
          </p:nvPr>
        </p:nvGraphicFramePr>
        <p:xfrm>
          <a:off x="3711006" y="2301634"/>
          <a:ext cx="5977154" cy="12895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90560" imgH="558720" progId="Equation.DSMT4">
                  <p:embed/>
                </p:oleObj>
              </mc:Choice>
              <mc:Fallback>
                <p:oleObj name="Equation" r:id="rId6" imgW="259056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1006" y="2301634"/>
                        <a:ext cx="5977154" cy="12895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7932496"/>
              </p:ext>
            </p:extLst>
          </p:nvPr>
        </p:nvGraphicFramePr>
        <p:xfrm>
          <a:off x="1263478" y="3210465"/>
          <a:ext cx="5746750" cy="957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38280" imgH="406080" progId="Equation.DSMT4">
                  <p:embed/>
                </p:oleObj>
              </mc:Choice>
              <mc:Fallback>
                <p:oleObj name="Equation" r:id="rId8" imgW="24382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3478" y="3210465"/>
                        <a:ext cx="5746750" cy="957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8" name="Text Box 16"/>
          <p:cNvSpPr txBox="1">
            <a:spLocks noChangeArrowheads="1"/>
          </p:cNvSpPr>
          <p:nvPr/>
        </p:nvSpPr>
        <p:spPr bwMode="auto">
          <a:xfrm>
            <a:off x="1357195" y="721757"/>
            <a:ext cx="100700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  <p:sp>
        <p:nvSpPr>
          <p:cNvPr id="33799" name="Text Box 17"/>
          <p:cNvSpPr txBox="1">
            <a:spLocks noChangeArrowheads="1"/>
          </p:cNvSpPr>
          <p:nvPr/>
        </p:nvSpPr>
        <p:spPr bwMode="auto">
          <a:xfrm>
            <a:off x="1263478" y="2656666"/>
            <a:ext cx="1000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解：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326838" y="1304397"/>
            <a:ext cx="44951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</a:t>
            </a:r>
            <a:r>
              <a:rPr lang="zh-CN" altLang="en-US" sz="2800" b="1" dirty="0"/>
              <a:t>证明对任意给定的 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0,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877883" y="1308822"/>
            <a:ext cx="1643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b="1" dirty="0"/>
              <a:t>收敛</a:t>
            </a:r>
            <a:r>
              <a:rPr lang="en-US" altLang="zh-CN" sz="2800" b="1" dirty="0"/>
              <a:t>. </a:t>
            </a:r>
            <a:endParaRPr lang="zh-CN" altLang="en-US" sz="2800" b="1" dirty="0"/>
          </a:p>
        </p:txBody>
      </p:sp>
      <p:graphicFrame>
        <p:nvGraphicFramePr>
          <p:cNvPr id="10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506223"/>
              </p:ext>
            </p:extLst>
          </p:nvPr>
        </p:nvGraphicFramePr>
        <p:xfrm>
          <a:off x="1433853" y="1748140"/>
          <a:ext cx="60769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77960" imgH="355320" progId="Equation.DSMT4">
                  <p:embed/>
                </p:oleObj>
              </mc:Choice>
              <mc:Fallback>
                <p:oleObj name="Equation" r:id="rId10" imgW="257796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3853" y="1748140"/>
                        <a:ext cx="607695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4200348"/>
              </p:ext>
            </p:extLst>
          </p:nvPr>
        </p:nvGraphicFramePr>
        <p:xfrm>
          <a:off x="1148585" y="4067842"/>
          <a:ext cx="2803525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117440" imgH="215640" progId="Equation.DSMT4">
                  <p:embed/>
                </p:oleObj>
              </mc:Choice>
              <mc:Fallback>
                <p:oleObj name="Equation" r:id="rId12" imgW="11174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8585" y="4067842"/>
                        <a:ext cx="2803525" cy="54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2071469"/>
              </p:ext>
            </p:extLst>
          </p:nvPr>
        </p:nvGraphicFramePr>
        <p:xfrm>
          <a:off x="1148585" y="4403935"/>
          <a:ext cx="5802256" cy="11607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476440" imgH="495000" progId="Equation.DSMT4">
                  <p:embed/>
                </p:oleObj>
              </mc:Choice>
              <mc:Fallback>
                <p:oleObj name="Equation" r:id="rId14" imgW="247644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8585" y="4403935"/>
                        <a:ext cx="5802256" cy="11607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1026208"/>
              </p:ext>
            </p:extLst>
          </p:nvPr>
        </p:nvGraphicFramePr>
        <p:xfrm>
          <a:off x="6988278" y="4403935"/>
          <a:ext cx="2460046" cy="10378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54080" imgH="444240" progId="Equation.DSMT4">
                  <p:embed/>
                </p:oleObj>
              </mc:Choice>
              <mc:Fallback>
                <p:oleObj name="Equation" r:id="rId16" imgW="10540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8278" y="4403935"/>
                        <a:ext cx="2460046" cy="10378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6314003"/>
              </p:ext>
            </p:extLst>
          </p:nvPr>
        </p:nvGraphicFramePr>
        <p:xfrm>
          <a:off x="1326838" y="5281898"/>
          <a:ext cx="3698184" cy="1440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600200" imgH="622080" progId="Equation.DSMT4">
                  <p:embed/>
                </p:oleObj>
              </mc:Choice>
              <mc:Fallback>
                <p:oleObj name="Equation" r:id="rId18" imgW="1600200" imgH="622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6838" y="5281898"/>
                        <a:ext cx="3698184" cy="14404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4400198"/>
              </p:ext>
            </p:extLst>
          </p:nvPr>
        </p:nvGraphicFramePr>
        <p:xfrm>
          <a:off x="5038898" y="5271068"/>
          <a:ext cx="3147302" cy="1244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384200" imgH="545760" progId="Equation.DSMT4">
                  <p:embed/>
                </p:oleObj>
              </mc:Choice>
              <mc:Fallback>
                <p:oleObj name="Equation" r:id="rId20" imgW="1384200" imgH="545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8898" y="5271068"/>
                        <a:ext cx="3147302" cy="12441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0597315"/>
              </p:ext>
            </p:extLst>
          </p:nvPr>
        </p:nvGraphicFramePr>
        <p:xfrm>
          <a:off x="8186200" y="5470731"/>
          <a:ext cx="1456451" cy="10627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609480" imgH="444240" progId="Equation.DSMT4">
                  <p:embed/>
                </p:oleObj>
              </mc:Choice>
              <mc:Fallback>
                <p:oleObj name="Equation" r:id="rId22" imgW="6094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6200" y="5470731"/>
                        <a:ext cx="1456451" cy="10627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370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2"/>
          <p:cNvSpPr txBox="1">
            <a:spLocks noChangeArrowheads="1"/>
          </p:cNvSpPr>
          <p:nvPr/>
        </p:nvSpPr>
        <p:spPr bwMode="auto">
          <a:xfrm>
            <a:off x="1649047" y="1188296"/>
            <a:ext cx="438739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4.  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+mn-ea"/>
              </a:rPr>
              <a:t>无穷积分的绝对收敛性</a:t>
            </a:r>
          </a:p>
        </p:txBody>
      </p:sp>
      <p:graphicFrame>
        <p:nvGraphicFramePr>
          <p:cNvPr id="389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5480438"/>
              </p:ext>
            </p:extLst>
          </p:nvPr>
        </p:nvGraphicFramePr>
        <p:xfrm>
          <a:off x="1649047" y="1916671"/>
          <a:ext cx="6811673" cy="717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36680" imgH="330120" progId="Equation.DSMT4">
                  <p:embed/>
                </p:oleObj>
              </mc:Choice>
              <mc:Fallback>
                <p:oleObj name="Equation" r:id="rId2" imgW="31366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047" y="1916671"/>
                        <a:ext cx="6811673" cy="7170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740405"/>
              </p:ext>
            </p:extLst>
          </p:nvPr>
        </p:nvGraphicFramePr>
        <p:xfrm>
          <a:off x="1668375" y="2731054"/>
          <a:ext cx="4170056" cy="681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19240" imgH="330120" progId="Equation.DSMT4">
                  <p:embed/>
                </p:oleObj>
              </mc:Choice>
              <mc:Fallback>
                <p:oleObj name="Equation" r:id="rId4" imgW="20192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8375" y="2731054"/>
                        <a:ext cx="4170056" cy="6818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337866"/>
              </p:ext>
            </p:extLst>
          </p:nvPr>
        </p:nvGraphicFramePr>
        <p:xfrm>
          <a:off x="1668375" y="4352679"/>
          <a:ext cx="6781558" cy="7052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74840" imgH="330120" progId="Equation.DSMT4">
                  <p:embed/>
                </p:oleObj>
              </mc:Choice>
              <mc:Fallback>
                <p:oleObj name="Equation" r:id="rId6" imgW="31748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8375" y="4352679"/>
                        <a:ext cx="6781558" cy="7052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9743564"/>
              </p:ext>
            </p:extLst>
          </p:nvPr>
        </p:nvGraphicFramePr>
        <p:xfrm>
          <a:off x="1668375" y="3526747"/>
          <a:ext cx="7502164" cy="7278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03440" imgH="330120" progId="Equation.DSMT4">
                  <p:embed/>
                </p:oleObj>
              </mc:Choice>
              <mc:Fallback>
                <p:oleObj name="Equation" r:id="rId8" imgW="34034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8375" y="3526747"/>
                        <a:ext cx="7502164" cy="7278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919" name="Group 7"/>
          <p:cNvGrpSpPr>
            <a:grpSpLocks/>
          </p:cNvGrpSpPr>
          <p:nvPr/>
        </p:nvGrpSpPr>
        <p:grpSpPr bwMode="auto">
          <a:xfrm>
            <a:off x="1504584" y="5120909"/>
            <a:ext cx="9232901" cy="1030286"/>
            <a:chOff x="472" y="3270"/>
            <a:chExt cx="5816" cy="649"/>
          </a:xfrm>
        </p:grpSpPr>
        <p:sp>
          <p:nvSpPr>
            <p:cNvPr id="34824" name="Rectangle 8"/>
            <p:cNvSpPr>
              <a:spLocks noChangeArrowheads="1"/>
            </p:cNvSpPr>
            <p:nvPr/>
          </p:nvSpPr>
          <p:spPr bwMode="auto">
            <a:xfrm>
              <a:off x="472" y="3270"/>
              <a:ext cx="5816" cy="649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4800">
                <a:solidFill>
                  <a:srgbClr val="FF0000"/>
                </a:solidFill>
              </a:endParaRPr>
            </a:p>
          </p:txBody>
        </p:sp>
        <p:graphicFrame>
          <p:nvGraphicFramePr>
            <p:cNvPr id="34825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1315268"/>
                </p:ext>
              </p:extLst>
            </p:nvPr>
          </p:nvGraphicFramePr>
          <p:xfrm>
            <a:off x="563" y="3397"/>
            <a:ext cx="5725" cy="44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4241520" imgH="330120" progId="Equation.DSMT4">
                    <p:embed/>
                  </p:oleObj>
                </mc:Choice>
                <mc:Fallback>
                  <p:oleObj name="Equation" r:id="rId10" imgW="4241520" imgH="3301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3" y="3397"/>
                          <a:ext cx="5725" cy="44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7605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8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2"/>
          <p:cNvGrpSpPr>
            <a:grpSpLocks/>
          </p:cNvGrpSpPr>
          <p:nvPr/>
        </p:nvGrpSpPr>
        <p:grpSpPr bwMode="auto">
          <a:xfrm>
            <a:off x="819958" y="1854574"/>
            <a:ext cx="10267141" cy="2764759"/>
            <a:chOff x="469" y="480"/>
            <a:chExt cx="5341" cy="4118"/>
          </a:xfrm>
        </p:grpSpPr>
        <p:sp>
          <p:nvSpPr>
            <p:cNvPr id="10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399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4504839"/>
              </p:ext>
            </p:extLst>
          </p:nvPr>
        </p:nvGraphicFramePr>
        <p:xfrm>
          <a:off x="1517193" y="2726321"/>
          <a:ext cx="89154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44640" imgH="330120" progId="Equation.DSMT4">
                  <p:embed/>
                </p:oleObj>
              </mc:Choice>
              <mc:Fallback>
                <p:oleObj name="Equation" r:id="rId2" imgW="36446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7193" y="2726321"/>
                        <a:ext cx="8915400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2724757"/>
              </p:ext>
            </p:extLst>
          </p:nvPr>
        </p:nvGraphicFramePr>
        <p:xfrm>
          <a:off x="1517193" y="3532771"/>
          <a:ext cx="4430568" cy="799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828800" imgH="330120" progId="Equation.DSMT4">
                  <p:embed/>
                </p:oleObj>
              </mc:Choice>
              <mc:Fallback>
                <p:oleObj name="Equation" r:id="rId4" imgW="18288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7193" y="3532771"/>
                        <a:ext cx="4430568" cy="7999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943" name="Group 7"/>
          <p:cNvGrpSpPr>
            <a:grpSpLocks/>
          </p:cNvGrpSpPr>
          <p:nvPr/>
        </p:nvGrpSpPr>
        <p:grpSpPr bwMode="auto">
          <a:xfrm>
            <a:off x="2555081" y="5105254"/>
            <a:ext cx="6249989" cy="765175"/>
            <a:chOff x="797" y="2989"/>
            <a:chExt cx="3937" cy="482"/>
          </a:xfrm>
        </p:grpSpPr>
        <p:sp>
          <p:nvSpPr>
            <p:cNvPr id="35846" name="Rectangle 8"/>
            <p:cNvSpPr>
              <a:spLocks noChangeArrowheads="1"/>
            </p:cNvSpPr>
            <p:nvPr/>
          </p:nvSpPr>
          <p:spPr bwMode="auto">
            <a:xfrm>
              <a:off x="797" y="2989"/>
              <a:ext cx="3937" cy="482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4800">
                <a:solidFill>
                  <a:srgbClr val="FF0000"/>
                </a:solidFill>
              </a:endParaRPr>
            </a:p>
          </p:txBody>
        </p:sp>
        <p:graphicFrame>
          <p:nvGraphicFramePr>
            <p:cNvPr id="35847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7255431"/>
                </p:ext>
              </p:extLst>
            </p:nvPr>
          </p:nvGraphicFramePr>
          <p:xfrm>
            <a:off x="797" y="3089"/>
            <a:ext cx="3907" cy="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260440" imgH="203040" progId="Equation.DSMT4">
                    <p:embed/>
                  </p:oleObj>
                </mc:Choice>
                <mc:Fallback>
                  <p:oleObj name="Equation" r:id="rId6" imgW="226044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7" y="3089"/>
                          <a:ext cx="3907" cy="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845" name="Text Box 10"/>
          <p:cNvSpPr txBox="1">
            <a:spLocks noChangeArrowheads="1"/>
          </p:cNvSpPr>
          <p:nvPr/>
        </p:nvSpPr>
        <p:spPr bwMode="auto">
          <a:xfrm>
            <a:off x="1119841" y="2096084"/>
            <a:ext cx="19478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701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99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99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4137054"/>
              </p:ext>
            </p:extLst>
          </p:nvPr>
        </p:nvGraphicFramePr>
        <p:xfrm>
          <a:off x="2682342" y="1583046"/>
          <a:ext cx="845415" cy="4877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0120" imgH="190440" progId="Equation.DSMT4">
                  <p:embed/>
                </p:oleObj>
              </mc:Choice>
              <mc:Fallback>
                <p:oleObj name="Equation" r:id="rId2" imgW="33012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2342" y="1583046"/>
                        <a:ext cx="845415" cy="4877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4246204"/>
              </p:ext>
            </p:extLst>
          </p:nvPr>
        </p:nvGraphicFramePr>
        <p:xfrm>
          <a:off x="3806206" y="1669675"/>
          <a:ext cx="4922603" cy="5147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42920" imgH="203040" progId="Equation.DSMT4">
                  <p:embed/>
                </p:oleObj>
              </mc:Choice>
              <mc:Fallback>
                <p:oleObj name="Equation" r:id="rId4" imgW="19429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6206" y="1669675"/>
                        <a:ext cx="4922603" cy="5147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8185522"/>
              </p:ext>
            </p:extLst>
          </p:nvPr>
        </p:nvGraphicFramePr>
        <p:xfrm>
          <a:off x="1661235" y="2320066"/>
          <a:ext cx="5901769" cy="7950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50880" imgH="330120" progId="Equation.DSMT4">
                  <p:embed/>
                </p:oleObj>
              </mc:Choice>
              <mc:Fallback>
                <p:oleObj name="Equation" r:id="rId6" imgW="24508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1235" y="2320066"/>
                        <a:ext cx="5901769" cy="7950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8518211"/>
              </p:ext>
            </p:extLst>
          </p:nvPr>
        </p:nvGraphicFramePr>
        <p:xfrm>
          <a:off x="3168149" y="3026072"/>
          <a:ext cx="5252247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45960" imgH="330120" progId="Equation.DSMT4">
                  <p:embed/>
                </p:oleObj>
              </mc:Choice>
              <mc:Fallback>
                <p:oleObj name="Equation" r:id="rId8" imgW="21459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8149" y="3026072"/>
                        <a:ext cx="5252247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8431735"/>
              </p:ext>
            </p:extLst>
          </p:nvPr>
        </p:nvGraphicFramePr>
        <p:xfrm>
          <a:off x="1661235" y="3958950"/>
          <a:ext cx="7300913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71800" imgH="215640" progId="Equation.DSMT4">
                  <p:embed/>
                </p:oleObj>
              </mc:Choice>
              <mc:Fallback>
                <p:oleObj name="Equation" r:id="rId10" imgW="29718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1235" y="3958950"/>
                        <a:ext cx="7300913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6956028"/>
              </p:ext>
            </p:extLst>
          </p:nvPr>
        </p:nvGraphicFramePr>
        <p:xfrm>
          <a:off x="1766742" y="4627579"/>
          <a:ext cx="9001533" cy="8070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682800" imgH="330120" progId="Equation.DSMT4">
                  <p:embed/>
                </p:oleObj>
              </mc:Choice>
              <mc:Fallback>
                <p:oleObj name="Equation" r:id="rId12" imgW="36828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6742" y="4627579"/>
                        <a:ext cx="9001533" cy="8070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7104957"/>
              </p:ext>
            </p:extLst>
          </p:nvPr>
        </p:nvGraphicFramePr>
        <p:xfrm>
          <a:off x="1599688" y="5434613"/>
          <a:ext cx="5776969" cy="8438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260440" imgH="330120" progId="Equation.DSMT4">
                  <p:embed/>
                </p:oleObj>
              </mc:Choice>
              <mc:Fallback>
                <p:oleObj name="Equation" r:id="rId14" imgW="22604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9688" y="5434613"/>
                        <a:ext cx="5776969" cy="8438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3" name="Text Box 12"/>
          <p:cNvSpPr txBox="1">
            <a:spLocks noChangeArrowheads="1"/>
          </p:cNvSpPr>
          <p:nvPr/>
        </p:nvSpPr>
        <p:spPr bwMode="auto">
          <a:xfrm>
            <a:off x="1661235" y="1537196"/>
            <a:ext cx="592137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证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2539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2"/>
          <p:cNvGrpSpPr>
            <a:grpSpLocks/>
          </p:cNvGrpSpPr>
          <p:nvPr/>
        </p:nvGrpSpPr>
        <p:grpSpPr bwMode="auto">
          <a:xfrm>
            <a:off x="367588" y="943022"/>
            <a:ext cx="10999906" cy="3973684"/>
            <a:chOff x="469" y="480"/>
            <a:chExt cx="5341" cy="4118"/>
          </a:xfrm>
        </p:grpSpPr>
        <p:sp>
          <p:nvSpPr>
            <p:cNvPr id="12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/>
                </a:gs>
                <a:gs pos="100000">
                  <a:srgbClr val="00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" name="Rectangle 4"/>
            <p:cNvSpPr>
              <a:spLocks noChangeArrowheads="1"/>
            </p:cNvSpPr>
            <p:nvPr/>
          </p:nvSpPr>
          <p:spPr bwMode="auto">
            <a:xfrm>
              <a:off x="625" y="694"/>
              <a:ext cx="5023" cy="371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1989" name="Text Box 5"/>
          <p:cNvSpPr txBox="1">
            <a:spLocks noChangeArrowheads="1"/>
          </p:cNvSpPr>
          <p:nvPr/>
        </p:nvSpPr>
        <p:spPr bwMode="auto">
          <a:xfrm>
            <a:off x="2177196" y="1314768"/>
            <a:ext cx="3311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中宋" panose="02010600040101010101" pitchFamily="2" charset="-122"/>
              </a:rPr>
              <a:t>（柯西判别法）</a:t>
            </a:r>
          </a:p>
        </p:txBody>
      </p:sp>
      <p:graphicFrame>
        <p:nvGraphicFramePr>
          <p:cNvPr id="419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7558768"/>
              </p:ext>
            </p:extLst>
          </p:nvPr>
        </p:nvGraphicFramePr>
        <p:xfrm>
          <a:off x="1297555" y="2104404"/>
          <a:ext cx="8991600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20960" imgH="291960" progId="Equation.DSMT4">
                  <p:embed/>
                </p:oleObj>
              </mc:Choice>
              <mc:Fallback>
                <p:oleObj name="Equation" r:id="rId2" imgW="372096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555" y="2104404"/>
                        <a:ext cx="8991600" cy="70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2987542"/>
              </p:ext>
            </p:extLst>
          </p:nvPr>
        </p:nvGraphicFramePr>
        <p:xfrm>
          <a:off x="1203193" y="2752824"/>
          <a:ext cx="9328696" cy="805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22480" imgH="330120" progId="Equation.DSMT4">
                  <p:embed/>
                </p:oleObj>
              </mc:Choice>
              <mc:Fallback>
                <p:oleObj name="Equation" r:id="rId4" imgW="38224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3193" y="2752824"/>
                        <a:ext cx="9328696" cy="8058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1649978"/>
              </p:ext>
            </p:extLst>
          </p:nvPr>
        </p:nvGraphicFramePr>
        <p:xfrm>
          <a:off x="1158583" y="3687834"/>
          <a:ext cx="9530628" cy="7816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25880" imgH="330120" progId="Equation.DSMT4">
                  <p:embed/>
                </p:oleObj>
              </mc:Choice>
              <mc:Fallback>
                <p:oleObj name="Equation" r:id="rId6" imgW="40258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8583" y="3687834"/>
                        <a:ext cx="9530628" cy="7816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993" name="Group 9"/>
          <p:cNvGrpSpPr>
            <a:grpSpLocks/>
          </p:cNvGrpSpPr>
          <p:nvPr/>
        </p:nvGrpSpPr>
        <p:grpSpPr bwMode="auto">
          <a:xfrm>
            <a:off x="3101322" y="5180158"/>
            <a:ext cx="5645150" cy="585788"/>
            <a:chOff x="1051" y="3258"/>
            <a:chExt cx="3556" cy="369"/>
          </a:xfrm>
        </p:grpSpPr>
        <p:sp>
          <p:nvSpPr>
            <p:cNvPr id="37896" name="Rectangle 10"/>
            <p:cNvSpPr>
              <a:spLocks noChangeArrowheads="1"/>
            </p:cNvSpPr>
            <p:nvPr/>
          </p:nvSpPr>
          <p:spPr bwMode="auto">
            <a:xfrm>
              <a:off x="1051" y="3258"/>
              <a:ext cx="3485" cy="369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FF7C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4800">
                <a:solidFill>
                  <a:srgbClr val="FF0000"/>
                </a:solidFill>
              </a:endParaRPr>
            </a:p>
          </p:txBody>
        </p:sp>
        <p:sp>
          <p:nvSpPr>
            <p:cNvPr id="37897" name="Text Box 11"/>
            <p:cNvSpPr txBox="1">
              <a:spLocks noChangeArrowheads="1"/>
            </p:cNvSpPr>
            <p:nvPr/>
          </p:nvSpPr>
          <p:spPr bwMode="auto">
            <a:xfrm>
              <a:off x="1205" y="3278"/>
              <a:ext cx="340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 dirty="0">
                  <a:latin typeface="+mn-ea"/>
                  <a:ea typeface="+mn-ea"/>
                </a:rPr>
                <a:t>该定理的证明请读者自己完成</a:t>
              </a:r>
              <a:r>
                <a:rPr lang="en-US" altLang="zh-CN" sz="2800" b="1" dirty="0">
                  <a:latin typeface="Times New Roman" panose="02020603050405020304" pitchFamily="18" charset="0"/>
                  <a:ea typeface="楷体_GB2312" pitchFamily="49" charset="-122"/>
                </a:rPr>
                <a:t>.</a:t>
              </a:r>
            </a:p>
          </p:txBody>
        </p:sp>
      </p:grpSp>
      <p:sp>
        <p:nvSpPr>
          <p:cNvPr id="37895" name="Text Box 12"/>
          <p:cNvSpPr txBox="1">
            <a:spLocks noChangeArrowheads="1"/>
          </p:cNvSpPr>
          <p:nvPr/>
        </p:nvSpPr>
        <p:spPr bwMode="auto">
          <a:xfrm>
            <a:off x="1043283" y="1314768"/>
            <a:ext cx="15668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584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19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19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2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6057685"/>
              </p:ext>
            </p:extLst>
          </p:nvPr>
        </p:nvGraphicFramePr>
        <p:xfrm>
          <a:off x="2693898" y="740512"/>
          <a:ext cx="7225441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73320" imgH="330120" progId="Equation.DSMT4">
                  <p:embed/>
                </p:oleObj>
              </mc:Choice>
              <mc:Fallback>
                <p:oleObj name="Equation" r:id="rId2" imgW="30733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3898" y="740512"/>
                        <a:ext cx="7225441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2574730"/>
              </p:ext>
            </p:extLst>
          </p:nvPr>
        </p:nvGraphicFramePr>
        <p:xfrm>
          <a:off x="3141418" y="1591878"/>
          <a:ext cx="5576882" cy="529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73040" imgH="215640" progId="Equation.DSMT4">
                  <p:embed/>
                </p:oleObj>
              </mc:Choice>
              <mc:Fallback>
                <p:oleObj name="Equation" r:id="rId4" imgW="22730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1418" y="1591878"/>
                        <a:ext cx="5576882" cy="5296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9670090"/>
              </p:ext>
            </p:extLst>
          </p:nvPr>
        </p:nvGraphicFramePr>
        <p:xfrm>
          <a:off x="2480253" y="2310374"/>
          <a:ext cx="5075237" cy="553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95200" imgH="228600" progId="Equation.DSMT4">
                  <p:embed/>
                </p:oleObj>
              </mc:Choice>
              <mc:Fallback>
                <p:oleObj name="Equation" r:id="rId6" imgW="2095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0253" y="2310374"/>
                        <a:ext cx="5075237" cy="553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9982491"/>
              </p:ext>
            </p:extLst>
          </p:nvPr>
        </p:nvGraphicFramePr>
        <p:xfrm>
          <a:off x="2996460" y="2976498"/>
          <a:ext cx="5110266" cy="9563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71520" imgH="406080" progId="Equation.DSMT4">
                  <p:embed/>
                </p:oleObj>
              </mc:Choice>
              <mc:Fallback>
                <p:oleObj name="Equation" r:id="rId8" imgW="21715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6460" y="2976498"/>
                        <a:ext cx="5110266" cy="9563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6517074"/>
              </p:ext>
            </p:extLst>
          </p:nvPr>
        </p:nvGraphicFramePr>
        <p:xfrm>
          <a:off x="1342657" y="3936546"/>
          <a:ext cx="7190941" cy="798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971800" imgH="330120" progId="Equation.DSMT4">
                  <p:embed/>
                </p:oleObj>
              </mc:Choice>
              <mc:Fallback>
                <p:oleObj name="Equation" r:id="rId10" imgW="297180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2657" y="3936546"/>
                        <a:ext cx="7190941" cy="7989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1271106"/>
              </p:ext>
            </p:extLst>
          </p:nvPr>
        </p:nvGraphicFramePr>
        <p:xfrm>
          <a:off x="2996460" y="4694319"/>
          <a:ext cx="4937751" cy="839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942920" imgH="330120" progId="Equation.DSMT4">
                  <p:embed/>
                </p:oleObj>
              </mc:Choice>
              <mc:Fallback>
                <p:oleObj name="Equation" r:id="rId12" imgW="19429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6460" y="4694319"/>
                        <a:ext cx="4937751" cy="8390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0695651"/>
              </p:ext>
            </p:extLst>
          </p:nvPr>
        </p:nvGraphicFramePr>
        <p:xfrm>
          <a:off x="1342657" y="5497054"/>
          <a:ext cx="9174404" cy="754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012920" imgH="330120" progId="Equation.DSMT4">
                  <p:embed/>
                </p:oleObj>
              </mc:Choice>
              <mc:Fallback>
                <p:oleObj name="Equation" r:id="rId14" imgW="40129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2657" y="5497054"/>
                        <a:ext cx="9174404" cy="7548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1" name="Text Box 19"/>
          <p:cNvSpPr txBox="1">
            <a:spLocks noChangeArrowheads="1"/>
          </p:cNvSpPr>
          <p:nvPr/>
        </p:nvSpPr>
        <p:spPr bwMode="auto">
          <a:xfrm>
            <a:off x="1342657" y="786976"/>
            <a:ext cx="100700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方正舒体" panose="02010601030101010101" pitchFamily="2" charset="-122"/>
                <a:cs typeface="Times New Roman" panose="02020603050405020304" pitchFamily="18" charset="0"/>
              </a:rPr>
              <a:t>15</a:t>
            </a:r>
          </a:p>
        </p:txBody>
      </p:sp>
      <p:sp>
        <p:nvSpPr>
          <p:cNvPr id="38922" name="Text Box 20"/>
          <p:cNvSpPr txBox="1">
            <a:spLocks noChangeArrowheads="1"/>
          </p:cNvSpPr>
          <p:nvPr/>
        </p:nvSpPr>
        <p:spPr bwMode="auto">
          <a:xfrm>
            <a:off x="1342657" y="2279261"/>
            <a:ext cx="100540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FF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解：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139A9E-5590-473F-ACB1-2C543AE39A04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3913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22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6622</TotalTime>
  <Words>270</Words>
  <Application>Microsoft Office PowerPoint</Application>
  <PresentationFormat>宽屏</PresentationFormat>
  <Paragraphs>109</Paragraphs>
  <Slides>38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38</vt:i4>
      </vt:variant>
    </vt:vector>
  </HeadingPairs>
  <TitlesOfParts>
    <vt:vector size="48" baseType="lpstr">
      <vt:lpstr>华文行楷</vt:lpstr>
      <vt:lpstr>华文中宋</vt:lpstr>
      <vt:lpstr>宋体</vt:lpstr>
      <vt:lpstr>Arial</vt:lpstr>
      <vt:lpstr>Calibri</vt:lpstr>
      <vt:lpstr>Calibri Light</vt:lpstr>
      <vt:lpstr>Times New Roman</vt:lpstr>
      <vt:lpstr>Office 主题</vt:lpstr>
      <vt:lpstr>Equation</vt:lpstr>
      <vt:lpstr>公式</vt:lpstr>
      <vt:lpstr>第13章、广义积分与含参变量积分</vt:lpstr>
      <vt:lpstr>§1、无穷限积分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第13章、广义积分与含参变量积分</dc:title>
  <dc:creator>dell</dc:creator>
  <cp:lastModifiedBy>尔里德 李</cp:lastModifiedBy>
  <cp:revision>116</cp:revision>
  <dcterms:created xsi:type="dcterms:W3CDTF">2020-05-06T11:49:11Z</dcterms:created>
  <dcterms:modified xsi:type="dcterms:W3CDTF">2024-06-05T16:02:37Z</dcterms:modified>
</cp:coreProperties>
</file>