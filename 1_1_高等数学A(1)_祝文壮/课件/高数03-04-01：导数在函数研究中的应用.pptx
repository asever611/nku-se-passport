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61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309" r:id="rId12"/>
    <p:sldId id="310" r:id="rId13"/>
    <p:sldId id="314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315" r:id="rId25"/>
    <p:sldId id="316" r:id="rId26"/>
    <p:sldId id="282" r:id="rId27"/>
    <p:sldId id="283" r:id="rId28"/>
    <p:sldId id="284" r:id="rId29"/>
    <p:sldId id="285" r:id="rId30"/>
    <p:sldId id="286" r:id="rId31"/>
    <p:sldId id="317" r:id="rId32"/>
    <p:sldId id="319" r:id="rId33"/>
    <p:sldId id="287" r:id="rId34"/>
    <p:sldId id="288" r:id="rId35"/>
    <p:sldId id="289" r:id="rId36"/>
    <p:sldId id="290" r:id="rId37"/>
    <p:sldId id="291" r:id="rId38"/>
    <p:sldId id="292" r:id="rId39"/>
    <p:sldId id="294" r:id="rId40"/>
    <p:sldId id="295" r:id="rId41"/>
    <p:sldId id="313" r:id="rId42"/>
    <p:sldId id="296" r:id="rId43"/>
    <p:sldId id="312" r:id="rId44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2023/11/12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655A656-FF8B-4B8C-8AAE-22AE76C12E11}" type="slidenum">
              <a:rPr kumimoji="1" lang="en-US" altLang="zh-CN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</a:pPr>
              <a:t>15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53253" name="页脚占位符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latin typeface="Times New Roman" panose="02020603050405020304" pitchFamily="18" charset="0"/>
              </a:rPr>
              <a:t>高等数学（同济六）</a:t>
            </a:r>
            <a:endParaRPr kumimoji="1"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135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C2EFB-E6F0-4526-A71E-3BEE9C081B90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7511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C2EFB-E6F0-4526-A71E-3BEE9C081B90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7848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>
  <p:cSld name="标题，文本与媒体剪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1158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媒体占位符 3"/>
          <p:cNvSpPr>
            <a:spLocks noGrp="1"/>
          </p:cNvSpPr>
          <p:nvPr>
            <p:ph type="media"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23001004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  <p:sldLayoutId id="2147483660" r:id="rId12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10.bin"/><Relationship Id="rId3" Type="http://schemas.openxmlformats.org/officeDocument/2006/relationships/image" Target="../media/image5.wmf"/><Relationship Id="rId21" Type="http://schemas.openxmlformats.org/officeDocument/2006/relationships/image" Target="../media/image14.wmf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2.wmf"/><Relationship Id="rId2" Type="http://schemas.openxmlformats.org/officeDocument/2006/relationships/oleObject" Target="NULL"/><Relationship Id="rId16" Type="http://schemas.openxmlformats.org/officeDocument/2006/relationships/oleObject" Target="../embeddings/oleObject9.bin"/><Relationship Id="rId20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11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3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5.bin"/><Relationship Id="rId14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24.wmf"/><Relationship Id="rId3" Type="http://schemas.openxmlformats.org/officeDocument/2006/relationships/image" Target="../media/image15.wmf"/><Relationship Id="rId21" Type="http://schemas.openxmlformats.org/officeDocument/2006/relationships/oleObject" Target="../embeddings/oleObject19.bin"/><Relationship Id="rId7" Type="http://schemas.openxmlformats.org/officeDocument/2006/relationships/image" Target="../media/image17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17.bin"/><Relationship Id="rId2" Type="http://schemas.openxmlformats.org/officeDocument/2006/relationships/oleObject" Target="../embeddings/oleObject12.bin"/><Relationship Id="rId16" Type="http://schemas.openxmlformats.org/officeDocument/2006/relationships/image" Target="../media/image23.wmf"/><Relationship Id="rId20" Type="http://schemas.openxmlformats.org/officeDocument/2006/relationships/image" Target="../media/image25.wmf"/><Relationship Id="rId1" Type="http://schemas.openxmlformats.org/officeDocument/2006/relationships/slideLayout" Target="../slideLayouts/slideLayout7.xml"/><Relationship Id="rId6" Type="http://schemas.openxmlformats.org/officeDocument/2006/relationships/oleObject" Target="NULL"/><Relationship Id="rId11" Type="http://schemas.openxmlformats.org/officeDocument/2006/relationships/image" Target="../media/image20.wmf"/><Relationship Id="rId5" Type="http://schemas.openxmlformats.org/officeDocument/2006/relationships/image" Target="../media/image16.wmf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18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8.wmf"/><Relationship Id="rId14" Type="http://schemas.openxmlformats.org/officeDocument/2006/relationships/image" Target="../media/image22.wmf"/><Relationship Id="rId22" Type="http://schemas.openxmlformats.org/officeDocument/2006/relationships/image" Target="../media/image2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NULL"/><Relationship Id="rId13" Type="http://schemas.openxmlformats.org/officeDocument/2006/relationships/image" Target="../media/image33.wmf"/><Relationship Id="rId18" Type="http://schemas.openxmlformats.org/officeDocument/2006/relationships/image" Target="../media/image36.wmf"/><Relationship Id="rId3" Type="http://schemas.openxmlformats.org/officeDocument/2006/relationships/image" Target="../media/image27.wmf"/><Relationship Id="rId21" Type="http://schemas.openxmlformats.org/officeDocument/2006/relationships/oleObject" Target="../embeddings/oleObject27.bin"/><Relationship Id="rId7" Type="http://schemas.openxmlformats.org/officeDocument/2006/relationships/image" Target="../media/image29.wmf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25.bin"/><Relationship Id="rId2" Type="http://schemas.openxmlformats.org/officeDocument/2006/relationships/oleObject" Target="../embeddings/oleObject20.bin"/><Relationship Id="rId16" Type="http://schemas.openxmlformats.org/officeDocument/2006/relationships/image" Target="../media/image35.wmf"/><Relationship Id="rId20" Type="http://schemas.openxmlformats.org/officeDocument/2006/relationships/image" Target="../media/image3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.bin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39.wmf"/><Relationship Id="rId5" Type="http://schemas.openxmlformats.org/officeDocument/2006/relationships/image" Target="../media/image28.wmf"/><Relationship Id="rId15" Type="http://schemas.openxmlformats.org/officeDocument/2006/relationships/oleObject" Target="../embeddings/oleObject24.bin"/><Relationship Id="rId23" Type="http://schemas.openxmlformats.org/officeDocument/2006/relationships/oleObject" Target="../embeddings/oleObject28.bin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26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0.wmf"/><Relationship Id="rId14" Type="http://schemas.openxmlformats.org/officeDocument/2006/relationships/image" Target="../media/image34.wmf"/><Relationship Id="rId22" Type="http://schemas.openxmlformats.org/officeDocument/2006/relationships/image" Target="../media/image3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46.wmf"/><Relationship Id="rId18" Type="http://schemas.openxmlformats.org/officeDocument/2006/relationships/image" Target="../media/image49.wmf"/><Relationship Id="rId3" Type="http://schemas.openxmlformats.org/officeDocument/2006/relationships/image" Target="../media/image40.wmf"/><Relationship Id="rId21" Type="http://schemas.openxmlformats.org/officeDocument/2006/relationships/image" Target="../media/image51.wmf"/><Relationship Id="rId7" Type="http://schemas.openxmlformats.org/officeDocument/2006/relationships/image" Target="../media/image42.wmf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34.bin"/><Relationship Id="rId2" Type="http://schemas.openxmlformats.org/officeDocument/2006/relationships/oleObject" Target="../embeddings/oleObject29.bin"/><Relationship Id="rId16" Type="http://schemas.openxmlformats.org/officeDocument/2006/relationships/image" Target="../media/image48.wmf"/><Relationship Id="rId20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Relationship Id="rId11" Type="http://schemas.openxmlformats.org/officeDocument/2006/relationships/oleObject" Target="../embeddings/oleObject32.bin"/><Relationship Id="rId5" Type="http://schemas.openxmlformats.org/officeDocument/2006/relationships/image" Target="../media/image41.wmf"/><Relationship Id="rId15" Type="http://schemas.openxmlformats.org/officeDocument/2006/relationships/image" Target="../media/image47.wmf"/><Relationship Id="rId10" Type="http://schemas.openxmlformats.org/officeDocument/2006/relationships/image" Target="../media/image44.wmf"/><Relationship Id="rId19" Type="http://schemas.openxmlformats.org/officeDocument/2006/relationships/image" Target="../media/image50.png"/><Relationship Id="rId4" Type="http://schemas.openxmlformats.org/officeDocument/2006/relationships/oleObject" Target="NULL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3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8.wmf"/><Relationship Id="rId18" Type="http://schemas.openxmlformats.org/officeDocument/2006/relationships/image" Target="../media/image60.wmf"/><Relationship Id="rId3" Type="http://schemas.openxmlformats.org/officeDocument/2006/relationships/oleObject" Target="../embeddings/oleObject36.bin"/><Relationship Id="rId21" Type="http://schemas.openxmlformats.org/officeDocument/2006/relationships/image" Target="../media/image61.wmf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57.wmf"/><Relationship Id="rId17" Type="http://schemas.openxmlformats.org/officeDocument/2006/relationships/image" Target="../media/image59.wmf"/><Relationship Id="rId2" Type="http://schemas.openxmlformats.org/officeDocument/2006/relationships/image" Target="../media/image52.png"/><Relationship Id="rId16" Type="http://schemas.openxmlformats.org/officeDocument/2006/relationships/oleObject" Target="../embeddings/oleObject40.bin"/><Relationship Id="rId20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wmf"/><Relationship Id="rId11" Type="http://schemas.openxmlformats.org/officeDocument/2006/relationships/image" Target="../media/image56.wmf"/><Relationship Id="rId24" Type="http://schemas.openxmlformats.org/officeDocument/2006/relationships/image" Target="../media/image63.wmf"/><Relationship Id="rId5" Type="http://schemas.openxmlformats.org/officeDocument/2006/relationships/oleObject" Target="NULL"/><Relationship Id="rId15" Type="http://schemas.openxmlformats.org/officeDocument/2006/relationships/image" Target="../media/image45.wmf"/><Relationship Id="rId23" Type="http://schemas.openxmlformats.org/officeDocument/2006/relationships/oleObject" Target="../embeddings/oleObject42.bin"/><Relationship Id="rId10" Type="http://schemas.openxmlformats.org/officeDocument/2006/relationships/image" Target="../media/image55.wmf"/><Relationship Id="rId19" Type="http://schemas.openxmlformats.org/officeDocument/2006/relationships/image" Target="../media/image48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38.bin"/><Relationship Id="rId14" Type="http://schemas.openxmlformats.org/officeDocument/2006/relationships/oleObject" Target="../embeddings/oleObject39.bin"/><Relationship Id="rId22" Type="http://schemas.openxmlformats.org/officeDocument/2006/relationships/image" Target="../media/image6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67.wmf"/><Relationship Id="rId26" Type="http://schemas.openxmlformats.org/officeDocument/2006/relationships/image" Target="../media/image71.wmf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0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48.bin"/><Relationship Id="rId25" Type="http://schemas.openxmlformats.org/officeDocument/2006/relationships/oleObject" Target="../embeddings/oleObject52.bin"/><Relationship Id="rId2" Type="http://schemas.openxmlformats.org/officeDocument/2006/relationships/image" Target="../media/image52.png"/><Relationship Id="rId16" Type="http://schemas.openxmlformats.org/officeDocument/2006/relationships/image" Target="../media/image66.wmf"/><Relationship Id="rId20" Type="http://schemas.openxmlformats.org/officeDocument/2006/relationships/image" Target="../media/image68.wmf"/><Relationship Id="rId29" Type="http://schemas.openxmlformats.org/officeDocument/2006/relationships/oleObject" Target="../embeddings/oleObject5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wmf"/><Relationship Id="rId11" Type="http://schemas.openxmlformats.org/officeDocument/2006/relationships/image" Target="../media/image56.wmf"/><Relationship Id="rId24" Type="http://schemas.openxmlformats.org/officeDocument/2006/relationships/image" Target="../media/image70.wmf"/><Relationship Id="rId5" Type="http://schemas.openxmlformats.org/officeDocument/2006/relationships/oleObject" Target="NULL"/><Relationship Id="rId15" Type="http://schemas.openxmlformats.org/officeDocument/2006/relationships/oleObject" Target="../embeddings/oleObject47.bin"/><Relationship Id="rId23" Type="http://schemas.openxmlformats.org/officeDocument/2006/relationships/oleObject" Target="../embeddings/oleObject51.bin"/><Relationship Id="rId28" Type="http://schemas.openxmlformats.org/officeDocument/2006/relationships/image" Target="../media/image72.wmf"/><Relationship Id="rId10" Type="http://schemas.openxmlformats.org/officeDocument/2006/relationships/image" Target="../media/image64.wmf"/><Relationship Id="rId19" Type="http://schemas.openxmlformats.org/officeDocument/2006/relationships/oleObject" Target="../embeddings/oleObject49.bin"/><Relationship Id="rId4" Type="http://schemas.openxmlformats.org/officeDocument/2006/relationships/image" Target="../media/image53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65.wmf"/><Relationship Id="rId22" Type="http://schemas.openxmlformats.org/officeDocument/2006/relationships/image" Target="../media/image69.wmf"/><Relationship Id="rId27" Type="http://schemas.openxmlformats.org/officeDocument/2006/relationships/oleObject" Target="../embeddings/oleObject53.bin"/><Relationship Id="rId30" Type="http://schemas.openxmlformats.org/officeDocument/2006/relationships/image" Target="../media/image7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80.wmf"/><Relationship Id="rId18" Type="http://schemas.openxmlformats.org/officeDocument/2006/relationships/image" Target="../media/image83.wmf"/><Relationship Id="rId26" Type="http://schemas.openxmlformats.org/officeDocument/2006/relationships/image" Target="../media/image87.w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2.bin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58.bin"/><Relationship Id="rId17" Type="http://schemas.openxmlformats.org/officeDocument/2006/relationships/oleObject" Target="../embeddings/oleObject60.bin"/><Relationship Id="rId25" Type="http://schemas.openxmlformats.org/officeDocument/2006/relationships/oleObject" Target="../embeddings/oleObject64.bin"/><Relationship Id="rId2" Type="http://schemas.openxmlformats.org/officeDocument/2006/relationships/image" Target="../media/image74.png"/><Relationship Id="rId16" Type="http://schemas.openxmlformats.org/officeDocument/2006/relationships/image" Target="../media/image82.wmf"/><Relationship Id="rId20" Type="http://schemas.openxmlformats.org/officeDocument/2006/relationships/image" Target="../media/image8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wmf"/><Relationship Id="rId11" Type="http://schemas.openxmlformats.org/officeDocument/2006/relationships/image" Target="../media/image79.wmf"/><Relationship Id="rId24" Type="http://schemas.openxmlformats.org/officeDocument/2006/relationships/image" Target="../media/image86.wmf"/><Relationship Id="rId5" Type="http://schemas.openxmlformats.org/officeDocument/2006/relationships/oleObject" Target="NULL"/><Relationship Id="rId15" Type="http://schemas.openxmlformats.org/officeDocument/2006/relationships/oleObject" Target="../embeddings/oleObject59.bin"/><Relationship Id="rId23" Type="http://schemas.openxmlformats.org/officeDocument/2006/relationships/oleObject" Target="../embeddings/oleObject63.bin"/><Relationship Id="rId10" Type="http://schemas.openxmlformats.org/officeDocument/2006/relationships/oleObject" Target="../embeddings/oleObject57.bin"/><Relationship Id="rId19" Type="http://schemas.openxmlformats.org/officeDocument/2006/relationships/oleObject" Target="../embeddings/oleObject61.bin"/><Relationship Id="rId4" Type="http://schemas.openxmlformats.org/officeDocument/2006/relationships/image" Target="../media/image75.wmf"/><Relationship Id="rId9" Type="http://schemas.openxmlformats.org/officeDocument/2006/relationships/image" Target="../media/image78.wmf"/><Relationship Id="rId14" Type="http://schemas.openxmlformats.org/officeDocument/2006/relationships/image" Target="../media/image81.wmf"/><Relationship Id="rId22" Type="http://schemas.openxmlformats.org/officeDocument/2006/relationships/image" Target="../media/image8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93.wmf"/><Relationship Id="rId18" Type="http://schemas.openxmlformats.org/officeDocument/2006/relationships/oleObject" Target="../embeddings/oleObject72.bin"/><Relationship Id="rId3" Type="http://schemas.openxmlformats.org/officeDocument/2006/relationships/image" Target="../media/image88.wmf"/><Relationship Id="rId21" Type="http://schemas.openxmlformats.org/officeDocument/2006/relationships/image" Target="../media/image97.wmf"/><Relationship Id="rId7" Type="http://schemas.openxmlformats.org/officeDocument/2006/relationships/image" Target="../media/image90.wmf"/><Relationship Id="rId12" Type="http://schemas.openxmlformats.org/officeDocument/2006/relationships/oleObject" Target="NULL"/><Relationship Id="rId17" Type="http://schemas.openxmlformats.org/officeDocument/2006/relationships/image" Target="../media/image95.wmf"/><Relationship Id="rId2" Type="http://schemas.openxmlformats.org/officeDocument/2006/relationships/oleObject" Target="../embeddings/oleObject65.bin"/><Relationship Id="rId16" Type="http://schemas.openxmlformats.org/officeDocument/2006/relationships/oleObject" Target="../embeddings/oleObject71.bin"/><Relationship Id="rId20" Type="http://schemas.openxmlformats.org/officeDocument/2006/relationships/oleObject" Target="../embeddings/oleObject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92.wmf"/><Relationship Id="rId5" Type="http://schemas.openxmlformats.org/officeDocument/2006/relationships/image" Target="../media/image89.wmf"/><Relationship Id="rId15" Type="http://schemas.openxmlformats.org/officeDocument/2006/relationships/image" Target="../media/image94.wmf"/><Relationship Id="rId10" Type="http://schemas.openxmlformats.org/officeDocument/2006/relationships/oleObject" Target="../embeddings/oleObject69.bin"/><Relationship Id="rId19" Type="http://schemas.openxmlformats.org/officeDocument/2006/relationships/image" Target="../media/image96.w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91.wmf"/><Relationship Id="rId14" Type="http://schemas.openxmlformats.org/officeDocument/2006/relationships/oleObject" Target="../embeddings/oleObject70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82.bin"/><Relationship Id="rId26" Type="http://schemas.openxmlformats.org/officeDocument/2006/relationships/oleObject" Target="../embeddings/oleObject86.bin"/><Relationship Id="rId21" Type="http://schemas.openxmlformats.org/officeDocument/2006/relationships/image" Target="../media/image107.wmf"/><Relationship Id="rId34" Type="http://schemas.openxmlformats.org/officeDocument/2006/relationships/oleObject" Target="../embeddings/oleObject90.bin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79.bin"/><Relationship Id="rId17" Type="http://schemas.openxmlformats.org/officeDocument/2006/relationships/image" Target="../media/image105.wmf"/><Relationship Id="rId25" Type="http://schemas.openxmlformats.org/officeDocument/2006/relationships/image" Target="../media/image109.wmf"/><Relationship Id="rId33" Type="http://schemas.openxmlformats.org/officeDocument/2006/relationships/image" Target="../media/image113.wmf"/><Relationship Id="rId2" Type="http://schemas.openxmlformats.org/officeDocument/2006/relationships/oleObject" Target="../embeddings/oleObject74.bin"/><Relationship Id="rId16" Type="http://schemas.openxmlformats.org/officeDocument/2006/relationships/oleObject" Target="../embeddings/oleObject81.bin"/><Relationship Id="rId20" Type="http://schemas.openxmlformats.org/officeDocument/2006/relationships/oleObject" Target="../embeddings/oleObject83.bin"/><Relationship Id="rId29" Type="http://schemas.openxmlformats.org/officeDocument/2006/relationships/image" Target="../media/image11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102.wmf"/><Relationship Id="rId24" Type="http://schemas.openxmlformats.org/officeDocument/2006/relationships/oleObject" Target="../embeddings/oleObject85.bin"/><Relationship Id="rId32" Type="http://schemas.openxmlformats.org/officeDocument/2006/relationships/oleObject" Target="../embeddings/oleObject89.bin"/><Relationship Id="rId37" Type="http://schemas.openxmlformats.org/officeDocument/2006/relationships/image" Target="../media/image115.wmf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23" Type="http://schemas.openxmlformats.org/officeDocument/2006/relationships/image" Target="../media/image108.wmf"/><Relationship Id="rId28" Type="http://schemas.openxmlformats.org/officeDocument/2006/relationships/oleObject" Target="../embeddings/oleObject87.bin"/><Relationship Id="rId36" Type="http://schemas.openxmlformats.org/officeDocument/2006/relationships/oleObject" Target="../embeddings/oleObject91.bin"/><Relationship Id="rId10" Type="http://schemas.openxmlformats.org/officeDocument/2006/relationships/oleObject" Target="../embeddings/oleObject78.bin"/><Relationship Id="rId19" Type="http://schemas.openxmlformats.org/officeDocument/2006/relationships/image" Target="../media/image106.wmf"/><Relationship Id="rId31" Type="http://schemas.openxmlformats.org/officeDocument/2006/relationships/image" Target="../media/image112.w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80.bin"/><Relationship Id="rId22" Type="http://schemas.openxmlformats.org/officeDocument/2006/relationships/oleObject" Target="../embeddings/oleObject84.bin"/><Relationship Id="rId27" Type="http://schemas.openxmlformats.org/officeDocument/2006/relationships/image" Target="../media/image110.wmf"/><Relationship Id="rId30" Type="http://schemas.openxmlformats.org/officeDocument/2006/relationships/oleObject" Target="../embeddings/oleObject88.bin"/><Relationship Id="rId35" Type="http://schemas.openxmlformats.org/officeDocument/2006/relationships/image" Target="../media/image114.wmf"/><Relationship Id="rId8" Type="http://schemas.openxmlformats.org/officeDocument/2006/relationships/oleObject" Target="../embeddings/oleObject77.bin"/><Relationship Id="rId3" Type="http://schemas.openxmlformats.org/officeDocument/2006/relationships/image" Target="../media/image98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7.bin"/><Relationship Id="rId18" Type="http://schemas.openxmlformats.org/officeDocument/2006/relationships/image" Target="../media/image123.wmf"/><Relationship Id="rId26" Type="http://schemas.openxmlformats.org/officeDocument/2006/relationships/image" Target="../media/image127.wmf"/><Relationship Id="rId39" Type="http://schemas.openxmlformats.org/officeDocument/2006/relationships/image" Target="../media/image133.wmf"/><Relationship Id="rId21" Type="http://schemas.openxmlformats.org/officeDocument/2006/relationships/oleObject" Target="../embeddings/oleObject101.bin"/><Relationship Id="rId34" Type="http://schemas.openxmlformats.org/officeDocument/2006/relationships/oleObject" Target="../embeddings/oleObject108.bin"/><Relationship Id="rId42" Type="http://schemas.openxmlformats.org/officeDocument/2006/relationships/oleObject" Target="../embeddings/oleObject112.bin"/><Relationship Id="rId7" Type="http://schemas.openxmlformats.org/officeDocument/2006/relationships/oleObject" Target="../embeddings/oleObject94.bin"/><Relationship Id="rId2" Type="http://schemas.openxmlformats.org/officeDocument/2006/relationships/image" Target="../media/image74.png"/><Relationship Id="rId16" Type="http://schemas.openxmlformats.org/officeDocument/2006/relationships/image" Target="../media/image122.wmf"/><Relationship Id="rId29" Type="http://schemas.openxmlformats.org/officeDocument/2006/relationships/oleObject" Target="../embeddings/oleObject10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96.bin"/><Relationship Id="rId24" Type="http://schemas.openxmlformats.org/officeDocument/2006/relationships/image" Target="../media/image126.wmf"/><Relationship Id="rId32" Type="http://schemas.openxmlformats.org/officeDocument/2006/relationships/image" Target="../media/image130.wmf"/><Relationship Id="rId37" Type="http://schemas.openxmlformats.org/officeDocument/2006/relationships/image" Target="../media/image132.wmf"/><Relationship Id="rId40" Type="http://schemas.openxmlformats.org/officeDocument/2006/relationships/oleObject" Target="../embeddings/oleObject111.bin"/><Relationship Id="rId45" Type="http://schemas.openxmlformats.org/officeDocument/2006/relationships/image" Target="../media/image136.wmf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23" Type="http://schemas.openxmlformats.org/officeDocument/2006/relationships/oleObject" Target="../embeddings/oleObject102.bin"/><Relationship Id="rId28" Type="http://schemas.openxmlformats.org/officeDocument/2006/relationships/image" Target="../media/image128.wmf"/><Relationship Id="rId36" Type="http://schemas.openxmlformats.org/officeDocument/2006/relationships/oleObject" Target="../embeddings/oleObject109.bin"/><Relationship Id="rId10" Type="http://schemas.openxmlformats.org/officeDocument/2006/relationships/image" Target="../media/image119.wmf"/><Relationship Id="rId19" Type="http://schemas.openxmlformats.org/officeDocument/2006/relationships/oleObject" Target="../embeddings/oleObject100.bin"/><Relationship Id="rId31" Type="http://schemas.openxmlformats.org/officeDocument/2006/relationships/oleObject" Target="../embeddings/oleObject106.bin"/><Relationship Id="rId44" Type="http://schemas.openxmlformats.org/officeDocument/2006/relationships/oleObject" Target="../embeddings/oleObject113.bin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121.wmf"/><Relationship Id="rId22" Type="http://schemas.openxmlformats.org/officeDocument/2006/relationships/image" Target="../media/image125.wmf"/><Relationship Id="rId27" Type="http://schemas.openxmlformats.org/officeDocument/2006/relationships/oleObject" Target="../embeddings/oleObject104.bin"/><Relationship Id="rId30" Type="http://schemas.openxmlformats.org/officeDocument/2006/relationships/image" Target="../media/image129.wmf"/><Relationship Id="rId35" Type="http://schemas.openxmlformats.org/officeDocument/2006/relationships/image" Target="../media/image131.wmf"/><Relationship Id="rId43" Type="http://schemas.openxmlformats.org/officeDocument/2006/relationships/image" Target="../media/image135.wmf"/><Relationship Id="rId8" Type="http://schemas.openxmlformats.org/officeDocument/2006/relationships/image" Target="../media/image118.wmf"/><Relationship Id="rId3" Type="http://schemas.openxmlformats.org/officeDocument/2006/relationships/oleObject" Target="../embeddings/oleObject92.bin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99.bin"/><Relationship Id="rId25" Type="http://schemas.openxmlformats.org/officeDocument/2006/relationships/oleObject" Target="../embeddings/oleObject103.bin"/><Relationship Id="rId33" Type="http://schemas.openxmlformats.org/officeDocument/2006/relationships/oleObject" Target="../embeddings/oleObject107.bin"/><Relationship Id="rId38" Type="http://schemas.openxmlformats.org/officeDocument/2006/relationships/oleObject" Target="../embeddings/oleObject110.bin"/><Relationship Id="rId20" Type="http://schemas.openxmlformats.org/officeDocument/2006/relationships/image" Target="../media/image124.wmf"/><Relationship Id="rId41" Type="http://schemas.openxmlformats.org/officeDocument/2006/relationships/image" Target="../media/image13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42.wmf"/><Relationship Id="rId18" Type="http://schemas.openxmlformats.org/officeDocument/2006/relationships/oleObject" Target="../embeddings/oleObject122.bin"/><Relationship Id="rId26" Type="http://schemas.openxmlformats.org/officeDocument/2006/relationships/oleObject" Target="../embeddings/oleObject126.bin"/><Relationship Id="rId3" Type="http://schemas.openxmlformats.org/officeDocument/2006/relationships/image" Target="../media/image137.wmf"/><Relationship Id="rId21" Type="http://schemas.openxmlformats.org/officeDocument/2006/relationships/image" Target="../media/image146.wmf"/><Relationship Id="rId7" Type="http://schemas.openxmlformats.org/officeDocument/2006/relationships/image" Target="../media/image139.wmf"/><Relationship Id="rId12" Type="http://schemas.openxmlformats.org/officeDocument/2006/relationships/oleObject" Target="../embeddings/oleObject119.bin"/><Relationship Id="rId17" Type="http://schemas.openxmlformats.org/officeDocument/2006/relationships/image" Target="../media/image144.wmf"/><Relationship Id="rId25" Type="http://schemas.openxmlformats.org/officeDocument/2006/relationships/image" Target="../media/image148.wmf"/><Relationship Id="rId2" Type="http://schemas.openxmlformats.org/officeDocument/2006/relationships/oleObject" Target="../embeddings/oleObject114.bin"/><Relationship Id="rId16" Type="http://schemas.openxmlformats.org/officeDocument/2006/relationships/oleObject" Target="../embeddings/oleObject121.bin"/><Relationship Id="rId20" Type="http://schemas.openxmlformats.org/officeDocument/2006/relationships/oleObject" Target="../embeddings/oleObject1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41.wmf"/><Relationship Id="rId24" Type="http://schemas.openxmlformats.org/officeDocument/2006/relationships/oleObject" Target="../embeddings/oleObject125.bin"/><Relationship Id="rId5" Type="http://schemas.openxmlformats.org/officeDocument/2006/relationships/image" Target="../media/image138.wmf"/><Relationship Id="rId15" Type="http://schemas.openxmlformats.org/officeDocument/2006/relationships/image" Target="../media/image143.wmf"/><Relationship Id="rId23" Type="http://schemas.openxmlformats.org/officeDocument/2006/relationships/image" Target="../media/image147.wmf"/><Relationship Id="rId10" Type="http://schemas.openxmlformats.org/officeDocument/2006/relationships/oleObject" Target="../embeddings/oleObject118.bin"/><Relationship Id="rId19" Type="http://schemas.openxmlformats.org/officeDocument/2006/relationships/image" Target="../media/image145.wmf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40.wmf"/><Relationship Id="rId14" Type="http://schemas.openxmlformats.org/officeDocument/2006/relationships/oleObject" Target="../embeddings/oleObject120.bin"/><Relationship Id="rId22" Type="http://schemas.openxmlformats.org/officeDocument/2006/relationships/oleObject" Target="../embeddings/oleObject124.bin"/><Relationship Id="rId27" Type="http://schemas.openxmlformats.org/officeDocument/2006/relationships/image" Target="../media/image14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13" Type="http://schemas.openxmlformats.org/officeDocument/2006/relationships/image" Target="../media/image155.wmf"/><Relationship Id="rId3" Type="http://schemas.openxmlformats.org/officeDocument/2006/relationships/image" Target="../media/image150.wmf"/><Relationship Id="rId7" Type="http://schemas.openxmlformats.org/officeDocument/2006/relationships/image" Target="../media/image152.wmf"/><Relationship Id="rId12" Type="http://schemas.openxmlformats.org/officeDocument/2006/relationships/oleObject" Target="../embeddings/oleObject132.bin"/><Relationship Id="rId17" Type="http://schemas.openxmlformats.org/officeDocument/2006/relationships/image" Target="../media/image157.wmf"/><Relationship Id="rId2" Type="http://schemas.openxmlformats.org/officeDocument/2006/relationships/oleObject" Target="../embeddings/oleObject127.bin"/><Relationship Id="rId16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154.wmf"/><Relationship Id="rId5" Type="http://schemas.openxmlformats.org/officeDocument/2006/relationships/image" Target="../media/image151.wmf"/><Relationship Id="rId15" Type="http://schemas.openxmlformats.org/officeDocument/2006/relationships/image" Target="../media/image156.wmf"/><Relationship Id="rId10" Type="http://schemas.openxmlformats.org/officeDocument/2006/relationships/oleObject" Target="../embeddings/oleObject131.bin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53.wmf"/><Relationship Id="rId14" Type="http://schemas.openxmlformats.org/officeDocument/2006/relationships/oleObject" Target="../embeddings/oleObject133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3" Type="http://schemas.openxmlformats.org/officeDocument/2006/relationships/image" Target="../media/image158.wmf"/><Relationship Id="rId7" Type="http://schemas.openxmlformats.org/officeDocument/2006/relationships/image" Target="../media/image160.wmf"/><Relationship Id="rId2" Type="http://schemas.openxmlformats.org/officeDocument/2006/relationships/oleObject" Target="../embeddings/oleObject1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62.wmf"/><Relationship Id="rId5" Type="http://schemas.openxmlformats.org/officeDocument/2006/relationships/image" Target="../media/image159.wmf"/><Relationship Id="rId10" Type="http://schemas.openxmlformats.org/officeDocument/2006/relationships/oleObject" Target="../embeddings/oleObject139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61.w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5.bin"/><Relationship Id="rId18" Type="http://schemas.openxmlformats.org/officeDocument/2006/relationships/image" Target="../media/image170.wmf"/><Relationship Id="rId26" Type="http://schemas.openxmlformats.org/officeDocument/2006/relationships/image" Target="../media/image174.wmf"/><Relationship Id="rId3" Type="http://schemas.openxmlformats.org/officeDocument/2006/relationships/oleObject" Target="../embeddings/oleObject140.bin"/><Relationship Id="rId21" Type="http://schemas.openxmlformats.org/officeDocument/2006/relationships/oleObject" Target="../embeddings/oleObject149.bin"/><Relationship Id="rId34" Type="http://schemas.openxmlformats.org/officeDocument/2006/relationships/image" Target="../media/image175.wmf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167.wmf"/><Relationship Id="rId17" Type="http://schemas.openxmlformats.org/officeDocument/2006/relationships/oleObject" Target="../embeddings/oleObject147.bin"/><Relationship Id="rId25" Type="http://schemas.openxmlformats.org/officeDocument/2006/relationships/oleObject" Target="../embeddings/oleObject151.bin"/><Relationship Id="rId33" Type="http://schemas.openxmlformats.org/officeDocument/2006/relationships/oleObject" Target="../embeddings/oleObject158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9.wmf"/><Relationship Id="rId20" Type="http://schemas.openxmlformats.org/officeDocument/2006/relationships/image" Target="../media/image171.wmf"/><Relationship Id="rId29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44.bin"/><Relationship Id="rId24" Type="http://schemas.openxmlformats.org/officeDocument/2006/relationships/image" Target="../media/image173.wmf"/><Relationship Id="rId32" Type="http://schemas.openxmlformats.org/officeDocument/2006/relationships/oleObject" Target="../embeddings/oleObject157.bin"/><Relationship Id="rId5" Type="http://schemas.openxmlformats.org/officeDocument/2006/relationships/oleObject" Target="../embeddings/oleObject141.bin"/><Relationship Id="rId15" Type="http://schemas.openxmlformats.org/officeDocument/2006/relationships/oleObject" Target="../embeddings/oleObject146.bin"/><Relationship Id="rId23" Type="http://schemas.openxmlformats.org/officeDocument/2006/relationships/oleObject" Target="../embeddings/oleObject150.bin"/><Relationship Id="rId28" Type="http://schemas.openxmlformats.org/officeDocument/2006/relationships/oleObject" Target="../embeddings/oleObject153.bin"/><Relationship Id="rId36" Type="http://schemas.openxmlformats.org/officeDocument/2006/relationships/image" Target="../media/image176.wmf"/><Relationship Id="rId10" Type="http://schemas.openxmlformats.org/officeDocument/2006/relationships/image" Target="../media/image166.wmf"/><Relationship Id="rId19" Type="http://schemas.openxmlformats.org/officeDocument/2006/relationships/oleObject" Target="../embeddings/oleObject148.bin"/><Relationship Id="rId31" Type="http://schemas.openxmlformats.org/officeDocument/2006/relationships/oleObject" Target="../embeddings/oleObject156.bin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168.wmf"/><Relationship Id="rId22" Type="http://schemas.openxmlformats.org/officeDocument/2006/relationships/image" Target="../media/image172.wmf"/><Relationship Id="rId27" Type="http://schemas.openxmlformats.org/officeDocument/2006/relationships/oleObject" Target="../embeddings/oleObject152.bin"/><Relationship Id="rId30" Type="http://schemas.openxmlformats.org/officeDocument/2006/relationships/oleObject" Target="../embeddings/oleObject155.bin"/><Relationship Id="rId35" Type="http://schemas.openxmlformats.org/officeDocument/2006/relationships/oleObject" Target="../embeddings/oleObject159.bin"/><Relationship Id="rId8" Type="http://schemas.openxmlformats.org/officeDocument/2006/relationships/image" Target="../media/image16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182.wmf"/><Relationship Id="rId3" Type="http://schemas.openxmlformats.org/officeDocument/2006/relationships/image" Target="../media/image177.wmf"/><Relationship Id="rId7" Type="http://schemas.openxmlformats.org/officeDocument/2006/relationships/image" Target="../media/image179.wmf"/><Relationship Id="rId12" Type="http://schemas.openxmlformats.org/officeDocument/2006/relationships/oleObject" Target="../embeddings/oleObject165.bin"/><Relationship Id="rId2" Type="http://schemas.openxmlformats.org/officeDocument/2006/relationships/oleObject" Target="../embeddings/oleObject160.bin"/><Relationship Id="rId16" Type="http://schemas.openxmlformats.org/officeDocument/2006/relationships/image" Target="../media/image183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181.wmf"/><Relationship Id="rId5" Type="http://schemas.openxmlformats.org/officeDocument/2006/relationships/image" Target="../media/image178.wmf"/><Relationship Id="rId15" Type="http://schemas.openxmlformats.org/officeDocument/2006/relationships/oleObject" Target="../embeddings/oleObject167.bin"/><Relationship Id="rId10" Type="http://schemas.openxmlformats.org/officeDocument/2006/relationships/oleObject" Target="../embeddings/oleObject164.bin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80.wmf"/><Relationship Id="rId14" Type="http://schemas.openxmlformats.org/officeDocument/2006/relationships/oleObject" Target="../embeddings/oleObject166.bin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5.bin"/><Relationship Id="rId18" Type="http://schemas.openxmlformats.org/officeDocument/2006/relationships/oleObject" Target="../embeddings/oleObject178.bin"/><Relationship Id="rId26" Type="http://schemas.openxmlformats.org/officeDocument/2006/relationships/oleObject" Target="../embeddings/oleObject183.bin"/><Relationship Id="rId21" Type="http://schemas.openxmlformats.org/officeDocument/2006/relationships/oleObject" Target="../embeddings/oleObject180.bin"/><Relationship Id="rId34" Type="http://schemas.openxmlformats.org/officeDocument/2006/relationships/oleObject" Target="../embeddings/oleObject187.bin"/><Relationship Id="rId7" Type="http://schemas.openxmlformats.org/officeDocument/2006/relationships/image" Target="../media/image165.wmf"/><Relationship Id="rId12" Type="http://schemas.openxmlformats.org/officeDocument/2006/relationships/oleObject" Target="../embeddings/oleObject174.bin"/><Relationship Id="rId17" Type="http://schemas.openxmlformats.org/officeDocument/2006/relationships/image" Target="../media/image186.wmf"/><Relationship Id="rId25" Type="http://schemas.openxmlformats.org/officeDocument/2006/relationships/image" Target="../media/image189.wmf"/><Relationship Id="rId33" Type="http://schemas.openxmlformats.org/officeDocument/2006/relationships/image" Target="../media/image193.wmf"/><Relationship Id="rId2" Type="http://schemas.openxmlformats.org/officeDocument/2006/relationships/oleObject" Target="../embeddings/oleObject168.bin"/><Relationship Id="rId16" Type="http://schemas.openxmlformats.org/officeDocument/2006/relationships/oleObject" Target="../embeddings/oleObject177.bin"/><Relationship Id="rId20" Type="http://schemas.openxmlformats.org/officeDocument/2006/relationships/oleObject" Target="../embeddings/oleObject179.bin"/><Relationship Id="rId29" Type="http://schemas.openxmlformats.org/officeDocument/2006/relationships/image" Target="../media/image19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0.bin"/><Relationship Id="rId11" Type="http://schemas.openxmlformats.org/officeDocument/2006/relationships/oleObject" Target="../embeddings/oleObject173.bin"/><Relationship Id="rId24" Type="http://schemas.openxmlformats.org/officeDocument/2006/relationships/oleObject" Target="../embeddings/oleObject182.bin"/><Relationship Id="rId32" Type="http://schemas.openxmlformats.org/officeDocument/2006/relationships/oleObject" Target="../embeddings/oleObject186.bin"/><Relationship Id="rId37" Type="http://schemas.openxmlformats.org/officeDocument/2006/relationships/image" Target="../media/image194.wmf"/><Relationship Id="rId5" Type="http://schemas.openxmlformats.org/officeDocument/2006/relationships/image" Target="../media/image5.wmf"/><Relationship Id="rId15" Type="http://schemas.openxmlformats.org/officeDocument/2006/relationships/oleObject" Target="../embeddings/oleObject176.bin"/><Relationship Id="rId23" Type="http://schemas.openxmlformats.org/officeDocument/2006/relationships/image" Target="../media/image188.emf"/><Relationship Id="rId28" Type="http://schemas.openxmlformats.org/officeDocument/2006/relationships/oleObject" Target="../embeddings/oleObject184.bin"/><Relationship Id="rId36" Type="http://schemas.openxmlformats.org/officeDocument/2006/relationships/oleObject" Target="../embeddings/oleObject188.bin"/><Relationship Id="rId10" Type="http://schemas.openxmlformats.org/officeDocument/2006/relationships/oleObject" Target="../embeddings/oleObject172.bin"/><Relationship Id="rId19" Type="http://schemas.openxmlformats.org/officeDocument/2006/relationships/image" Target="../media/image187.wmf"/><Relationship Id="rId31" Type="http://schemas.openxmlformats.org/officeDocument/2006/relationships/image" Target="../media/image192.wmf"/><Relationship Id="rId4" Type="http://schemas.openxmlformats.org/officeDocument/2006/relationships/oleObject" Target="../embeddings/oleObject169.bin"/><Relationship Id="rId9" Type="http://schemas.openxmlformats.org/officeDocument/2006/relationships/image" Target="../media/image7.wmf"/><Relationship Id="rId14" Type="http://schemas.openxmlformats.org/officeDocument/2006/relationships/image" Target="../media/image185.wmf"/><Relationship Id="rId22" Type="http://schemas.openxmlformats.org/officeDocument/2006/relationships/oleObject" Target="../embeddings/oleObject181.bin"/><Relationship Id="rId27" Type="http://schemas.openxmlformats.org/officeDocument/2006/relationships/image" Target="../media/image190.wmf"/><Relationship Id="rId30" Type="http://schemas.openxmlformats.org/officeDocument/2006/relationships/oleObject" Target="../embeddings/oleObject185.bin"/><Relationship Id="rId35" Type="http://schemas.openxmlformats.org/officeDocument/2006/relationships/image" Target="../media/image181.wmf"/><Relationship Id="rId8" Type="http://schemas.openxmlformats.org/officeDocument/2006/relationships/oleObject" Target="../embeddings/oleObject171.bin"/><Relationship Id="rId3" Type="http://schemas.openxmlformats.org/officeDocument/2006/relationships/image" Target="../media/image18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emf"/><Relationship Id="rId13" Type="http://schemas.openxmlformats.org/officeDocument/2006/relationships/oleObject" Target="../embeddings/oleObject194.bin"/><Relationship Id="rId18" Type="http://schemas.openxmlformats.org/officeDocument/2006/relationships/oleObject" Target="../embeddings/oleObject197.bin"/><Relationship Id="rId26" Type="http://schemas.openxmlformats.org/officeDocument/2006/relationships/image" Target="../media/image187.wmf"/><Relationship Id="rId3" Type="http://schemas.openxmlformats.org/officeDocument/2006/relationships/oleObject" Target="../embeddings/oleObject189.bin"/><Relationship Id="rId21" Type="http://schemas.openxmlformats.org/officeDocument/2006/relationships/image" Target="../media/image185.wmf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196.bin"/><Relationship Id="rId25" Type="http://schemas.openxmlformats.org/officeDocument/2006/relationships/oleObject" Target="../embeddings/oleObject202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.wmf"/><Relationship Id="rId20" Type="http://schemas.openxmlformats.org/officeDocument/2006/relationships/oleObject" Target="../embeddings/oleObject19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6.emf"/><Relationship Id="rId11" Type="http://schemas.openxmlformats.org/officeDocument/2006/relationships/oleObject" Target="../embeddings/oleObject193.bin"/><Relationship Id="rId24" Type="http://schemas.openxmlformats.org/officeDocument/2006/relationships/image" Target="../media/image186.wmf"/><Relationship Id="rId5" Type="http://schemas.openxmlformats.org/officeDocument/2006/relationships/oleObject" Target="../embeddings/oleObject190.bin"/><Relationship Id="rId15" Type="http://schemas.openxmlformats.org/officeDocument/2006/relationships/oleObject" Target="../embeddings/oleObject195.bin"/><Relationship Id="rId23" Type="http://schemas.openxmlformats.org/officeDocument/2006/relationships/oleObject" Target="../embeddings/oleObject201.bin"/><Relationship Id="rId28" Type="http://schemas.openxmlformats.org/officeDocument/2006/relationships/oleObject" Target="../embeddings/oleObject204.bin"/><Relationship Id="rId10" Type="http://schemas.openxmlformats.org/officeDocument/2006/relationships/image" Target="../media/image198.wmf"/><Relationship Id="rId19" Type="http://schemas.openxmlformats.org/officeDocument/2006/relationships/oleObject" Target="../embeddings/oleObject198.bin"/><Relationship Id="rId4" Type="http://schemas.openxmlformats.org/officeDocument/2006/relationships/image" Target="../media/image195.e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65.wmf"/><Relationship Id="rId22" Type="http://schemas.openxmlformats.org/officeDocument/2006/relationships/oleObject" Target="../embeddings/oleObject200.bin"/><Relationship Id="rId27" Type="http://schemas.openxmlformats.org/officeDocument/2006/relationships/oleObject" Target="../embeddings/oleObject203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0.bin"/><Relationship Id="rId18" Type="http://schemas.openxmlformats.org/officeDocument/2006/relationships/oleObject" Target="../embeddings/oleObject215.bin"/><Relationship Id="rId26" Type="http://schemas.openxmlformats.org/officeDocument/2006/relationships/image" Target="../media/image201.wmf"/><Relationship Id="rId39" Type="http://schemas.openxmlformats.org/officeDocument/2006/relationships/oleObject" Target="../embeddings/oleObject231.bin"/><Relationship Id="rId21" Type="http://schemas.openxmlformats.org/officeDocument/2006/relationships/oleObject" Target="../embeddings/oleObject217.bin"/><Relationship Id="rId34" Type="http://schemas.openxmlformats.org/officeDocument/2006/relationships/oleObject" Target="../embeddings/oleObject226.bin"/><Relationship Id="rId7" Type="http://schemas.openxmlformats.org/officeDocument/2006/relationships/oleObject" Target="../embeddings/oleObject207.bin"/><Relationship Id="rId12" Type="http://schemas.openxmlformats.org/officeDocument/2006/relationships/image" Target="../media/image187.wmf"/><Relationship Id="rId17" Type="http://schemas.openxmlformats.org/officeDocument/2006/relationships/oleObject" Target="../embeddings/oleObject214.bin"/><Relationship Id="rId25" Type="http://schemas.openxmlformats.org/officeDocument/2006/relationships/oleObject" Target="../embeddings/oleObject219.bin"/><Relationship Id="rId33" Type="http://schemas.openxmlformats.org/officeDocument/2006/relationships/oleObject" Target="../embeddings/oleObject225.bin"/><Relationship Id="rId38" Type="http://schemas.openxmlformats.org/officeDocument/2006/relationships/oleObject" Target="../embeddings/oleObject230.bin"/><Relationship Id="rId2" Type="http://schemas.openxmlformats.org/officeDocument/2006/relationships/image" Target="../media/image74.png"/><Relationship Id="rId16" Type="http://schemas.openxmlformats.org/officeDocument/2006/relationships/oleObject" Target="../embeddings/oleObject213.bin"/><Relationship Id="rId20" Type="http://schemas.openxmlformats.org/officeDocument/2006/relationships/oleObject" Target="../embeddings/oleObject216.bin"/><Relationship Id="rId29" Type="http://schemas.openxmlformats.org/officeDocument/2006/relationships/oleObject" Target="../embeddings/oleObject22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209.bin"/><Relationship Id="rId24" Type="http://schemas.openxmlformats.org/officeDocument/2006/relationships/image" Target="../media/image200.wmf"/><Relationship Id="rId32" Type="http://schemas.openxmlformats.org/officeDocument/2006/relationships/oleObject" Target="../embeddings/oleObject224.bin"/><Relationship Id="rId37" Type="http://schemas.openxmlformats.org/officeDocument/2006/relationships/oleObject" Target="../embeddings/oleObject229.bin"/><Relationship Id="rId40" Type="http://schemas.openxmlformats.org/officeDocument/2006/relationships/oleObject" Target="../embeddings/oleObject232.bin"/><Relationship Id="rId5" Type="http://schemas.openxmlformats.org/officeDocument/2006/relationships/oleObject" Target="../embeddings/oleObject206.bin"/><Relationship Id="rId15" Type="http://schemas.openxmlformats.org/officeDocument/2006/relationships/oleObject" Target="../embeddings/oleObject212.bin"/><Relationship Id="rId23" Type="http://schemas.openxmlformats.org/officeDocument/2006/relationships/oleObject" Target="../embeddings/oleObject218.bin"/><Relationship Id="rId28" Type="http://schemas.openxmlformats.org/officeDocument/2006/relationships/image" Target="../media/image202.wmf"/><Relationship Id="rId36" Type="http://schemas.openxmlformats.org/officeDocument/2006/relationships/oleObject" Target="../embeddings/oleObject228.bin"/><Relationship Id="rId10" Type="http://schemas.openxmlformats.org/officeDocument/2006/relationships/image" Target="../media/image185.wmf"/><Relationship Id="rId19" Type="http://schemas.openxmlformats.org/officeDocument/2006/relationships/image" Target="../media/image186.wmf"/><Relationship Id="rId31" Type="http://schemas.openxmlformats.org/officeDocument/2006/relationships/oleObject" Target="../embeddings/oleObject223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208.bin"/><Relationship Id="rId14" Type="http://schemas.openxmlformats.org/officeDocument/2006/relationships/oleObject" Target="../embeddings/oleObject211.bin"/><Relationship Id="rId22" Type="http://schemas.openxmlformats.org/officeDocument/2006/relationships/image" Target="../media/image199.wmf"/><Relationship Id="rId27" Type="http://schemas.openxmlformats.org/officeDocument/2006/relationships/oleObject" Target="../embeddings/oleObject220.bin"/><Relationship Id="rId30" Type="http://schemas.openxmlformats.org/officeDocument/2006/relationships/oleObject" Target="../embeddings/oleObject222.bin"/><Relationship Id="rId35" Type="http://schemas.openxmlformats.org/officeDocument/2006/relationships/oleObject" Target="../embeddings/oleObject227.bin"/><Relationship Id="rId8" Type="http://schemas.openxmlformats.org/officeDocument/2006/relationships/image" Target="../media/image7.wmf"/><Relationship Id="rId3" Type="http://schemas.openxmlformats.org/officeDocument/2006/relationships/oleObject" Target="../embeddings/oleObject205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8.wmf"/><Relationship Id="rId18" Type="http://schemas.openxmlformats.org/officeDocument/2006/relationships/oleObject" Target="../embeddings/oleObject241.bin"/><Relationship Id="rId26" Type="http://schemas.openxmlformats.org/officeDocument/2006/relationships/oleObject" Target="../embeddings/oleObject245.bin"/><Relationship Id="rId39" Type="http://schemas.openxmlformats.org/officeDocument/2006/relationships/image" Target="../media/image221.wmf"/><Relationship Id="rId21" Type="http://schemas.openxmlformats.org/officeDocument/2006/relationships/image" Target="../media/image212.wmf"/><Relationship Id="rId34" Type="http://schemas.openxmlformats.org/officeDocument/2006/relationships/oleObject" Target="../embeddings/oleObject249.bin"/><Relationship Id="rId42" Type="http://schemas.openxmlformats.org/officeDocument/2006/relationships/oleObject" Target="../embeddings/oleObject253.bin"/><Relationship Id="rId47" Type="http://schemas.openxmlformats.org/officeDocument/2006/relationships/image" Target="../media/image225.wmf"/><Relationship Id="rId50" Type="http://schemas.openxmlformats.org/officeDocument/2006/relationships/oleObject" Target="../embeddings/oleObject257.bin"/><Relationship Id="rId55" Type="http://schemas.openxmlformats.org/officeDocument/2006/relationships/image" Target="../media/image229.wmf"/><Relationship Id="rId7" Type="http://schemas.openxmlformats.org/officeDocument/2006/relationships/image" Target="../media/image205.wmf"/><Relationship Id="rId2" Type="http://schemas.openxmlformats.org/officeDocument/2006/relationships/oleObject" Target="../embeddings/oleObject233.bin"/><Relationship Id="rId16" Type="http://schemas.openxmlformats.org/officeDocument/2006/relationships/oleObject" Target="../embeddings/oleObject240.bin"/><Relationship Id="rId29" Type="http://schemas.openxmlformats.org/officeDocument/2006/relationships/image" Target="../media/image216.wmf"/><Relationship Id="rId11" Type="http://schemas.openxmlformats.org/officeDocument/2006/relationships/image" Target="../media/image207.wmf"/><Relationship Id="rId24" Type="http://schemas.openxmlformats.org/officeDocument/2006/relationships/oleObject" Target="../embeddings/oleObject244.bin"/><Relationship Id="rId32" Type="http://schemas.openxmlformats.org/officeDocument/2006/relationships/oleObject" Target="../embeddings/oleObject248.bin"/><Relationship Id="rId37" Type="http://schemas.openxmlformats.org/officeDocument/2006/relationships/image" Target="../media/image220.wmf"/><Relationship Id="rId40" Type="http://schemas.openxmlformats.org/officeDocument/2006/relationships/oleObject" Target="../embeddings/oleObject252.bin"/><Relationship Id="rId45" Type="http://schemas.openxmlformats.org/officeDocument/2006/relationships/image" Target="../media/image224.wmf"/><Relationship Id="rId53" Type="http://schemas.openxmlformats.org/officeDocument/2006/relationships/image" Target="../media/image228.wmf"/><Relationship Id="rId5" Type="http://schemas.openxmlformats.org/officeDocument/2006/relationships/image" Target="../media/image204.wmf"/><Relationship Id="rId10" Type="http://schemas.openxmlformats.org/officeDocument/2006/relationships/oleObject" Target="../embeddings/oleObject237.bin"/><Relationship Id="rId19" Type="http://schemas.openxmlformats.org/officeDocument/2006/relationships/image" Target="../media/image211.wmf"/><Relationship Id="rId31" Type="http://schemas.openxmlformats.org/officeDocument/2006/relationships/image" Target="../media/image217.wmf"/><Relationship Id="rId44" Type="http://schemas.openxmlformats.org/officeDocument/2006/relationships/oleObject" Target="../embeddings/oleObject254.bin"/><Relationship Id="rId52" Type="http://schemas.openxmlformats.org/officeDocument/2006/relationships/oleObject" Target="../embeddings/oleObject258.bin"/><Relationship Id="rId4" Type="http://schemas.openxmlformats.org/officeDocument/2006/relationships/oleObject" Target="../embeddings/oleObject234.bin"/><Relationship Id="rId9" Type="http://schemas.openxmlformats.org/officeDocument/2006/relationships/image" Target="../media/image206.wmf"/><Relationship Id="rId14" Type="http://schemas.openxmlformats.org/officeDocument/2006/relationships/oleObject" Target="../embeddings/oleObject239.bin"/><Relationship Id="rId22" Type="http://schemas.openxmlformats.org/officeDocument/2006/relationships/oleObject" Target="../embeddings/oleObject243.bin"/><Relationship Id="rId27" Type="http://schemas.openxmlformats.org/officeDocument/2006/relationships/image" Target="../media/image215.wmf"/><Relationship Id="rId30" Type="http://schemas.openxmlformats.org/officeDocument/2006/relationships/oleObject" Target="../embeddings/oleObject247.bin"/><Relationship Id="rId35" Type="http://schemas.openxmlformats.org/officeDocument/2006/relationships/image" Target="../media/image219.wmf"/><Relationship Id="rId43" Type="http://schemas.openxmlformats.org/officeDocument/2006/relationships/image" Target="../media/image223.wmf"/><Relationship Id="rId48" Type="http://schemas.openxmlformats.org/officeDocument/2006/relationships/oleObject" Target="../embeddings/oleObject256.bin"/><Relationship Id="rId8" Type="http://schemas.openxmlformats.org/officeDocument/2006/relationships/oleObject" Target="../embeddings/oleObject236.bin"/><Relationship Id="rId51" Type="http://schemas.openxmlformats.org/officeDocument/2006/relationships/image" Target="../media/image227.wmf"/><Relationship Id="rId3" Type="http://schemas.openxmlformats.org/officeDocument/2006/relationships/image" Target="../media/image203.wmf"/><Relationship Id="rId12" Type="http://schemas.openxmlformats.org/officeDocument/2006/relationships/oleObject" Target="../embeddings/oleObject238.bin"/><Relationship Id="rId17" Type="http://schemas.openxmlformats.org/officeDocument/2006/relationships/image" Target="../media/image210.wmf"/><Relationship Id="rId25" Type="http://schemas.openxmlformats.org/officeDocument/2006/relationships/image" Target="../media/image214.wmf"/><Relationship Id="rId33" Type="http://schemas.openxmlformats.org/officeDocument/2006/relationships/image" Target="../media/image218.wmf"/><Relationship Id="rId38" Type="http://schemas.openxmlformats.org/officeDocument/2006/relationships/oleObject" Target="../embeddings/oleObject251.bin"/><Relationship Id="rId46" Type="http://schemas.openxmlformats.org/officeDocument/2006/relationships/oleObject" Target="../embeddings/oleObject255.bin"/><Relationship Id="rId20" Type="http://schemas.openxmlformats.org/officeDocument/2006/relationships/oleObject" Target="../embeddings/oleObject242.bin"/><Relationship Id="rId41" Type="http://schemas.openxmlformats.org/officeDocument/2006/relationships/image" Target="../media/image222.wmf"/><Relationship Id="rId54" Type="http://schemas.openxmlformats.org/officeDocument/2006/relationships/oleObject" Target="../embeddings/oleObject25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35.bin"/><Relationship Id="rId15" Type="http://schemas.openxmlformats.org/officeDocument/2006/relationships/image" Target="../media/image209.wmf"/><Relationship Id="rId23" Type="http://schemas.openxmlformats.org/officeDocument/2006/relationships/image" Target="../media/image213.wmf"/><Relationship Id="rId28" Type="http://schemas.openxmlformats.org/officeDocument/2006/relationships/oleObject" Target="../embeddings/oleObject246.bin"/><Relationship Id="rId36" Type="http://schemas.openxmlformats.org/officeDocument/2006/relationships/oleObject" Target="../embeddings/oleObject250.bin"/><Relationship Id="rId49" Type="http://schemas.openxmlformats.org/officeDocument/2006/relationships/image" Target="../media/image22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3.bin"/><Relationship Id="rId13" Type="http://schemas.openxmlformats.org/officeDocument/2006/relationships/image" Target="../media/image235.wmf"/><Relationship Id="rId18" Type="http://schemas.openxmlformats.org/officeDocument/2006/relationships/oleObject" Target="../embeddings/oleObject268.bin"/><Relationship Id="rId3" Type="http://schemas.openxmlformats.org/officeDocument/2006/relationships/image" Target="../media/image230.wmf"/><Relationship Id="rId21" Type="http://schemas.openxmlformats.org/officeDocument/2006/relationships/oleObject" Target="../embeddings/oleObject269.bin"/><Relationship Id="rId7" Type="http://schemas.openxmlformats.org/officeDocument/2006/relationships/image" Target="../media/image232.wmf"/><Relationship Id="rId12" Type="http://schemas.openxmlformats.org/officeDocument/2006/relationships/oleObject" Target="../embeddings/oleObject265.bin"/><Relationship Id="rId17" Type="http://schemas.openxmlformats.org/officeDocument/2006/relationships/image" Target="../media/image237.wmf"/><Relationship Id="rId2" Type="http://schemas.openxmlformats.org/officeDocument/2006/relationships/oleObject" Target="../embeddings/oleObject260.bin"/><Relationship Id="rId16" Type="http://schemas.openxmlformats.org/officeDocument/2006/relationships/oleObject" Target="../embeddings/oleObject267.bin"/><Relationship Id="rId20" Type="http://schemas.openxmlformats.org/officeDocument/2006/relationships/image" Target="../media/image239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2.bin"/><Relationship Id="rId11" Type="http://schemas.openxmlformats.org/officeDocument/2006/relationships/image" Target="../media/image234.wmf"/><Relationship Id="rId5" Type="http://schemas.openxmlformats.org/officeDocument/2006/relationships/image" Target="../media/image231.wmf"/><Relationship Id="rId15" Type="http://schemas.openxmlformats.org/officeDocument/2006/relationships/image" Target="../media/image236.wmf"/><Relationship Id="rId10" Type="http://schemas.openxmlformats.org/officeDocument/2006/relationships/oleObject" Target="../embeddings/oleObject264.bin"/><Relationship Id="rId19" Type="http://schemas.openxmlformats.org/officeDocument/2006/relationships/image" Target="../media/image238.wmf"/><Relationship Id="rId4" Type="http://schemas.openxmlformats.org/officeDocument/2006/relationships/oleObject" Target="../embeddings/oleObject261.bin"/><Relationship Id="rId9" Type="http://schemas.openxmlformats.org/officeDocument/2006/relationships/image" Target="../media/image233.wmf"/><Relationship Id="rId14" Type="http://schemas.openxmlformats.org/officeDocument/2006/relationships/oleObject" Target="../embeddings/oleObject266.bin"/><Relationship Id="rId22" Type="http://schemas.openxmlformats.org/officeDocument/2006/relationships/image" Target="../media/image24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3.bin"/><Relationship Id="rId13" Type="http://schemas.openxmlformats.org/officeDocument/2006/relationships/image" Target="../media/image246.wmf"/><Relationship Id="rId3" Type="http://schemas.openxmlformats.org/officeDocument/2006/relationships/image" Target="../media/image241.wmf"/><Relationship Id="rId7" Type="http://schemas.openxmlformats.org/officeDocument/2006/relationships/image" Target="../media/image243.wmf"/><Relationship Id="rId12" Type="http://schemas.openxmlformats.org/officeDocument/2006/relationships/oleObject" Target="../embeddings/oleObject275.bin"/><Relationship Id="rId2" Type="http://schemas.openxmlformats.org/officeDocument/2006/relationships/oleObject" Target="../embeddings/oleObject2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2.bin"/><Relationship Id="rId11" Type="http://schemas.openxmlformats.org/officeDocument/2006/relationships/image" Target="../media/image245.wmf"/><Relationship Id="rId5" Type="http://schemas.openxmlformats.org/officeDocument/2006/relationships/image" Target="../media/image242.wmf"/><Relationship Id="rId10" Type="http://schemas.openxmlformats.org/officeDocument/2006/relationships/oleObject" Target="../embeddings/oleObject274.bin"/><Relationship Id="rId4" Type="http://schemas.openxmlformats.org/officeDocument/2006/relationships/oleObject" Target="../embeddings/oleObject271.bin"/><Relationship Id="rId9" Type="http://schemas.openxmlformats.org/officeDocument/2006/relationships/image" Target="../media/image24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9.bin"/><Relationship Id="rId13" Type="http://schemas.openxmlformats.org/officeDocument/2006/relationships/image" Target="../media/image252.wmf"/><Relationship Id="rId18" Type="http://schemas.openxmlformats.org/officeDocument/2006/relationships/oleObject" Target="../embeddings/oleObject284.bin"/><Relationship Id="rId26" Type="http://schemas.openxmlformats.org/officeDocument/2006/relationships/oleObject" Target="../embeddings/oleObject288.bin"/><Relationship Id="rId3" Type="http://schemas.openxmlformats.org/officeDocument/2006/relationships/image" Target="../media/image247.wmf"/><Relationship Id="rId21" Type="http://schemas.openxmlformats.org/officeDocument/2006/relationships/image" Target="../media/image256.wmf"/><Relationship Id="rId7" Type="http://schemas.openxmlformats.org/officeDocument/2006/relationships/image" Target="../media/image249.wmf"/><Relationship Id="rId12" Type="http://schemas.openxmlformats.org/officeDocument/2006/relationships/oleObject" Target="../embeddings/oleObject281.bin"/><Relationship Id="rId17" Type="http://schemas.openxmlformats.org/officeDocument/2006/relationships/image" Target="../media/image254.wmf"/><Relationship Id="rId25" Type="http://schemas.openxmlformats.org/officeDocument/2006/relationships/image" Target="../media/image258.wmf"/><Relationship Id="rId2" Type="http://schemas.openxmlformats.org/officeDocument/2006/relationships/oleObject" Target="../embeddings/oleObject276.bin"/><Relationship Id="rId16" Type="http://schemas.openxmlformats.org/officeDocument/2006/relationships/oleObject" Target="../embeddings/oleObject283.bin"/><Relationship Id="rId20" Type="http://schemas.openxmlformats.org/officeDocument/2006/relationships/oleObject" Target="../embeddings/oleObject28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8.bin"/><Relationship Id="rId11" Type="http://schemas.openxmlformats.org/officeDocument/2006/relationships/image" Target="../media/image251.wmf"/><Relationship Id="rId24" Type="http://schemas.openxmlformats.org/officeDocument/2006/relationships/oleObject" Target="../embeddings/oleObject287.bin"/><Relationship Id="rId5" Type="http://schemas.openxmlformats.org/officeDocument/2006/relationships/image" Target="../media/image248.wmf"/><Relationship Id="rId15" Type="http://schemas.openxmlformats.org/officeDocument/2006/relationships/image" Target="../media/image253.wmf"/><Relationship Id="rId23" Type="http://schemas.openxmlformats.org/officeDocument/2006/relationships/image" Target="../media/image257.wmf"/><Relationship Id="rId10" Type="http://schemas.openxmlformats.org/officeDocument/2006/relationships/oleObject" Target="../embeddings/oleObject280.bin"/><Relationship Id="rId19" Type="http://schemas.openxmlformats.org/officeDocument/2006/relationships/image" Target="../media/image255.wmf"/><Relationship Id="rId4" Type="http://schemas.openxmlformats.org/officeDocument/2006/relationships/oleObject" Target="../embeddings/oleObject277.bin"/><Relationship Id="rId9" Type="http://schemas.openxmlformats.org/officeDocument/2006/relationships/image" Target="../media/image250.wmf"/><Relationship Id="rId14" Type="http://schemas.openxmlformats.org/officeDocument/2006/relationships/oleObject" Target="../embeddings/oleObject282.bin"/><Relationship Id="rId22" Type="http://schemas.openxmlformats.org/officeDocument/2006/relationships/oleObject" Target="../embeddings/oleObject286.bin"/><Relationship Id="rId27" Type="http://schemas.openxmlformats.org/officeDocument/2006/relationships/image" Target="../media/image259.wmf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5.bin"/><Relationship Id="rId18" Type="http://schemas.openxmlformats.org/officeDocument/2006/relationships/image" Target="../media/image186.wmf"/><Relationship Id="rId26" Type="http://schemas.openxmlformats.org/officeDocument/2006/relationships/oleObject" Target="../embeddings/oleObject307.bin"/><Relationship Id="rId3" Type="http://schemas.openxmlformats.org/officeDocument/2006/relationships/image" Target="../media/image5.wmf"/><Relationship Id="rId21" Type="http://schemas.openxmlformats.org/officeDocument/2006/relationships/oleObject" Target="../embeddings/oleObject302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294.bin"/><Relationship Id="rId17" Type="http://schemas.openxmlformats.org/officeDocument/2006/relationships/oleObject" Target="../embeddings/oleObject299.bin"/><Relationship Id="rId25" Type="http://schemas.openxmlformats.org/officeDocument/2006/relationships/oleObject" Target="../embeddings/oleObject306.bin"/><Relationship Id="rId33" Type="http://schemas.openxmlformats.org/officeDocument/2006/relationships/image" Target="../media/image260.emf"/><Relationship Id="rId2" Type="http://schemas.openxmlformats.org/officeDocument/2006/relationships/oleObject" Target="../embeddings/oleObject289.bin"/><Relationship Id="rId16" Type="http://schemas.openxmlformats.org/officeDocument/2006/relationships/oleObject" Target="../embeddings/oleObject298.bin"/><Relationship Id="rId20" Type="http://schemas.openxmlformats.org/officeDocument/2006/relationships/oleObject" Target="../embeddings/oleObject301.bin"/><Relationship Id="rId29" Type="http://schemas.openxmlformats.org/officeDocument/2006/relationships/oleObject" Target="../embeddings/oleObject3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1.bin"/><Relationship Id="rId11" Type="http://schemas.openxmlformats.org/officeDocument/2006/relationships/image" Target="../media/image187.wmf"/><Relationship Id="rId24" Type="http://schemas.openxmlformats.org/officeDocument/2006/relationships/oleObject" Target="../embeddings/oleObject305.bin"/><Relationship Id="rId32" Type="http://schemas.openxmlformats.org/officeDocument/2006/relationships/oleObject" Target="../embeddings/oleObject313.bin"/><Relationship Id="rId5" Type="http://schemas.openxmlformats.org/officeDocument/2006/relationships/image" Target="../media/image165.wmf"/><Relationship Id="rId15" Type="http://schemas.openxmlformats.org/officeDocument/2006/relationships/oleObject" Target="../embeddings/oleObject297.bin"/><Relationship Id="rId23" Type="http://schemas.openxmlformats.org/officeDocument/2006/relationships/oleObject" Target="../embeddings/oleObject304.bin"/><Relationship Id="rId28" Type="http://schemas.openxmlformats.org/officeDocument/2006/relationships/oleObject" Target="../embeddings/oleObject309.bin"/><Relationship Id="rId10" Type="http://schemas.openxmlformats.org/officeDocument/2006/relationships/oleObject" Target="../embeddings/oleObject293.bin"/><Relationship Id="rId19" Type="http://schemas.openxmlformats.org/officeDocument/2006/relationships/oleObject" Target="../embeddings/oleObject300.bin"/><Relationship Id="rId31" Type="http://schemas.openxmlformats.org/officeDocument/2006/relationships/oleObject" Target="../embeddings/oleObject312.bin"/><Relationship Id="rId4" Type="http://schemas.openxmlformats.org/officeDocument/2006/relationships/oleObject" Target="../embeddings/oleObject290.bin"/><Relationship Id="rId9" Type="http://schemas.openxmlformats.org/officeDocument/2006/relationships/image" Target="../media/image185.wmf"/><Relationship Id="rId14" Type="http://schemas.openxmlformats.org/officeDocument/2006/relationships/oleObject" Target="../embeddings/oleObject296.bin"/><Relationship Id="rId22" Type="http://schemas.openxmlformats.org/officeDocument/2006/relationships/oleObject" Target="../embeddings/oleObject303.bin"/><Relationship Id="rId27" Type="http://schemas.openxmlformats.org/officeDocument/2006/relationships/oleObject" Target="../embeddings/oleObject308.bin"/><Relationship Id="rId30" Type="http://schemas.openxmlformats.org/officeDocument/2006/relationships/oleObject" Target="../embeddings/oleObject311.bin"/><Relationship Id="rId8" Type="http://schemas.openxmlformats.org/officeDocument/2006/relationships/oleObject" Target="../embeddings/oleObject29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7.bin"/><Relationship Id="rId13" Type="http://schemas.openxmlformats.org/officeDocument/2006/relationships/oleObject" Target="../embeddings/oleObject320.bin"/><Relationship Id="rId18" Type="http://schemas.openxmlformats.org/officeDocument/2006/relationships/image" Target="../media/image268.wmf"/><Relationship Id="rId3" Type="http://schemas.openxmlformats.org/officeDocument/2006/relationships/image" Target="../media/image261.emf"/><Relationship Id="rId21" Type="http://schemas.openxmlformats.org/officeDocument/2006/relationships/oleObject" Target="../embeddings/oleObject324.bin"/><Relationship Id="rId7" Type="http://schemas.openxmlformats.org/officeDocument/2006/relationships/image" Target="../media/image263.wmf"/><Relationship Id="rId12" Type="http://schemas.openxmlformats.org/officeDocument/2006/relationships/image" Target="../media/image265.wmf"/><Relationship Id="rId17" Type="http://schemas.openxmlformats.org/officeDocument/2006/relationships/oleObject" Target="../embeddings/oleObject322.bin"/><Relationship Id="rId2" Type="http://schemas.openxmlformats.org/officeDocument/2006/relationships/oleObject" Target="../embeddings/oleObject314.bin"/><Relationship Id="rId16" Type="http://schemas.openxmlformats.org/officeDocument/2006/relationships/image" Target="../media/image267.wmf"/><Relationship Id="rId20" Type="http://schemas.openxmlformats.org/officeDocument/2006/relationships/image" Target="../media/image26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6.bin"/><Relationship Id="rId11" Type="http://schemas.openxmlformats.org/officeDocument/2006/relationships/oleObject" Target="../embeddings/oleObject319.bin"/><Relationship Id="rId24" Type="http://schemas.openxmlformats.org/officeDocument/2006/relationships/image" Target="../media/image271.wmf"/><Relationship Id="rId5" Type="http://schemas.openxmlformats.org/officeDocument/2006/relationships/image" Target="../media/image262.wmf"/><Relationship Id="rId15" Type="http://schemas.openxmlformats.org/officeDocument/2006/relationships/oleObject" Target="../embeddings/oleObject321.bin"/><Relationship Id="rId23" Type="http://schemas.openxmlformats.org/officeDocument/2006/relationships/oleObject" Target="../embeddings/oleObject325.bin"/><Relationship Id="rId10" Type="http://schemas.openxmlformats.org/officeDocument/2006/relationships/oleObject" Target="../embeddings/oleObject318.bin"/><Relationship Id="rId19" Type="http://schemas.openxmlformats.org/officeDocument/2006/relationships/oleObject" Target="../embeddings/oleObject323.bin"/><Relationship Id="rId4" Type="http://schemas.openxmlformats.org/officeDocument/2006/relationships/oleObject" Target="../embeddings/oleObject315.bin"/><Relationship Id="rId9" Type="http://schemas.openxmlformats.org/officeDocument/2006/relationships/image" Target="../media/image264.wmf"/><Relationship Id="rId14" Type="http://schemas.openxmlformats.org/officeDocument/2006/relationships/image" Target="../media/image266.wmf"/><Relationship Id="rId22" Type="http://schemas.openxmlformats.org/officeDocument/2006/relationships/image" Target="../media/image27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9.bin"/><Relationship Id="rId13" Type="http://schemas.openxmlformats.org/officeDocument/2006/relationships/image" Target="../media/image277.wmf"/><Relationship Id="rId18" Type="http://schemas.openxmlformats.org/officeDocument/2006/relationships/oleObject" Target="../embeddings/oleObject334.bin"/><Relationship Id="rId26" Type="http://schemas.openxmlformats.org/officeDocument/2006/relationships/oleObject" Target="../embeddings/oleObject338.bin"/><Relationship Id="rId3" Type="http://schemas.openxmlformats.org/officeDocument/2006/relationships/image" Target="../media/image272.wmf"/><Relationship Id="rId21" Type="http://schemas.openxmlformats.org/officeDocument/2006/relationships/image" Target="../media/image281.emf"/><Relationship Id="rId7" Type="http://schemas.openxmlformats.org/officeDocument/2006/relationships/image" Target="../media/image274.wmf"/><Relationship Id="rId12" Type="http://schemas.openxmlformats.org/officeDocument/2006/relationships/oleObject" Target="../embeddings/oleObject331.bin"/><Relationship Id="rId17" Type="http://schemas.openxmlformats.org/officeDocument/2006/relationships/image" Target="../media/image279.wmf"/><Relationship Id="rId25" Type="http://schemas.openxmlformats.org/officeDocument/2006/relationships/image" Target="../media/image283.emf"/><Relationship Id="rId2" Type="http://schemas.openxmlformats.org/officeDocument/2006/relationships/oleObject" Target="../embeddings/oleObject326.bin"/><Relationship Id="rId16" Type="http://schemas.openxmlformats.org/officeDocument/2006/relationships/oleObject" Target="../embeddings/oleObject333.bin"/><Relationship Id="rId20" Type="http://schemas.openxmlformats.org/officeDocument/2006/relationships/oleObject" Target="../embeddings/oleObject335.bin"/><Relationship Id="rId29" Type="http://schemas.openxmlformats.org/officeDocument/2006/relationships/image" Target="../media/image285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28.bin"/><Relationship Id="rId11" Type="http://schemas.openxmlformats.org/officeDocument/2006/relationships/image" Target="../media/image276.wmf"/><Relationship Id="rId24" Type="http://schemas.openxmlformats.org/officeDocument/2006/relationships/oleObject" Target="../embeddings/oleObject337.bin"/><Relationship Id="rId5" Type="http://schemas.openxmlformats.org/officeDocument/2006/relationships/image" Target="../media/image273.wmf"/><Relationship Id="rId15" Type="http://schemas.openxmlformats.org/officeDocument/2006/relationships/image" Target="../media/image278.wmf"/><Relationship Id="rId23" Type="http://schemas.openxmlformats.org/officeDocument/2006/relationships/image" Target="../media/image282.emf"/><Relationship Id="rId28" Type="http://schemas.openxmlformats.org/officeDocument/2006/relationships/oleObject" Target="../embeddings/oleObject339.bin"/><Relationship Id="rId10" Type="http://schemas.openxmlformats.org/officeDocument/2006/relationships/oleObject" Target="../embeddings/oleObject330.bin"/><Relationship Id="rId19" Type="http://schemas.openxmlformats.org/officeDocument/2006/relationships/image" Target="../media/image280.wmf"/><Relationship Id="rId4" Type="http://schemas.openxmlformats.org/officeDocument/2006/relationships/oleObject" Target="../embeddings/oleObject327.bin"/><Relationship Id="rId9" Type="http://schemas.openxmlformats.org/officeDocument/2006/relationships/image" Target="../media/image275.wmf"/><Relationship Id="rId14" Type="http://schemas.openxmlformats.org/officeDocument/2006/relationships/oleObject" Target="../embeddings/oleObject332.bin"/><Relationship Id="rId22" Type="http://schemas.openxmlformats.org/officeDocument/2006/relationships/oleObject" Target="../embeddings/oleObject336.bin"/><Relationship Id="rId27" Type="http://schemas.openxmlformats.org/officeDocument/2006/relationships/image" Target="../media/image284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3.bin"/><Relationship Id="rId13" Type="http://schemas.openxmlformats.org/officeDocument/2006/relationships/image" Target="../media/image291.wmf"/><Relationship Id="rId18" Type="http://schemas.openxmlformats.org/officeDocument/2006/relationships/oleObject" Target="../embeddings/oleObject348.bin"/><Relationship Id="rId3" Type="http://schemas.openxmlformats.org/officeDocument/2006/relationships/image" Target="../media/image286.wmf"/><Relationship Id="rId21" Type="http://schemas.openxmlformats.org/officeDocument/2006/relationships/image" Target="../media/image295.wmf"/><Relationship Id="rId7" Type="http://schemas.openxmlformats.org/officeDocument/2006/relationships/image" Target="../media/image288.wmf"/><Relationship Id="rId12" Type="http://schemas.openxmlformats.org/officeDocument/2006/relationships/oleObject" Target="../embeddings/oleObject345.bin"/><Relationship Id="rId17" Type="http://schemas.openxmlformats.org/officeDocument/2006/relationships/image" Target="../media/image293.wmf"/><Relationship Id="rId2" Type="http://schemas.openxmlformats.org/officeDocument/2006/relationships/oleObject" Target="../embeddings/oleObject340.bin"/><Relationship Id="rId16" Type="http://schemas.openxmlformats.org/officeDocument/2006/relationships/oleObject" Target="../embeddings/oleObject347.bin"/><Relationship Id="rId20" Type="http://schemas.openxmlformats.org/officeDocument/2006/relationships/oleObject" Target="../embeddings/oleObject34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42.bin"/><Relationship Id="rId11" Type="http://schemas.openxmlformats.org/officeDocument/2006/relationships/image" Target="../media/image290.wmf"/><Relationship Id="rId5" Type="http://schemas.openxmlformats.org/officeDocument/2006/relationships/image" Target="../media/image287.wmf"/><Relationship Id="rId15" Type="http://schemas.openxmlformats.org/officeDocument/2006/relationships/image" Target="../media/image292.wmf"/><Relationship Id="rId10" Type="http://schemas.openxmlformats.org/officeDocument/2006/relationships/oleObject" Target="../embeddings/oleObject344.bin"/><Relationship Id="rId19" Type="http://schemas.openxmlformats.org/officeDocument/2006/relationships/image" Target="../media/image294.wmf"/><Relationship Id="rId4" Type="http://schemas.openxmlformats.org/officeDocument/2006/relationships/oleObject" Target="../embeddings/oleObject341.bin"/><Relationship Id="rId9" Type="http://schemas.openxmlformats.org/officeDocument/2006/relationships/image" Target="../media/image289.wmf"/><Relationship Id="rId14" Type="http://schemas.openxmlformats.org/officeDocument/2006/relationships/oleObject" Target="../embeddings/oleObject346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3.bin"/><Relationship Id="rId13" Type="http://schemas.openxmlformats.org/officeDocument/2006/relationships/image" Target="../media/image301.wmf"/><Relationship Id="rId18" Type="http://schemas.openxmlformats.org/officeDocument/2006/relationships/oleObject" Target="../embeddings/oleObject358.bin"/><Relationship Id="rId26" Type="http://schemas.openxmlformats.org/officeDocument/2006/relationships/oleObject" Target="../embeddings/oleObject362.bin"/><Relationship Id="rId3" Type="http://schemas.openxmlformats.org/officeDocument/2006/relationships/image" Target="../media/image296.wmf"/><Relationship Id="rId21" Type="http://schemas.openxmlformats.org/officeDocument/2006/relationships/image" Target="../media/image305.wmf"/><Relationship Id="rId7" Type="http://schemas.openxmlformats.org/officeDocument/2006/relationships/image" Target="../media/image298.wmf"/><Relationship Id="rId12" Type="http://schemas.openxmlformats.org/officeDocument/2006/relationships/oleObject" Target="../embeddings/oleObject355.bin"/><Relationship Id="rId17" Type="http://schemas.openxmlformats.org/officeDocument/2006/relationships/image" Target="../media/image303.wmf"/><Relationship Id="rId25" Type="http://schemas.openxmlformats.org/officeDocument/2006/relationships/image" Target="../media/image307.wmf"/><Relationship Id="rId2" Type="http://schemas.openxmlformats.org/officeDocument/2006/relationships/oleObject" Target="../embeddings/oleObject350.bin"/><Relationship Id="rId16" Type="http://schemas.openxmlformats.org/officeDocument/2006/relationships/oleObject" Target="../embeddings/oleObject357.bin"/><Relationship Id="rId20" Type="http://schemas.openxmlformats.org/officeDocument/2006/relationships/oleObject" Target="../embeddings/oleObject35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52.bin"/><Relationship Id="rId11" Type="http://schemas.openxmlformats.org/officeDocument/2006/relationships/image" Target="../media/image300.wmf"/><Relationship Id="rId24" Type="http://schemas.openxmlformats.org/officeDocument/2006/relationships/oleObject" Target="../embeddings/oleObject361.bin"/><Relationship Id="rId5" Type="http://schemas.openxmlformats.org/officeDocument/2006/relationships/image" Target="../media/image297.wmf"/><Relationship Id="rId15" Type="http://schemas.openxmlformats.org/officeDocument/2006/relationships/image" Target="../media/image302.wmf"/><Relationship Id="rId23" Type="http://schemas.openxmlformats.org/officeDocument/2006/relationships/image" Target="../media/image306.wmf"/><Relationship Id="rId10" Type="http://schemas.openxmlformats.org/officeDocument/2006/relationships/oleObject" Target="../embeddings/oleObject354.bin"/><Relationship Id="rId19" Type="http://schemas.openxmlformats.org/officeDocument/2006/relationships/image" Target="../media/image304.wmf"/><Relationship Id="rId4" Type="http://schemas.openxmlformats.org/officeDocument/2006/relationships/oleObject" Target="../embeddings/oleObject351.bin"/><Relationship Id="rId9" Type="http://schemas.openxmlformats.org/officeDocument/2006/relationships/image" Target="../media/image299.wmf"/><Relationship Id="rId14" Type="http://schemas.openxmlformats.org/officeDocument/2006/relationships/oleObject" Target="../embeddings/oleObject356.bin"/><Relationship Id="rId22" Type="http://schemas.openxmlformats.org/officeDocument/2006/relationships/oleObject" Target="../embeddings/oleObject360.bin"/><Relationship Id="rId27" Type="http://schemas.openxmlformats.org/officeDocument/2006/relationships/image" Target="../media/image308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6.bin"/><Relationship Id="rId13" Type="http://schemas.openxmlformats.org/officeDocument/2006/relationships/image" Target="../media/image314.wmf"/><Relationship Id="rId18" Type="http://schemas.openxmlformats.org/officeDocument/2006/relationships/oleObject" Target="../embeddings/oleObject371.bin"/><Relationship Id="rId26" Type="http://schemas.openxmlformats.org/officeDocument/2006/relationships/oleObject" Target="../embeddings/oleObject375.bin"/><Relationship Id="rId3" Type="http://schemas.openxmlformats.org/officeDocument/2006/relationships/image" Target="../media/image309.wmf"/><Relationship Id="rId21" Type="http://schemas.openxmlformats.org/officeDocument/2006/relationships/image" Target="../media/image318.wmf"/><Relationship Id="rId7" Type="http://schemas.openxmlformats.org/officeDocument/2006/relationships/image" Target="../media/image311.wmf"/><Relationship Id="rId12" Type="http://schemas.openxmlformats.org/officeDocument/2006/relationships/oleObject" Target="../embeddings/oleObject368.bin"/><Relationship Id="rId17" Type="http://schemas.openxmlformats.org/officeDocument/2006/relationships/image" Target="../media/image316.wmf"/><Relationship Id="rId25" Type="http://schemas.openxmlformats.org/officeDocument/2006/relationships/image" Target="../media/image320.wmf"/><Relationship Id="rId2" Type="http://schemas.openxmlformats.org/officeDocument/2006/relationships/oleObject" Target="../embeddings/oleObject363.bin"/><Relationship Id="rId16" Type="http://schemas.openxmlformats.org/officeDocument/2006/relationships/oleObject" Target="../embeddings/oleObject370.bin"/><Relationship Id="rId20" Type="http://schemas.openxmlformats.org/officeDocument/2006/relationships/oleObject" Target="../embeddings/oleObject372.bin"/><Relationship Id="rId29" Type="http://schemas.openxmlformats.org/officeDocument/2006/relationships/image" Target="../media/image322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65.bin"/><Relationship Id="rId11" Type="http://schemas.openxmlformats.org/officeDocument/2006/relationships/image" Target="../media/image313.wmf"/><Relationship Id="rId24" Type="http://schemas.openxmlformats.org/officeDocument/2006/relationships/oleObject" Target="../embeddings/oleObject374.bin"/><Relationship Id="rId5" Type="http://schemas.openxmlformats.org/officeDocument/2006/relationships/image" Target="../media/image310.wmf"/><Relationship Id="rId15" Type="http://schemas.openxmlformats.org/officeDocument/2006/relationships/image" Target="../media/image315.wmf"/><Relationship Id="rId23" Type="http://schemas.openxmlformats.org/officeDocument/2006/relationships/image" Target="../media/image319.wmf"/><Relationship Id="rId28" Type="http://schemas.openxmlformats.org/officeDocument/2006/relationships/oleObject" Target="../embeddings/oleObject376.bin"/><Relationship Id="rId10" Type="http://schemas.openxmlformats.org/officeDocument/2006/relationships/oleObject" Target="../embeddings/oleObject367.bin"/><Relationship Id="rId19" Type="http://schemas.openxmlformats.org/officeDocument/2006/relationships/image" Target="../media/image317.wmf"/><Relationship Id="rId4" Type="http://schemas.openxmlformats.org/officeDocument/2006/relationships/oleObject" Target="../embeddings/oleObject364.bin"/><Relationship Id="rId9" Type="http://schemas.openxmlformats.org/officeDocument/2006/relationships/image" Target="../media/image312.wmf"/><Relationship Id="rId14" Type="http://schemas.openxmlformats.org/officeDocument/2006/relationships/oleObject" Target="../embeddings/oleObject369.bin"/><Relationship Id="rId22" Type="http://schemas.openxmlformats.org/officeDocument/2006/relationships/oleObject" Target="../embeddings/oleObject373.bin"/><Relationship Id="rId27" Type="http://schemas.openxmlformats.org/officeDocument/2006/relationships/image" Target="../media/image321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307.wmf"/><Relationship Id="rId3" Type="http://schemas.openxmlformats.org/officeDocument/2006/relationships/tags" Target="../tags/tag3.xml"/><Relationship Id="rId21" Type="http://schemas.openxmlformats.org/officeDocument/2006/relationships/oleObject" Target="../embeddings/oleObject379.bin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oleObject" Target="../embeddings/oleObject377.bin"/><Relationship Id="rId25" Type="http://schemas.openxmlformats.org/officeDocument/2006/relationships/image" Target="../media/image325.tmp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308.w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324.wmf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oleObject" Target="../embeddings/oleObject380.bin"/><Relationship Id="rId10" Type="http://schemas.openxmlformats.org/officeDocument/2006/relationships/tags" Target="../tags/tag10.xml"/><Relationship Id="rId19" Type="http://schemas.openxmlformats.org/officeDocument/2006/relationships/oleObject" Target="../embeddings/oleObject378.bin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32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4.bin"/><Relationship Id="rId13" Type="http://schemas.openxmlformats.org/officeDocument/2006/relationships/oleObject" Target="../embeddings/oleObject388.bin"/><Relationship Id="rId18" Type="http://schemas.openxmlformats.org/officeDocument/2006/relationships/oleObject" Target="../embeddings/oleObject392.bin"/><Relationship Id="rId26" Type="http://schemas.openxmlformats.org/officeDocument/2006/relationships/oleObject" Target="../embeddings/oleObject396.bin"/><Relationship Id="rId3" Type="http://schemas.openxmlformats.org/officeDocument/2006/relationships/image" Target="../media/image163.wmf"/><Relationship Id="rId21" Type="http://schemas.openxmlformats.org/officeDocument/2006/relationships/image" Target="../media/image329.wmf"/><Relationship Id="rId7" Type="http://schemas.openxmlformats.org/officeDocument/2006/relationships/image" Target="../media/image165.wmf"/><Relationship Id="rId12" Type="http://schemas.openxmlformats.org/officeDocument/2006/relationships/image" Target="../media/image326.wmf"/><Relationship Id="rId17" Type="http://schemas.openxmlformats.org/officeDocument/2006/relationships/oleObject" Target="../embeddings/oleObject391.bin"/><Relationship Id="rId25" Type="http://schemas.openxmlformats.org/officeDocument/2006/relationships/image" Target="../media/image331.wmf"/><Relationship Id="rId2" Type="http://schemas.openxmlformats.org/officeDocument/2006/relationships/oleObject" Target="../embeddings/oleObject381.bin"/><Relationship Id="rId16" Type="http://schemas.openxmlformats.org/officeDocument/2006/relationships/oleObject" Target="../embeddings/oleObject390.bin"/><Relationship Id="rId20" Type="http://schemas.openxmlformats.org/officeDocument/2006/relationships/oleObject" Target="../embeddings/oleObject393.bin"/><Relationship Id="rId29" Type="http://schemas.openxmlformats.org/officeDocument/2006/relationships/image" Target="../media/image333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3.bin"/><Relationship Id="rId11" Type="http://schemas.openxmlformats.org/officeDocument/2006/relationships/oleObject" Target="../embeddings/oleObject387.bin"/><Relationship Id="rId24" Type="http://schemas.openxmlformats.org/officeDocument/2006/relationships/oleObject" Target="../embeddings/oleObject395.bin"/><Relationship Id="rId5" Type="http://schemas.openxmlformats.org/officeDocument/2006/relationships/image" Target="../media/image164.wmf"/><Relationship Id="rId15" Type="http://schemas.openxmlformats.org/officeDocument/2006/relationships/oleObject" Target="../embeddings/oleObject389.bin"/><Relationship Id="rId23" Type="http://schemas.openxmlformats.org/officeDocument/2006/relationships/image" Target="../media/image330.wmf"/><Relationship Id="rId28" Type="http://schemas.openxmlformats.org/officeDocument/2006/relationships/oleObject" Target="../embeddings/oleObject397.bin"/><Relationship Id="rId10" Type="http://schemas.openxmlformats.org/officeDocument/2006/relationships/oleObject" Target="../embeddings/oleObject386.bin"/><Relationship Id="rId19" Type="http://schemas.openxmlformats.org/officeDocument/2006/relationships/image" Target="../media/image328.wmf"/><Relationship Id="rId4" Type="http://schemas.openxmlformats.org/officeDocument/2006/relationships/oleObject" Target="../embeddings/oleObject382.bin"/><Relationship Id="rId9" Type="http://schemas.openxmlformats.org/officeDocument/2006/relationships/oleObject" Target="../embeddings/oleObject385.bin"/><Relationship Id="rId14" Type="http://schemas.openxmlformats.org/officeDocument/2006/relationships/image" Target="../media/image327.wmf"/><Relationship Id="rId22" Type="http://schemas.openxmlformats.org/officeDocument/2006/relationships/oleObject" Target="../embeddings/oleObject394.bin"/><Relationship Id="rId27" Type="http://schemas.openxmlformats.org/officeDocument/2006/relationships/image" Target="../media/image332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1.bin"/><Relationship Id="rId13" Type="http://schemas.openxmlformats.org/officeDocument/2006/relationships/image" Target="../media/image339.wmf"/><Relationship Id="rId18" Type="http://schemas.openxmlformats.org/officeDocument/2006/relationships/oleObject" Target="../embeddings/oleObject406.bin"/><Relationship Id="rId26" Type="http://schemas.openxmlformats.org/officeDocument/2006/relationships/oleObject" Target="../embeddings/oleObject410.bin"/><Relationship Id="rId3" Type="http://schemas.openxmlformats.org/officeDocument/2006/relationships/image" Target="../media/image334.wmf"/><Relationship Id="rId21" Type="http://schemas.openxmlformats.org/officeDocument/2006/relationships/image" Target="../media/image343.wmf"/><Relationship Id="rId7" Type="http://schemas.openxmlformats.org/officeDocument/2006/relationships/image" Target="../media/image336.wmf"/><Relationship Id="rId12" Type="http://schemas.openxmlformats.org/officeDocument/2006/relationships/oleObject" Target="../embeddings/oleObject403.bin"/><Relationship Id="rId17" Type="http://schemas.openxmlformats.org/officeDocument/2006/relationships/image" Target="../media/image341.wmf"/><Relationship Id="rId25" Type="http://schemas.openxmlformats.org/officeDocument/2006/relationships/image" Target="../media/image345.wmf"/><Relationship Id="rId2" Type="http://schemas.openxmlformats.org/officeDocument/2006/relationships/oleObject" Target="../embeddings/oleObject398.bin"/><Relationship Id="rId16" Type="http://schemas.openxmlformats.org/officeDocument/2006/relationships/oleObject" Target="../embeddings/oleObject405.bin"/><Relationship Id="rId20" Type="http://schemas.openxmlformats.org/officeDocument/2006/relationships/oleObject" Target="../embeddings/oleObject407.bin"/><Relationship Id="rId29" Type="http://schemas.openxmlformats.org/officeDocument/2006/relationships/image" Target="../media/image34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0.bin"/><Relationship Id="rId11" Type="http://schemas.openxmlformats.org/officeDocument/2006/relationships/image" Target="../media/image338.wmf"/><Relationship Id="rId24" Type="http://schemas.openxmlformats.org/officeDocument/2006/relationships/oleObject" Target="../embeddings/oleObject409.bin"/><Relationship Id="rId5" Type="http://schemas.openxmlformats.org/officeDocument/2006/relationships/image" Target="../media/image335.wmf"/><Relationship Id="rId15" Type="http://schemas.openxmlformats.org/officeDocument/2006/relationships/image" Target="../media/image340.wmf"/><Relationship Id="rId23" Type="http://schemas.openxmlformats.org/officeDocument/2006/relationships/image" Target="../media/image344.wmf"/><Relationship Id="rId28" Type="http://schemas.openxmlformats.org/officeDocument/2006/relationships/oleObject" Target="../embeddings/oleObject411.bin"/><Relationship Id="rId10" Type="http://schemas.openxmlformats.org/officeDocument/2006/relationships/oleObject" Target="../embeddings/oleObject402.bin"/><Relationship Id="rId19" Type="http://schemas.openxmlformats.org/officeDocument/2006/relationships/image" Target="../media/image342.wmf"/><Relationship Id="rId4" Type="http://schemas.openxmlformats.org/officeDocument/2006/relationships/oleObject" Target="../embeddings/oleObject399.bin"/><Relationship Id="rId9" Type="http://schemas.openxmlformats.org/officeDocument/2006/relationships/image" Target="../media/image337.wmf"/><Relationship Id="rId14" Type="http://schemas.openxmlformats.org/officeDocument/2006/relationships/oleObject" Target="../embeddings/oleObject404.bin"/><Relationship Id="rId22" Type="http://schemas.openxmlformats.org/officeDocument/2006/relationships/oleObject" Target="../embeddings/oleObject408.bin"/><Relationship Id="rId27" Type="http://schemas.openxmlformats.org/officeDocument/2006/relationships/image" Target="../media/image346.wmf"/><Relationship Id="rId30" Type="http://schemas.openxmlformats.org/officeDocument/2006/relationships/image" Target="../media/image34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5.bin"/><Relationship Id="rId13" Type="http://schemas.openxmlformats.org/officeDocument/2006/relationships/image" Target="../media/image354.wmf"/><Relationship Id="rId3" Type="http://schemas.openxmlformats.org/officeDocument/2006/relationships/image" Target="../media/image349.wmf"/><Relationship Id="rId7" Type="http://schemas.openxmlformats.org/officeDocument/2006/relationships/image" Target="../media/image351.wmf"/><Relationship Id="rId12" Type="http://schemas.openxmlformats.org/officeDocument/2006/relationships/oleObject" Target="../embeddings/oleObject417.bin"/><Relationship Id="rId2" Type="http://schemas.openxmlformats.org/officeDocument/2006/relationships/oleObject" Target="../embeddings/oleObject4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4.bin"/><Relationship Id="rId11" Type="http://schemas.openxmlformats.org/officeDocument/2006/relationships/image" Target="../media/image353.wmf"/><Relationship Id="rId5" Type="http://schemas.openxmlformats.org/officeDocument/2006/relationships/image" Target="../media/image350.wmf"/><Relationship Id="rId10" Type="http://schemas.openxmlformats.org/officeDocument/2006/relationships/oleObject" Target="../embeddings/oleObject416.bin"/><Relationship Id="rId4" Type="http://schemas.openxmlformats.org/officeDocument/2006/relationships/oleObject" Target="../embeddings/oleObject413.bin"/><Relationship Id="rId9" Type="http://schemas.openxmlformats.org/officeDocument/2006/relationships/image" Target="../media/image35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wmf"/><Relationship Id="rId13" Type="http://schemas.openxmlformats.org/officeDocument/2006/relationships/oleObject" Target="../embeddings/oleObject423.bin"/><Relationship Id="rId18" Type="http://schemas.openxmlformats.org/officeDocument/2006/relationships/image" Target="../media/image362.wmf"/><Relationship Id="rId3" Type="http://schemas.openxmlformats.org/officeDocument/2006/relationships/oleObject" Target="../embeddings/oleObject418.bin"/><Relationship Id="rId7" Type="http://schemas.openxmlformats.org/officeDocument/2006/relationships/oleObject" Target="../embeddings/oleObject420.bin"/><Relationship Id="rId12" Type="http://schemas.openxmlformats.org/officeDocument/2006/relationships/image" Target="../media/image359.wmf"/><Relationship Id="rId17" Type="http://schemas.openxmlformats.org/officeDocument/2006/relationships/oleObject" Target="../embeddings/oleObject425.bin"/><Relationship Id="rId2" Type="http://schemas.openxmlformats.org/officeDocument/2006/relationships/image" Target="../media/image74.png"/><Relationship Id="rId16" Type="http://schemas.openxmlformats.org/officeDocument/2006/relationships/image" Target="../media/image36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6.wmf"/><Relationship Id="rId11" Type="http://schemas.openxmlformats.org/officeDocument/2006/relationships/oleObject" Target="../embeddings/oleObject422.bin"/><Relationship Id="rId5" Type="http://schemas.openxmlformats.org/officeDocument/2006/relationships/oleObject" Target="../embeddings/oleObject419.bin"/><Relationship Id="rId15" Type="http://schemas.openxmlformats.org/officeDocument/2006/relationships/oleObject" Target="../embeddings/oleObject424.bin"/><Relationship Id="rId10" Type="http://schemas.openxmlformats.org/officeDocument/2006/relationships/image" Target="../media/image358.wmf"/><Relationship Id="rId4" Type="http://schemas.openxmlformats.org/officeDocument/2006/relationships/image" Target="../media/image355.wmf"/><Relationship Id="rId9" Type="http://schemas.openxmlformats.org/officeDocument/2006/relationships/oleObject" Target="../embeddings/oleObject421.bin"/><Relationship Id="rId14" Type="http://schemas.openxmlformats.org/officeDocument/2006/relationships/image" Target="../media/image360.wmf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5.wmf"/><Relationship Id="rId18" Type="http://schemas.openxmlformats.org/officeDocument/2006/relationships/oleObject" Target="../embeddings/oleObject434.bin"/><Relationship Id="rId26" Type="http://schemas.openxmlformats.org/officeDocument/2006/relationships/oleObject" Target="../embeddings/oleObject438.bin"/><Relationship Id="rId21" Type="http://schemas.openxmlformats.org/officeDocument/2006/relationships/image" Target="../media/image369.wmf"/><Relationship Id="rId34" Type="http://schemas.openxmlformats.org/officeDocument/2006/relationships/oleObject" Target="../embeddings/oleObject442.bin"/><Relationship Id="rId7" Type="http://schemas.openxmlformats.org/officeDocument/2006/relationships/image" Target="../media/image164.wmf"/><Relationship Id="rId12" Type="http://schemas.openxmlformats.org/officeDocument/2006/relationships/oleObject" Target="../embeddings/oleObject431.bin"/><Relationship Id="rId17" Type="http://schemas.openxmlformats.org/officeDocument/2006/relationships/image" Target="../media/image367.wmf"/><Relationship Id="rId25" Type="http://schemas.openxmlformats.org/officeDocument/2006/relationships/image" Target="../media/image371.wmf"/><Relationship Id="rId33" Type="http://schemas.openxmlformats.org/officeDocument/2006/relationships/image" Target="../media/image375.wmf"/><Relationship Id="rId2" Type="http://schemas.openxmlformats.org/officeDocument/2006/relationships/oleObject" Target="../embeddings/oleObject426.bin"/><Relationship Id="rId16" Type="http://schemas.openxmlformats.org/officeDocument/2006/relationships/oleObject" Target="../embeddings/oleObject433.bin"/><Relationship Id="rId20" Type="http://schemas.openxmlformats.org/officeDocument/2006/relationships/oleObject" Target="../embeddings/oleObject435.bin"/><Relationship Id="rId29" Type="http://schemas.openxmlformats.org/officeDocument/2006/relationships/image" Target="../media/image373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28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437.bin"/><Relationship Id="rId32" Type="http://schemas.openxmlformats.org/officeDocument/2006/relationships/oleObject" Target="../embeddings/oleObject441.bin"/><Relationship Id="rId37" Type="http://schemas.openxmlformats.org/officeDocument/2006/relationships/image" Target="../media/image377.wmf"/><Relationship Id="rId5" Type="http://schemas.openxmlformats.org/officeDocument/2006/relationships/image" Target="../media/image364.wmf"/><Relationship Id="rId15" Type="http://schemas.openxmlformats.org/officeDocument/2006/relationships/image" Target="../media/image366.wmf"/><Relationship Id="rId23" Type="http://schemas.openxmlformats.org/officeDocument/2006/relationships/image" Target="../media/image370.wmf"/><Relationship Id="rId28" Type="http://schemas.openxmlformats.org/officeDocument/2006/relationships/oleObject" Target="../embeddings/oleObject439.bin"/><Relationship Id="rId36" Type="http://schemas.openxmlformats.org/officeDocument/2006/relationships/oleObject" Target="../embeddings/oleObject443.bin"/><Relationship Id="rId10" Type="http://schemas.openxmlformats.org/officeDocument/2006/relationships/oleObject" Target="../embeddings/oleObject430.bin"/><Relationship Id="rId19" Type="http://schemas.openxmlformats.org/officeDocument/2006/relationships/image" Target="../media/image368.wmf"/><Relationship Id="rId31" Type="http://schemas.openxmlformats.org/officeDocument/2006/relationships/image" Target="../media/image374.wmf"/><Relationship Id="rId4" Type="http://schemas.openxmlformats.org/officeDocument/2006/relationships/oleObject" Target="../embeddings/oleObject427.bin"/><Relationship Id="rId9" Type="http://schemas.openxmlformats.org/officeDocument/2006/relationships/image" Target="../media/image165.wmf"/><Relationship Id="rId14" Type="http://schemas.openxmlformats.org/officeDocument/2006/relationships/oleObject" Target="../embeddings/oleObject432.bin"/><Relationship Id="rId22" Type="http://schemas.openxmlformats.org/officeDocument/2006/relationships/oleObject" Target="../embeddings/oleObject436.bin"/><Relationship Id="rId27" Type="http://schemas.openxmlformats.org/officeDocument/2006/relationships/image" Target="../media/image372.wmf"/><Relationship Id="rId30" Type="http://schemas.openxmlformats.org/officeDocument/2006/relationships/oleObject" Target="../embeddings/oleObject440.bin"/><Relationship Id="rId35" Type="http://schemas.openxmlformats.org/officeDocument/2006/relationships/image" Target="../media/image376.wmf"/><Relationship Id="rId8" Type="http://schemas.openxmlformats.org/officeDocument/2006/relationships/oleObject" Target="../embeddings/oleObject429.bin"/><Relationship Id="rId3" Type="http://schemas.openxmlformats.org/officeDocument/2006/relationships/image" Target="../media/image363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7.bin"/><Relationship Id="rId13" Type="http://schemas.openxmlformats.org/officeDocument/2006/relationships/image" Target="../media/image383.wmf"/><Relationship Id="rId3" Type="http://schemas.openxmlformats.org/officeDocument/2006/relationships/image" Target="../media/image378.wmf"/><Relationship Id="rId7" Type="http://schemas.openxmlformats.org/officeDocument/2006/relationships/image" Target="../media/image380.wmf"/><Relationship Id="rId12" Type="http://schemas.openxmlformats.org/officeDocument/2006/relationships/oleObject" Target="../embeddings/oleObject449.bin"/><Relationship Id="rId2" Type="http://schemas.openxmlformats.org/officeDocument/2006/relationships/oleObject" Target="../embeddings/oleObject4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6.bin"/><Relationship Id="rId11" Type="http://schemas.openxmlformats.org/officeDocument/2006/relationships/image" Target="../media/image382.wmf"/><Relationship Id="rId5" Type="http://schemas.openxmlformats.org/officeDocument/2006/relationships/image" Target="../media/image379.wmf"/><Relationship Id="rId10" Type="http://schemas.openxmlformats.org/officeDocument/2006/relationships/oleObject" Target="../embeddings/oleObject448.bin"/><Relationship Id="rId4" Type="http://schemas.openxmlformats.org/officeDocument/2006/relationships/oleObject" Target="../embeddings/oleObject445.bin"/><Relationship Id="rId9" Type="http://schemas.openxmlformats.org/officeDocument/2006/relationships/image" Target="../media/image381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3.bin"/><Relationship Id="rId13" Type="http://schemas.openxmlformats.org/officeDocument/2006/relationships/image" Target="../media/image389.wmf"/><Relationship Id="rId3" Type="http://schemas.openxmlformats.org/officeDocument/2006/relationships/image" Target="../media/image384.wmf"/><Relationship Id="rId7" Type="http://schemas.openxmlformats.org/officeDocument/2006/relationships/image" Target="../media/image386.wmf"/><Relationship Id="rId12" Type="http://schemas.openxmlformats.org/officeDocument/2006/relationships/oleObject" Target="../embeddings/oleObject455.bin"/><Relationship Id="rId2" Type="http://schemas.openxmlformats.org/officeDocument/2006/relationships/oleObject" Target="../embeddings/oleObject4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52.bin"/><Relationship Id="rId11" Type="http://schemas.openxmlformats.org/officeDocument/2006/relationships/image" Target="../media/image388.wmf"/><Relationship Id="rId5" Type="http://schemas.openxmlformats.org/officeDocument/2006/relationships/image" Target="../media/image385.wmf"/><Relationship Id="rId10" Type="http://schemas.openxmlformats.org/officeDocument/2006/relationships/oleObject" Target="../embeddings/oleObject454.bin"/><Relationship Id="rId4" Type="http://schemas.openxmlformats.org/officeDocument/2006/relationships/oleObject" Target="../embeddings/oleObject451.bin"/><Relationship Id="rId9" Type="http://schemas.openxmlformats.org/officeDocument/2006/relationships/image" Target="../media/image38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9.bin"/><Relationship Id="rId13" Type="http://schemas.openxmlformats.org/officeDocument/2006/relationships/image" Target="../media/image395.wmf"/><Relationship Id="rId18" Type="http://schemas.openxmlformats.org/officeDocument/2006/relationships/oleObject" Target="../embeddings/oleObject464.bin"/><Relationship Id="rId3" Type="http://schemas.openxmlformats.org/officeDocument/2006/relationships/image" Target="../media/image390.wmf"/><Relationship Id="rId21" Type="http://schemas.openxmlformats.org/officeDocument/2006/relationships/image" Target="../media/image399.wmf"/><Relationship Id="rId7" Type="http://schemas.openxmlformats.org/officeDocument/2006/relationships/image" Target="../media/image392.wmf"/><Relationship Id="rId12" Type="http://schemas.openxmlformats.org/officeDocument/2006/relationships/oleObject" Target="../embeddings/oleObject461.bin"/><Relationship Id="rId17" Type="http://schemas.openxmlformats.org/officeDocument/2006/relationships/image" Target="../media/image397.wmf"/><Relationship Id="rId25" Type="http://schemas.openxmlformats.org/officeDocument/2006/relationships/image" Target="../media/image401.wmf"/><Relationship Id="rId2" Type="http://schemas.openxmlformats.org/officeDocument/2006/relationships/oleObject" Target="../embeddings/oleObject456.bin"/><Relationship Id="rId16" Type="http://schemas.openxmlformats.org/officeDocument/2006/relationships/oleObject" Target="../embeddings/oleObject463.bin"/><Relationship Id="rId20" Type="http://schemas.openxmlformats.org/officeDocument/2006/relationships/oleObject" Target="../embeddings/oleObject4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58.bin"/><Relationship Id="rId11" Type="http://schemas.openxmlformats.org/officeDocument/2006/relationships/image" Target="../media/image394.wmf"/><Relationship Id="rId24" Type="http://schemas.openxmlformats.org/officeDocument/2006/relationships/oleObject" Target="../embeddings/oleObject467.bin"/><Relationship Id="rId5" Type="http://schemas.openxmlformats.org/officeDocument/2006/relationships/image" Target="../media/image391.wmf"/><Relationship Id="rId15" Type="http://schemas.openxmlformats.org/officeDocument/2006/relationships/image" Target="../media/image396.wmf"/><Relationship Id="rId23" Type="http://schemas.openxmlformats.org/officeDocument/2006/relationships/image" Target="../media/image400.wmf"/><Relationship Id="rId10" Type="http://schemas.openxmlformats.org/officeDocument/2006/relationships/oleObject" Target="../embeddings/oleObject460.bin"/><Relationship Id="rId19" Type="http://schemas.openxmlformats.org/officeDocument/2006/relationships/image" Target="../media/image398.wmf"/><Relationship Id="rId4" Type="http://schemas.openxmlformats.org/officeDocument/2006/relationships/oleObject" Target="../embeddings/oleObject457.bin"/><Relationship Id="rId9" Type="http://schemas.openxmlformats.org/officeDocument/2006/relationships/image" Target="../media/image393.wmf"/><Relationship Id="rId14" Type="http://schemas.openxmlformats.org/officeDocument/2006/relationships/oleObject" Target="../embeddings/oleObject462.bin"/><Relationship Id="rId22" Type="http://schemas.openxmlformats.org/officeDocument/2006/relationships/oleObject" Target="../embeddings/oleObject466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1.bin"/><Relationship Id="rId13" Type="http://schemas.openxmlformats.org/officeDocument/2006/relationships/image" Target="../media/image407.wmf"/><Relationship Id="rId3" Type="http://schemas.openxmlformats.org/officeDocument/2006/relationships/image" Target="../media/image402.wmf"/><Relationship Id="rId7" Type="http://schemas.openxmlformats.org/officeDocument/2006/relationships/image" Target="../media/image404.wmf"/><Relationship Id="rId12" Type="http://schemas.openxmlformats.org/officeDocument/2006/relationships/oleObject" Target="../embeddings/oleObject473.bin"/><Relationship Id="rId17" Type="http://schemas.openxmlformats.org/officeDocument/2006/relationships/image" Target="../media/image409.wmf"/><Relationship Id="rId2" Type="http://schemas.openxmlformats.org/officeDocument/2006/relationships/oleObject" Target="../embeddings/oleObject468.bin"/><Relationship Id="rId16" Type="http://schemas.openxmlformats.org/officeDocument/2006/relationships/oleObject" Target="../embeddings/oleObject47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70.bin"/><Relationship Id="rId11" Type="http://schemas.openxmlformats.org/officeDocument/2006/relationships/image" Target="../media/image406.wmf"/><Relationship Id="rId5" Type="http://schemas.openxmlformats.org/officeDocument/2006/relationships/image" Target="../media/image403.wmf"/><Relationship Id="rId15" Type="http://schemas.openxmlformats.org/officeDocument/2006/relationships/image" Target="../media/image408.wmf"/><Relationship Id="rId10" Type="http://schemas.openxmlformats.org/officeDocument/2006/relationships/oleObject" Target="../embeddings/oleObject472.bin"/><Relationship Id="rId4" Type="http://schemas.openxmlformats.org/officeDocument/2006/relationships/oleObject" Target="../embeddings/oleObject469.bin"/><Relationship Id="rId9" Type="http://schemas.openxmlformats.org/officeDocument/2006/relationships/image" Target="../media/image405.wmf"/><Relationship Id="rId14" Type="http://schemas.openxmlformats.org/officeDocument/2006/relationships/oleObject" Target="../embeddings/oleObject474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2.wmf"/><Relationship Id="rId3" Type="http://schemas.openxmlformats.org/officeDocument/2006/relationships/oleObject" Target="../embeddings/oleObject476.bin"/><Relationship Id="rId7" Type="http://schemas.openxmlformats.org/officeDocument/2006/relationships/oleObject" Target="../embeddings/oleObject478.bin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1.wmf"/><Relationship Id="rId5" Type="http://schemas.openxmlformats.org/officeDocument/2006/relationships/oleObject" Target="../embeddings/oleObject477.bin"/><Relationship Id="rId10" Type="http://schemas.openxmlformats.org/officeDocument/2006/relationships/image" Target="../media/image413.wmf"/><Relationship Id="rId4" Type="http://schemas.openxmlformats.org/officeDocument/2006/relationships/image" Target="../media/image410.wmf"/><Relationship Id="rId9" Type="http://schemas.openxmlformats.org/officeDocument/2006/relationships/oleObject" Target="../embeddings/oleObject47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144838" y="3141663"/>
            <a:ext cx="68389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12800" indent="-8128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latin typeface="宋体" panose="02010600030101010101" pitchFamily="2" charset="-122"/>
                <a:cs typeface="楷体_GB2312"/>
              </a:rPr>
              <a:t>一、</a:t>
            </a:r>
            <a:r>
              <a:rPr lang="zh-CN" altLang="en-US" b="1" dirty="0">
                <a:latin typeface="宋体" panose="02010600030101010101" pitchFamily="2" charset="-122"/>
              </a:rPr>
              <a:t>函数单调性的判定法</a:t>
            </a:r>
            <a:endParaRPr lang="zh-CN" altLang="en-US" b="1" dirty="0">
              <a:latin typeface="宋体" panose="02010600030101010101" pitchFamily="2" charset="-122"/>
              <a:cs typeface="楷体_GB2312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3130550" y="5018088"/>
            <a:ext cx="653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  <a:cs typeface="楷体_GB2312"/>
              </a:rPr>
              <a:t>二、曲线的凹凸和拐点</a:t>
            </a:r>
          </a:p>
        </p:txBody>
      </p:sp>
      <p:sp>
        <p:nvSpPr>
          <p:cNvPr id="3079" name="Text Box 10"/>
          <p:cNvSpPr txBox="1">
            <a:spLocks noChangeArrowheads="1"/>
          </p:cNvSpPr>
          <p:nvPr/>
        </p:nvSpPr>
        <p:spPr bwMode="auto">
          <a:xfrm>
            <a:off x="2507893" y="1845420"/>
            <a:ext cx="7398179" cy="769441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FF0000"/>
                </a:solidFill>
                <a:latin typeface="宋体" panose="02010600030101010101" pitchFamily="2" charset="-122"/>
              </a:rPr>
              <a:t>§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zh-CN" altLang="en-US" sz="4400" b="1" dirty="0">
                <a:solidFill>
                  <a:srgbClr val="FF0000"/>
                </a:solidFill>
                <a:latin typeface="宋体" panose="02010600030101010101" pitchFamily="2" charset="-122"/>
              </a:rPr>
              <a:t>导数在函数研究中的应用</a:t>
            </a:r>
          </a:p>
        </p:txBody>
      </p:sp>
      <p:sp>
        <p:nvSpPr>
          <p:cNvPr id="3081" name="Text Box 3"/>
          <p:cNvSpPr txBox="1">
            <a:spLocks noChangeArrowheads="1"/>
          </p:cNvSpPr>
          <p:nvPr/>
        </p:nvSpPr>
        <p:spPr bwMode="auto">
          <a:xfrm>
            <a:off x="3130550" y="4149725"/>
            <a:ext cx="68389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12800" indent="-8128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latin typeface="宋体" panose="02010600030101010101" pitchFamily="2" charset="-122"/>
                <a:cs typeface="楷体_GB2312"/>
              </a:rPr>
              <a:t>二、</a:t>
            </a:r>
            <a:r>
              <a:rPr lang="zh-CN" altLang="en-US" b="1" dirty="0">
                <a:latin typeface="宋体" panose="02010600030101010101" pitchFamily="2" charset="-122"/>
              </a:rPr>
              <a:t>函数极值和最大最小值</a:t>
            </a:r>
            <a:endParaRPr lang="zh-CN" altLang="en-US" b="1" dirty="0">
              <a:latin typeface="宋体" panose="02010600030101010101" pitchFamily="2" charset="-122"/>
              <a:cs typeface="楷体_GB2312"/>
            </a:endParaRPr>
          </a:p>
        </p:txBody>
      </p: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9807327" y="404664"/>
            <a:ext cx="1569660" cy="52322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accent2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Brush Script MT" panose="03060802040406070304" pitchFamily="66" charset="0"/>
                <a:ea typeface="楷体_GB2312"/>
                <a:cs typeface="楷体_GB2312"/>
              </a:rPr>
              <a:t>Chapter 3</a:t>
            </a:r>
            <a:r>
              <a:rPr lang="zh-CN" altLang="en-US" sz="2800" dirty="0">
                <a:solidFill>
                  <a:srgbClr val="FF0000"/>
                </a:solidFill>
                <a:ea typeface="楷体_GB2312"/>
                <a:cs typeface="楷体_GB2312"/>
              </a:rPr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4514420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4" name="Rectangle 4"/>
          <p:cNvSpPr>
            <a:spLocks noChangeArrowheads="1"/>
          </p:cNvSpPr>
          <p:nvPr/>
        </p:nvSpPr>
        <p:spPr bwMode="auto">
          <a:xfrm>
            <a:off x="1631504" y="1926041"/>
            <a:ext cx="8686800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        </a:t>
            </a:r>
            <a:r>
              <a:rPr lang="zh-CN" altLang="en-US" sz="2800" b="1" dirty="0"/>
              <a:t>函数单调增加时导数大于零，函数单调减少时导数小于零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pic>
        <p:nvPicPr>
          <p:cNvPr id="5124" name="Picture 6" descr="单调性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901" y="2535852"/>
            <a:ext cx="6099539" cy="3197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091077"/>
              </p:ext>
            </p:extLst>
          </p:nvPr>
        </p:nvGraphicFramePr>
        <p:xfrm>
          <a:off x="5490291" y="5358772"/>
          <a:ext cx="1076408" cy="402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4680" imgH="203040" progId="Equation.DSMT4">
                  <p:embed/>
                </p:oleObj>
              </mc:Choice>
              <mc:Fallback>
                <p:oleObj name="Equation" r:id="rId3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0291" y="5358772"/>
                        <a:ext cx="1076408" cy="4024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766627"/>
              </p:ext>
            </p:extLst>
          </p:nvPr>
        </p:nvGraphicFramePr>
        <p:xfrm>
          <a:off x="7668822" y="5336920"/>
          <a:ext cx="1159413" cy="42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4680" imgH="203040" progId="Equation.DSMT4">
                  <p:embed/>
                </p:oleObj>
              </mc:Choice>
              <mc:Fallback>
                <p:oleObj name="Equation" r:id="rId5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822" y="5336920"/>
                        <a:ext cx="1159413" cy="42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16"/>
          <p:cNvSpPr>
            <a:spLocks noChangeArrowheads="1"/>
          </p:cNvSpPr>
          <p:nvPr/>
        </p:nvSpPr>
        <p:spPr bwMode="auto">
          <a:xfrm>
            <a:off x="2185436" y="755388"/>
            <a:ext cx="66563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、函数的单调性与导数符号的关系</a:t>
            </a:r>
          </a:p>
        </p:txBody>
      </p:sp>
      <p:sp>
        <p:nvSpPr>
          <p:cNvPr id="773137" name="Text Box 17"/>
          <p:cNvSpPr txBox="1">
            <a:spLocks noChangeArrowheads="1"/>
          </p:cNvSpPr>
          <p:nvPr/>
        </p:nvSpPr>
        <p:spPr bwMode="auto">
          <a:xfrm>
            <a:off x="1775520" y="1326993"/>
            <a:ext cx="1752600" cy="507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观察结果：</a:t>
            </a:r>
          </a:p>
        </p:txBody>
      </p:sp>
      <p:sp>
        <p:nvSpPr>
          <p:cNvPr id="5129" name="Text Box 18"/>
          <p:cNvSpPr txBox="1">
            <a:spLocks noChangeArrowheads="1"/>
          </p:cNvSpPr>
          <p:nvPr/>
        </p:nvSpPr>
        <p:spPr bwMode="auto">
          <a:xfrm>
            <a:off x="8218963" y="3789040"/>
            <a:ext cx="18557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函数单调减少</a:t>
            </a:r>
          </a:p>
        </p:txBody>
      </p:sp>
      <p:sp>
        <p:nvSpPr>
          <p:cNvPr id="5130" name="Text Box 19"/>
          <p:cNvSpPr txBox="1">
            <a:spLocks noChangeArrowheads="1"/>
          </p:cNvSpPr>
          <p:nvPr/>
        </p:nvSpPr>
        <p:spPr bwMode="auto">
          <a:xfrm>
            <a:off x="4367808" y="3735030"/>
            <a:ext cx="18557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函数单调增加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79348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3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3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3124" grpId="0" build="p" autoUpdateAnimBg="0"/>
      <p:bldP spid="773137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7" name="Group 2"/>
          <p:cNvGrpSpPr>
            <a:grpSpLocks/>
          </p:cNvGrpSpPr>
          <p:nvPr/>
        </p:nvGrpSpPr>
        <p:grpSpPr bwMode="auto">
          <a:xfrm>
            <a:off x="2895600" y="514350"/>
            <a:ext cx="2819400" cy="1847850"/>
            <a:chOff x="864" y="1152"/>
            <a:chExt cx="1776" cy="1164"/>
          </a:xfrm>
        </p:grpSpPr>
        <p:sp>
          <p:nvSpPr>
            <p:cNvPr id="6168" name="Line 3"/>
            <p:cNvSpPr>
              <a:spLocks noChangeShapeType="1"/>
            </p:cNvSpPr>
            <p:nvPr/>
          </p:nvSpPr>
          <p:spPr bwMode="auto">
            <a:xfrm>
              <a:off x="864" y="2124"/>
              <a:ext cx="17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9" name="Line 4"/>
            <p:cNvSpPr>
              <a:spLocks noChangeShapeType="1"/>
            </p:cNvSpPr>
            <p:nvPr/>
          </p:nvSpPr>
          <p:spPr bwMode="auto">
            <a:xfrm flipV="1">
              <a:off x="1008" y="1164"/>
              <a:ext cx="0" cy="11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70" name="Object 5"/>
            <p:cNvGraphicFramePr>
              <a:graphicFrameLocks noChangeAspect="1"/>
            </p:cNvGraphicFramePr>
            <p:nvPr/>
          </p:nvGraphicFramePr>
          <p:xfrm>
            <a:off x="2525" y="2172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53890" imgH="241195" progId="Equation.3">
                    <p:embed/>
                  </p:oleObj>
                </mc:Choice>
                <mc:Fallback>
                  <p:oleObj name="公式" r:id="rId2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5" y="2172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1" name="Object 6"/>
            <p:cNvGraphicFramePr>
              <a:graphicFrameLocks noChangeAspect="1"/>
            </p:cNvGraphicFramePr>
            <p:nvPr/>
          </p:nvGraphicFramePr>
          <p:xfrm>
            <a:off x="864" y="1152"/>
            <a:ext cx="115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53780" imgH="317225" progId="Equation.3">
                    <p:embed/>
                  </p:oleObj>
                </mc:Choice>
                <mc:Fallback>
                  <p:oleObj name="公式" r:id="rId2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152"/>
                          <a:ext cx="115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2" name="Object 7"/>
            <p:cNvGraphicFramePr>
              <a:graphicFrameLocks noChangeAspect="1"/>
            </p:cNvGraphicFramePr>
            <p:nvPr/>
          </p:nvGraphicFramePr>
          <p:xfrm>
            <a:off x="876" y="2177"/>
            <a:ext cx="98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15713" imgH="241091" progId="Equation.3">
                    <p:embed/>
                  </p:oleObj>
                </mc:Choice>
                <mc:Fallback>
                  <p:oleObj name="公式" r:id="rId5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6" y="2177"/>
                          <a:ext cx="98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48" name="Group 9"/>
          <p:cNvGrpSpPr>
            <a:grpSpLocks/>
          </p:cNvGrpSpPr>
          <p:nvPr/>
        </p:nvGrpSpPr>
        <p:grpSpPr bwMode="auto">
          <a:xfrm>
            <a:off x="3352800" y="669926"/>
            <a:ext cx="1716088" cy="1006475"/>
            <a:chOff x="1152" y="1250"/>
            <a:chExt cx="1081" cy="634"/>
          </a:xfrm>
        </p:grpSpPr>
        <p:sp>
          <p:nvSpPr>
            <p:cNvPr id="6166" name="Arc 10"/>
            <p:cNvSpPr>
              <a:spLocks/>
            </p:cNvSpPr>
            <p:nvPr/>
          </p:nvSpPr>
          <p:spPr bwMode="auto">
            <a:xfrm flipV="1">
              <a:off x="1152" y="1250"/>
              <a:ext cx="1081" cy="634"/>
            </a:xfrm>
            <a:custGeom>
              <a:avLst/>
              <a:gdLst>
                <a:gd name="T0" fmla="*/ 0 w 21600"/>
                <a:gd name="T1" fmla="*/ 0 h 21951"/>
                <a:gd name="T2" fmla="*/ 0 w 21600"/>
                <a:gd name="T3" fmla="*/ 0 h 21951"/>
                <a:gd name="T4" fmla="*/ 0 w 21600"/>
                <a:gd name="T5" fmla="*/ 0 h 219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951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717"/>
                    <a:pt x="21599" y="21834"/>
                    <a:pt x="21597" y="21951"/>
                  </a:cubicBezTo>
                </a:path>
                <a:path w="21600" h="21951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717"/>
                    <a:pt x="21599" y="21834"/>
                    <a:pt x="21597" y="21951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6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6342887"/>
                </p:ext>
              </p:extLst>
            </p:nvPr>
          </p:nvGraphicFramePr>
          <p:xfrm>
            <a:off x="1429" y="1319"/>
            <a:ext cx="612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622080" imgH="203040" progId="Equation.DSMT4">
                    <p:embed/>
                  </p:oleObj>
                </mc:Choice>
                <mc:Fallback>
                  <p:oleObj name="Equation" r:id="rId7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1319"/>
                          <a:ext cx="612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49" name="Group 12"/>
          <p:cNvGrpSpPr>
            <a:grpSpLocks/>
          </p:cNvGrpSpPr>
          <p:nvPr/>
        </p:nvGrpSpPr>
        <p:grpSpPr bwMode="auto">
          <a:xfrm>
            <a:off x="6629400" y="533400"/>
            <a:ext cx="2819400" cy="1847850"/>
            <a:chOff x="3216" y="1164"/>
            <a:chExt cx="1776" cy="1164"/>
          </a:xfrm>
        </p:grpSpPr>
        <p:sp>
          <p:nvSpPr>
            <p:cNvPr id="6161" name="Line 13"/>
            <p:cNvSpPr>
              <a:spLocks noChangeShapeType="1"/>
            </p:cNvSpPr>
            <p:nvPr/>
          </p:nvSpPr>
          <p:spPr bwMode="auto">
            <a:xfrm>
              <a:off x="3216" y="2136"/>
              <a:ext cx="17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2" name="Line 14"/>
            <p:cNvSpPr>
              <a:spLocks noChangeShapeType="1"/>
            </p:cNvSpPr>
            <p:nvPr/>
          </p:nvSpPr>
          <p:spPr bwMode="auto">
            <a:xfrm flipV="1">
              <a:off x="3360" y="1176"/>
              <a:ext cx="0" cy="11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63" name="Object 15"/>
            <p:cNvGraphicFramePr>
              <a:graphicFrameLocks noChangeAspect="1"/>
            </p:cNvGraphicFramePr>
            <p:nvPr/>
          </p:nvGraphicFramePr>
          <p:xfrm>
            <a:off x="4877" y="2184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3890" imgH="241195" progId="Equation.3">
                    <p:embed/>
                  </p:oleObj>
                </mc:Choice>
                <mc:Fallback>
                  <p:oleObj name="公式" r:id="rId9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7" y="2184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4" name="Object 16"/>
            <p:cNvGraphicFramePr>
              <a:graphicFrameLocks noChangeAspect="1"/>
            </p:cNvGraphicFramePr>
            <p:nvPr/>
          </p:nvGraphicFramePr>
          <p:xfrm>
            <a:off x="3216" y="1164"/>
            <a:ext cx="115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53780" imgH="317225" progId="Equation.3">
                    <p:embed/>
                  </p:oleObj>
                </mc:Choice>
                <mc:Fallback>
                  <p:oleObj name="公式" r:id="rId2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164"/>
                          <a:ext cx="115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5" name="Object 17"/>
            <p:cNvGraphicFramePr>
              <a:graphicFrameLocks noChangeAspect="1"/>
            </p:cNvGraphicFramePr>
            <p:nvPr/>
          </p:nvGraphicFramePr>
          <p:xfrm>
            <a:off x="3228" y="2189"/>
            <a:ext cx="98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15713" imgH="241091" progId="Equation.3">
                    <p:embed/>
                  </p:oleObj>
                </mc:Choice>
                <mc:Fallback>
                  <p:oleObj name="公式" r:id="rId2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8" y="2189"/>
                          <a:ext cx="98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50" name="Line 18"/>
          <p:cNvSpPr>
            <a:spLocks noChangeShapeType="1"/>
          </p:cNvSpPr>
          <p:nvPr/>
        </p:nvSpPr>
        <p:spPr bwMode="auto">
          <a:xfrm rot="3600000" flipV="1">
            <a:off x="7124700" y="1085850"/>
            <a:ext cx="1981200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151" name="Group 19"/>
          <p:cNvGrpSpPr>
            <a:grpSpLocks/>
          </p:cNvGrpSpPr>
          <p:nvPr/>
        </p:nvGrpSpPr>
        <p:grpSpPr bwMode="auto">
          <a:xfrm>
            <a:off x="7219156" y="619284"/>
            <a:ext cx="1792287" cy="1093788"/>
            <a:chOff x="3575" y="1206"/>
            <a:chExt cx="1129" cy="689"/>
          </a:xfrm>
        </p:grpSpPr>
        <p:sp>
          <p:nvSpPr>
            <p:cNvPr id="6159" name="Arc 20"/>
            <p:cNvSpPr>
              <a:spLocks/>
            </p:cNvSpPr>
            <p:nvPr/>
          </p:nvSpPr>
          <p:spPr bwMode="auto">
            <a:xfrm flipV="1">
              <a:off x="3575" y="1206"/>
              <a:ext cx="1129" cy="689"/>
            </a:xfrm>
            <a:custGeom>
              <a:avLst/>
              <a:gdLst>
                <a:gd name="T0" fmla="*/ 0 w 22554"/>
                <a:gd name="T1" fmla="*/ 0 h 23869"/>
                <a:gd name="T2" fmla="*/ 0 w 22554"/>
                <a:gd name="T3" fmla="*/ 0 h 23869"/>
                <a:gd name="T4" fmla="*/ 0 w 22554"/>
                <a:gd name="T5" fmla="*/ 0 h 238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554" h="23869" fill="none" extrusionOk="0">
                  <a:moveTo>
                    <a:pt x="119" y="23869"/>
                  </a:moveTo>
                  <a:cubicBezTo>
                    <a:pt x="39" y="23115"/>
                    <a:pt x="0" y="2235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918" y="-1"/>
                    <a:pt x="22236" y="7"/>
                    <a:pt x="22553" y="21"/>
                  </a:cubicBezTo>
                </a:path>
                <a:path w="22554" h="23869" stroke="0" extrusionOk="0">
                  <a:moveTo>
                    <a:pt x="119" y="23869"/>
                  </a:moveTo>
                  <a:cubicBezTo>
                    <a:pt x="39" y="23115"/>
                    <a:pt x="0" y="2235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918" y="-1"/>
                    <a:pt x="22236" y="7"/>
                    <a:pt x="22553" y="21"/>
                  </a:cubicBezTo>
                  <a:lnTo>
                    <a:pt x="21600" y="21600"/>
                  </a:lnTo>
                  <a:lnTo>
                    <a:pt x="119" y="23869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60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8014431"/>
                </p:ext>
              </p:extLst>
            </p:nvPr>
          </p:nvGraphicFramePr>
          <p:xfrm>
            <a:off x="3795" y="1305"/>
            <a:ext cx="63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22080" imgH="203040" progId="Equation.DSMT4">
                    <p:embed/>
                  </p:oleObj>
                </mc:Choice>
                <mc:Fallback>
                  <p:oleObj name="Equation" r:id="rId10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5" y="1305"/>
                          <a:ext cx="634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52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472736"/>
              </p:ext>
            </p:extLst>
          </p:nvPr>
        </p:nvGraphicFramePr>
        <p:xfrm>
          <a:off x="3631169" y="2114153"/>
          <a:ext cx="1218326" cy="416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34680" imgH="203040" progId="Equation.DSMT4">
                  <p:embed/>
                </p:oleObj>
              </mc:Choice>
              <mc:Fallback>
                <p:oleObj name="Equation" r:id="rId12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1169" y="2114153"/>
                        <a:ext cx="1218326" cy="416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730150"/>
              </p:ext>
            </p:extLst>
          </p:nvPr>
        </p:nvGraphicFramePr>
        <p:xfrm>
          <a:off x="7568406" y="2186147"/>
          <a:ext cx="1044093" cy="37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34680" imgH="203040" progId="Equation.DSMT4">
                  <p:embed/>
                </p:oleObj>
              </mc:Choice>
              <mc:Fallback>
                <p:oleObj name="Equation" r:id="rId14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8406" y="2186147"/>
                        <a:ext cx="1044093" cy="37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4175" name="Text Box 31"/>
          <p:cNvSpPr txBox="1">
            <a:spLocks noChangeArrowheads="1"/>
          </p:cNvSpPr>
          <p:nvPr/>
        </p:nvSpPr>
        <p:spPr bwMode="auto">
          <a:xfrm>
            <a:off x="2133601" y="2895601"/>
            <a:ext cx="911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定理</a:t>
            </a:r>
          </a:p>
        </p:txBody>
      </p:sp>
      <p:graphicFrame>
        <p:nvGraphicFramePr>
          <p:cNvPr id="774176" name="Object 32"/>
          <p:cNvGraphicFramePr>
            <a:graphicFrameLocks noChangeAspect="1"/>
          </p:cNvGraphicFramePr>
          <p:nvPr/>
        </p:nvGraphicFramePr>
        <p:xfrm>
          <a:off x="3200400" y="2971800"/>
          <a:ext cx="71628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213100" imgH="215900" progId="Equation.3">
                  <p:embed/>
                </p:oleObj>
              </mc:Choice>
              <mc:Fallback>
                <p:oleObj name="Equation" r:id="rId16" imgW="32131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971800"/>
                        <a:ext cx="71628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Line 33"/>
          <p:cNvSpPr>
            <a:spLocks noChangeShapeType="1"/>
          </p:cNvSpPr>
          <p:nvPr/>
        </p:nvSpPr>
        <p:spPr bwMode="auto">
          <a:xfrm flipV="1">
            <a:off x="3200400" y="1276350"/>
            <a:ext cx="205740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74188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900778"/>
              </p:ext>
            </p:extLst>
          </p:nvPr>
        </p:nvGraphicFramePr>
        <p:xfrm>
          <a:off x="2206625" y="3436938"/>
          <a:ext cx="78676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429000" imgH="457200" progId="Equation.DSMT4">
                  <p:embed/>
                </p:oleObj>
              </mc:Choice>
              <mc:Fallback>
                <p:oleObj name="Equation" r:id="rId18" imgW="3429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3436938"/>
                        <a:ext cx="786765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418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885244"/>
              </p:ext>
            </p:extLst>
          </p:nvPr>
        </p:nvGraphicFramePr>
        <p:xfrm>
          <a:off x="2279650" y="4468813"/>
          <a:ext cx="782955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504960" imgH="457200" progId="Equation.DSMT4">
                  <p:embed/>
                </p:oleObj>
              </mc:Choice>
              <mc:Fallback>
                <p:oleObj name="Equation" r:id="rId20" imgW="35049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4468813"/>
                        <a:ext cx="782955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430825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4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4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7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16"/>
          <p:cNvSpPr txBox="1">
            <a:spLocks noChangeArrowheads="1"/>
          </p:cNvSpPr>
          <p:nvPr/>
        </p:nvSpPr>
        <p:spPr bwMode="auto">
          <a:xfrm>
            <a:off x="2135560" y="827090"/>
            <a:ext cx="68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7352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430939"/>
              </p:ext>
            </p:extLst>
          </p:nvPr>
        </p:nvGraphicFramePr>
        <p:xfrm>
          <a:off x="2713037" y="858278"/>
          <a:ext cx="2362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62200" imgH="419100" progId="Equation.3">
                  <p:embed/>
                </p:oleObj>
              </mc:Choice>
              <mc:Fallback>
                <p:oleObj name="公式" r:id="rId2" imgW="2362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037" y="858278"/>
                        <a:ext cx="2362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5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843161"/>
              </p:ext>
            </p:extLst>
          </p:nvPr>
        </p:nvGraphicFramePr>
        <p:xfrm>
          <a:off x="5181600" y="919164"/>
          <a:ext cx="160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00200" imgH="419100" progId="Equation.3">
                  <p:embed/>
                </p:oleObj>
              </mc:Choice>
              <mc:Fallback>
                <p:oleObj name="公式" r:id="rId4" imgW="1600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919164"/>
                        <a:ext cx="160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5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600966"/>
              </p:ext>
            </p:extLst>
          </p:nvPr>
        </p:nvGraphicFramePr>
        <p:xfrm>
          <a:off x="2297906" y="1502759"/>
          <a:ext cx="71389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137400" imgH="419100" progId="Equation.3">
                  <p:embed/>
                </p:oleObj>
              </mc:Choice>
              <mc:Fallback>
                <p:oleObj name="公式" r:id="rId6" imgW="71374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906" y="1502759"/>
                        <a:ext cx="71389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53" name="Object 21"/>
          <p:cNvGraphicFramePr>
            <a:graphicFrameLocks noChangeAspect="1"/>
          </p:cNvGraphicFramePr>
          <p:nvPr/>
        </p:nvGraphicFramePr>
        <p:xfrm>
          <a:off x="2286000" y="2095500"/>
          <a:ext cx="2286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81200" imgH="419100" progId="Equation.3">
                  <p:embed/>
                </p:oleObj>
              </mc:Choice>
              <mc:Fallback>
                <p:oleObj name="公式" r:id="rId8" imgW="1981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095500"/>
                        <a:ext cx="2286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54" name="Object 22"/>
          <p:cNvGraphicFramePr>
            <a:graphicFrameLocks noChangeAspect="1"/>
          </p:cNvGraphicFramePr>
          <p:nvPr/>
        </p:nvGraphicFramePr>
        <p:xfrm>
          <a:off x="2286000" y="2857501"/>
          <a:ext cx="34671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67100" imgH="431800" progId="Equation.3">
                  <p:embed/>
                </p:oleObj>
              </mc:Choice>
              <mc:Fallback>
                <p:oleObj name="公式" r:id="rId6" imgW="3467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857501"/>
                        <a:ext cx="34671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55" name="Object 23"/>
          <p:cNvGraphicFramePr>
            <a:graphicFrameLocks noChangeAspect="1"/>
          </p:cNvGraphicFramePr>
          <p:nvPr/>
        </p:nvGraphicFramePr>
        <p:xfrm>
          <a:off x="6172200" y="2836863"/>
          <a:ext cx="19812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92300" imgH="431800" progId="Equation.3">
                  <p:embed/>
                </p:oleObj>
              </mc:Choice>
              <mc:Fallback>
                <p:oleObj name="公式" r:id="rId6" imgW="189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836863"/>
                        <a:ext cx="19812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5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866705"/>
              </p:ext>
            </p:extLst>
          </p:nvPr>
        </p:nvGraphicFramePr>
        <p:xfrm>
          <a:off x="2171700" y="3619500"/>
          <a:ext cx="2514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14600" imgH="419100" progId="Equation.3">
                  <p:embed/>
                </p:oleObj>
              </mc:Choice>
              <mc:Fallback>
                <p:oleObj name="公式" r:id="rId6" imgW="25146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3619500"/>
                        <a:ext cx="2514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5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06030"/>
              </p:ext>
            </p:extLst>
          </p:nvPr>
        </p:nvGraphicFramePr>
        <p:xfrm>
          <a:off x="4799856" y="3565527"/>
          <a:ext cx="578326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36760" imgH="215640" progId="Equation.DSMT4">
                  <p:embed/>
                </p:oleObj>
              </mc:Choice>
              <mc:Fallback>
                <p:oleObj name="Equation" r:id="rId13" imgW="2336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856" y="3565527"/>
                        <a:ext cx="578326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58" name="Object 26"/>
          <p:cNvGraphicFramePr>
            <a:graphicFrameLocks noChangeAspect="1"/>
          </p:cNvGraphicFramePr>
          <p:nvPr/>
        </p:nvGraphicFramePr>
        <p:xfrm>
          <a:off x="2286000" y="4408488"/>
          <a:ext cx="35814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467100" imgH="431800" progId="Equation.3">
                  <p:embed/>
                </p:oleObj>
              </mc:Choice>
              <mc:Fallback>
                <p:oleObj name="公式" r:id="rId15" imgW="3467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408488"/>
                        <a:ext cx="35814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59" name="Object 27"/>
          <p:cNvGraphicFramePr>
            <a:graphicFrameLocks noChangeAspect="1"/>
          </p:cNvGraphicFramePr>
          <p:nvPr/>
        </p:nvGraphicFramePr>
        <p:xfrm>
          <a:off x="6172200" y="4381501"/>
          <a:ext cx="18923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892300" imgH="431800" progId="Equation.3">
                  <p:embed/>
                </p:oleObj>
              </mc:Choice>
              <mc:Fallback>
                <p:oleObj name="公式" r:id="rId17" imgW="189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381501"/>
                        <a:ext cx="18923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6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135346"/>
              </p:ext>
            </p:extLst>
          </p:nvPr>
        </p:nvGraphicFramePr>
        <p:xfrm>
          <a:off x="2132856" y="5157741"/>
          <a:ext cx="2667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514600" imgH="419100" progId="Equation.3">
                  <p:embed/>
                </p:oleObj>
              </mc:Choice>
              <mc:Fallback>
                <p:oleObj name="公式" r:id="rId19" imgW="25146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856" y="5157741"/>
                        <a:ext cx="2667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6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098353"/>
              </p:ext>
            </p:extLst>
          </p:nvPr>
        </p:nvGraphicFramePr>
        <p:xfrm>
          <a:off x="4907868" y="5083197"/>
          <a:ext cx="5436604" cy="506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298600" imgH="215640" progId="Equation.DSMT4">
                  <p:embed/>
                </p:oleObj>
              </mc:Choice>
              <mc:Fallback>
                <p:oleObj name="Equation" r:id="rId21" imgW="2298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7868" y="5083197"/>
                        <a:ext cx="5436604" cy="5068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4" name="矩形 1"/>
          <p:cNvSpPr>
            <a:spLocks noChangeArrowheads="1"/>
          </p:cNvSpPr>
          <p:nvPr/>
        </p:nvSpPr>
        <p:spPr bwMode="auto">
          <a:xfrm>
            <a:off x="6868649" y="866193"/>
            <a:ext cx="4546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应用拉格朗日定理,得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751122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3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3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3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3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4" name="Text Box 2"/>
          <p:cNvSpPr txBox="1">
            <a:spLocks noChangeArrowheads="1"/>
          </p:cNvSpPr>
          <p:nvPr/>
        </p:nvSpPr>
        <p:spPr bwMode="auto">
          <a:xfrm>
            <a:off x="2625521" y="769545"/>
            <a:ext cx="774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2035" name="Text Box 3"/>
          <p:cNvSpPr txBox="1">
            <a:spLocks noChangeArrowheads="1"/>
          </p:cNvSpPr>
          <p:nvPr/>
        </p:nvSpPr>
        <p:spPr bwMode="auto">
          <a:xfrm>
            <a:off x="2584450" y="1546626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8120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674090"/>
              </p:ext>
            </p:extLst>
          </p:nvPr>
        </p:nvGraphicFramePr>
        <p:xfrm>
          <a:off x="3400221" y="798341"/>
          <a:ext cx="4564036" cy="51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3396" imgH="215806" progId="Equation.3">
                  <p:embed/>
                </p:oleObj>
              </mc:Choice>
              <mc:Fallback>
                <p:oleObj name="Equation" r:id="rId2" imgW="1853396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221" y="798341"/>
                        <a:ext cx="4564036" cy="51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133975"/>
              </p:ext>
            </p:extLst>
          </p:nvPr>
        </p:nvGraphicFramePr>
        <p:xfrm>
          <a:off x="3336925" y="3860800"/>
          <a:ext cx="20891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228600" progId="Equation.DSMT4">
                  <p:embed/>
                </p:oleObj>
              </mc:Choice>
              <mc:Fallback>
                <p:oleObj name="Equation" r:id="rId4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925" y="3860800"/>
                        <a:ext cx="208915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859688"/>
              </p:ext>
            </p:extLst>
          </p:nvPr>
        </p:nvGraphicFramePr>
        <p:xfrm>
          <a:off x="2744190" y="4700588"/>
          <a:ext cx="17399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39900" imgH="431800" progId="Equation.3">
                  <p:embed/>
                </p:oleObj>
              </mc:Choice>
              <mc:Fallback>
                <p:oleObj name="公式" r:id="rId6" imgW="1739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190" y="4700588"/>
                        <a:ext cx="17399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896379"/>
              </p:ext>
            </p:extLst>
          </p:nvPr>
        </p:nvGraphicFramePr>
        <p:xfrm>
          <a:off x="4744276" y="4688682"/>
          <a:ext cx="9652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64781" imgH="406224" progId="Equation.3">
                  <p:embed/>
                </p:oleObj>
              </mc:Choice>
              <mc:Fallback>
                <p:oleObj name="公式" r:id="rId8" imgW="96478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4276" y="4688682"/>
                        <a:ext cx="9652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0" name="Object 8"/>
          <p:cNvGraphicFramePr>
            <a:graphicFrameLocks noChangeAspect="1"/>
          </p:cNvGraphicFramePr>
          <p:nvPr/>
        </p:nvGraphicFramePr>
        <p:xfrm>
          <a:off x="6248401" y="4673601"/>
          <a:ext cx="26320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68600" imgH="457200" progId="Equation.3">
                  <p:embed/>
                </p:oleObj>
              </mc:Choice>
              <mc:Fallback>
                <p:oleObj name="公式" r:id="rId8" imgW="2768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673601"/>
                        <a:ext cx="26320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407310"/>
              </p:ext>
            </p:extLst>
          </p:nvPr>
        </p:nvGraphicFramePr>
        <p:xfrm>
          <a:off x="2744190" y="5454010"/>
          <a:ext cx="17399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739900" imgH="431800" progId="Equation.3">
                  <p:embed/>
                </p:oleObj>
              </mc:Choice>
              <mc:Fallback>
                <p:oleObj name="公式" r:id="rId11" imgW="1739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190" y="5454010"/>
                        <a:ext cx="17399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377285"/>
              </p:ext>
            </p:extLst>
          </p:nvPr>
        </p:nvGraphicFramePr>
        <p:xfrm>
          <a:off x="4744276" y="5446713"/>
          <a:ext cx="9652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64781" imgH="406224" progId="Equation.3">
                  <p:embed/>
                </p:oleObj>
              </mc:Choice>
              <mc:Fallback>
                <p:oleObj name="公式" r:id="rId8" imgW="96478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4276" y="5446713"/>
                        <a:ext cx="9652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148095"/>
              </p:ext>
            </p:extLst>
          </p:nvPr>
        </p:nvGraphicFramePr>
        <p:xfrm>
          <a:off x="6273800" y="5422901"/>
          <a:ext cx="2774528" cy="416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05100" imgH="444500" progId="Equation.3">
                  <p:embed/>
                </p:oleObj>
              </mc:Choice>
              <mc:Fallback>
                <p:oleObj name="公式" r:id="rId8" imgW="27051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3800" y="5422901"/>
                        <a:ext cx="2774528" cy="416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4" name="Object 12"/>
          <p:cNvGraphicFramePr>
            <a:graphicFrameLocks noChangeAspect="1"/>
          </p:cNvGraphicFramePr>
          <p:nvPr/>
        </p:nvGraphicFramePr>
        <p:xfrm>
          <a:off x="5486400" y="3911601"/>
          <a:ext cx="40386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51000" imgH="215900" progId="Equation.3">
                  <p:embed/>
                </p:oleObj>
              </mc:Choice>
              <mc:Fallback>
                <p:oleObj name="Equation" r:id="rId15" imgW="16510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911601"/>
                        <a:ext cx="40386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2045" name="Text Box 13"/>
          <p:cNvSpPr txBox="1">
            <a:spLocks noChangeArrowheads="1"/>
          </p:cNvSpPr>
          <p:nvPr/>
        </p:nvSpPr>
        <p:spPr bwMode="auto">
          <a:xfrm>
            <a:off x="2501900" y="3124201"/>
            <a:ext cx="774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120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122651"/>
              </p:ext>
            </p:extLst>
          </p:nvPr>
        </p:nvGraphicFramePr>
        <p:xfrm>
          <a:off x="3352800" y="3162258"/>
          <a:ext cx="5548312" cy="549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22280" imgH="228600" progId="Equation.DSMT4">
                  <p:embed/>
                </p:oleObj>
              </mc:Choice>
              <mc:Fallback>
                <p:oleObj name="Equation" r:id="rId17" imgW="222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162258"/>
                        <a:ext cx="5548312" cy="5497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698300"/>
              </p:ext>
            </p:extLst>
          </p:nvPr>
        </p:nvGraphicFramePr>
        <p:xfrm>
          <a:off x="3352800" y="1276349"/>
          <a:ext cx="113129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57002" imgH="406224" progId="Equation.3">
                  <p:embed/>
                </p:oleObj>
              </mc:Choice>
              <mc:Fallback>
                <p:oleObj name="Equation" r:id="rId19" imgW="45700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276349"/>
                        <a:ext cx="113129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943749"/>
              </p:ext>
            </p:extLst>
          </p:nvPr>
        </p:nvGraphicFramePr>
        <p:xfrm>
          <a:off x="4561138" y="1600201"/>
          <a:ext cx="783723" cy="498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17225" imgH="203024" progId="Equation.3">
                  <p:embed/>
                </p:oleObj>
              </mc:Choice>
              <mc:Fallback>
                <p:oleObj name="Equation" r:id="rId21" imgW="317225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1138" y="1600201"/>
                        <a:ext cx="783723" cy="4984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373540"/>
              </p:ext>
            </p:extLst>
          </p:nvPr>
        </p:nvGraphicFramePr>
        <p:xfrm>
          <a:off x="2590800" y="2362201"/>
          <a:ext cx="6745560" cy="508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55900" imgH="215900" progId="Equation.3">
                  <p:embed/>
                </p:oleObj>
              </mc:Choice>
              <mc:Fallback>
                <p:oleObj name="Equation" r:id="rId23" imgW="27559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362201"/>
                        <a:ext cx="6745560" cy="508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2050" name="Text Box 18"/>
          <p:cNvSpPr txBox="1">
            <a:spLocks noChangeArrowheads="1"/>
          </p:cNvSpPr>
          <p:nvPr/>
        </p:nvSpPr>
        <p:spPr bwMode="auto">
          <a:xfrm>
            <a:off x="2501900" y="390226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39098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1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1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1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1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1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1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1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1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1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1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1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2034" grpId="0" autoUpdateAnimBg="0"/>
      <p:bldP spid="812035" grpId="0" autoUpdateAnimBg="0"/>
      <p:bldP spid="812045" grpId="0" autoUpdateAnimBg="0"/>
      <p:bldP spid="81205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1026"/>
          <p:cNvSpPr txBox="1">
            <a:spLocks noChangeArrowheads="1"/>
          </p:cNvSpPr>
          <p:nvPr/>
        </p:nvSpPr>
        <p:spPr bwMode="auto">
          <a:xfrm>
            <a:off x="2400300" y="7620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0467" name="Text Box 1027"/>
          <p:cNvSpPr txBox="1">
            <a:spLocks noChangeArrowheads="1"/>
          </p:cNvSpPr>
          <p:nvPr/>
        </p:nvSpPr>
        <p:spPr bwMode="auto">
          <a:xfrm>
            <a:off x="2419350" y="150495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221" name="Object 1028"/>
          <p:cNvGraphicFramePr>
            <a:graphicFrameLocks noChangeAspect="1"/>
          </p:cNvGraphicFramePr>
          <p:nvPr/>
        </p:nvGraphicFramePr>
        <p:xfrm>
          <a:off x="3200400" y="696914"/>
          <a:ext cx="50292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200" imgH="266700" progId="Equation.3">
                  <p:embed/>
                </p:oleObj>
              </mc:Choice>
              <mc:Fallback>
                <p:oleObj name="Equation" r:id="rId2" imgW="2108200" imgH="266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696914"/>
                        <a:ext cx="50292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69" name="Object 1029"/>
          <p:cNvGraphicFramePr>
            <a:graphicFrameLocks noChangeAspect="1"/>
          </p:cNvGraphicFramePr>
          <p:nvPr/>
        </p:nvGraphicFramePr>
        <p:xfrm>
          <a:off x="3200401" y="1627188"/>
          <a:ext cx="1992313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09800" imgH="393700" progId="Equation.3">
                  <p:embed/>
                </p:oleObj>
              </mc:Choice>
              <mc:Fallback>
                <p:oleObj name="公式" r:id="rId4" imgW="2209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1627188"/>
                        <a:ext cx="1992313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0" name="Object 1030"/>
          <p:cNvGraphicFramePr>
            <a:graphicFrameLocks noChangeAspect="1"/>
          </p:cNvGraphicFramePr>
          <p:nvPr/>
        </p:nvGraphicFramePr>
        <p:xfrm>
          <a:off x="2590800" y="2057400"/>
          <a:ext cx="35814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300" imgH="431800" progId="Equation.3">
                  <p:embed/>
                </p:oleObj>
              </mc:Choice>
              <mc:Fallback>
                <p:oleObj name="Equation" r:id="rId6" imgW="1511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057400"/>
                        <a:ext cx="358140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1" name="Object 10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277002"/>
              </p:ext>
            </p:extLst>
          </p:nvPr>
        </p:nvGraphicFramePr>
        <p:xfrm>
          <a:off x="2438400" y="3199606"/>
          <a:ext cx="32766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429000" imgH="406400" progId="Equation.3">
                  <p:embed/>
                </p:oleObj>
              </mc:Choice>
              <mc:Fallback>
                <p:oleObj name="公式" r:id="rId8" imgW="34290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199606"/>
                        <a:ext cx="32766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2" name="Object 10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644183"/>
              </p:ext>
            </p:extLst>
          </p:nvPr>
        </p:nvGraphicFramePr>
        <p:xfrm>
          <a:off x="2425117" y="4106862"/>
          <a:ext cx="2366962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40000" imgH="381000" progId="Equation.3">
                  <p:embed/>
                </p:oleObj>
              </mc:Choice>
              <mc:Fallback>
                <p:oleObj name="公式" r:id="rId4" imgW="25400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117" y="4106862"/>
                        <a:ext cx="2366962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3" name="Object 1033"/>
          <p:cNvGraphicFramePr>
            <a:graphicFrameLocks noChangeAspect="1"/>
          </p:cNvGraphicFramePr>
          <p:nvPr/>
        </p:nvGraphicFramePr>
        <p:xfrm>
          <a:off x="4902200" y="4781551"/>
          <a:ext cx="13716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497950" imgH="406224" progId="Equation.3">
                  <p:embed/>
                </p:oleObj>
              </mc:Choice>
              <mc:Fallback>
                <p:oleObj name="公式" r:id="rId11" imgW="149795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4781551"/>
                        <a:ext cx="13716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4" name="Object 1034"/>
          <p:cNvGraphicFramePr>
            <a:graphicFrameLocks noChangeAspect="1"/>
          </p:cNvGraphicFramePr>
          <p:nvPr/>
        </p:nvGraphicFramePr>
        <p:xfrm>
          <a:off x="6461126" y="4781550"/>
          <a:ext cx="35972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68700" imgH="431800" progId="Equation.3">
                  <p:embed/>
                </p:oleObj>
              </mc:Choice>
              <mc:Fallback>
                <p:oleObj name="公式" r:id="rId4" imgW="3568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6" y="4781550"/>
                        <a:ext cx="35972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5" name="Object 10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163824"/>
              </p:ext>
            </p:extLst>
          </p:nvPr>
        </p:nvGraphicFramePr>
        <p:xfrm>
          <a:off x="2446337" y="4814094"/>
          <a:ext cx="2362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438400" imgH="381000" progId="Equation.3">
                  <p:embed/>
                </p:oleObj>
              </mc:Choice>
              <mc:Fallback>
                <p:oleObj name="公式" r:id="rId14" imgW="24384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7" y="4814094"/>
                        <a:ext cx="2362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6" name="Object 1036"/>
          <p:cNvGraphicFramePr>
            <a:graphicFrameLocks noChangeAspect="1"/>
          </p:cNvGraphicFramePr>
          <p:nvPr/>
        </p:nvGraphicFramePr>
        <p:xfrm>
          <a:off x="4897438" y="4094163"/>
          <a:ext cx="142716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97950" imgH="406224" progId="Equation.3">
                  <p:embed/>
                </p:oleObj>
              </mc:Choice>
              <mc:Fallback>
                <p:oleObj name="公式" r:id="rId4" imgW="149795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438" y="4094163"/>
                        <a:ext cx="1427162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7" name="Object 1037"/>
          <p:cNvGraphicFramePr>
            <a:graphicFrameLocks noChangeAspect="1"/>
          </p:cNvGraphicFramePr>
          <p:nvPr/>
        </p:nvGraphicFramePr>
        <p:xfrm>
          <a:off x="6461126" y="4071938"/>
          <a:ext cx="352107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3568700" imgH="431800" progId="Equation.3">
                  <p:embed/>
                </p:oleObj>
              </mc:Choice>
              <mc:Fallback>
                <p:oleObj name="公式" r:id="rId17" imgW="3568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6" y="4071938"/>
                        <a:ext cx="352107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30478" name="Picture 1038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295401"/>
            <a:ext cx="3962400" cy="24479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30479" name="Object 10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599985"/>
              </p:ext>
            </p:extLst>
          </p:nvPr>
        </p:nvGraphicFramePr>
        <p:xfrm>
          <a:off x="9108528" y="2348880"/>
          <a:ext cx="1019919" cy="50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09480" imgH="266400" progId="Equation.DSMT4">
                  <p:embed/>
                </p:oleObj>
              </mc:Choice>
              <mc:Fallback>
                <p:oleObj name="Equation" r:id="rId20" imgW="6094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8528" y="2348880"/>
                        <a:ext cx="1019919" cy="50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71721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3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3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3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3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3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30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3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3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3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046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160" y="558800"/>
            <a:ext cx="3076575" cy="1905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4" name="Text Box 3"/>
          <p:cNvSpPr txBox="1">
            <a:spLocks noChangeArrowheads="1"/>
          </p:cNvSpPr>
          <p:nvPr/>
        </p:nvSpPr>
        <p:spPr bwMode="auto">
          <a:xfrm>
            <a:off x="2164899" y="875048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7220" name="Text Box 4"/>
          <p:cNvSpPr txBox="1">
            <a:spLocks noChangeArrowheads="1"/>
          </p:cNvSpPr>
          <p:nvPr/>
        </p:nvSpPr>
        <p:spPr bwMode="auto">
          <a:xfrm>
            <a:off x="2164128" y="1986002"/>
            <a:ext cx="61873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02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526361"/>
              </p:ext>
            </p:extLst>
          </p:nvPr>
        </p:nvGraphicFramePr>
        <p:xfrm>
          <a:off x="3042113" y="879709"/>
          <a:ext cx="41910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530600" imgH="876300" progId="Equation.3">
                  <p:embed/>
                </p:oleObj>
              </mc:Choice>
              <mc:Fallback>
                <p:oleObj name="公式" r:id="rId3" imgW="35306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2113" y="879709"/>
                        <a:ext cx="419100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04232"/>
              </p:ext>
            </p:extLst>
          </p:nvPr>
        </p:nvGraphicFramePr>
        <p:xfrm>
          <a:off x="2869330" y="2087111"/>
          <a:ext cx="2362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09800" imgH="393700" progId="Equation.3">
                  <p:embed/>
                </p:oleObj>
              </mc:Choice>
              <mc:Fallback>
                <p:oleObj name="公式" r:id="rId5" imgW="2209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9330" y="2087111"/>
                        <a:ext cx="2362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554597"/>
              </p:ext>
            </p:extLst>
          </p:nvPr>
        </p:nvGraphicFramePr>
        <p:xfrm>
          <a:off x="2727325" y="2616541"/>
          <a:ext cx="33528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365500" imgH="469900" progId="Equation.3">
                  <p:embed/>
                </p:oleObj>
              </mc:Choice>
              <mc:Fallback>
                <p:oleObj name="公式" r:id="rId7" imgW="3365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25" y="2616541"/>
                        <a:ext cx="33528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477262"/>
              </p:ext>
            </p:extLst>
          </p:nvPr>
        </p:nvGraphicFramePr>
        <p:xfrm>
          <a:off x="6103929" y="2646275"/>
          <a:ext cx="27384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3000" imgH="203200" progId="Equation.3">
                  <p:embed/>
                </p:oleObj>
              </mc:Choice>
              <mc:Fallback>
                <p:oleObj name="Equation" r:id="rId9" imgW="11430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3929" y="2646275"/>
                        <a:ext cx="273843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792324"/>
              </p:ext>
            </p:extLst>
          </p:nvPr>
        </p:nvGraphicFramePr>
        <p:xfrm>
          <a:off x="2279576" y="3219158"/>
          <a:ext cx="32004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984500" imgH="431800" progId="Equation.3">
                  <p:embed/>
                </p:oleObj>
              </mc:Choice>
              <mc:Fallback>
                <p:oleObj name="公式" r:id="rId5" imgW="2984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3219158"/>
                        <a:ext cx="32004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203178"/>
              </p:ext>
            </p:extLst>
          </p:nvPr>
        </p:nvGraphicFramePr>
        <p:xfrm>
          <a:off x="5744085" y="3206460"/>
          <a:ext cx="2016224" cy="421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006600" imgH="419100" progId="Equation.3">
                  <p:embed/>
                </p:oleObj>
              </mc:Choice>
              <mc:Fallback>
                <p:oleObj name="公式" r:id="rId5" imgW="20066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4085" y="3206460"/>
                        <a:ext cx="2016224" cy="421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359870"/>
              </p:ext>
            </p:extLst>
          </p:nvPr>
        </p:nvGraphicFramePr>
        <p:xfrm>
          <a:off x="2279576" y="3908619"/>
          <a:ext cx="234315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514600" imgH="381000" progId="Equation.3">
                  <p:embed/>
                </p:oleObj>
              </mc:Choice>
              <mc:Fallback>
                <p:oleObj name="公式" r:id="rId5" imgW="2514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3908619"/>
                        <a:ext cx="234315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849866"/>
              </p:ext>
            </p:extLst>
          </p:nvPr>
        </p:nvGraphicFramePr>
        <p:xfrm>
          <a:off x="4890840" y="3896817"/>
          <a:ext cx="14478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497950" imgH="406224" progId="Equation.3">
                  <p:embed/>
                </p:oleObj>
              </mc:Choice>
              <mc:Fallback>
                <p:oleObj name="公式" r:id="rId14" imgW="149795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0840" y="3896817"/>
                        <a:ext cx="14478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948886"/>
              </p:ext>
            </p:extLst>
          </p:nvPr>
        </p:nvGraphicFramePr>
        <p:xfrm>
          <a:off x="6535326" y="3840974"/>
          <a:ext cx="33528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530600" imgH="431800" progId="Equation.3">
                  <p:embed/>
                </p:oleObj>
              </mc:Choice>
              <mc:Fallback>
                <p:oleObj name="公式" r:id="rId16" imgW="3530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326" y="3840974"/>
                        <a:ext cx="33528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395561"/>
              </p:ext>
            </p:extLst>
          </p:nvPr>
        </p:nvGraphicFramePr>
        <p:xfrm>
          <a:off x="2279576" y="4490244"/>
          <a:ext cx="196532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095500" imgH="381000" progId="Equation.3">
                  <p:embed/>
                </p:oleObj>
              </mc:Choice>
              <mc:Fallback>
                <p:oleObj name="公式" r:id="rId5" imgW="20955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4490244"/>
                        <a:ext cx="1965325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368314"/>
              </p:ext>
            </p:extLst>
          </p:nvPr>
        </p:nvGraphicFramePr>
        <p:xfrm>
          <a:off x="4690820" y="4495800"/>
          <a:ext cx="14462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97950" imgH="406224" progId="Equation.3">
                  <p:embed/>
                </p:oleObj>
              </mc:Choice>
              <mc:Fallback>
                <p:oleObj name="公式" r:id="rId5" imgW="149795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0820" y="4495800"/>
                        <a:ext cx="144621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190259"/>
              </p:ext>
            </p:extLst>
          </p:nvPr>
        </p:nvGraphicFramePr>
        <p:xfrm>
          <a:off x="6582951" y="4490244"/>
          <a:ext cx="30099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225800" imgH="431800" progId="Equation.3">
                  <p:embed/>
                </p:oleObj>
              </mc:Choice>
              <mc:Fallback>
                <p:oleObj name="公式" r:id="rId20" imgW="3225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2951" y="4490244"/>
                        <a:ext cx="300990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216523"/>
              </p:ext>
            </p:extLst>
          </p:nvPr>
        </p:nvGraphicFramePr>
        <p:xfrm>
          <a:off x="2275607" y="5130798"/>
          <a:ext cx="235108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438400" imgH="381000" progId="Equation.3">
                  <p:embed/>
                </p:oleObj>
              </mc:Choice>
              <mc:Fallback>
                <p:oleObj name="公式" r:id="rId5" imgW="24384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5607" y="5130798"/>
                        <a:ext cx="235108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325915"/>
              </p:ext>
            </p:extLst>
          </p:nvPr>
        </p:nvGraphicFramePr>
        <p:xfrm>
          <a:off x="4947619" y="5106986"/>
          <a:ext cx="14478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497950" imgH="406224" progId="Equation.3">
                  <p:embed/>
                </p:oleObj>
              </mc:Choice>
              <mc:Fallback>
                <p:oleObj name="公式" r:id="rId23" imgW="149795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7619" y="5106986"/>
                        <a:ext cx="14478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3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309510"/>
              </p:ext>
            </p:extLst>
          </p:nvPr>
        </p:nvGraphicFramePr>
        <p:xfrm>
          <a:off x="6620167" y="5130798"/>
          <a:ext cx="325755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568700" imgH="431800" progId="Equation.3">
                  <p:embed/>
                </p:oleObj>
              </mc:Choice>
              <mc:Fallback>
                <p:oleObj name="公式" r:id="rId5" imgW="3568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0167" y="5130798"/>
                        <a:ext cx="325755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135492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7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7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7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7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7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7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77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77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77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77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722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1" y="381000"/>
            <a:ext cx="3076575" cy="1905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2202091" y="735040"/>
            <a:ext cx="76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2294379" y="1828007"/>
            <a:ext cx="57742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127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259804"/>
              </p:ext>
            </p:extLst>
          </p:nvPr>
        </p:nvGraphicFramePr>
        <p:xfrm>
          <a:off x="2939623" y="735040"/>
          <a:ext cx="41910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530600" imgH="876300" progId="Equation.3">
                  <p:embed/>
                </p:oleObj>
              </mc:Choice>
              <mc:Fallback>
                <p:oleObj name="公式" r:id="rId3" imgW="35306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9623" y="735040"/>
                        <a:ext cx="419100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105212"/>
              </p:ext>
            </p:extLst>
          </p:nvPr>
        </p:nvGraphicFramePr>
        <p:xfrm>
          <a:off x="3124200" y="1894945"/>
          <a:ext cx="2362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09800" imgH="393700" progId="Equation.3">
                  <p:embed/>
                </p:oleObj>
              </mc:Choice>
              <mc:Fallback>
                <p:oleObj name="公式" r:id="rId5" imgW="2209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894945"/>
                        <a:ext cx="2362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7"/>
          <p:cNvGraphicFramePr>
            <a:graphicFrameLocks noChangeAspect="1"/>
          </p:cNvGraphicFramePr>
          <p:nvPr/>
        </p:nvGraphicFramePr>
        <p:xfrm>
          <a:off x="2667000" y="2438401"/>
          <a:ext cx="33528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365500" imgH="469900" progId="Equation.3">
                  <p:embed/>
                </p:oleObj>
              </mc:Choice>
              <mc:Fallback>
                <p:oleObj name="公式" r:id="rId7" imgW="3365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438401"/>
                        <a:ext cx="33528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8"/>
          <p:cNvGraphicFramePr>
            <a:graphicFrameLocks noChangeAspect="1"/>
          </p:cNvGraphicFramePr>
          <p:nvPr/>
        </p:nvGraphicFramePr>
        <p:xfrm>
          <a:off x="6096000" y="2438401"/>
          <a:ext cx="29718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3000" imgH="203200" progId="Equation.3">
                  <p:embed/>
                </p:oleObj>
              </mc:Choice>
              <mc:Fallback>
                <p:oleObj name="Equation" r:id="rId9" imgW="11430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438401"/>
                        <a:ext cx="29718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9804602"/>
              </p:ext>
            </p:extLst>
          </p:nvPr>
        </p:nvGraphicFramePr>
        <p:xfrm>
          <a:off x="2370579" y="3081122"/>
          <a:ext cx="32004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984500" imgH="431800" progId="Equation.3">
                  <p:embed/>
                </p:oleObj>
              </mc:Choice>
              <mc:Fallback>
                <p:oleObj name="公式" r:id="rId5" imgW="2984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579" y="3081122"/>
                        <a:ext cx="32004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0"/>
          <p:cNvGraphicFramePr>
            <a:graphicFrameLocks noChangeAspect="1"/>
          </p:cNvGraphicFramePr>
          <p:nvPr/>
        </p:nvGraphicFramePr>
        <p:xfrm>
          <a:off x="5791200" y="3048001"/>
          <a:ext cx="20574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006600" imgH="419100" progId="Equation.3">
                  <p:embed/>
                </p:oleObj>
              </mc:Choice>
              <mc:Fallback>
                <p:oleObj name="公式" r:id="rId5" imgW="20066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048001"/>
                        <a:ext cx="20574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995" name="Text Box 11"/>
          <p:cNvSpPr txBox="1">
            <a:spLocks noChangeArrowheads="1"/>
          </p:cNvSpPr>
          <p:nvPr/>
        </p:nvSpPr>
        <p:spPr bwMode="auto">
          <a:xfrm>
            <a:off x="2273001" y="3589588"/>
            <a:ext cx="32766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也可用列表的方式，</a:t>
            </a:r>
          </a:p>
        </p:txBody>
      </p:sp>
      <p:grpSp>
        <p:nvGrpSpPr>
          <p:cNvPr id="809996" name="Group 12"/>
          <p:cNvGrpSpPr>
            <a:grpSpLocks/>
          </p:cNvGrpSpPr>
          <p:nvPr/>
        </p:nvGrpSpPr>
        <p:grpSpPr bwMode="auto">
          <a:xfrm>
            <a:off x="3359696" y="4333877"/>
            <a:ext cx="6482680" cy="1981200"/>
            <a:chOff x="384" y="2688"/>
            <a:chExt cx="4272" cy="1392"/>
          </a:xfrm>
        </p:grpSpPr>
        <p:sp>
          <p:nvSpPr>
            <p:cNvPr id="11290" name="Line 13"/>
            <p:cNvSpPr>
              <a:spLocks noChangeShapeType="1"/>
            </p:cNvSpPr>
            <p:nvPr/>
          </p:nvSpPr>
          <p:spPr bwMode="auto">
            <a:xfrm>
              <a:off x="384" y="3072"/>
              <a:ext cx="427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1291" name="Line 14"/>
            <p:cNvSpPr>
              <a:spLocks noChangeShapeType="1"/>
            </p:cNvSpPr>
            <p:nvPr/>
          </p:nvSpPr>
          <p:spPr bwMode="auto">
            <a:xfrm>
              <a:off x="1056" y="2688"/>
              <a:ext cx="0" cy="139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graphicFrame>
          <p:nvGraphicFramePr>
            <p:cNvPr id="11292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8839272"/>
                </p:ext>
              </p:extLst>
            </p:nvPr>
          </p:nvGraphicFramePr>
          <p:xfrm>
            <a:off x="624" y="2757"/>
            <a:ext cx="247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9700" imgH="139700" progId="Equation.3">
                    <p:embed/>
                  </p:oleObj>
                </mc:Choice>
                <mc:Fallback>
                  <p:oleObj name="Equation" r:id="rId13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757"/>
                          <a:ext cx="247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00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479748"/>
              </p:ext>
            </p:extLst>
          </p:nvPr>
        </p:nvGraphicFramePr>
        <p:xfrm>
          <a:off x="4662338" y="4324671"/>
          <a:ext cx="1142256" cy="49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69696" imgH="203112" progId="Equation.3">
                  <p:embed/>
                </p:oleObj>
              </mc:Choice>
              <mc:Fallback>
                <p:oleObj name="Equation" r:id="rId15" imgW="469696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338" y="4324671"/>
                        <a:ext cx="1142256" cy="4918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00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094788"/>
              </p:ext>
            </p:extLst>
          </p:nvPr>
        </p:nvGraphicFramePr>
        <p:xfrm>
          <a:off x="6636943" y="4262403"/>
          <a:ext cx="86944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42751" imgH="203112" progId="Equation.3">
                  <p:embed/>
                </p:oleObj>
              </mc:Choice>
              <mc:Fallback>
                <p:oleObj name="Equation" r:id="rId17" imgW="34275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6943" y="4262403"/>
                        <a:ext cx="86944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000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410200"/>
              </p:ext>
            </p:extLst>
          </p:nvPr>
        </p:nvGraphicFramePr>
        <p:xfrm>
          <a:off x="8256240" y="4274223"/>
          <a:ext cx="1245840" cy="484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20474" imgH="203112" progId="Equation.3">
                  <p:embed/>
                </p:oleObj>
              </mc:Choice>
              <mc:Fallback>
                <p:oleObj name="Equation" r:id="rId19" imgW="520474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240" y="4274223"/>
                        <a:ext cx="1245840" cy="484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000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482583"/>
              </p:ext>
            </p:extLst>
          </p:nvPr>
        </p:nvGraphicFramePr>
        <p:xfrm>
          <a:off x="3722732" y="5054543"/>
          <a:ext cx="414748" cy="47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7569" imgH="202936" progId="Equation.3">
                  <p:embed/>
                </p:oleObj>
              </mc:Choice>
              <mc:Fallback>
                <p:oleObj name="Equation" r:id="rId21" imgW="177569" imgH="2029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732" y="5054543"/>
                        <a:ext cx="414748" cy="47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000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442625"/>
              </p:ext>
            </p:extLst>
          </p:nvPr>
        </p:nvGraphicFramePr>
        <p:xfrm>
          <a:off x="5118144" y="5100256"/>
          <a:ext cx="368256" cy="368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9700" imgH="139700" progId="Equation.3">
                  <p:embed/>
                </p:oleObj>
              </mc:Choice>
              <mc:Fallback>
                <p:oleObj name="Equation" r:id="rId23" imgW="139700" imgH="13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8144" y="5100256"/>
                        <a:ext cx="368256" cy="368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000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14461"/>
              </p:ext>
            </p:extLst>
          </p:nvPr>
        </p:nvGraphicFramePr>
        <p:xfrm>
          <a:off x="8727955" y="5100256"/>
          <a:ext cx="364361" cy="364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9700" imgH="139700" progId="Equation.3">
                  <p:embed/>
                </p:oleObj>
              </mc:Choice>
              <mc:Fallback>
                <p:oleObj name="Equation" r:id="rId25" imgW="139700" imgH="13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7955" y="5100256"/>
                        <a:ext cx="364361" cy="3643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000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348653"/>
              </p:ext>
            </p:extLst>
          </p:nvPr>
        </p:nvGraphicFramePr>
        <p:xfrm>
          <a:off x="6922592" y="5207003"/>
          <a:ext cx="403478" cy="219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39518" imgH="76101" progId="Equation.3">
                  <p:embed/>
                </p:oleObj>
              </mc:Choice>
              <mc:Fallback>
                <p:oleObj name="Equation" r:id="rId27" imgW="139518" imgH="761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2592" y="5207003"/>
                        <a:ext cx="403478" cy="2199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0007" name="Line 23"/>
          <p:cNvSpPr>
            <a:spLocks noChangeShapeType="1"/>
          </p:cNvSpPr>
          <p:nvPr/>
        </p:nvSpPr>
        <p:spPr bwMode="auto">
          <a:xfrm flipV="1">
            <a:off x="3359696" y="5664143"/>
            <a:ext cx="6509522" cy="26986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81000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580198"/>
              </p:ext>
            </p:extLst>
          </p:nvPr>
        </p:nvGraphicFramePr>
        <p:xfrm>
          <a:off x="3722732" y="5859960"/>
          <a:ext cx="331946" cy="390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39579" imgH="164957" progId="Equation.3">
                  <p:embed/>
                </p:oleObj>
              </mc:Choice>
              <mc:Fallback>
                <p:oleObj name="Equation" r:id="rId29" imgW="13957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732" y="5859960"/>
                        <a:ext cx="331946" cy="390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0009" name="Line 25"/>
          <p:cNvSpPr>
            <a:spLocks noChangeShapeType="1"/>
          </p:cNvSpPr>
          <p:nvPr/>
        </p:nvSpPr>
        <p:spPr bwMode="auto">
          <a:xfrm flipV="1">
            <a:off x="5244872" y="5911108"/>
            <a:ext cx="276753" cy="30776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810010" name="Line 26"/>
          <p:cNvSpPr>
            <a:spLocks noChangeShapeType="1"/>
          </p:cNvSpPr>
          <p:nvPr/>
        </p:nvSpPr>
        <p:spPr bwMode="auto">
          <a:xfrm flipV="1">
            <a:off x="8777288" y="5896470"/>
            <a:ext cx="316632" cy="24491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810011" name="Line 27"/>
          <p:cNvSpPr>
            <a:spLocks noChangeShapeType="1"/>
          </p:cNvSpPr>
          <p:nvPr/>
        </p:nvSpPr>
        <p:spPr bwMode="auto">
          <a:xfrm>
            <a:off x="7098287" y="5928317"/>
            <a:ext cx="323560" cy="253811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913683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0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1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1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1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1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1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1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1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995" grpId="0" autoUpdateAnimBg="0"/>
      <p:bldP spid="810007" grpId="0" animBg="1"/>
      <p:bldP spid="810009" grpId="0" animBg="1"/>
      <p:bldP spid="810010" grpId="0" animBg="1"/>
      <p:bldP spid="8100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2"/>
          <p:cNvSpPr>
            <a:spLocks noChangeArrowheads="1"/>
          </p:cNvSpPr>
          <p:nvPr/>
        </p:nvSpPr>
        <p:spPr bwMode="auto">
          <a:xfrm>
            <a:off x="1343473" y="4704112"/>
            <a:ext cx="9145015" cy="1461191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41378" name="Text Box 2"/>
          <p:cNvSpPr txBox="1">
            <a:spLocks noChangeArrowheads="1"/>
          </p:cNvSpPr>
          <p:nvPr/>
        </p:nvSpPr>
        <p:spPr bwMode="auto">
          <a:xfrm>
            <a:off x="1632546" y="1067779"/>
            <a:ext cx="86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1379" name="Text Box 3"/>
          <p:cNvSpPr txBox="1">
            <a:spLocks noChangeArrowheads="1"/>
          </p:cNvSpPr>
          <p:nvPr/>
        </p:nvSpPr>
        <p:spPr bwMode="auto">
          <a:xfrm>
            <a:off x="1632546" y="1736744"/>
            <a:ext cx="60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7413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68959"/>
              </p:ext>
            </p:extLst>
          </p:nvPr>
        </p:nvGraphicFramePr>
        <p:xfrm>
          <a:off x="2502496" y="1139972"/>
          <a:ext cx="53594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902200" imgH="431800" progId="Equation.3">
                  <p:embed/>
                </p:oleObj>
              </mc:Choice>
              <mc:Fallback>
                <p:oleObj name="公式" r:id="rId3" imgW="4902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2496" y="1139972"/>
                        <a:ext cx="53594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969824"/>
              </p:ext>
            </p:extLst>
          </p:nvPr>
        </p:nvGraphicFramePr>
        <p:xfrm>
          <a:off x="2362200" y="1777006"/>
          <a:ext cx="3657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340100" imgH="431800" progId="Equation.3">
                  <p:embed/>
                </p:oleObj>
              </mc:Choice>
              <mc:Fallback>
                <p:oleObj name="公式" r:id="rId5" imgW="3340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777006"/>
                        <a:ext cx="3657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280802"/>
              </p:ext>
            </p:extLst>
          </p:nvPr>
        </p:nvGraphicFramePr>
        <p:xfrm>
          <a:off x="2502496" y="2094744"/>
          <a:ext cx="250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501900" imgH="838200" progId="Equation.3">
                  <p:embed/>
                </p:oleObj>
              </mc:Choice>
              <mc:Fallback>
                <p:oleObj name="公式" r:id="rId5" imgW="2501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2496" y="2094744"/>
                        <a:ext cx="2501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4268376"/>
              </p:ext>
            </p:extLst>
          </p:nvPr>
        </p:nvGraphicFramePr>
        <p:xfrm>
          <a:off x="1646468" y="2898939"/>
          <a:ext cx="80772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05200" imgH="215900" progId="Equation.3">
                  <p:embed/>
                </p:oleObj>
              </mc:Choice>
              <mc:Fallback>
                <p:oleObj name="Equation" r:id="rId8" imgW="35052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468" y="2898939"/>
                        <a:ext cx="80772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155261"/>
              </p:ext>
            </p:extLst>
          </p:nvPr>
        </p:nvGraphicFramePr>
        <p:xfrm>
          <a:off x="1632546" y="3579401"/>
          <a:ext cx="367506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62100" imgH="215900" progId="Equation.3">
                  <p:embed/>
                </p:oleObj>
              </mc:Choice>
              <mc:Fallback>
                <p:oleObj name="Equation" r:id="rId10" imgW="15621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2546" y="3579401"/>
                        <a:ext cx="367506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346671"/>
              </p:ext>
            </p:extLst>
          </p:nvPr>
        </p:nvGraphicFramePr>
        <p:xfrm>
          <a:off x="1760920" y="4130229"/>
          <a:ext cx="1912640" cy="492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7058" imgH="203112" progId="Equation.3">
                  <p:embed/>
                </p:oleObj>
              </mc:Choice>
              <mc:Fallback>
                <p:oleObj name="Equation" r:id="rId12" imgW="787058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920" y="4130229"/>
                        <a:ext cx="1912640" cy="4929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30230"/>
              </p:ext>
            </p:extLst>
          </p:nvPr>
        </p:nvGraphicFramePr>
        <p:xfrm>
          <a:off x="5594125" y="3597175"/>
          <a:ext cx="1866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66900" imgH="431800" progId="Equation.3">
                  <p:embed/>
                </p:oleObj>
              </mc:Choice>
              <mc:Fallback>
                <p:oleObj name="公式" r:id="rId5" imgW="1866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125" y="3597175"/>
                        <a:ext cx="1866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801295"/>
              </p:ext>
            </p:extLst>
          </p:nvPr>
        </p:nvGraphicFramePr>
        <p:xfrm>
          <a:off x="3935760" y="4114264"/>
          <a:ext cx="1981200" cy="466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63225" imgH="203112" progId="Equation.3">
                  <p:embed/>
                </p:oleObj>
              </mc:Choice>
              <mc:Fallback>
                <p:oleObj name="Equation" r:id="rId15" imgW="86322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760" y="4114264"/>
                        <a:ext cx="1981200" cy="466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956517"/>
              </p:ext>
            </p:extLst>
          </p:nvPr>
        </p:nvGraphicFramePr>
        <p:xfrm>
          <a:off x="6071546" y="4111475"/>
          <a:ext cx="2704728" cy="50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16000" imgH="203200" progId="Equation.3">
                  <p:embed/>
                </p:oleObj>
              </mc:Choice>
              <mc:Fallback>
                <p:oleObj name="Equation" r:id="rId17" imgW="10160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1546" y="4111475"/>
                        <a:ext cx="2704728" cy="50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4" name="Text Box 18"/>
          <p:cNvSpPr txBox="1">
            <a:spLocks noChangeArrowheads="1"/>
          </p:cNvSpPr>
          <p:nvPr/>
        </p:nvSpPr>
        <p:spPr bwMode="auto">
          <a:xfrm>
            <a:off x="2490669" y="330552"/>
            <a:ext cx="6194425" cy="587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利用函数的单调性证明不等式</a:t>
            </a:r>
          </a:p>
        </p:txBody>
      </p:sp>
      <p:graphicFrame>
        <p:nvGraphicFramePr>
          <p:cNvPr id="74139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91759"/>
              </p:ext>
            </p:extLst>
          </p:nvPr>
        </p:nvGraphicFramePr>
        <p:xfrm>
          <a:off x="7536160" y="3551197"/>
          <a:ext cx="1938282" cy="440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88614" imgH="203112" progId="Equation.3">
                  <p:embed/>
                </p:oleObj>
              </mc:Choice>
              <mc:Fallback>
                <p:oleObj name="Equation" r:id="rId19" imgW="888614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6160" y="3551197"/>
                        <a:ext cx="1938282" cy="440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7477271"/>
              </p:ext>
            </p:extLst>
          </p:nvPr>
        </p:nvGraphicFramePr>
        <p:xfrm>
          <a:off x="1701800" y="4862513"/>
          <a:ext cx="43434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14320" imgH="228600" progId="Equation.DSMT4">
                  <p:embed/>
                </p:oleObj>
              </mc:Choice>
              <mc:Fallback>
                <p:oleObj name="Equation" r:id="rId21" imgW="1714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4862513"/>
                        <a:ext cx="4343400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461869"/>
              </p:ext>
            </p:extLst>
          </p:nvPr>
        </p:nvGraphicFramePr>
        <p:xfrm>
          <a:off x="6054829" y="4912924"/>
          <a:ext cx="4281488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688760" imgH="203040" progId="Equation.DSMT4">
                  <p:embed/>
                </p:oleObj>
              </mc:Choice>
              <mc:Fallback>
                <p:oleObj name="Equation" r:id="rId23" imgW="1688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4829" y="4912924"/>
                        <a:ext cx="4281488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470123"/>
              </p:ext>
            </p:extLst>
          </p:nvPr>
        </p:nvGraphicFramePr>
        <p:xfrm>
          <a:off x="1697630" y="5432657"/>
          <a:ext cx="5519787" cy="520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260440" imgH="228600" progId="Equation.DSMT4">
                  <p:embed/>
                </p:oleObj>
              </mc:Choice>
              <mc:Fallback>
                <p:oleObj name="Equation" r:id="rId25" imgW="226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630" y="5432657"/>
                        <a:ext cx="5519787" cy="5201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20405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4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4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4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4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4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4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4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4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4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741378" grpId="0" autoUpdateAnimBg="0"/>
      <p:bldP spid="74137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24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782155"/>
              </p:ext>
            </p:extLst>
          </p:nvPr>
        </p:nvGraphicFramePr>
        <p:xfrm>
          <a:off x="3590925" y="357188"/>
          <a:ext cx="58308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65360" imgH="406080" progId="Equation.DSMT4">
                  <p:embed/>
                </p:oleObj>
              </mc:Choice>
              <mc:Fallback>
                <p:oleObj name="Equation" r:id="rId2" imgW="2565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925" y="357188"/>
                        <a:ext cx="5830888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03" name="Object 3"/>
          <p:cNvGraphicFramePr>
            <a:graphicFrameLocks noChangeAspect="1"/>
          </p:cNvGraphicFramePr>
          <p:nvPr/>
        </p:nvGraphicFramePr>
        <p:xfrm>
          <a:off x="3276600" y="1244600"/>
          <a:ext cx="51054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7400" imgH="215900" progId="Equation.3">
                  <p:embed/>
                </p:oleObj>
              </mc:Choice>
              <mc:Fallback>
                <p:oleObj name="Equation" r:id="rId4" imgW="20574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244600"/>
                        <a:ext cx="51054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212719"/>
              </p:ext>
            </p:extLst>
          </p:nvPr>
        </p:nvGraphicFramePr>
        <p:xfrm>
          <a:off x="2624138" y="2439988"/>
          <a:ext cx="45561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79560" imgH="228600" progId="Equation.DSMT4">
                  <p:embed/>
                </p:oleObj>
              </mc:Choice>
              <mc:Fallback>
                <p:oleObj name="Equation" r:id="rId6" imgW="1879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2439988"/>
                        <a:ext cx="455612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809208"/>
              </p:ext>
            </p:extLst>
          </p:nvPr>
        </p:nvGraphicFramePr>
        <p:xfrm>
          <a:off x="2989263" y="3094038"/>
          <a:ext cx="3862387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73120" imgH="228600" progId="Equation.DSMT4">
                  <p:embed/>
                </p:oleObj>
              </mc:Choice>
              <mc:Fallback>
                <p:oleObj name="Equation" r:id="rId8" imgW="1473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263" y="3094038"/>
                        <a:ext cx="3862387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410550"/>
              </p:ext>
            </p:extLst>
          </p:nvPr>
        </p:nvGraphicFramePr>
        <p:xfrm>
          <a:off x="5783124" y="3767166"/>
          <a:ext cx="45577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174" imgH="215806" progId="Equation.3">
                  <p:embed/>
                </p:oleObj>
              </mc:Choice>
              <mc:Fallback>
                <p:oleObj name="Equation" r:id="rId10" imgW="1904174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3124" y="3767166"/>
                        <a:ext cx="455771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031688"/>
              </p:ext>
            </p:extLst>
          </p:nvPr>
        </p:nvGraphicFramePr>
        <p:xfrm>
          <a:off x="2592214" y="4409459"/>
          <a:ext cx="445611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81300" imgH="279400" progId="Equation.3">
                  <p:embed/>
                </p:oleObj>
              </mc:Choice>
              <mc:Fallback>
                <p:oleObj name="Equation" r:id="rId12" imgW="27813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214" y="4409459"/>
                        <a:ext cx="4456113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905078"/>
              </p:ext>
            </p:extLst>
          </p:nvPr>
        </p:nvGraphicFramePr>
        <p:xfrm>
          <a:off x="2667000" y="4976675"/>
          <a:ext cx="530383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45369" imgH="215806" progId="Equation.3">
                  <p:embed/>
                </p:oleObj>
              </mc:Choice>
              <mc:Fallback>
                <p:oleObj name="Equation" r:id="rId14" imgW="214536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976675"/>
                        <a:ext cx="530383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824269"/>
              </p:ext>
            </p:extLst>
          </p:nvPr>
        </p:nvGraphicFramePr>
        <p:xfrm>
          <a:off x="2971800" y="5614194"/>
          <a:ext cx="524668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09800" imgH="215900" progId="Equation.3">
                  <p:embed/>
                </p:oleObj>
              </mc:Choice>
              <mc:Fallback>
                <p:oleObj name="Equation" r:id="rId16" imgW="22098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614194"/>
                        <a:ext cx="5246688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2410" name="Text Box 10"/>
          <p:cNvSpPr txBox="1">
            <a:spLocks noChangeArrowheads="1"/>
          </p:cNvSpPr>
          <p:nvPr/>
        </p:nvSpPr>
        <p:spPr bwMode="auto">
          <a:xfrm>
            <a:off x="8231873" y="5605150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即原式成立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aphicFrame>
        <p:nvGraphicFramePr>
          <p:cNvPr id="7424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279645"/>
              </p:ext>
            </p:extLst>
          </p:nvPr>
        </p:nvGraphicFramePr>
        <p:xfrm>
          <a:off x="2432050" y="3766347"/>
          <a:ext cx="33972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58900" imgH="228600" progId="Equation.3">
                  <p:embed/>
                </p:oleObj>
              </mc:Choice>
              <mc:Fallback>
                <p:oleObj name="Equation" r:id="rId18" imgW="1358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3766347"/>
                        <a:ext cx="33972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2413" name="Text Box 13"/>
          <p:cNvSpPr txBox="1">
            <a:spLocks noChangeArrowheads="1"/>
          </p:cNvSpPr>
          <p:nvPr/>
        </p:nvSpPr>
        <p:spPr bwMode="auto">
          <a:xfrm>
            <a:off x="2592214" y="568582"/>
            <a:ext cx="86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2414" name="Text Box 14"/>
          <p:cNvSpPr txBox="1">
            <a:spLocks noChangeArrowheads="1"/>
          </p:cNvSpPr>
          <p:nvPr/>
        </p:nvSpPr>
        <p:spPr bwMode="auto">
          <a:xfrm>
            <a:off x="2667000" y="1268670"/>
            <a:ext cx="60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证</a:t>
            </a:r>
          </a:p>
        </p:txBody>
      </p:sp>
      <p:graphicFrame>
        <p:nvGraphicFramePr>
          <p:cNvPr id="7424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819624"/>
              </p:ext>
            </p:extLst>
          </p:nvPr>
        </p:nvGraphicFramePr>
        <p:xfrm>
          <a:off x="3260725" y="1854200"/>
          <a:ext cx="36893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73120" imgH="228600" progId="Equation.DSMT4">
                  <p:embed/>
                </p:oleObj>
              </mc:Choice>
              <mc:Fallback>
                <p:oleObj name="Equation" r:id="rId20" imgW="1473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1854200"/>
                        <a:ext cx="36893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157243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4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4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4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4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4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10" grpId="0" autoUpdateAnimBg="0"/>
      <p:bldP spid="742413" grpId="0" autoUpdateAnimBg="0"/>
      <p:bldP spid="74241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71464" y="692696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395211"/>
              </p:ext>
            </p:extLst>
          </p:nvPr>
        </p:nvGraphicFramePr>
        <p:xfrm>
          <a:off x="2041948" y="717744"/>
          <a:ext cx="2624377" cy="490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215640" progId="Equation.DSMT4">
                  <p:embed/>
                </p:oleObj>
              </mc:Choice>
              <mc:Fallback>
                <p:oleObj name="Equation" r:id="rId2" imgW="1155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41948" y="717744"/>
                        <a:ext cx="2624377" cy="490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100203"/>
              </p:ext>
            </p:extLst>
          </p:nvPr>
        </p:nvGraphicFramePr>
        <p:xfrm>
          <a:off x="4704055" y="755262"/>
          <a:ext cx="1842616" cy="460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203040" progId="Equation.DSMT4">
                  <p:embed/>
                </p:oleObj>
              </mc:Choice>
              <mc:Fallback>
                <p:oleObj name="Equation" r:id="rId4" imgW="812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04055" y="755262"/>
                        <a:ext cx="1842616" cy="4606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603619"/>
              </p:ext>
            </p:extLst>
          </p:nvPr>
        </p:nvGraphicFramePr>
        <p:xfrm>
          <a:off x="6456040" y="467365"/>
          <a:ext cx="3784247" cy="9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419040" progId="Equation.DSMT4">
                  <p:embed/>
                </p:oleObj>
              </mc:Choice>
              <mc:Fallback>
                <p:oleObj name="Equation" r:id="rId6" imgW="16761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56040" y="467365"/>
                        <a:ext cx="3784247" cy="946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892830" y="1306307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(2012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年考研题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7262" y="127553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10743" y="126701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构造辅助函数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962528"/>
              </p:ext>
            </p:extLst>
          </p:nvPr>
        </p:nvGraphicFramePr>
        <p:xfrm>
          <a:off x="1934983" y="1636019"/>
          <a:ext cx="6848955" cy="905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73320" imgH="406080" progId="Equation.DSMT4">
                  <p:embed/>
                </p:oleObj>
              </mc:Choice>
              <mc:Fallback>
                <p:oleObj name="Equation" r:id="rId8" imgW="3073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34983" y="1636019"/>
                        <a:ext cx="6848955" cy="9056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277262" y="228005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426708"/>
              </p:ext>
            </p:extLst>
          </p:nvPr>
        </p:nvGraphicFramePr>
        <p:xfrm>
          <a:off x="2190759" y="2520830"/>
          <a:ext cx="5051690" cy="908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60440" imgH="406080" progId="Equation.DSMT4">
                  <p:embed/>
                </p:oleObj>
              </mc:Choice>
              <mc:Fallback>
                <p:oleObj name="Equation" r:id="rId10" imgW="2260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90759" y="2520830"/>
                        <a:ext cx="5051690" cy="9081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376970"/>
              </p:ext>
            </p:extLst>
          </p:nvPr>
        </p:nvGraphicFramePr>
        <p:xfrm>
          <a:off x="2175334" y="3320035"/>
          <a:ext cx="5307012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74560" imgH="444240" progId="Equation.DSMT4">
                  <p:embed/>
                </p:oleObj>
              </mc:Choice>
              <mc:Fallback>
                <p:oleObj name="Equation" r:id="rId12" imgW="23745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75334" y="3320035"/>
                        <a:ext cx="5307012" cy="993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27698"/>
              </p:ext>
            </p:extLst>
          </p:nvPr>
        </p:nvGraphicFramePr>
        <p:xfrm>
          <a:off x="1271464" y="4335130"/>
          <a:ext cx="2337655" cy="478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54080" imgH="215640" progId="Equation.DSMT4">
                  <p:embed/>
                </p:oleObj>
              </mc:Choice>
              <mc:Fallback>
                <p:oleObj name="Equation" r:id="rId14" imgW="1054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71464" y="4335130"/>
                        <a:ext cx="2337655" cy="478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696238"/>
              </p:ext>
            </p:extLst>
          </p:nvPr>
        </p:nvGraphicFramePr>
        <p:xfrm>
          <a:off x="3647845" y="4340899"/>
          <a:ext cx="3056233" cy="470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20480" imgH="203040" progId="Equation.DSMT4">
                  <p:embed/>
                </p:oleObj>
              </mc:Choice>
              <mc:Fallback>
                <p:oleObj name="Equation" r:id="rId16" imgW="1320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647845" y="4340899"/>
                        <a:ext cx="3056233" cy="470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968409"/>
              </p:ext>
            </p:extLst>
          </p:nvPr>
        </p:nvGraphicFramePr>
        <p:xfrm>
          <a:off x="6816080" y="4327568"/>
          <a:ext cx="3186918" cy="483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22360" imgH="215640" progId="Equation.DSMT4">
                  <p:embed/>
                </p:oleObj>
              </mc:Choice>
              <mc:Fallback>
                <p:oleObj name="Equation" r:id="rId18" imgW="1422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816080" y="4327568"/>
                        <a:ext cx="3186918" cy="483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672974"/>
              </p:ext>
            </p:extLst>
          </p:nvPr>
        </p:nvGraphicFramePr>
        <p:xfrm>
          <a:off x="1271464" y="4909753"/>
          <a:ext cx="1584175" cy="45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11000" imgH="203040" progId="Equation.DSMT4">
                  <p:embed/>
                </p:oleObj>
              </mc:Choice>
              <mc:Fallback>
                <p:oleObj name="Equation" r:id="rId20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271464" y="4909753"/>
                        <a:ext cx="1584175" cy="453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787300"/>
              </p:ext>
            </p:extLst>
          </p:nvPr>
        </p:nvGraphicFramePr>
        <p:xfrm>
          <a:off x="2855639" y="4879046"/>
          <a:ext cx="1908015" cy="499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25480" imgH="215640" progId="Equation.DSMT4">
                  <p:embed/>
                </p:oleObj>
              </mc:Choice>
              <mc:Fallback>
                <p:oleObj name="Equation" r:id="rId22" imgW="825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855639" y="4879046"/>
                        <a:ext cx="1908015" cy="499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689788"/>
              </p:ext>
            </p:extLst>
          </p:nvPr>
        </p:nvGraphicFramePr>
        <p:xfrm>
          <a:off x="4895266" y="4906227"/>
          <a:ext cx="2997563" cy="471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71600" imgH="215640" progId="Equation.DSMT4">
                  <p:embed/>
                </p:oleObj>
              </mc:Choice>
              <mc:Fallback>
                <p:oleObj name="Equation" r:id="rId24" imgW="1371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895266" y="4906227"/>
                        <a:ext cx="2997563" cy="4718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209498"/>
              </p:ext>
            </p:extLst>
          </p:nvPr>
        </p:nvGraphicFramePr>
        <p:xfrm>
          <a:off x="7893615" y="4915990"/>
          <a:ext cx="1480833" cy="447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72840" imgH="203040" progId="Equation.DSMT4">
                  <p:embed/>
                </p:oleObj>
              </mc:Choice>
              <mc:Fallback>
                <p:oleObj name="Equation" r:id="rId26" imgW="672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893615" y="4915990"/>
                        <a:ext cx="1480833" cy="4470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954947"/>
              </p:ext>
            </p:extLst>
          </p:nvPr>
        </p:nvGraphicFramePr>
        <p:xfrm>
          <a:off x="1271464" y="5443270"/>
          <a:ext cx="2168353" cy="485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965160" imgH="215640" progId="Equation.DSMT4">
                  <p:embed/>
                </p:oleObj>
              </mc:Choice>
              <mc:Fallback>
                <p:oleObj name="Equation" r:id="rId28" imgW="965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271464" y="5443270"/>
                        <a:ext cx="2168353" cy="485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023031"/>
              </p:ext>
            </p:extLst>
          </p:nvPr>
        </p:nvGraphicFramePr>
        <p:xfrm>
          <a:off x="3547891" y="5473205"/>
          <a:ext cx="1487803" cy="449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672840" imgH="203040" progId="Equation.DSMT4">
                  <p:embed/>
                </p:oleObj>
              </mc:Choice>
              <mc:Fallback>
                <p:oleObj name="Equation" r:id="rId30" imgW="672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547891" y="5473205"/>
                        <a:ext cx="1487803" cy="449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729042"/>
              </p:ext>
            </p:extLst>
          </p:nvPr>
        </p:nvGraphicFramePr>
        <p:xfrm>
          <a:off x="5012710" y="5434948"/>
          <a:ext cx="4899714" cy="48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197080" imgH="215640" progId="Equation.DSMT4">
                  <p:embed/>
                </p:oleObj>
              </mc:Choice>
              <mc:Fallback>
                <p:oleObj name="Equation" r:id="rId32" imgW="2197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012710" y="5434948"/>
                        <a:ext cx="4899714" cy="48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469724"/>
              </p:ext>
            </p:extLst>
          </p:nvPr>
        </p:nvGraphicFramePr>
        <p:xfrm>
          <a:off x="1265066" y="6009092"/>
          <a:ext cx="2344053" cy="463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091880" imgH="215640" progId="Equation.DSMT4">
                  <p:embed/>
                </p:oleObj>
              </mc:Choice>
              <mc:Fallback>
                <p:oleObj name="Equation" r:id="rId34" imgW="1091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265066" y="6009092"/>
                        <a:ext cx="2344053" cy="4633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496258"/>
              </p:ext>
            </p:extLst>
          </p:nvPr>
        </p:nvGraphicFramePr>
        <p:xfrm>
          <a:off x="3719736" y="5999324"/>
          <a:ext cx="4870429" cy="473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222280" imgH="215640" progId="Equation.DSMT4">
                  <p:embed/>
                </p:oleObj>
              </mc:Choice>
              <mc:Fallback>
                <p:oleObj name="Equation" r:id="rId36" imgW="2222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719736" y="5999324"/>
                        <a:ext cx="4870429" cy="4731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698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2"/>
          <p:cNvSpPr>
            <a:spLocks noChangeArrowheads="1"/>
          </p:cNvSpPr>
          <p:nvPr/>
        </p:nvSpPr>
        <p:spPr bwMode="auto">
          <a:xfrm>
            <a:off x="1636587" y="4958991"/>
            <a:ext cx="7560105" cy="1652778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89438" y="276516"/>
            <a:ext cx="82426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066896"/>
              </p:ext>
            </p:extLst>
          </p:nvPr>
        </p:nvGraphicFramePr>
        <p:xfrm>
          <a:off x="2629005" y="333954"/>
          <a:ext cx="1848507" cy="498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9920" imgH="215640" progId="Equation.DSMT4">
                  <p:embed/>
                </p:oleObj>
              </mc:Choice>
              <mc:Fallback>
                <p:oleObj name="Equation" r:id="rId3" imgW="799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9005" y="333954"/>
                        <a:ext cx="1848507" cy="49880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20668"/>
              </p:ext>
            </p:extLst>
          </p:nvPr>
        </p:nvGraphicFramePr>
        <p:xfrm>
          <a:off x="4477512" y="136193"/>
          <a:ext cx="4379583" cy="9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68480" imgH="444240" progId="Equation.DSMT4">
                  <p:embed/>
                </p:oleObj>
              </mc:Choice>
              <mc:Fallback>
                <p:oleObj name="Equation" r:id="rId5" imgW="1968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77512" y="136193"/>
                        <a:ext cx="4379583" cy="9889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514339" y="950812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32370" y="94063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构造辅助函数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844679"/>
              </p:ext>
            </p:extLst>
          </p:nvPr>
        </p:nvGraphicFramePr>
        <p:xfrm>
          <a:off x="4357670" y="1001053"/>
          <a:ext cx="5616624" cy="472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12720" imgH="203040" progId="Equation.DSMT4">
                  <p:embed/>
                </p:oleObj>
              </mc:Choice>
              <mc:Fallback>
                <p:oleObj name="Equation" r:id="rId7" imgW="2412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57670" y="1001053"/>
                        <a:ext cx="5616624" cy="4729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9903"/>
              </p:ext>
            </p:extLst>
          </p:nvPr>
        </p:nvGraphicFramePr>
        <p:xfrm>
          <a:off x="1589438" y="1498903"/>
          <a:ext cx="3793567" cy="484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88760" imgH="215640" progId="Equation.DSMT4">
                  <p:embed/>
                </p:oleObj>
              </mc:Choice>
              <mc:Fallback>
                <p:oleObj name="Equation" r:id="rId9" imgW="1688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438" y="1498903"/>
                        <a:ext cx="3793567" cy="484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97528"/>
              </p:ext>
            </p:extLst>
          </p:nvPr>
        </p:nvGraphicFramePr>
        <p:xfrm>
          <a:off x="5416640" y="1482884"/>
          <a:ext cx="1975561" cy="46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27000" imgH="215640" progId="Equation.DSMT4">
                  <p:embed/>
                </p:oleObj>
              </mc:Choice>
              <mc:Fallback>
                <p:oleObj name="Equation" r:id="rId11" imgW="927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16640" y="1482884"/>
                        <a:ext cx="1975561" cy="460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955165"/>
              </p:ext>
            </p:extLst>
          </p:nvPr>
        </p:nvGraphicFramePr>
        <p:xfrm>
          <a:off x="1872608" y="1838413"/>
          <a:ext cx="4483647" cy="925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68480" imgH="406080" progId="Equation.DSMT4">
                  <p:embed/>
                </p:oleObj>
              </mc:Choice>
              <mc:Fallback>
                <p:oleObj name="Equation" r:id="rId13" imgW="1968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72608" y="1838413"/>
                        <a:ext cx="4483647" cy="925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376755"/>
              </p:ext>
            </p:extLst>
          </p:nvPr>
        </p:nvGraphicFramePr>
        <p:xfrm>
          <a:off x="6316094" y="1854357"/>
          <a:ext cx="315277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84200" imgH="406080" progId="Equation.DSMT4">
                  <p:embed/>
                </p:oleObj>
              </mc:Choice>
              <mc:Fallback>
                <p:oleObj name="Equation" r:id="rId15" imgW="1384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16094" y="1854357"/>
                        <a:ext cx="3152775" cy="925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841908"/>
              </p:ext>
            </p:extLst>
          </p:nvPr>
        </p:nvGraphicFramePr>
        <p:xfrm>
          <a:off x="1787010" y="2545605"/>
          <a:ext cx="3769665" cy="90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88760" imgH="406080" progId="Equation.DSMT4">
                  <p:embed/>
                </p:oleObj>
              </mc:Choice>
              <mc:Fallback>
                <p:oleObj name="Equation" r:id="rId17" imgW="1688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87010" y="2545605"/>
                        <a:ext cx="3769665" cy="906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042172"/>
              </p:ext>
            </p:extLst>
          </p:nvPr>
        </p:nvGraphicFramePr>
        <p:xfrm>
          <a:off x="1552943" y="3431969"/>
          <a:ext cx="2081326" cy="484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27000" imgH="215640" progId="Equation.DSMT4">
                  <p:embed/>
                </p:oleObj>
              </mc:Choice>
              <mc:Fallback>
                <p:oleObj name="Equation" r:id="rId19" imgW="927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52943" y="3431969"/>
                        <a:ext cx="2081326" cy="4846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558835"/>
              </p:ext>
            </p:extLst>
          </p:nvPr>
        </p:nvGraphicFramePr>
        <p:xfrm>
          <a:off x="3643688" y="3468907"/>
          <a:ext cx="1518716" cy="441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98400" imgH="203040" progId="Equation.DSMT4">
                  <p:embed/>
                </p:oleObj>
              </mc:Choice>
              <mc:Fallback>
                <p:oleObj name="Equation" r:id="rId21" imgW="698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43688" y="3468907"/>
                        <a:ext cx="1518716" cy="4418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022597"/>
              </p:ext>
            </p:extLst>
          </p:nvPr>
        </p:nvGraphicFramePr>
        <p:xfrm>
          <a:off x="5271216" y="3431868"/>
          <a:ext cx="4829728" cy="480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171520" imgH="215640" progId="Equation.DSMT4">
                  <p:embed/>
                </p:oleObj>
              </mc:Choice>
              <mc:Fallback>
                <p:oleObj name="Equation" r:id="rId23" imgW="2171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271216" y="3431868"/>
                        <a:ext cx="4829728" cy="480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988282"/>
              </p:ext>
            </p:extLst>
          </p:nvPr>
        </p:nvGraphicFramePr>
        <p:xfrm>
          <a:off x="1552943" y="3918559"/>
          <a:ext cx="2736305" cy="47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168200" imgH="203040" progId="Equation.DSMT4">
                  <p:embed/>
                </p:oleObj>
              </mc:Choice>
              <mc:Fallback>
                <p:oleObj name="Equation" r:id="rId25" imgW="1168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52943" y="3918559"/>
                        <a:ext cx="2736305" cy="47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39366"/>
              </p:ext>
            </p:extLst>
          </p:nvPr>
        </p:nvGraphicFramePr>
        <p:xfrm>
          <a:off x="4289248" y="3916276"/>
          <a:ext cx="4430548" cy="476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006280" imgH="215640" progId="Equation.DSMT4">
                  <p:embed/>
                </p:oleObj>
              </mc:Choice>
              <mc:Fallback>
                <p:oleObj name="Equation" r:id="rId27" imgW="2006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289248" y="3916276"/>
                        <a:ext cx="4430548" cy="476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346439"/>
              </p:ext>
            </p:extLst>
          </p:nvPr>
        </p:nvGraphicFramePr>
        <p:xfrm>
          <a:off x="8719796" y="3904743"/>
          <a:ext cx="2584785" cy="48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43000" imgH="215640" progId="Equation.DSMT4">
                  <p:embed/>
                </p:oleObj>
              </mc:Choice>
              <mc:Fallback>
                <p:oleObj name="Equation" r:id="rId29" imgW="1143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719796" y="3904743"/>
                        <a:ext cx="2584785" cy="488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224099"/>
              </p:ext>
            </p:extLst>
          </p:nvPr>
        </p:nvGraphicFramePr>
        <p:xfrm>
          <a:off x="1386163" y="4430901"/>
          <a:ext cx="2554312" cy="475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091880" imgH="203040" progId="Equation.DSMT4">
                  <p:embed/>
                </p:oleObj>
              </mc:Choice>
              <mc:Fallback>
                <p:oleObj name="Equation" r:id="rId31" imgW="1091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386163" y="4430901"/>
                        <a:ext cx="2554312" cy="4752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600384"/>
              </p:ext>
            </p:extLst>
          </p:nvPr>
        </p:nvGraphicFramePr>
        <p:xfrm>
          <a:off x="3935760" y="4447307"/>
          <a:ext cx="2839915" cy="473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295280" imgH="215640" progId="Equation.DSMT4">
                  <p:embed/>
                </p:oleObj>
              </mc:Choice>
              <mc:Fallback>
                <p:oleObj name="Equation" r:id="rId33" imgW="1295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3935760" y="4447307"/>
                        <a:ext cx="2839915" cy="4733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444791"/>
              </p:ext>
            </p:extLst>
          </p:nvPr>
        </p:nvGraphicFramePr>
        <p:xfrm>
          <a:off x="6789717" y="4458121"/>
          <a:ext cx="1344004" cy="448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609480" imgH="203040" progId="Equation.DSMT4">
                  <p:embed/>
                </p:oleObj>
              </mc:Choice>
              <mc:Fallback>
                <p:oleObj name="Equation" r:id="rId34" imgW="609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789717" y="4458121"/>
                        <a:ext cx="1344004" cy="448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8123191" y="438489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即有</a:t>
            </a: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011378"/>
              </p:ext>
            </p:extLst>
          </p:nvPr>
        </p:nvGraphicFramePr>
        <p:xfrm>
          <a:off x="8857095" y="4243200"/>
          <a:ext cx="2684462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206360" imgH="444240" progId="Equation.DSMT4">
                  <p:embed/>
                </p:oleObj>
              </mc:Choice>
              <mc:Fallback>
                <p:oleObj name="Equation" r:id="rId36" imgW="12063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8857095" y="4243200"/>
                        <a:ext cx="2684462" cy="989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764376"/>
              </p:ext>
            </p:extLst>
          </p:nvPr>
        </p:nvGraphicFramePr>
        <p:xfrm>
          <a:off x="1870959" y="5124836"/>
          <a:ext cx="7091362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3187440" imgH="215640" progId="Equation.DSMT4">
                  <p:embed/>
                </p:oleObj>
              </mc:Choice>
              <mc:Fallback>
                <p:oleObj name="Equation" r:id="rId38" imgW="31874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870959" y="5124836"/>
                        <a:ext cx="7091362" cy="48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995273"/>
              </p:ext>
            </p:extLst>
          </p:nvPr>
        </p:nvGraphicFramePr>
        <p:xfrm>
          <a:off x="1908340" y="5560284"/>
          <a:ext cx="29368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320480" imgH="228600" progId="Equation.DSMT4">
                  <p:embed/>
                </p:oleObj>
              </mc:Choice>
              <mc:Fallback>
                <p:oleObj name="Equation" r:id="rId40" imgW="1320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908340" y="5560284"/>
                        <a:ext cx="2936875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327930"/>
              </p:ext>
            </p:extLst>
          </p:nvPr>
        </p:nvGraphicFramePr>
        <p:xfrm>
          <a:off x="4845215" y="5591429"/>
          <a:ext cx="39830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790640" imgH="215640" progId="Equation.DSMT4">
                  <p:embed/>
                </p:oleObj>
              </mc:Choice>
              <mc:Fallback>
                <p:oleObj name="Equation" r:id="rId42" imgW="1790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845215" y="5591429"/>
                        <a:ext cx="3983038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468086"/>
              </p:ext>
            </p:extLst>
          </p:nvPr>
        </p:nvGraphicFramePr>
        <p:xfrm>
          <a:off x="1901274" y="6024307"/>
          <a:ext cx="51689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2323800" imgH="215640" progId="Equation.DSMT4">
                  <p:embed/>
                </p:oleObj>
              </mc:Choice>
              <mc:Fallback>
                <p:oleObj name="Equation" r:id="rId44" imgW="2323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901274" y="6024307"/>
                        <a:ext cx="5168900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670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/>
      <p:bldP spid="6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286183"/>
              </p:ext>
            </p:extLst>
          </p:nvPr>
        </p:nvGraphicFramePr>
        <p:xfrm>
          <a:off x="2413703" y="332656"/>
          <a:ext cx="1848507" cy="498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215640" progId="Equation.DSMT4">
                  <p:embed/>
                </p:oleObj>
              </mc:Choice>
              <mc:Fallback>
                <p:oleObj name="Equation" r:id="rId2" imgW="799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13703" y="332656"/>
                        <a:ext cx="1848507" cy="49880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313148"/>
              </p:ext>
            </p:extLst>
          </p:nvPr>
        </p:nvGraphicFramePr>
        <p:xfrm>
          <a:off x="4354996" y="323505"/>
          <a:ext cx="293846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480" imgH="228600" progId="Equation.DSMT4">
                  <p:embed/>
                </p:oleObj>
              </mc:Choice>
              <mc:Fallback>
                <p:oleObj name="Equation" r:id="rId4" imgW="1320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54996" y="323505"/>
                        <a:ext cx="2938463" cy="5095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514339" y="950812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32370" y="94063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构造辅助函数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501904"/>
              </p:ext>
            </p:extLst>
          </p:nvPr>
        </p:nvGraphicFramePr>
        <p:xfrm>
          <a:off x="4421905" y="692696"/>
          <a:ext cx="1883396" cy="899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406080" progId="Equation.DSMT4">
                  <p:embed/>
                </p:oleObj>
              </mc:Choice>
              <mc:Fallback>
                <p:oleObj name="Equation" r:id="rId6" imgW="850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21905" y="692696"/>
                        <a:ext cx="1883396" cy="8994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934120"/>
              </p:ext>
            </p:extLst>
          </p:nvPr>
        </p:nvGraphicFramePr>
        <p:xfrm>
          <a:off x="1627350" y="1648526"/>
          <a:ext cx="37655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76160" imgH="215640" progId="Equation.DSMT4">
                  <p:embed/>
                </p:oleObj>
              </mc:Choice>
              <mc:Fallback>
                <p:oleObj name="Equation" r:id="rId8" imgW="1676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27350" y="1648526"/>
                        <a:ext cx="3765550" cy="484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848740"/>
              </p:ext>
            </p:extLst>
          </p:nvPr>
        </p:nvGraphicFramePr>
        <p:xfrm>
          <a:off x="5514975" y="1647825"/>
          <a:ext cx="7588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5320" imgH="203040" progId="Equation.DSMT4">
                  <p:embed/>
                </p:oleObj>
              </mc:Choice>
              <mc:Fallback>
                <p:oleObj name="Equation" r:id="rId10" imgW="3553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14975" y="1647825"/>
                        <a:ext cx="758825" cy="43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980712"/>
              </p:ext>
            </p:extLst>
          </p:nvPr>
        </p:nvGraphicFramePr>
        <p:xfrm>
          <a:off x="1627350" y="2089137"/>
          <a:ext cx="2459038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79280" imgH="406080" progId="Equation.DSMT4">
                  <p:embed/>
                </p:oleObj>
              </mc:Choice>
              <mc:Fallback>
                <p:oleObj name="Equation" r:id="rId12" imgW="1079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27350" y="2089137"/>
                        <a:ext cx="2459038" cy="925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299611"/>
              </p:ext>
            </p:extLst>
          </p:nvPr>
        </p:nvGraphicFramePr>
        <p:xfrm>
          <a:off x="1612582" y="3022573"/>
          <a:ext cx="40195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90640" imgH="215640" progId="Equation.DSMT4">
                  <p:embed/>
                </p:oleObj>
              </mc:Choice>
              <mc:Fallback>
                <p:oleObj name="Equation" r:id="rId14" imgW="1790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12582" y="3022573"/>
                        <a:ext cx="4019550" cy="484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637244"/>
              </p:ext>
            </p:extLst>
          </p:nvPr>
        </p:nvGraphicFramePr>
        <p:xfrm>
          <a:off x="5735960" y="3014649"/>
          <a:ext cx="330676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73120" imgH="215640" progId="Equation.DSMT4">
                  <p:embed/>
                </p:oleObj>
              </mc:Choice>
              <mc:Fallback>
                <p:oleObj name="Equation" r:id="rId16" imgW="1473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735960" y="3014649"/>
                        <a:ext cx="3306762" cy="484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984332"/>
              </p:ext>
            </p:extLst>
          </p:nvPr>
        </p:nvGraphicFramePr>
        <p:xfrm>
          <a:off x="1612582" y="3563149"/>
          <a:ext cx="5411788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450880" imgH="215640" progId="Equation.DSMT4">
                  <p:embed/>
                </p:oleObj>
              </mc:Choice>
              <mc:Fallback>
                <p:oleObj name="Equation" r:id="rId18" imgW="2450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612582" y="3563149"/>
                        <a:ext cx="5411788" cy="477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455524"/>
              </p:ext>
            </p:extLst>
          </p:nvPr>
        </p:nvGraphicFramePr>
        <p:xfrm>
          <a:off x="7048890" y="3585373"/>
          <a:ext cx="73183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42720" imgH="203040" progId="Equation.DSMT4">
                  <p:embed/>
                </p:oleObj>
              </mc:Choice>
              <mc:Fallback>
                <p:oleObj name="Equation" r:id="rId20" imgW="342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048890" y="3585373"/>
                        <a:ext cx="731838" cy="433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89790"/>
              </p:ext>
            </p:extLst>
          </p:nvPr>
        </p:nvGraphicFramePr>
        <p:xfrm>
          <a:off x="1762811" y="4097375"/>
          <a:ext cx="1596885" cy="850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61760" imgH="406080" progId="Equation.DSMT4">
                  <p:embed/>
                </p:oleObj>
              </mc:Choice>
              <mc:Fallback>
                <p:oleObj name="Equation" r:id="rId22" imgW="761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762811" y="4097375"/>
                        <a:ext cx="1596885" cy="8509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498635"/>
              </p:ext>
            </p:extLst>
          </p:nvPr>
        </p:nvGraphicFramePr>
        <p:xfrm>
          <a:off x="3622357" y="4256078"/>
          <a:ext cx="203517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14400" imgH="215640" progId="Equation.DSMT4">
                  <p:embed/>
                </p:oleObj>
              </mc:Choice>
              <mc:Fallback>
                <p:oleObj name="Equation" r:id="rId24" imgW="914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622357" y="4256078"/>
                        <a:ext cx="2035175" cy="4810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143887"/>
              </p:ext>
            </p:extLst>
          </p:nvPr>
        </p:nvGraphicFramePr>
        <p:xfrm>
          <a:off x="1659216" y="5035298"/>
          <a:ext cx="562451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27200" imgH="228600" progId="Equation.DSMT4">
                  <p:embed/>
                </p:oleObj>
              </mc:Choice>
              <mc:Fallback>
                <p:oleObj name="Equation" r:id="rId26" imgW="2527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659216" y="5035298"/>
                        <a:ext cx="5624512" cy="5095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589438" y="276516"/>
            <a:ext cx="82426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177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34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900227"/>
              </p:ext>
            </p:extLst>
          </p:nvPr>
        </p:nvGraphicFramePr>
        <p:xfrm>
          <a:off x="2495600" y="1395297"/>
          <a:ext cx="7229475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13000" imgH="406080" progId="Equation.DSMT4">
                  <p:embed/>
                </p:oleObj>
              </mc:Choice>
              <mc:Fallback>
                <p:oleObj name="Equation" r:id="rId2" imgW="3213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1395297"/>
                        <a:ext cx="7229475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028758"/>
              </p:ext>
            </p:extLst>
          </p:nvPr>
        </p:nvGraphicFramePr>
        <p:xfrm>
          <a:off x="2855640" y="2085359"/>
          <a:ext cx="4144962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5312" imgH="406224" progId="Equation.3">
                  <p:embed/>
                </p:oleObj>
              </mc:Choice>
              <mc:Fallback>
                <p:oleObj name="Equation" r:id="rId4" imgW="181531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2085359"/>
                        <a:ext cx="4144962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497488"/>
              </p:ext>
            </p:extLst>
          </p:nvPr>
        </p:nvGraphicFramePr>
        <p:xfrm>
          <a:off x="3503712" y="2881652"/>
          <a:ext cx="3674704" cy="963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48728" imgH="406224" progId="Equation.3">
                  <p:embed/>
                </p:oleObj>
              </mc:Choice>
              <mc:Fallback>
                <p:oleObj name="Equation" r:id="rId6" imgW="1548728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2881652"/>
                        <a:ext cx="3674704" cy="9630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584460"/>
              </p:ext>
            </p:extLst>
          </p:nvPr>
        </p:nvGraphicFramePr>
        <p:xfrm>
          <a:off x="6528048" y="3792086"/>
          <a:ext cx="4123203" cy="507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39900" imgH="215900" progId="Equation.3">
                  <p:embed/>
                </p:oleObj>
              </mc:Choice>
              <mc:Fallback>
                <p:oleObj name="Equation" r:id="rId8" imgW="17399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8048" y="3792086"/>
                        <a:ext cx="4123203" cy="5077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76350"/>
              </p:ext>
            </p:extLst>
          </p:nvPr>
        </p:nvGraphicFramePr>
        <p:xfrm>
          <a:off x="3012554" y="5256665"/>
          <a:ext cx="39624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13756" imgH="215806" progId="Equation.3">
                  <p:embed/>
                </p:oleObj>
              </mc:Choice>
              <mc:Fallback>
                <p:oleObj name="Equation" r:id="rId10" imgW="1713756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2554" y="5256665"/>
                        <a:ext cx="39624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757111"/>
              </p:ext>
            </p:extLst>
          </p:nvPr>
        </p:nvGraphicFramePr>
        <p:xfrm>
          <a:off x="6456040" y="4488035"/>
          <a:ext cx="31750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6755" imgH="215806" progId="Equation.3">
                  <p:embed/>
                </p:oleObj>
              </mc:Choice>
              <mc:Fallback>
                <p:oleObj name="Equation" r:id="rId12" imgW="1256755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0" y="4488035"/>
                        <a:ext cx="31750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395358"/>
              </p:ext>
            </p:extLst>
          </p:nvPr>
        </p:nvGraphicFramePr>
        <p:xfrm>
          <a:off x="2351584" y="4233668"/>
          <a:ext cx="3886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97950" imgH="406224" progId="Equation.3">
                  <p:embed/>
                </p:oleObj>
              </mc:Choice>
              <mc:Fallback>
                <p:oleObj name="Equation" r:id="rId14" imgW="149795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4233668"/>
                        <a:ext cx="3886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3434" name="Text Box 10"/>
          <p:cNvSpPr txBox="1">
            <a:spLocks noChangeArrowheads="1"/>
          </p:cNvSpPr>
          <p:nvPr/>
        </p:nvSpPr>
        <p:spPr bwMode="auto">
          <a:xfrm>
            <a:off x="1559496" y="3780704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由连续函数的零点存在定理知，</a:t>
            </a:r>
          </a:p>
        </p:txBody>
      </p:sp>
      <p:graphicFrame>
        <p:nvGraphicFramePr>
          <p:cNvPr id="7434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472563"/>
              </p:ext>
            </p:extLst>
          </p:nvPr>
        </p:nvGraphicFramePr>
        <p:xfrm>
          <a:off x="2783632" y="5791046"/>
          <a:ext cx="480536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95200" imgH="215640" progId="Equation.DSMT4">
                  <p:embed/>
                </p:oleObj>
              </mc:Choice>
              <mc:Fallback>
                <p:oleObj name="Equation" r:id="rId16" imgW="2095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5791046"/>
                        <a:ext cx="4805362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3436" name="Text Box 12"/>
          <p:cNvSpPr txBox="1">
            <a:spLocks noChangeArrowheads="1"/>
          </p:cNvSpPr>
          <p:nvPr/>
        </p:nvSpPr>
        <p:spPr bwMode="auto">
          <a:xfrm>
            <a:off x="1389749" y="770429"/>
            <a:ext cx="7342188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利用函数的单调性讨论方程的根</a:t>
            </a:r>
          </a:p>
        </p:txBody>
      </p:sp>
      <p:sp>
        <p:nvSpPr>
          <p:cNvPr id="743437" name="Text Box 13"/>
          <p:cNvSpPr txBox="1">
            <a:spLocks noChangeArrowheads="1"/>
          </p:cNvSpPr>
          <p:nvPr/>
        </p:nvSpPr>
        <p:spPr bwMode="auto">
          <a:xfrm>
            <a:off x="1487786" y="1493170"/>
            <a:ext cx="10078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3438" name="Text Box 14"/>
          <p:cNvSpPr txBox="1">
            <a:spLocks noChangeArrowheads="1"/>
          </p:cNvSpPr>
          <p:nvPr/>
        </p:nvSpPr>
        <p:spPr bwMode="auto">
          <a:xfrm>
            <a:off x="1552201" y="2282445"/>
            <a:ext cx="60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509044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4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4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4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4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4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4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4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4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4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3434" grpId="0" autoUpdateAnimBg="0"/>
      <p:bldP spid="743436" grpId="0" autoUpdateAnimBg="0"/>
      <p:bldP spid="743437" grpId="0" autoUpdateAnimBg="0"/>
      <p:bldP spid="74343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7568" y="1082395"/>
            <a:ext cx="6699038" cy="609600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二、函数的极值与最大值最小值</a:t>
            </a:r>
          </a:p>
        </p:txBody>
      </p:sp>
      <p:sp>
        <p:nvSpPr>
          <p:cNvPr id="15363" name="TextBox 2"/>
          <p:cNvSpPr txBox="1">
            <a:spLocks noChangeArrowheads="1"/>
          </p:cNvSpPr>
          <p:nvPr/>
        </p:nvSpPr>
        <p:spPr bwMode="auto">
          <a:xfrm>
            <a:off x="3432176" y="1916114"/>
            <a:ext cx="37639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/>
              <a:t>、函数极值的定义</a:t>
            </a:r>
          </a:p>
        </p:txBody>
      </p:sp>
      <p:sp>
        <p:nvSpPr>
          <p:cNvPr id="15364" name="TextBox 9"/>
          <p:cNvSpPr txBox="1">
            <a:spLocks noChangeArrowheads="1"/>
          </p:cNvSpPr>
          <p:nvPr/>
        </p:nvSpPr>
        <p:spPr bwMode="auto">
          <a:xfrm>
            <a:off x="3432175" y="2708275"/>
            <a:ext cx="375443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latin typeface="宋体" panose="02010600030101010101" pitchFamily="2" charset="-122"/>
              </a:rPr>
              <a:t>、函数极值的求法</a:t>
            </a:r>
          </a:p>
        </p:txBody>
      </p:sp>
      <p:sp>
        <p:nvSpPr>
          <p:cNvPr id="15365" name="TextBox 10"/>
          <p:cNvSpPr txBox="1">
            <a:spLocks noChangeArrowheads="1"/>
          </p:cNvSpPr>
          <p:nvPr/>
        </p:nvSpPr>
        <p:spPr bwMode="auto">
          <a:xfrm>
            <a:off x="3453172" y="3418822"/>
            <a:ext cx="37766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b="1" dirty="0"/>
              <a:t>、函数最值的求法</a:t>
            </a:r>
          </a:p>
        </p:txBody>
      </p:sp>
      <p:sp>
        <p:nvSpPr>
          <p:cNvPr id="15366" name="TextBox 11"/>
          <p:cNvSpPr txBox="1">
            <a:spLocks noChangeArrowheads="1"/>
          </p:cNvSpPr>
          <p:nvPr/>
        </p:nvSpPr>
        <p:spPr bwMode="auto">
          <a:xfrm>
            <a:off x="3457979" y="4127782"/>
            <a:ext cx="2541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b="1" dirty="0"/>
              <a:t>、应用举例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9421266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897433"/>
            <a:ext cx="4458072" cy="550862"/>
          </a:xfrm>
        </p:spPr>
        <p:txBody>
          <a:bodyPr/>
          <a:lstStyle/>
          <a:p>
            <a:pPr algn="l" eaLnBrk="1" hangingPunct="1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函数极值的定义</a:t>
            </a:r>
          </a:p>
        </p:txBody>
      </p:sp>
      <p:sp>
        <p:nvSpPr>
          <p:cNvPr id="401412" name="Rectangle 4"/>
          <p:cNvSpPr>
            <a:spLocks noChangeArrowheads="1"/>
          </p:cNvSpPr>
          <p:nvPr/>
        </p:nvSpPr>
        <p:spPr bwMode="auto">
          <a:xfrm>
            <a:off x="6983166" y="3272116"/>
            <a:ext cx="1331564" cy="457200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solidFill>
                <a:srgbClr val="CC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01413" name="Rectangle 5"/>
          <p:cNvSpPr>
            <a:spLocks noChangeArrowheads="1"/>
          </p:cNvSpPr>
          <p:nvPr/>
        </p:nvSpPr>
        <p:spPr bwMode="auto">
          <a:xfrm>
            <a:off x="6885946" y="4570564"/>
            <a:ext cx="1275097" cy="457200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solidFill>
                <a:srgbClr val="CC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2137140" y="1586839"/>
            <a:ext cx="93452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定义</a:t>
            </a:r>
          </a:p>
        </p:txBody>
      </p:sp>
      <p:sp>
        <p:nvSpPr>
          <p:cNvPr id="401415" name="Text Box 7"/>
          <p:cNvSpPr txBox="1">
            <a:spLocks noChangeArrowheads="1"/>
          </p:cNvSpPr>
          <p:nvPr/>
        </p:nvSpPr>
        <p:spPr bwMode="auto">
          <a:xfrm>
            <a:off x="2362200" y="5348288"/>
            <a:ext cx="586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使函数取得极值的点称为</a:t>
            </a:r>
            <a:r>
              <a:rPr kumimoji="1"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极值点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401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108290"/>
              </p:ext>
            </p:extLst>
          </p:nvPr>
        </p:nvGraphicFramePr>
        <p:xfrm>
          <a:off x="3019164" y="1620954"/>
          <a:ext cx="7449815" cy="610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62240" imgH="253800" progId="Equation.DSMT4">
                  <p:embed/>
                </p:oleObj>
              </mc:Choice>
              <mc:Fallback>
                <p:oleObj name="Equation" r:id="rId2" imgW="31622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164" y="1620954"/>
                        <a:ext cx="7449815" cy="6105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099575"/>
              </p:ext>
            </p:extLst>
          </p:nvPr>
        </p:nvGraphicFramePr>
        <p:xfrm>
          <a:off x="3575720" y="2134984"/>
          <a:ext cx="3888432" cy="821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9880" imgH="330120" progId="Equation.DSMT4">
                  <p:embed/>
                </p:oleObj>
              </mc:Choice>
              <mc:Fallback>
                <p:oleObj name="Equation" r:id="rId4" imgW="17398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0" y="2134984"/>
                        <a:ext cx="3888432" cy="821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117565"/>
              </p:ext>
            </p:extLst>
          </p:nvPr>
        </p:nvGraphicFramePr>
        <p:xfrm>
          <a:off x="2137140" y="3296723"/>
          <a:ext cx="6249796" cy="526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00120" imgH="228600" progId="Equation.DSMT4">
                  <p:embed/>
                </p:oleObj>
              </mc:Choice>
              <mc:Fallback>
                <p:oleObj name="Equation" r:id="rId6" imgW="2400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7140" y="3296723"/>
                        <a:ext cx="6249796" cy="526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708847"/>
              </p:ext>
            </p:extLst>
          </p:nvPr>
        </p:nvGraphicFramePr>
        <p:xfrm>
          <a:off x="2606337" y="3724123"/>
          <a:ext cx="5213627" cy="844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39880" imgH="330120" progId="Equation.DSMT4">
                  <p:embed/>
                </p:oleObj>
              </mc:Choice>
              <mc:Fallback>
                <p:oleObj name="Equation" r:id="rId8" imgW="17398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337" y="3724123"/>
                        <a:ext cx="5213627" cy="844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326107"/>
              </p:ext>
            </p:extLst>
          </p:nvPr>
        </p:nvGraphicFramePr>
        <p:xfrm>
          <a:off x="2137140" y="4582684"/>
          <a:ext cx="6092460" cy="534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87520" imgH="228600" progId="Equation.DSMT4">
                  <p:embed/>
                </p:oleObj>
              </mc:Choice>
              <mc:Fallback>
                <p:oleObj name="Equation" r:id="rId10" imgW="2387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7140" y="4582684"/>
                        <a:ext cx="6092460" cy="5346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1421" name="AutoShape 13"/>
          <p:cNvSpPr>
            <a:spLocks/>
          </p:cNvSpPr>
          <p:nvPr/>
        </p:nvSpPr>
        <p:spPr bwMode="auto">
          <a:xfrm>
            <a:off x="8544272" y="3316639"/>
            <a:ext cx="152400" cy="1600200"/>
          </a:xfrm>
          <a:prstGeom prst="rightBrace">
            <a:avLst>
              <a:gd name="adj1" fmla="val 87500"/>
              <a:gd name="adj2" fmla="val 50000"/>
            </a:avLst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solidFill>
                <a:srgbClr val="CC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01422" name="Rectangle 14"/>
          <p:cNvSpPr>
            <a:spLocks noChangeArrowheads="1"/>
          </p:cNvSpPr>
          <p:nvPr/>
        </p:nvSpPr>
        <p:spPr bwMode="auto">
          <a:xfrm>
            <a:off x="9264352" y="3857183"/>
            <a:ext cx="1143000" cy="519112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 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055233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1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"/>
                                        <p:tgtEl>
                                          <p:spTgt spid="40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2" grpId="0" animBg="1"/>
      <p:bldP spid="401413" grpId="0" animBg="1"/>
      <p:bldP spid="401415" grpId="0" autoUpdateAnimBg="0"/>
      <p:bldP spid="401421" grpId="0" animBg="1"/>
      <p:bldP spid="401422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124201" y="3673476"/>
            <a:ext cx="5815013" cy="2155825"/>
            <a:chOff x="1008" y="1145"/>
            <a:chExt cx="3663" cy="1358"/>
          </a:xfrm>
        </p:grpSpPr>
        <p:sp>
          <p:nvSpPr>
            <p:cNvPr id="17463" name="Line 3"/>
            <p:cNvSpPr>
              <a:spLocks noChangeShapeType="1"/>
            </p:cNvSpPr>
            <p:nvPr/>
          </p:nvSpPr>
          <p:spPr bwMode="auto">
            <a:xfrm>
              <a:off x="1008" y="2304"/>
              <a:ext cx="36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4" name="Line 4"/>
            <p:cNvSpPr>
              <a:spLocks noChangeShapeType="1"/>
            </p:cNvSpPr>
            <p:nvPr/>
          </p:nvSpPr>
          <p:spPr bwMode="auto">
            <a:xfrm flipV="1">
              <a:off x="1920" y="1152"/>
              <a:ext cx="0" cy="1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65" name="Object 5"/>
            <p:cNvGraphicFramePr>
              <a:graphicFrameLocks noChangeAspect="1"/>
            </p:cNvGraphicFramePr>
            <p:nvPr/>
          </p:nvGraphicFramePr>
          <p:xfrm>
            <a:off x="1737" y="2352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15713" imgH="241091" progId="Equation.3">
                    <p:embed/>
                  </p:oleObj>
                </mc:Choice>
                <mc:Fallback>
                  <p:oleObj name="公式" r:id="rId3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7" y="2352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6" name="Object 6"/>
            <p:cNvGraphicFramePr>
              <a:graphicFrameLocks noChangeAspect="1"/>
            </p:cNvGraphicFramePr>
            <p:nvPr/>
          </p:nvGraphicFramePr>
          <p:xfrm>
            <a:off x="4512" y="2352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53890" imgH="241195" progId="Equation.3">
                    <p:embed/>
                  </p:oleObj>
                </mc:Choice>
                <mc:Fallback>
                  <p:oleObj name="公式" r:id="rId5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2352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7" name="Object 7"/>
            <p:cNvGraphicFramePr>
              <a:graphicFrameLocks noChangeAspect="1"/>
            </p:cNvGraphicFramePr>
            <p:nvPr/>
          </p:nvGraphicFramePr>
          <p:xfrm>
            <a:off x="1713" y="1145"/>
            <a:ext cx="15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53780" imgH="317225" progId="Equation.3">
                    <p:embed/>
                  </p:oleObj>
                </mc:Choice>
                <mc:Fallback>
                  <p:oleObj name="公式" r:id="rId7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3" y="1145"/>
                          <a:ext cx="15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467101" y="3684588"/>
            <a:ext cx="4557713" cy="2182812"/>
            <a:chOff x="1224" y="1152"/>
            <a:chExt cx="2871" cy="1375"/>
          </a:xfrm>
        </p:grpSpPr>
        <p:sp>
          <p:nvSpPr>
            <p:cNvPr id="17459" name="Line 9"/>
            <p:cNvSpPr>
              <a:spLocks noChangeShapeType="1"/>
            </p:cNvSpPr>
            <p:nvPr/>
          </p:nvSpPr>
          <p:spPr bwMode="auto">
            <a:xfrm>
              <a:off x="1296" y="187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0" name="Line 10"/>
            <p:cNvSpPr>
              <a:spLocks noChangeShapeType="1"/>
            </p:cNvSpPr>
            <p:nvPr/>
          </p:nvSpPr>
          <p:spPr bwMode="auto">
            <a:xfrm>
              <a:off x="4032" y="115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61" name="Object 11"/>
            <p:cNvGraphicFramePr>
              <a:graphicFrameLocks noChangeAspect="1"/>
            </p:cNvGraphicFramePr>
            <p:nvPr/>
          </p:nvGraphicFramePr>
          <p:xfrm>
            <a:off x="1224" y="2345"/>
            <a:ext cx="14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28600" imgH="241300" progId="Equation.3">
                    <p:embed/>
                  </p:oleObj>
                </mc:Choice>
                <mc:Fallback>
                  <p:oleObj name="公式" r:id="rId9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4" y="2345"/>
                          <a:ext cx="144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2" name="Object 12"/>
            <p:cNvGraphicFramePr>
              <a:graphicFrameLocks noChangeAspect="1"/>
            </p:cNvGraphicFramePr>
            <p:nvPr/>
          </p:nvGraphicFramePr>
          <p:xfrm>
            <a:off x="3960" y="2328"/>
            <a:ext cx="135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15619" imgH="317087" progId="Equation.3">
                    <p:embed/>
                  </p:oleObj>
                </mc:Choice>
                <mc:Fallback>
                  <p:oleObj name="公式" r:id="rId11" imgW="215619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0" y="2328"/>
                          <a:ext cx="135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3581400" y="3684588"/>
            <a:ext cx="4343400" cy="1498600"/>
            <a:chOff x="1296" y="1152"/>
            <a:chExt cx="2736" cy="944"/>
          </a:xfrm>
        </p:grpSpPr>
        <p:sp>
          <p:nvSpPr>
            <p:cNvPr id="17457" name="Freeform 14"/>
            <p:cNvSpPr>
              <a:spLocks/>
            </p:cNvSpPr>
            <p:nvPr/>
          </p:nvSpPr>
          <p:spPr bwMode="auto">
            <a:xfrm>
              <a:off x="1296" y="1152"/>
              <a:ext cx="2736" cy="944"/>
            </a:xfrm>
            <a:custGeom>
              <a:avLst/>
              <a:gdLst>
                <a:gd name="T0" fmla="*/ 0 w 2544"/>
                <a:gd name="T1" fmla="*/ 720 h 944"/>
                <a:gd name="T2" fmla="*/ 402 w 2544"/>
                <a:gd name="T3" fmla="*/ 912 h 944"/>
                <a:gd name="T4" fmla="*/ 1066 w 2544"/>
                <a:gd name="T5" fmla="*/ 672 h 944"/>
                <a:gd name="T6" fmla="*/ 1865 w 2544"/>
                <a:gd name="T7" fmla="*/ 432 h 944"/>
                <a:gd name="T8" fmla="*/ 2657 w 2544"/>
                <a:gd name="T9" fmla="*/ 576 h 944"/>
                <a:gd name="T10" fmla="*/ 2927 w 2544"/>
                <a:gd name="T11" fmla="*/ 624 h 944"/>
                <a:gd name="T12" fmla="*/ 3457 w 2544"/>
                <a:gd name="T13" fmla="*/ 816 h 944"/>
                <a:gd name="T14" fmla="*/ 3987 w 2544"/>
                <a:gd name="T15" fmla="*/ 912 h 944"/>
                <a:gd name="T16" fmla="*/ 4517 w 2544"/>
                <a:gd name="T17" fmla="*/ 624 h 944"/>
                <a:gd name="T18" fmla="*/ 5183 w 2544"/>
                <a:gd name="T19" fmla="*/ 192 h 944"/>
                <a:gd name="T20" fmla="*/ 5583 w 2544"/>
                <a:gd name="T21" fmla="*/ 96 h 944"/>
                <a:gd name="T22" fmla="*/ 6115 w 2544"/>
                <a:gd name="T23" fmla="*/ 240 h 944"/>
                <a:gd name="T24" fmla="*/ 6515 w 2544"/>
                <a:gd name="T25" fmla="*/ 288 h 944"/>
                <a:gd name="T26" fmla="*/ 6910 w 2544"/>
                <a:gd name="T27" fmla="*/ 144 h 944"/>
                <a:gd name="T28" fmla="*/ 7044 w 2544"/>
                <a:gd name="T29" fmla="*/ 0 h 9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544"/>
                <a:gd name="T46" fmla="*/ 0 h 944"/>
                <a:gd name="T47" fmla="*/ 2544 w 2544"/>
                <a:gd name="T48" fmla="*/ 944 h 94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544" h="944">
                  <a:moveTo>
                    <a:pt x="0" y="720"/>
                  </a:moveTo>
                  <a:cubicBezTo>
                    <a:pt x="40" y="820"/>
                    <a:pt x="80" y="920"/>
                    <a:pt x="144" y="912"/>
                  </a:cubicBezTo>
                  <a:cubicBezTo>
                    <a:pt x="208" y="904"/>
                    <a:pt x="296" y="752"/>
                    <a:pt x="384" y="672"/>
                  </a:cubicBezTo>
                  <a:cubicBezTo>
                    <a:pt x="472" y="592"/>
                    <a:pt x="576" y="448"/>
                    <a:pt x="672" y="432"/>
                  </a:cubicBezTo>
                  <a:cubicBezTo>
                    <a:pt x="768" y="416"/>
                    <a:pt x="896" y="544"/>
                    <a:pt x="960" y="576"/>
                  </a:cubicBezTo>
                  <a:cubicBezTo>
                    <a:pt x="1024" y="608"/>
                    <a:pt x="1008" y="584"/>
                    <a:pt x="1056" y="624"/>
                  </a:cubicBezTo>
                  <a:cubicBezTo>
                    <a:pt x="1104" y="664"/>
                    <a:pt x="1184" y="768"/>
                    <a:pt x="1248" y="816"/>
                  </a:cubicBezTo>
                  <a:cubicBezTo>
                    <a:pt x="1312" y="864"/>
                    <a:pt x="1376" y="944"/>
                    <a:pt x="1440" y="912"/>
                  </a:cubicBezTo>
                  <a:cubicBezTo>
                    <a:pt x="1504" y="880"/>
                    <a:pt x="1560" y="744"/>
                    <a:pt x="1632" y="624"/>
                  </a:cubicBezTo>
                  <a:cubicBezTo>
                    <a:pt x="1704" y="504"/>
                    <a:pt x="1808" y="280"/>
                    <a:pt x="1872" y="192"/>
                  </a:cubicBezTo>
                  <a:cubicBezTo>
                    <a:pt x="1936" y="104"/>
                    <a:pt x="1960" y="88"/>
                    <a:pt x="2016" y="96"/>
                  </a:cubicBezTo>
                  <a:cubicBezTo>
                    <a:pt x="2072" y="104"/>
                    <a:pt x="2152" y="208"/>
                    <a:pt x="2208" y="240"/>
                  </a:cubicBezTo>
                  <a:cubicBezTo>
                    <a:pt x="2264" y="272"/>
                    <a:pt x="2304" y="304"/>
                    <a:pt x="2352" y="288"/>
                  </a:cubicBezTo>
                  <a:cubicBezTo>
                    <a:pt x="2400" y="272"/>
                    <a:pt x="2464" y="192"/>
                    <a:pt x="2496" y="144"/>
                  </a:cubicBezTo>
                  <a:cubicBezTo>
                    <a:pt x="2528" y="96"/>
                    <a:pt x="2536" y="24"/>
                    <a:pt x="2544" y="0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58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0563500"/>
                </p:ext>
              </p:extLst>
            </p:nvPr>
          </p:nvGraphicFramePr>
          <p:xfrm>
            <a:off x="2568" y="1452"/>
            <a:ext cx="527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622080" imgH="203040" progId="Equation.DSMT4">
                    <p:embed/>
                  </p:oleObj>
                </mc:Choice>
                <mc:Fallback>
                  <p:oleObj name="Equation" r:id="rId13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8" y="1452"/>
                          <a:ext cx="527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3657600" y="5132390"/>
            <a:ext cx="431800" cy="830263"/>
            <a:chOff x="1344" y="2064"/>
            <a:chExt cx="272" cy="523"/>
          </a:xfrm>
        </p:grpSpPr>
        <p:sp>
          <p:nvSpPr>
            <p:cNvPr id="17454" name="Line 17"/>
            <p:cNvSpPr>
              <a:spLocks noChangeShapeType="1"/>
            </p:cNvSpPr>
            <p:nvPr/>
          </p:nvSpPr>
          <p:spPr bwMode="auto">
            <a:xfrm>
              <a:off x="1344" y="2064"/>
              <a:ext cx="240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5" name="Line 18"/>
            <p:cNvSpPr>
              <a:spLocks noChangeShapeType="1"/>
            </p:cNvSpPr>
            <p:nvPr/>
          </p:nvSpPr>
          <p:spPr bwMode="auto">
            <a:xfrm>
              <a:off x="1440" y="2064"/>
              <a:ext cx="0" cy="25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56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7983305"/>
                </p:ext>
              </p:extLst>
            </p:nvPr>
          </p:nvGraphicFramePr>
          <p:xfrm>
            <a:off x="1369" y="2304"/>
            <a:ext cx="247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77480" imgH="228600" progId="Equation.DSMT4">
                    <p:embed/>
                  </p:oleObj>
                </mc:Choice>
                <mc:Fallback>
                  <p:oleObj name="Equation" r:id="rId15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9" y="2304"/>
                          <a:ext cx="247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4552950" y="4351340"/>
            <a:ext cx="400050" cy="1612901"/>
            <a:chOff x="1908" y="1572"/>
            <a:chExt cx="252" cy="1016"/>
          </a:xfrm>
        </p:grpSpPr>
        <p:sp>
          <p:nvSpPr>
            <p:cNvPr id="17451" name="Line 21"/>
            <p:cNvSpPr>
              <a:spLocks noChangeShapeType="1"/>
            </p:cNvSpPr>
            <p:nvPr/>
          </p:nvSpPr>
          <p:spPr bwMode="auto">
            <a:xfrm>
              <a:off x="1920" y="1572"/>
              <a:ext cx="240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2" name="Line 22"/>
            <p:cNvSpPr>
              <a:spLocks noChangeShapeType="1"/>
            </p:cNvSpPr>
            <p:nvPr/>
          </p:nvSpPr>
          <p:spPr bwMode="auto">
            <a:xfrm>
              <a:off x="2028" y="1584"/>
              <a:ext cx="0" cy="72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53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8284669"/>
                </p:ext>
              </p:extLst>
            </p:nvPr>
          </p:nvGraphicFramePr>
          <p:xfrm>
            <a:off x="1908" y="2319"/>
            <a:ext cx="249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90440" imgH="228600" progId="Equation.DSMT4">
                    <p:embed/>
                  </p:oleObj>
                </mc:Choice>
                <mc:Fallback>
                  <p:oleObj name="Equation" r:id="rId17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8" y="2319"/>
                          <a:ext cx="249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5100649" y="4614864"/>
            <a:ext cx="434976" cy="1328736"/>
            <a:chOff x="2252" y="1772"/>
            <a:chExt cx="274" cy="837"/>
          </a:xfrm>
        </p:grpSpPr>
        <p:sp>
          <p:nvSpPr>
            <p:cNvPr id="17448" name="Line 25"/>
            <p:cNvSpPr>
              <a:spLocks noChangeShapeType="1"/>
            </p:cNvSpPr>
            <p:nvPr/>
          </p:nvSpPr>
          <p:spPr bwMode="auto">
            <a:xfrm>
              <a:off x="2252" y="1772"/>
              <a:ext cx="240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9" name="Line 26"/>
            <p:cNvSpPr>
              <a:spLocks noChangeShapeType="1"/>
            </p:cNvSpPr>
            <p:nvPr/>
          </p:nvSpPr>
          <p:spPr bwMode="auto">
            <a:xfrm>
              <a:off x="2388" y="1772"/>
              <a:ext cx="0" cy="5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50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1378914"/>
                </p:ext>
              </p:extLst>
            </p:nvPr>
          </p:nvGraphicFramePr>
          <p:xfrm>
            <a:off x="2263" y="2325"/>
            <a:ext cx="26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90440" imgH="228600" progId="Equation.DSMT4">
                    <p:embed/>
                  </p:oleObj>
                </mc:Choice>
                <mc:Fallback>
                  <p:oleObj name="Equation" r:id="rId19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3" y="2325"/>
                          <a:ext cx="26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5791210" y="5151444"/>
            <a:ext cx="403226" cy="811214"/>
            <a:chOff x="2688" y="2076"/>
            <a:chExt cx="254" cy="511"/>
          </a:xfrm>
        </p:grpSpPr>
        <p:sp>
          <p:nvSpPr>
            <p:cNvPr id="17445" name="Line 29"/>
            <p:cNvSpPr>
              <a:spLocks noChangeShapeType="1"/>
            </p:cNvSpPr>
            <p:nvPr/>
          </p:nvSpPr>
          <p:spPr bwMode="auto">
            <a:xfrm>
              <a:off x="2688" y="2076"/>
              <a:ext cx="240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6" name="Line 30"/>
            <p:cNvSpPr>
              <a:spLocks noChangeShapeType="1"/>
            </p:cNvSpPr>
            <p:nvPr/>
          </p:nvSpPr>
          <p:spPr bwMode="auto">
            <a:xfrm>
              <a:off x="2808" y="2076"/>
              <a:ext cx="0" cy="25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47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2706479"/>
                </p:ext>
              </p:extLst>
            </p:nvPr>
          </p:nvGraphicFramePr>
          <p:xfrm>
            <a:off x="2695" y="2299"/>
            <a:ext cx="24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77480" imgH="228600" progId="Equation.DSMT4">
                    <p:embed/>
                  </p:oleObj>
                </mc:Choice>
                <mc:Fallback>
                  <p:oleObj name="Equation" r:id="rId21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5" y="2299"/>
                          <a:ext cx="247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32"/>
          <p:cNvGrpSpPr>
            <a:grpSpLocks/>
          </p:cNvGrpSpPr>
          <p:nvPr/>
        </p:nvGrpSpPr>
        <p:grpSpPr bwMode="auto">
          <a:xfrm>
            <a:off x="6800850" y="3817938"/>
            <a:ext cx="419100" cy="2101849"/>
            <a:chOff x="3324" y="1236"/>
            <a:chExt cx="264" cy="1324"/>
          </a:xfrm>
        </p:grpSpPr>
        <p:sp>
          <p:nvSpPr>
            <p:cNvPr id="17442" name="Line 33"/>
            <p:cNvSpPr>
              <a:spLocks noChangeShapeType="1"/>
            </p:cNvSpPr>
            <p:nvPr/>
          </p:nvSpPr>
          <p:spPr bwMode="auto">
            <a:xfrm>
              <a:off x="3324" y="1236"/>
              <a:ext cx="240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3" name="Line 34"/>
            <p:cNvSpPr>
              <a:spLocks noChangeShapeType="1"/>
            </p:cNvSpPr>
            <p:nvPr/>
          </p:nvSpPr>
          <p:spPr bwMode="auto">
            <a:xfrm>
              <a:off x="3456" y="1248"/>
              <a:ext cx="0" cy="10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44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0757807"/>
                </p:ext>
              </p:extLst>
            </p:nvPr>
          </p:nvGraphicFramePr>
          <p:xfrm>
            <a:off x="3358" y="2295"/>
            <a:ext cx="230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77480" imgH="228600" progId="Equation.DSMT4">
                    <p:embed/>
                  </p:oleObj>
                </mc:Choice>
                <mc:Fallback>
                  <p:oleObj name="Equation" r:id="rId23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8" y="2295"/>
                          <a:ext cx="230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36"/>
          <p:cNvGrpSpPr>
            <a:grpSpLocks/>
          </p:cNvGrpSpPr>
          <p:nvPr/>
        </p:nvGrpSpPr>
        <p:grpSpPr bwMode="auto">
          <a:xfrm>
            <a:off x="7353300" y="4141788"/>
            <a:ext cx="381000" cy="1795462"/>
            <a:chOff x="3672" y="1440"/>
            <a:chExt cx="240" cy="1131"/>
          </a:xfrm>
        </p:grpSpPr>
        <p:sp>
          <p:nvSpPr>
            <p:cNvPr id="17439" name="Line 37"/>
            <p:cNvSpPr>
              <a:spLocks noChangeShapeType="1"/>
            </p:cNvSpPr>
            <p:nvPr/>
          </p:nvSpPr>
          <p:spPr bwMode="auto">
            <a:xfrm>
              <a:off x="3672" y="1452"/>
              <a:ext cx="240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0" name="Line 38"/>
            <p:cNvSpPr>
              <a:spLocks noChangeShapeType="1"/>
            </p:cNvSpPr>
            <p:nvPr/>
          </p:nvSpPr>
          <p:spPr bwMode="auto">
            <a:xfrm>
              <a:off x="3792" y="1440"/>
              <a:ext cx="0" cy="86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41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3431826"/>
                </p:ext>
              </p:extLst>
            </p:nvPr>
          </p:nvGraphicFramePr>
          <p:xfrm>
            <a:off x="3684" y="2306"/>
            <a:ext cx="22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77480" imgH="228600" progId="Equation.DSMT4">
                    <p:embed/>
                  </p:oleObj>
                </mc:Choice>
                <mc:Fallback>
                  <p:oleObj name="Equation" r:id="rId25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4" y="2306"/>
                          <a:ext cx="227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40"/>
          <p:cNvGrpSpPr>
            <a:grpSpLocks/>
          </p:cNvGrpSpPr>
          <p:nvPr/>
        </p:nvGrpSpPr>
        <p:grpSpPr bwMode="auto">
          <a:xfrm>
            <a:off x="2895600" y="1066800"/>
            <a:ext cx="2514600" cy="1676400"/>
            <a:chOff x="768" y="2928"/>
            <a:chExt cx="1584" cy="1056"/>
          </a:xfrm>
        </p:grpSpPr>
        <p:sp>
          <p:nvSpPr>
            <p:cNvPr id="17434" name="Line 41"/>
            <p:cNvSpPr>
              <a:spLocks noChangeShapeType="1"/>
            </p:cNvSpPr>
            <p:nvPr/>
          </p:nvSpPr>
          <p:spPr bwMode="auto">
            <a:xfrm>
              <a:off x="768" y="3799"/>
              <a:ext cx="15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5" name="Line 42"/>
            <p:cNvSpPr>
              <a:spLocks noChangeShapeType="1"/>
            </p:cNvSpPr>
            <p:nvPr/>
          </p:nvSpPr>
          <p:spPr bwMode="auto">
            <a:xfrm flipV="1">
              <a:off x="1056" y="2928"/>
              <a:ext cx="0" cy="10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36" name="Object 43"/>
            <p:cNvGraphicFramePr>
              <a:graphicFrameLocks noChangeAspect="1"/>
            </p:cNvGraphicFramePr>
            <p:nvPr/>
          </p:nvGraphicFramePr>
          <p:xfrm>
            <a:off x="921" y="3840"/>
            <a:ext cx="103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215713" imgH="241091" progId="Equation.3">
                    <p:embed/>
                  </p:oleObj>
                </mc:Choice>
                <mc:Fallback>
                  <p:oleObj name="公式" r:id="rId27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1" y="3840"/>
                          <a:ext cx="103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7" name="Object 44"/>
            <p:cNvGraphicFramePr>
              <a:graphicFrameLocks noChangeAspect="1"/>
            </p:cNvGraphicFramePr>
            <p:nvPr/>
          </p:nvGraphicFramePr>
          <p:xfrm>
            <a:off x="2183" y="3869"/>
            <a:ext cx="121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253890" imgH="241195" progId="Equation.3">
                    <p:embed/>
                  </p:oleObj>
                </mc:Choice>
                <mc:Fallback>
                  <p:oleObj name="公式" r:id="rId28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3" y="3869"/>
                          <a:ext cx="121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8" name="Object 45"/>
            <p:cNvGraphicFramePr>
              <a:graphicFrameLocks noChangeAspect="1"/>
            </p:cNvGraphicFramePr>
            <p:nvPr/>
          </p:nvGraphicFramePr>
          <p:xfrm>
            <a:off x="887" y="2928"/>
            <a:ext cx="121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253780" imgH="317225" progId="Equation.3">
                    <p:embed/>
                  </p:oleObj>
                </mc:Choice>
                <mc:Fallback>
                  <p:oleObj name="公式" r:id="rId29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7" y="2928"/>
                          <a:ext cx="121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46"/>
          <p:cNvGrpSpPr>
            <a:grpSpLocks/>
          </p:cNvGrpSpPr>
          <p:nvPr/>
        </p:nvGrpSpPr>
        <p:grpSpPr bwMode="auto">
          <a:xfrm>
            <a:off x="6400800" y="990600"/>
            <a:ext cx="2514600" cy="1676400"/>
            <a:chOff x="768" y="2928"/>
            <a:chExt cx="1584" cy="1056"/>
          </a:xfrm>
        </p:grpSpPr>
        <p:sp>
          <p:nvSpPr>
            <p:cNvPr id="17429" name="Line 47"/>
            <p:cNvSpPr>
              <a:spLocks noChangeShapeType="1"/>
            </p:cNvSpPr>
            <p:nvPr/>
          </p:nvSpPr>
          <p:spPr bwMode="auto">
            <a:xfrm>
              <a:off x="768" y="3799"/>
              <a:ext cx="15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0" name="Line 48"/>
            <p:cNvSpPr>
              <a:spLocks noChangeShapeType="1"/>
            </p:cNvSpPr>
            <p:nvPr/>
          </p:nvSpPr>
          <p:spPr bwMode="auto">
            <a:xfrm flipV="1">
              <a:off x="1056" y="2928"/>
              <a:ext cx="0" cy="10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31" name="Object 49"/>
            <p:cNvGraphicFramePr>
              <a:graphicFrameLocks noChangeAspect="1"/>
            </p:cNvGraphicFramePr>
            <p:nvPr/>
          </p:nvGraphicFramePr>
          <p:xfrm>
            <a:off x="921" y="3840"/>
            <a:ext cx="103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215713" imgH="241091" progId="Equation.3">
                    <p:embed/>
                  </p:oleObj>
                </mc:Choice>
                <mc:Fallback>
                  <p:oleObj name="公式" r:id="rId30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1" y="3840"/>
                          <a:ext cx="103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2" name="Object 50"/>
            <p:cNvGraphicFramePr>
              <a:graphicFrameLocks noChangeAspect="1"/>
            </p:cNvGraphicFramePr>
            <p:nvPr/>
          </p:nvGraphicFramePr>
          <p:xfrm>
            <a:off x="2183" y="3869"/>
            <a:ext cx="121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253890" imgH="241195" progId="Equation.3">
                    <p:embed/>
                  </p:oleObj>
                </mc:Choice>
                <mc:Fallback>
                  <p:oleObj name="公式" r:id="rId31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3" y="3869"/>
                          <a:ext cx="121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3" name="Object 51"/>
            <p:cNvGraphicFramePr>
              <a:graphicFrameLocks noChangeAspect="1"/>
            </p:cNvGraphicFramePr>
            <p:nvPr/>
          </p:nvGraphicFramePr>
          <p:xfrm>
            <a:off x="887" y="2928"/>
            <a:ext cx="121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253780" imgH="317225" progId="Equation.3">
                    <p:embed/>
                  </p:oleObj>
                </mc:Choice>
                <mc:Fallback>
                  <p:oleObj name="公式" r:id="rId32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7" y="2928"/>
                          <a:ext cx="121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2484" name="Freeform 52"/>
          <p:cNvSpPr>
            <a:spLocks/>
          </p:cNvSpPr>
          <p:nvPr/>
        </p:nvSpPr>
        <p:spPr bwMode="auto">
          <a:xfrm>
            <a:off x="3200400" y="1244600"/>
            <a:ext cx="1752600" cy="965200"/>
          </a:xfrm>
          <a:custGeom>
            <a:avLst/>
            <a:gdLst>
              <a:gd name="T0" fmla="*/ 0 w 1104"/>
              <a:gd name="T1" fmla="*/ 2147483647 h 608"/>
              <a:gd name="T2" fmla="*/ 2147483647 w 1104"/>
              <a:gd name="T3" fmla="*/ 2147483647 h 608"/>
              <a:gd name="T4" fmla="*/ 2147483647 w 1104"/>
              <a:gd name="T5" fmla="*/ 2147483647 h 608"/>
              <a:gd name="T6" fmla="*/ 2147483647 w 1104"/>
              <a:gd name="T7" fmla="*/ 2147483647 h 608"/>
              <a:gd name="T8" fmla="*/ 2147483647 w 1104"/>
              <a:gd name="T9" fmla="*/ 2147483647 h 6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04"/>
              <a:gd name="T16" fmla="*/ 0 h 608"/>
              <a:gd name="T17" fmla="*/ 1104 w 1104"/>
              <a:gd name="T18" fmla="*/ 608 h 6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04" h="608">
                <a:moveTo>
                  <a:pt x="0" y="512"/>
                </a:moveTo>
                <a:cubicBezTo>
                  <a:pt x="48" y="560"/>
                  <a:pt x="96" y="608"/>
                  <a:pt x="144" y="608"/>
                </a:cubicBezTo>
                <a:cubicBezTo>
                  <a:pt x="192" y="608"/>
                  <a:pt x="192" y="608"/>
                  <a:pt x="288" y="512"/>
                </a:cubicBezTo>
                <a:cubicBezTo>
                  <a:pt x="384" y="416"/>
                  <a:pt x="584" y="64"/>
                  <a:pt x="720" y="32"/>
                </a:cubicBezTo>
                <a:cubicBezTo>
                  <a:pt x="856" y="0"/>
                  <a:pt x="1040" y="272"/>
                  <a:pt x="1104" y="320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2485" name="Freeform 53"/>
          <p:cNvSpPr>
            <a:spLocks/>
          </p:cNvSpPr>
          <p:nvPr/>
        </p:nvSpPr>
        <p:spPr bwMode="auto">
          <a:xfrm>
            <a:off x="6705600" y="1295400"/>
            <a:ext cx="1600200" cy="800100"/>
          </a:xfrm>
          <a:custGeom>
            <a:avLst/>
            <a:gdLst>
              <a:gd name="T0" fmla="*/ 0 w 1008"/>
              <a:gd name="T1" fmla="*/ 2147483647 h 504"/>
              <a:gd name="T2" fmla="*/ 2147483647 w 1008"/>
              <a:gd name="T3" fmla="*/ 2147483647 h 504"/>
              <a:gd name="T4" fmla="*/ 2147483647 w 1008"/>
              <a:gd name="T5" fmla="*/ 2147483647 h 504"/>
              <a:gd name="T6" fmla="*/ 2147483647 w 1008"/>
              <a:gd name="T7" fmla="*/ 2147483647 h 504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504"/>
              <a:gd name="T14" fmla="*/ 1008 w 1008"/>
              <a:gd name="T15" fmla="*/ 504 h 5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504">
                <a:moveTo>
                  <a:pt x="0" y="72"/>
                </a:moveTo>
                <a:cubicBezTo>
                  <a:pt x="4" y="36"/>
                  <a:pt x="8" y="0"/>
                  <a:pt x="96" y="72"/>
                </a:cubicBezTo>
                <a:cubicBezTo>
                  <a:pt x="184" y="144"/>
                  <a:pt x="376" y="504"/>
                  <a:pt x="528" y="504"/>
                </a:cubicBezTo>
                <a:cubicBezTo>
                  <a:pt x="680" y="504"/>
                  <a:pt x="928" y="144"/>
                  <a:pt x="1008" y="72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" name="Group 54"/>
          <p:cNvGrpSpPr>
            <a:grpSpLocks/>
          </p:cNvGrpSpPr>
          <p:nvPr/>
        </p:nvGrpSpPr>
        <p:grpSpPr bwMode="auto">
          <a:xfrm>
            <a:off x="4281497" y="1295405"/>
            <a:ext cx="361951" cy="1535114"/>
            <a:chOff x="1749" y="2976"/>
            <a:chExt cx="228" cy="967"/>
          </a:xfrm>
        </p:grpSpPr>
        <p:sp>
          <p:nvSpPr>
            <p:cNvPr id="17427" name="Line 55"/>
            <p:cNvSpPr>
              <a:spLocks noChangeShapeType="1"/>
            </p:cNvSpPr>
            <p:nvPr/>
          </p:nvSpPr>
          <p:spPr bwMode="auto">
            <a:xfrm>
              <a:off x="1824" y="2976"/>
              <a:ext cx="0" cy="72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28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4227722"/>
                </p:ext>
              </p:extLst>
            </p:nvPr>
          </p:nvGraphicFramePr>
          <p:xfrm>
            <a:off x="1749" y="3680"/>
            <a:ext cx="228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177480" imgH="228600" progId="Equation.DSMT4">
                    <p:embed/>
                  </p:oleObj>
                </mc:Choice>
                <mc:Fallback>
                  <p:oleObj name="Equation" r:id="rId33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9" y="3680"/>
                          <a:ext cx="228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57"/>
          <p:cNvGrpSpPr>
            <a:grpSpLocks/>
          </p:cNvGrpSpPr>
          <p:nvPr/>
        </p:nvGrpSpPr>
        <p:grpSpPr bwMode="auto">
          <a:xfrm>
            <a:off x="7391409" y="2095508"/>
            <a:ext cx="341313" cy="698501"/>
            <a:chOff x="3696" y="3528"/>
            <a:chExt cx="215" cy="440"/>
          </a:xfrm>
        </p:grpSpPr>
        <p:sp>
          <p:nvSpPr>
            <p:cNvPr id="17425" name="Line 58"/>
            <p:cNvSpPr>
              <a:spLocks noChangeShapeType="1"/>
            </p:cNvSpPr>
            <p:nvPr/>
          </p:nvSpPr>
          <p:spPr bwMode="auto">
            <a:xfrm>
              <a:off x="3792" y="3528"/>
              <a:ext cx="0" cy="19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26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2056091"/>
                </p:ext>
              </p:extLst>
            </p:nvPr>
          </p:nvGraphicFramePr>
          <p:xfrm>
            <a:off x="3696" y="3717"/>
            <a:ext cx="215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177480" imgH="228600" progId="Equation.DSMT4">
                    <p:embed/>
                  </p:oleObj>
                </mc:Choice>
                <mc:Fallback>
                  <p:oleObj name="Equation" r:id="rId35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717"/>
                          <a:ext cx="215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976019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2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2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2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2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84" grpId="0" animBg="1"/>
      <p:bldP spid="40248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ChangeArrowheads="1"/>
          </p:cNvSpPr>
          <p:nvPr/>
        </p:nvSpPr>
        <p:spPr bwMode="auto">
          <a:xfrm>
            <a:off x="4876800" y="3352800"/>
            <a:ext cx="762000" cy="381000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solidFill>
                <a:srgbClr val="CC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xfrm>
            <a:off x="2362200" y="750637"/>
            <a:ext cx="4212406" cy="539750"/>
          </a:xfrm>
        </p:spPr>
        <p:txBody>
          <a:bodyPr/>
          <a:lstStyle/>
          <a:p>
            <a:pPr algn="l" eaLnBrk="1" hangingPunct="1"/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600" b="1" dirty="0">
                <a:solidFill>
                  <a:srgbClr val="FF0000"/>
                </a:solidFill>
              </a:rPr>
              <a:t>、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函数极值的求法</a:t>
            </a:r>
          </a:p>
        </p:txBody>
      </p:sp>
      <p:sp>
        <p:nvSpPr>
          <p:cNvPr id="403461" name="Text Box 5"/>
          <p:cNvSpPr txBox="1">
            <a:spLocks noChangeArrowheads="1"/>
          </p:cNvSpPr>
          <p:nvPr/>
        </p:nvSpPr>
        <p:spPr bwMode="auto">
          <a:xfrm>
            <a:off x="2362200" y="1447801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定理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必要条件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03462" name="Text Box 6"/>
          <p:cNvSpPr txBox="1">
            <a:spLocks noChangeArrowheads="1"/>
          </p:cNvSpPr>
          <p:nvPr/>
        </p:nvSpPr>
        <p:spPr bwMode="auto">
          <a:xfrm>
            <a:off x="2362200" y="274320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定义</a:t>
            </a:r>
          </a:p>
        </p:txBody>
      </p:sp>
      <p:graphicFrame>
        <p:nvGraphicFramePr>
          <p:cNvPr id="4034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600525"/>
              </p:ext>
            </p:extLst>
          </p:nvPr>
        </p:nvGraphicFramePr>
        <p:xfrm>
          <a:off x="2562839" y="2769001"/>
          <a:ext cx="74676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13000" imgH="457200" progId="Equation.DSMT4">
                  <p:embed/>
                </p:oleObj>
              </mc:Choice>
              <mc:Fallback>
                <p:oleObj name="Equation" r:id="rId2" imgW="3213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839" y="2769001"/>
                        <a:ext cx="746760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64" name="Text Box 8"/>
          <p:cNvSpPr txBox="1">
            <a:spLocks noChangeArrowheads="1"/>
          </p:cNvSpPr>
          <p:nvPr/>
        </p:nvSpPr>
        <p:spPr bwMode="auto">
          <a:xfrm>
            <a:off x="2339713" y="4312443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注意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403465" name="Text Box 9"/>
          <p:cNvSpPr txBox="1">
            <a:spLocks noChangeArrowheads="1"/>
          </p:cNvSpPr>
          <p:nvPr/>
        </p:nvSpPr>
        <p:spPr bwMode="auto">
          <a:xfrm>
            <a:off x="2606782" y="527505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例如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4034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285427"/>
              </p:ext>
            </p:extLst>
          </p:nvPr>
        </p:nvGraphicFramePr>
        <p:xfrm>
          <a:off x="3636525" y="5232103"/>
          <a:ext cx="1226876" cy="527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91726" imgH="469696" progId="Equation.3">
                  <p:embed/>
                </p:oleObj>
              </mc:Choice>
              <mc:Fallback>
                <p:oleObj name="公式" r:id="rId4" imgW="1091726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525" y="5232103"/>
                        <a:ext cx="1226876" cy="527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493180"/>
              </p:ext>
            </p:extLst>
          </p:nvPr>
        </p:nvGraphicFramePr>
        <p:xfrm>
          <a:off x="4896975" y="5257799"/>
          <a:ext cx="1547152" cy="502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47800" imgH="469900" progId="Equation.3">
                  <p:embed/>
                </p:oleObj>
              </mc:Choice>
              <mc:Fallback>
                <p:oleObj name="公式" r:id="rId6" imgW="14478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6975" y="5257799"/>
                        <a:ext cx="1547152" cy="502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255461"/>
              </p:ext>
            </p:extLst>
          </p:nvPr>
        </p:nvGraphicFramePr>
        <p:xfrm>
          <a:off x="6612468" y="5322092"/>
          <a:ext cx="2997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97200" imgH="393700" progId="Equation.3">
                  <p:embed/>
                </p:oleObj>
              </mc:Choice>
              <mc:Fallback>
                <p:oleObj name="公式" r:id="rId8" imgW="2997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2468" y="5322092"/>
                        <a:ext cx="29972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69" name="Line 13"/>
          <p:cNvSpPr>
            <a:spLocks noChangeShapeType="1"/>
          </p:cNvSpPr>
          <p:nvPr/>
        </p:nvSpPr>
        <p:spPr bwMode="auto">
          <a:xfrm>
            <a:off x="4876800" y="3752850"/>
            <a:ext cx="762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3470" name="Rectangle 14"/>
          <p:cNvSpPr>
            <a:spLocks noChangeArrowheads="1"/>
          </p:cNvSpPr>
          <p:nvPr/>
        </p:nvSpPr>
        <p:spPr bwMode="auto">
          <a:xfrm>
            <a:off x="3719514" y="4343401"/>
            <a:ext cx="1601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D6009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极值点</a:t>
            </a:r>
          </a:p>
        </p:txBody>
      </p:sp>
      <p:sp>
        <p:nvSpPr>
          <p:cNvPr id="403471" name="AutoShape 15"/>
          <p:cNvSpPr>
            <a:spLocks noChangeArrowheads="1"/>
          </p:cNvSpPr>
          <p:nvPr/>
        </p:nvSpPr>
        <p:spPr bwMode="auto">
          <a:xfrm>
            <a:off x="5213350" y="4572000"/>
            <a:ext cx="1752600" cy="76200"/>
          </a:xfrm>
          <a:prstGeom prst="rightArrow">
            <a:avLst>
              <a:gd name="adj1" fmla="val 50000"/>
              <a:gd name="adj2" fmla="val 57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solidFill>
                <a:srgbClr val="CC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03472" name="AutoShape 16"/>
          <p:cNvSpPr>
            <a:spLocks noChangeArrowheads="1"/>
          </p:cNvSpPr>
          <p:nvPr/>
        </p:nvSpPr>
        <p:spPr bwMode="auto">
          <a:xfrm rot="10800000">
            <a:off x="5213350" y="4724400"/>
            <a:ext cx="1752600" cy="76200"/>
          </a:xfrm>
          <a:prstGeom prst="rightArrow">
            <a:avLst>
              <a:gd name="adj1" fmla="val 50000"/>
              <a:gd name="adj2" fmla="val 57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solidFill>
                <a:srgbClr val="CC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03473" name="Text Box 17"/>
          <p:cNvSpPr txBox="1">
            <a:spLocks noChangeArrowheads="1"/>
          </p:cNvSpPr>
          <p:nvPr/>
        </p:nvSpPr>
        <p:spPr bwMode="auto">
          <a:xfrm>
            <a:off x="7178675" y="4349751"/>
            <a:ext cx="129358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D6009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驻点</a:t>
            </a:r>
          </a:p>
        </p:txBody>
      </p:sp>
      <p:sp>
        <p:nvSpPr>
          <p:cNvPr id="403474" name="Text Box 18"/>
          <p:cNvSpPr txBox="1">
            <a:spLocks noChangeArrowheads="1"/>
          </p:cNvSpPr>
          <p:nvPr/>
        </p:nvSpPr>
        <p:spPr bwMode="auto">
          <a:xfrm>
            <a:off x="5670551" y="4191001"/>
            <a:ext cx="1362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latin typeface="Times New Roman" panose="02020603050405020304" pitchFamily="18" charset="0"/>
                <a:ea typeface="黑体" panose="02010609060101010101" pitchFamily="49" charset="-122"/>
              </a:rPr>
              <a:t>可导</a:t>
            </a:r>
          </a:p>
        </p:txBody>
      </p:sp>
      <p:sp>
        <p:nvSpPr>
          <p:cNvPr id="403475" name="Line 19"/>
          <p:cNvSpPr>
            <a:spLocks noChangeShapeType="1"/>
          </p:cNvSpPr>
          <p:nvPr/>
        </p:nvSpPr>
        <p:spPr bwMode="auto">
          <a:xfrm flipH="1">
            <a:off x="5899150" y="4648200"/>
            <a:ext cx="3048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514600" y="1417893"/>
            <a:ext cx="7926300" cy="1193847"/>
            <a:chOff x="2514600" y="1417893"/>
            <a:chExt cx="7926300" cy="1193847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0187050"/>
                </p:ext>
              </p:extLst>
            </p:nvPr>
          </p:nvGraphicFramePr>
          <p:xfrm>
            <a:off x="5607815" y="1529151"/>
            <a:ext cx="771525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74364" imgH="393529" progId="Equation.DSMT4">
                    <p:embed/>
                  </p:oleObj>
                </mc:Choice>
                <mc:Fallback>
                  <p:oleObj name="Equation" r:id="rId10" imgW="774364" imgH="393529" progId="Equation.DSMT4">
                    <p:embed/>
                    <p:pic>
                      <p:nvPicPr>
                        <p:cNvPr id="0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7815" y="1529151"/>
                          <a:ext cx="771525" cy="390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5206336"/>
                </p:ext>
              </p:extLst>
            </p:nvPr>
          </p:nvGraphicFramePr>
          <p:xfrm>
            <a:off x="7190357" y="1493836"/>
            <a:ext cx="35242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55446" imgH="431613" progId="Equation.DSMT4">
                    <p:embed/>
                  </p:oleObj>
                </mc:Choice>
                <mc:Fallback>
                  <p:oleObj name="Equation" r:id="rId12" imgW="355446" imgH="431613" progId="Equation.DSMT4">
                    <p:embed/>
                    <p:pic>
                      <p:nvPicPr>
                        <p:cNvPr id="0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0357" y="1493836"/>
                          <a:ext cx="35242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3443835"/>
                </p:ext>
              </p:extLst>
            </p:nvPr>
          </p:nvGraphicFramePr>
          <p:xfrm>
            <a:off x="2514600" y="2074486"/>
            <a:ext cx="35242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55446" imgH="431613" progId="Equation.DSMT4">
                    <p:embed/>
                  </p:oleObj>
                </mc:Choice>
                <mc:Fallback>
                  <p:oleObj name="Equation" r:id="rId14" imgW="355446" imgH="431613" progId="Equation.DSMT4">
                    <p:embed/>
                    <p:pic>
                      <p:nvPicPr>
                        <p:cNvPr id="0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600" y="2074486"/>
                          <a:ext cx="35242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8706057"/>
                </p:ext>
              </p:extLst>
            </p:nvPr>
          </p:nvGraphicFramePr>
          <p:xfrm>
            <a:off x="6363641" y="2068815"/>
            <a:ext cx="1719263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723600" imgH="228600" progId="Equation.DSMT4">
                    <p:embed/>
                  </p:oleObj>
                </mc:Choice>
                <mc:Fallback>
                  <p:oleObj name="Equation" r:id="rId15" imgW="723600" imgH="228600" progId="Equation.DSMT4">
                    <p:embed/>
                    <p:pic>
                      <p:nvPicPr>
                        <p:cNvPr id="0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3641" y="2068815"/>
                          <a:ext cx="1719263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111"/>
            <p:cNvSpPr>
              <a:spLocks noChangeArrowheads="1"/>
            </p:cNvSpPr>
            <p:nvPr/>
          </p:nvSpPr>
          <p:spPr bwMode="auto">
            <a:xfrm>
              <a:off x="5061269" y="1417893"/>
              <a:ext cx="5453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7" name="Rectangle 112"/>
            <p:cNvSpPr>
              <a:spLocks noChangeArrowheads="1"/>
            </p:cNvSpPr>
            <p:nvPr/>
          </p:nvSpPr>
          <p:spPr bwMode="auto">
            <a:xfrm>
              <a:off x="6351588" y="1440189"/>
              <a:ext cx="9834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在点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8" name="Rectangle 113"/>
            <p:cNvSpPr>
              <a:spLocks noChangeArrowheads="1"/>
            </p:cNvSpPr>
            <p:nvPr/>
          </p:nvSpPr>
          <p:spPr bwMode="auto">
            <a:xfrm>
              <a:off x="7513252" y="1456633"/>
              <a:ext cx="292764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处具有导数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且在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9" name="Rectangle 114"/>
            <p:cNvSpPr>
              <a:spLocks noChangeArrowheads="1"/>
            </p:cNvSpPr>
            <p:nvPr/>
          </p:nvSpPr>
          <p:spPr bwMode="auto">
            <a:xfrm>
              <a:off x="2910330" y="2039065"/>
              <a:ext cx="393576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处取得极值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那么必定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505274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3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0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03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3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3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0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03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03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03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0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0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8" grpId="0" animBg="1"/>
      <p:bldP spid="403461" grpId="0" autoUpdateAnimBg="0"/>
      <p:bldP spid="403462" grpId="0" autoUpdateAnimBg="0"/>
      <p:bldP spid="403464" grpId="0" autoUpdateAnimBg="0"/>
      <p:bldP spid="403465" grpId="0" autoUpdateAnimBg="0"/>
      <p:bldP spid="403469" grpId="0" animBg="1"/>
      <p:bldP spid="403470" grpId="0" autoUpdateAnimBg="0"/>
      <p:bldP spid="403471" grpId="0" animBg="1"/>
      <p:bldP spid="403472" grpId="0" animBg="1"/>
      <p:bldP spid="403473" grpId="0" autoUpdateAnimBg="0"/>
      <p:bldP spid="403474" grpId="0" autoUpdateAnimBg="0"/>
      <p:bldP spid="40347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4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694431"/>
              </p:ext>
            </p:extLst>
          </p:nvPr>
        </p:nvGraphicFramePr>
        <p:xfrm>
          <a:off x="2239963" y="3506788"/>
          <a:ext cx="781843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077970" imgH="1019133" progId="Word.Document.8">
                  <p:embed/>
                </p:oleObj>
              </mc:Choice>
              <mc:Fallback>
                <p:oleObj name="Document" r:id="rId2" imgW="8077970" imgH="10191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3506788"/>
                        <a:ext cx="7818437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083593" y="300825"/>
            <a:ext cx="3810000" cy="519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定理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第一充分条件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04484" name="Freeform 4"/>
          <p:cNvSpPr>
            <a:spLocks/>
          </p:cNvSpPr>
          <p:nvPr/>
        </p:nvSpPr>
        <p:spPr bwMode="auto">
          <a:xfrm>
            <a:off x="3340100" y="5010150"/>
            <a:ext cx="1155700" cy="304800"/>
          </a:xfrm>
          <a:custGeom>
            <a:avLst/>
            <a:gdLst>
              <a:gd name="T0" fmla="*/ 0 w 672"/>
              <a:gd name="T1" fmla="*/ 2147483647 h 192"/>
              <a:gd name="T2" fmla="*/ 2147483647 w 672"/>
              <a:gd name="T3" fmla="*/ 0 h 192"/>
              <a:gd name="T4" fmla="*/ 2147483647 w 672"/>
              <a:gd name="T5" fmla="*/ 2147483647 h 192"/>
              <a:gd name="T6" fmla="*/ 0 60000 65536"/>
              <a:gd name="T7" fmla="*/ 0 60000 65536"/>
              <a:gd name="T8" fmla="*/ 0 60000 65536"/>
              <a:gd name="T9" fmla="*/ 0 w 672"/>
              <a:gd name="T10" fmla="*/ 0 h 192"/>
              <a:gd name="T11" fmla="*/ 672 w 67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192">
                <a:moveTo>
                  <a:pt x="0" y="192"/>
                </a:moveTo>
                <a:cubicBezTo>
                  <a:pt x="112" y="96"/>
                  <a:pt x="224" y="0"/>
                  <a:pt x="336" y="0"/>
                </a:cubicBezTo>
                <a:cubicBezTo>
                  <a:pt x="448" y="0"/>
                  <a:pt x="608" y="160"/>
                  <a:pt x="672" y="192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485" name="Line 5"/>
          <p:cNvSpPr>
            <a:spLocks noChangeShapeType="1"/>
          </p:cNvSpPr>
          <p:nvPr/>
        </p:nvSpPr>
        <p:spPr bwMode="auto">
          <a:xfrm>
            <a:off x="3406775" y="4995863"/>
            <a:ext cx="10287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795588" y="4629150"/>
            <a:ext cx="2386012" cy="1447800"/>
            <a:chOff x="801" y="2784"/>
            <a:chExt cx="1503" cy="912"/>
          </a:xfrm>
        </p:grpSpPr>
        <p:sp>
          <p:nvSpPr>
            <p:cNvPr id="19488" name="Line 7"/>
            <p:cNvSpPr>
              <a:spLocks noChangeShapeType="1"/>
            </p:cNvSpPr>
            <p:nvPr/>
          </p:nvSpPr>
          <p:spPr bwMode="auto">
            <a:xfrm flipV="1">
              <a:off x="979" y="2784"/>
              <a:ext cx="0" cy="8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9" name="Line 8"/>
            <p:cNvSpPr>
              <a:spLocks noChangeShapeType="1"/>
            </p:cNvSpPr>
            <p:nvPr/>
          </p:nvSpPr>
          <p:spPr bwMode="auto">
            <a:xfrm>
              <a:off x="816" y="3504"/>
              <a:ext cx="14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90" name="Object 9"/>
            <p:cNvGraphicFramePr>
              <a:graphicFrameLocks noChangeAspect="1"/>
            </p:cNvGraphicFramePr>
            <p:nvPr/>
          </p:nvGraphicFramePr>
          <p:xfrm>
            <a:off x="2160" y="3559"/>
            <a:ext cx="144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890" imgH="241195" progId="Equation.3">
                    <p:embed/>
                  </p:oleObj>
                </mc:Choice>
                <mc:Fallback>
                  <p:oleObj name="公式" r:id="rId4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3559"/>
                          <a:ext cx="144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1" name="Object 10"/>
            <p:cNvGraphicFramePr>
              <a:graphicFrameLocks noChangeAspect="1"/>
            </p:cNvGraphicFramePr>
            <p:nvPr/>
          </p:nvGraphicFramePr>
          <p:xfrm>
            <a:off x="801" y="2827"/>
            <a:ext cx="14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53780" imgH="317225" progId="Equation.3">
                    <p:embed/>
                  </p:oleObj>
                </mc:Choice>
                <mc:Fallback>
                  <p:oleObj name="公式" r:id="rId6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1" y="2827"/>
                          <a:ext cx="144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2" name="Object 11"/>
            <p:cNvGraphicFramePr>
              <a:graphicFrameLocks noChangeAspect="1"/>
            </p:cNvGraphicFramePr>
            <p:nvPr/>
          </p:nvGraphicFramePr>
          <p:xfrm>
            <a:off x="828" y="3528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15713" imgH="241091" progId="Equation.3">
                    <p:embed/>
                  </p:oleObj>
                </mc:Choice>
                <mc:Fallback>
                  <p:oleObj name="公式" r:id="rId8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8" y="3528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4492" name="Freeform 12"/>
          <p:cNvSpPr>
            <a:spLocks/>
          </p:cNvSpPr>
          <p:nvPr/>
        </p:nvSpPr>
        <p:spPr bwMode="auto">
          <a:xfrm>
            <a:off x="6286500" y="5010150"/>
            <a:ext cx="1320800" cy="381000"/>
          </a:xfrm>
          <a:custGeom>
            <a:avLst/>
            <a:gdLst>
              <a:gd name="T0" fmla="*/ 0 w 768"/>
              <a:gd name="T1" fmla="*/ 0 h 240"/>
              <a:gd name="T2" fmla="*/ 2147483647 w 768"/>
              <a:gd name="T3" fmla="*/ 2147483647 h 240"/>
              <a:gd name="T4" fmla="*/ 2147483647 w 768"/>
              <a:gd name="T5" fmla="*/ 0 h 240"/>
              <a:gd name="T6" fmla="*/ 0 60000 65536"/>
              <a:gd name="T7" fmla="*/ 0 60000 65536"/>
              <a:gd name="T8" fmla="*/ 0 60000 65536"/>
              <a:gd name="T9" fmla="*/ 0 w 768"/>
              <a:gd name="T10" fmla="*/ 0 h 240"/>
              <a:gd name="T11" fmla="*/ 768 w 768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240">
                <a:moveTo>
                  <a:pt x="0" y="0"/>
                </a:moveTo>
                <a:cubicBezTo>
                  <a:pt x="128" y="120"/>
                  <a:pt x="256" y="240"/>
                  <a:pt x="384" y="240"/>
                </a:cubicBezTo>
                <a:cubicBezTo>
                  <a:pt x="512" y="240"/>
                  <a:pt x="640" y="120"/>
                  <a:pt x="768" y="0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493" name="Line 13"/>
          <p:cNvSpPr>
            <a:spLocks noChangeShapeType="1"/>
          </p:cNvSpPr>
          <p:nvPr/>
        </p:nvSpPr>
        <p:spPr bwMode="auto">
          <a:xfrm>
            <a:off x="6477000" y="5405438"/>
            <a:ext cx="9842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5767388" y="4629150"/>
            <a:ext cx="2386012" cy="1447800"/>
            <a:chOff x="801" y="2784"/>
            <a:chExt cx="1503" cy="912"/>
          </a:xfrm>
        </p:grpSpPr>
        <p:sp>
          <p:nvSpPr>
            <p:cNvPr id="19483" name="Line 15"/>
            <p:cNvSpPr>
              <a:spLocks noChangeShapeType="1"/>
            </p:cNvSpPr>
            <p:nvPr/>
          </p:nvSpPr>
          <p:spPr bwMode="auto">
            <a:xfrm flipV="1">
              <a:off x="979" y="2784"/>
              <a:ext cx="0" cy="8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4" name="Line 16"/>
            <p:cNvSpPr>
              <a:spLocks noChangeShapeType="1"/>
            </p:cNvSpPr>
            <p:nvPr/>
          </p:nvSpPr>
          <p:spPr bwMode="auto">
            <a:xfrm>
              <a:off x="816" y="3504"/>
              <a:ext cx="14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85" name="Object 17"/>
            <p:cNvGraphicFramePr>
              <a:graphicFrameLocks noChangeAspect="1"/>
            </p:cNvGraphicFramePr>
            <p:nvPr/>
          </p:nvGraphicFramePr>
          <p:xfrm>
            <a:off x="2160" y="3559"/>
            <a:ext cx="144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3890" imgH="241195" progId="Equation.3">
                    <p:embed/>
                  </p:oleObj>
                </mc:Choice>
                <mc:Fallback>
                  <p:oleObj name="公式" r:id="rId10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3559"/>
                          <a:ext cx="144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6" name="Object 18"/>
            <p:cNvGraphicFramePr>
              <a:graphicFrameLocks noChangeAspect="1"/>
            </p:cNvGraphicFramePr>
            <p:nvPr/>
          </p:nvGraphicFramePr>
          <p:xfrm>
            <a:off x="801" y="2827"/>
            <a:ext cx="14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53780" imgH="317225" progId="Equation.3">
                    <p:embed/>
                  </p:oleObj>
                </mc:Choice>
                <mc:Fallback>
                  <p:oleObj name="公式" r:id="rId11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1" y="2827"/>
                          <a:ext cx="144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7" name="Object 19"/>
            <p:cNvGraphicFramePr>
              <a:graphicFrameLocks noChangeAspect="1"/>
            </p:cNvGraphicFramePr>
            <p:nvPr/>
          </p:nvGraphicFramePr>
          <p:xfrm>
            <a:off x="828" y="3528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15713" imgH="241091" progId="Equation.3">
                    <p:embed/>
                  </p:oleObj>
                </mc:Choice>
                <mc:Fallback>
                  <p:oleObj name="公式" r:id="rId12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8" y="3528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3762376" y="5010151"/>
            <a:ext cx="290513" cy="1096963"/>
            <a:chOff x="1410" y="3144"/>
            <a:chExt cx="183" cy="691"/>
          </a:xfrm>
        </p:grpSpPr>
        <p:sp>
          <p:nvSpPr>
            <p:cNvPr id="19481" name="Line 21"/>
            <p:cNvSpPr>
              <a:spLocks noChangeShapeType="1"/>
            </p:cNvSpPr>
            <p:nvPr/>
          </p:nvSpPr>
          <p:spPr bwMode="auto">
            <a:xfrm>
              <a:off x="1492" y="314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82" name="Object 22"/>
            <p:cNvGraphicFramePr>
              <a:graphicFrameLocks noChangeAspect="1"/>
            </p:cNvGraphicFramePr>
            <p:nvPr/>
          </p:nvGraphicFramePr>
          <p:xfrm>
            <a:off x="1410" y="3607"/>
            <a:ext cx="183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91973" imgH="393529" progId="Equation.3">
                    <p:embed/>
                  </p:oleObj>
                </mc:Choice>
                <mc:Fallback>
                  <p:oleObj name="公式" r:id="rId13" imgW="291973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0" y="3607"/>
                          <a:ext cx="183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6815138" y="5391150"/>
            <a:ext cx="290512" cy="723900"/>
            <a:chOff x="3765" y="3384"/>
            <a:chExt cx="183" cy="456"/>
          </a:xfrm>
        </p:grpSpPr>
        <p:sp>
          <p:nvSpPr>
            <p:cNvPr id="19479" name="Line 24"/>
            <p:cNvSpPr>
              <a:spLocks noChangeShapeType="1"/>
            </p:cNvSpPr>
            <p:nvPr/>
          </p:nvSpPr>
          <p:spPr bwMode="auto">
            <a:xfrm>
              <a:off x="3848" y="33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80" name="Object 25"/>
            <p:cNvGraphicFramePr>
              <a:graphicFrameLocks noChangeAspect="1"/>
            </p:cNvGraphicFramePr>
            <p:nvPr/>
          </p:nvGraphicFramePr>
          <p:xfrm>
            <a:off x="3765" y="3612"/>
            <a:ext cx="183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91973" imgH="393529" progId="Equation.3">
                    <p:embed/>
                  </p:oleObj>
                </mc:Choice>
                <mc:Fallback>
                  <p:oleObj name="公式" r:id="rId15" imgW="291973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5" y="3612"/>
                          <a:ext cx="183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4506" name="Object 26"/>
          <p:cNvGraphicFramePr>
            <a:graphicFrameLocks noChangeAspect="1"/>
          </p:cNvGraphicFramePr>
          <p:nvPr/>
        </p:nvGraphicFramePr>
        <p:xfrm>
          <a:off x="3505201" y="5200651"/>
          <a:ext cx="252413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53890" imgH="241195" progId="Equation.3">
                  <p:embed/>
                </p:oleObj>
              </mc:Choice>
              <mc:Fallback>
                <p:oleObj name="公式" r:id="rId16" imgW="25389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5200651"/>
                        <a:ext cx="252413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7" name="Object 27"/>
          <p:cNvGraphicFramePr>
            <a:graphicFrameLocks noChangeAspect="1"/>
          </p:cNvGraphicFramePr>
          <p:nvPr/>
        </p:nvGraphicFramePr>
        <p:xfrm>
          <a:off x="4038601" y="5295901"/>
          <a:ext cx="239713" cy="8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40986" imgH="88784" progId="Equation.3">
                  <p:embed/>
                </p:oleObj>
              </mc:Choice>
              <mc:Fallback>
                <p:oleObj name="公式" r:id="rId18" imgW="240986" imgH="887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5295901"/>
                        <a:ext cx="239713" cy="8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8" name="Object 28"/>
          <p:cNvGraphicFramePr>
            <a:graphicFrameLocks noChangeAspect="1"/>
          </p:cNvGraphicFramePr>
          <p:nvPr/>
        </p:nvGraphicFramePr>
        <p:xfrm>
          <a:off x="6172201" y="5200651"/>
          <a:ext cx="239713" cy="8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40986" imgH="88784" progId="Equation.3">
                  <p:embed/>
                </p:oleObj>
              </mc:Choice>
              <mc:Fallback>
                <p:oleObj name="公式" r:id="rId20" imgW="240986" imgH="887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5200651"/>
                        <a:ext cx="239713" cy="8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9" name="Object 29"/>
          <p:cNvGraphicFramePr>
            <a:graphicFrameLocks noChangeAspect="1"/>
          </p:cNvGraphicFramePr>
          <p:nvPr/>
        </p:nvGraphicFramePr>
        <p:xfrm>
          <a:off x="7543801" y="5124451"/>
          <a:ext cx="252413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53890" imgH="241195" progId="Equation.3">
                  <p:embed/>
                </p:oleObj>
              </mc:Choice>
              <mc:Fallback>
                <p:oleObj name="公式" r:id="rId21" imgW="25389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1" y="5124451"/>
                        <a:ext cx="252413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510" name="Line 30"/>
          <p:cNvSpPr>
            <a:spLocks noChangeShapeType="1"/>
          </p:cNvSpPr>
          <p:nvPr/>
        </p:nvSpPr>
        <p:spPr bwMode="auto">
          <a:xfrm>
            <a:off x="7469917" y="2390356"/>
            <a:ext cx="10287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11" name="Line 31"/>
          <p:cNvSpPr>
            <a:spLocks noChangeShapeType="1"/>
          </p:cNvSpPr>
          <p:nvPr/>
        </p:nvSpPr>
        <p:spPr bwMode="auto">
          <a:xfrm>
            <a:off x="7469917" y="3442284"/>
            <a:ext cx="10287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12" name="Line 32"/>
          <p:cNvSpPr>
            <a:spLocks noChangeShapeType="1"/>
          </p:cNvSpPr>
          <p:nvPr/>
        </p:nvSpPr>
        <p:spPr bwMode="auto">
          <a:xfrm>
            <a:off x="5995988" y="4437112"/>
            <a:ext cx="10287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13" name="Text Box 33"/>
          <p:cNvSpPr txBox="1">
            <a:spLocks noChangeArrowheads="1"/>
          </p:cNvSpPr>
          <p:nvPr/>
        </p:nvSpPr>
        <p:spPr bwMode="auto">
          <a:xfrm>
            <a:off x="8077200" y="57912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是极值点情形</a:t>
            </a: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0451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828004"/>
              </p:ext>
            </p:extLst>
          </p:nvPr>
        </p:nvGraphicFramePr>
        <p:xfrm>
          <a:off x="2198075" y="2508873"/>
          <a:ext cx="7886453" cy="98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2" imgW="8077970" imgH="1008694" progId="Word.Document.8">
                  <p:embed/>
                </p:oleObj>
              </mc:Choice>
              <mc:Fallback>
                <p:oleObj name="Document" r:id="rId22" imgW="8077970" imgH="10086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075" y="2508873"/>
                        <a:ext cx="7886453" cy="98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16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974740"/>
              </p:ext>
            </p:extLst>
          </p:nvPr>
        </p:nvGraphicFramePr>
        <p:xfrm>
          <a:off x="2598738" y="723900"/>
          <a:ext cx="58832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39800" imgH="330120" progId="Equation.DSMT4">
                  <p:embed/>
                </p:oleObj>
              </mc:Choice>
              <mc:Fallback>
                <p:oleObj name="Equation" r:id="rId24" imgW="2539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723900"/>
                        <a:ext cx="58832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2115017" y="1404385"/>
            <a:ext cx="7725370" cy="573355"/>
            <a:chOff x="2174513" y="1376562"/>
            <a:chExt cx="7725370" cy="573355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5029457"/>
                </p:ext>
              </p:extLst>
            </p:nvPr>
          </p:nvGraphicFramePr>
          <p:xfrm>
            <a:off x="3433763" y="1489368"/>
            <a:ext cx="2044527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336800" imgH="431800" progId="Equation.DSMT4">
                    <p:embed/>
                  </p:oleObj>
                </mc:Choice>
                <mc:Fallback>
                  <p:oleObj name="Equation" r:id="rId26" imgW="2336800" imgH="431800" progId="Equation.DSMT4">
                    <p:embed/>
                    <p:pic>
                      <p:nvPicPr>
                        <p:cNvPr id="0" name="Object 7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3763" y="1489368"/>
                          <a:ext cx="2044527" cy="4286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649508"/>
                </p:ext>
              </p:extLst>
            </p:nvPr>
          </p:nvGraphicFramePr>
          <p:xfrm>
            <a:off x="5943829" y="1499543"/>
            <a:ext cx="1411046" cy="417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672808" imgH="203112" progId="Equation.DSMT4">
                    <p:embed/>
                  </p:oleObj>
                </mc:Choice>
                <mc:Fallback>
                  <p:oleObj name="Equation" r:id="rId28" imgW="672808" imgH="203112" progId="Equation.DSMT4">
                    <p:embed/>
                    <p:pic>
                      <p:nvPicPr>
                        <p:cNvPr id="0" name="Object 7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3829" y="1499543"/>
                          <a:ext cx="1411046" cy="41735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9188283"/>
                </p:ext>
              </p:extLst>
            </p:nvPr>
          </p:nvGraphicFramePr>
          <p:xfrm>
            <a:off x="7803344" y="1463633"/>
            <a:ext cx="2096539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247900" imgH="431800" progId="Equation.DSMT4">
                    <p:embed/>
                  </p:oleObj>
                </mc:Choice>
                <mc:Fallback>
                  <p:oleObj name="Equation" r:id="rId30" imgW="2247900" imgH="431800" progId="Equation.DSMT4">
                    <p:embed/>
                    <p:pic>
                      <p:nvPicPr>
                        <p:cNvPr id="0" name="Object 7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03344" y="1463633"/>
                          <a:ext cx="2096539" cy="4286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776"/>
            <p:cNvSpPr>
              <a:spLocks noChangeArrowheads="1"/>
            </p:cNvSpPr>
            <p:nvPr/>
          </p:nvSpPr>
          <p:spPr bwMode="auto">
            <a:xfrm>
              <a:off x="2174513" y="1426697"/>
              <a:ext cx="155949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如果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777"/>
            <p:cNvSpPr>
              <a:spLocks noChangeArrowheads="1"/>
            </p:cNvSpPr>
            <p:nvPr/>
          </p:nvSpPr>
          <p:spPr bwMode="auto">
            <a:xfrm>
              <a:off x="5467761" y="1400810"/>
              <a:ext cx="55138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有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778"/>
            <p:cNvSpPr>
              <a:spLocks noChangeArrowheads="1"/>
            </p:cNvSpPr>
            <p:nvPr/>
          </p:nvSpPr>
          <p:spPr bwMode="auto">
            <a:xfrm>
              <a:off x="7289469" y="1376562"/>
              <a:ext cx="63817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而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526860" y="1908546"/>
            <a:ext cx="1893992" cy="523220"/>
            <a:chOff x="2526860" y="1908546"/>
            <a:chExt cx="1893992" cy="523220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1164774"/>
                </p:ext>
              </p:extLst>
            </p:nvPr>
          </p:nvGraphicFramePr>
          <p:xfrm>
            <a:off x="2880977" y="1976153"/>
            <a:ext cx="1539875" cy="455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672840" imgH="203040" progId="Equation.DSMT4">
                    <p:embed/>
                  </p:oleObj>
                </mc:Choice>
                <mc:Fallback>
                  <p:oleObj name="Equation" r:id="rId32" imgW="672840" imgH="203040" progId="Equation.DSMT4">
                    <p:embed/>
                    <p:pic>
                      <p:nvPicPr>
                        <p:cNvPr id="0" name="Object 7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977" y="1976153"/>
                          <a:ext cx="1539875" cy="4556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779"/>
            <p:cNvSpPr>
              <a:spLocks noChangeArrowheads="1"/>
            </p:cNvSpPr>
            <p:nvPr/>
          </p:nvSpPr>
          <p:spPr bwMode="auto">
            <a:xfrm>
              <a:off x="2526860" y="1908546"/>
              <a:ext cx="47197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有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511540" y="1882092"/>
            <a:ext cx="4342668" cy="534497"/>
            <a:chOff x="4511540" y="1882092"/>
            <a:chExt cx="4342668" cy="534497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3600315"/>
                </p:ext>
              </p:extLst>
            </p:nvPr>
          </p:nvGraphicFramePr>
          <p:xfrm>
            <a:off x="4968511" y="1974893"/>
            <a:ext cx="771525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774364" imgH="393529" progId="Equation.DSMT4">
                    <p:embed/>
                  </p:oleObj>
                </mc:Choice>
                <mc:Fallback>
                  <p:oleObj name="Equation" r:id="rId34" imgW="774364" imgH="393529" progId="Equation.DSMT4">
                    <p:embed/>
                    <p:pic>
                      <p:nvPicPr>
                        <p:cNvPr id="0" name="Object 7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511" y="1974893"/>
                          <a:ext cx="771525" cy="390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4135974"/>
                </p:ext>
              </p:extLst>
            </p:nvPr>
          </p:nvGraphicFramePr>
          <p:xfrm>
            <a:off x="6027634" y="1912385"/>
            <a:ext cx="40005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77646" imgH="228402" progId="Equation.DSMT4">
                    <p:embed/>
                  </p:oleObj>
                </mc:Choice>
                <mc:Fallback>
                  <p:oleObj name="Equation" r:id="rId36" imgW="177646" imgH="228402" progId="Equation.DSMT4">
                    <p:embed/>
                    <p:pic>
                      <p:nvPicPr>
                        <p:cNvPr id="0" name="Object 7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27634" y="1912385"/>
                          <a:ext cx="400050" cy="495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780"/>
            <p:cNvSpPr>
              <a:spLocks noChangeArrowheads="1"/>
            </p:cNvSpPr>
            <p:nvPr/>
          </p:nvSpPr>
          <p:spPr bwMode="auto">
            <a:xfrm>
              <a:off x="4511540" y="1882092"/>
              <a:ext cx="5601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781"/>
            <p:cNvSpPr>
              <a:spLocks noChangeArrowheads="1"/>
            </p:cNvSpPr>
            <p:nvPr/>
          </p:nvSpPr>
          <p:spPr bwMode="auto">
            <a:xfrm>
              <a:off x="5668805" y="1886778"/>
              <a:ext cx="57498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782"/>
            <p:cNvSpPr>
              <a:spLocks noChangeArrowheads="1"/>
            </p:cNvSpPr>
            <p:nvPr/>
          </p:nvSpPr>
          <p:spPr bwMode="auto">
            <a:xfrm>
              <a:off x="6286600" y="1893369"/>
              <a:ext cx="256760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处取得极大值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678479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0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04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0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0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04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0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0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4" grpId="0" animBg="1"/>
      <p:bldP spid="404485" grpId="0" animBg="1"/>
      <p:bldP spid="404492" grpId="0" animBg="1"/>
      <p:bldP spid="404493" grpId="0" animBg="1"/>
      <p:bldP spid="404510" grpId="0" animBg="1"/>
      <p:bldP spid="404511" grpId="0" animBg="1"/>
      <p:bldP spid="404512" grpId="0" animBg="1"/>
      <p:bldP spid="40451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421063"/>
              </p:ext>
            </p:extLst>
          </p:nvPr>
        </p:nvGraphicFramePr>
        <p:xfrm>
          <a:off x="2108200" y="3440113"/>
          <a:ext cx="7088188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077970" imgH="996454" progId="Word.Document.8">
                  <p:embed/>
                </p:oleObj>
              </mc:Choice>
              <mc:Fallback>
                <p:oleObj name="Document" r:id="rId3" imgW="8077970" imgH="99645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3440113"/>
                        <a:ext cx="7088188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2111089" y="251659"/>
            <a:ext cx="3810000" cy="519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定理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第一充分条件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Line 30"/>
          <p:cNvSpPr>
            <a:spLocks noChangeShapeType="1"/>
          </p:cNvSpPr>
          <p:nvPr/>
        </p:nvSpPr>
        <p:spPr bwMode="auto">
          <a:xfrm flipV="1">
            <a:off x="7318375" y="2308226"/>
            <a:ext cx="937865" cy="846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5" name="Line 31"/>
          <p:cNvSpPr>
            <a:spLocks noChangeShapeType="1"/>
          </p:cNvSpPr>
          <p:nvPr/>
        </p:nvSpPr>
        <p:spPr bwMode="auto">
          <a:xfrm>
            <a:off x="7140577" y="3306777"/>
            <a:ext cx="10287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8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294616"/>
              </p:ext>
            </p:extLst>
          </p:nvPr>
        </p:nvGraphicFramePr>
        <p:xfrm>
          <a:off x="2116139" y="1376363"/>
          <a:ext cx="7580261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8388661" imgH="1078172" progId="Word.Document.8">
                  <p:embed/>
                </p:oleObj>
              </mc:Choice>
              <mc:Fallback>
                <p:oleObj name="Document" r:id="rId5" imgW="8388661" imgH="107817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139" y="1376363"/>
                        <a:ext cx="7580261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227866"/>
              </p:ext>
            </p:extLst>
          </p:nvPr>
        </p:nvGraphicFramePr>
        <p:xfrm>
          <a:off x="2141538" y="2395538"/>
          <a:ext cx="723741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8077970" imgH="1041453" progId="Word.Document.8">
                  <p:embed/>
                </p:oleObj>
              </mc:Choice>
              <mc:Fallback>
                <p:oleObj name="Document" r:id="rId7" imgW="8077970" imgH="104145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2395538"/>
                        <a:ext cx="7237412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238453"/>
              </p:ext>
            </p:extLst>
          </p:nvPr>
        </p:nvGraphicFramePr>
        <p:xfrm>
          <a:off x="2647950" y="625475"/>
          <a:ext cx="56991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39800" imgH="330120" progId="Equation.DSMT4">
                  <p:embed/>
                </p:oleObj>
              </mc:Choice>
              <mc:Fallback>
                <p:oleObj name="Equation" r:id="rId9" imgW="2539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625475"/>
                        <a:ext cx="569912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4" name="Line 64"/>
          <p:cNvSpPr>
            <a:spLocks noChangeShapeType="1"/>
          </p:cNvSpPr>
          <p:nvPr/>
        </p:nvSpPr>
        <p:spPr bwMode="auto">
          <a:xfrm>
            <a:off x="3416300" y="5232400"/>
            <a:ext cx="11557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85" name="Freeform 65"/>
          <p:cNvSpPr>
            <a:spLocks/>
          </p:cNvSpPr>
          <p:nvPr/>
        </p:nvSpPr>
        <p:spPr bwMode="auto">
          <a:xfrm>
            <a:off x="3263900" y="4832350"/>
            <a:ext cx="1403350" cy="762000"/>
          </a:xfrm>
          <a:custGeom>
            <a:avLst/>
            <a:gdLst>
              <a:gd name="T0" fmla="*/ 0 w 816"/>
              <a:gd name="T1" fmla="*/ 2147483647 h 288"/>
              <a:gd name="T2" fmla="*/ 2147483647 w 816"/>
              <a:gd name="T3" fmla="*/ 2147483647 h 288"/>
              <a:gd name="T4" fmla="*/ 2147483647 w 816"/>
              <a:gd name="T5" fmla="*/ 2147483647 h 288"/>
              <a:gd name="T6" fmla="*/ 2147483647 w 816"/>
              <a:gd name="T7" fmla="*/ 2147483647 h 288"/>
              <a:gd name="T8" fmla="*/ 2147483647 w 816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6"/>
              <a:gd name="T16" fmla="*/ 0 h 288"/>
              <a:gd name="T17" fmla="*/ 816 w 816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6" h="288">
                <a:moveTo>
                  <a:pt x="0" y="288"/>
                </a:moveTo>
                <a:cubicBezTo>
                  <a:pt x="32" y="252"/>
                  <a:pt x="64" y="216"/>
                  <a:pt x="144" y="192"/>
                </a:cubicBezTo>
                <a:cubicBezTo>
                  <a:pt x="224" y="168"/>
                  <a:pt x="384" y="160"/>
                  <a:pt x="480" y="144"/>
                </a:cubicBezTo>
                <a:cubicBezTo>
                  <a:pt x="576" y="128"/>
                  <a:pt x="664" y="120"/>
                  <a:pt x="720" y="96"/>
                </a:cubicBezTo>
                <a:cubicBezTo>
                  <a:pt x="776" y="72"/>
                  <a:pt x="796" y="36"/>
                  <a:pt x="816" y="0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86" name="Freeform 66"/>
          <p:cNvSpPr>
            <a:spLocks/>
          </p:cNvSpPr>
          <p:nvPr/>
        </p:nvSpPr>
        <p:spPr bwMode="auto">
          <a:xfrm>
            <a:off x="6340475" y="4756150"/>
            <a:ext cx="1447800" cy="838200"/>
          </a:xfrm>
          <a:custGeom>
            <a:avLst/>
            <a:gdLst>
              <a:gd name="T0" fmla="*/ 0 w 672"/>
              <a:gd name="T1" fmla="*/ 0 h 288"/>
              <a:gd name="T2" fmla="*/ 2147483647 w 672"/>
              <a:gd name="T3" fmla="*/ 2147483647 h 288"/>
              <a:gd name="T4" fmla="*/ 2147483647 w 672"/>
              <a:gd name="T5" fmla="*/ 2147483647 h 288"/>
              <a:gd name="T6" fmla="*/ 2147483647 w 672"/>
              <a:gd name="T7" fmla="*/ 2147483647 h 288"/>
              <a:gd name="T8" fmla="*/ 2147483647 w 672"/>
              <a:gd name="T9" fmla="*/ 2147483647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72"/>
              <a:gd name="T16" fmla="*/ 0 h 288"/>
              <a:gd name="T17" fmla="*/ 672 w 672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72" h="288">
                <a:moveTo>
                  <a:pt x="0" y="0"/>
                </a:moveTo>
                <a:cubicBezTo>
                  <a:pt x="24" y="36"/>
                  <a:pt x="48" y="72"/>
                  <a:pt x="96" y="96"/>
                </a:cubicBezTo>
                <a:cubicBezTo>
                  <a:pt x="144" y="120"/>
                  <a:pt x="216" y="128"/>
                  <a:pt x="288" y="144"/>
                </a:cubicBezTo>
                <a:cubicBezTo>
                  <a:pt x="360" y="160"/>
                  <a:pt x="464" y="168"/>
                  <a:pt x="528" y="192"/>
                </a:cubicBezTo>
                <a:cubicBezTo>
                  <a:pt x="592" y="216"/>
                  <a:pt x="648" y="272"/>
                  <a:pt x="672" y="288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2" name="Group 67"/>
          <p:cNvGrpSpPr>
            <a:grpSpLocks/>
          </p:cNvGrpSpPr>
          <p:nvPr/>
        </p:nvGrpSpPr>
        <p:grpSpPr bwMode="auto">
          <a:xfrm>
            <a:off x="2782888" y="4527550"/>
            <a:ext cx="2386012" cy="1752600"/>
            <a:chOff x="816" y="528"/>
            <a:chExt cx="1503" cy="1104"/>
          </a:xfrm>
        </p:grpSpPr>
        <p:sp>
          <p:nvSpPr>
            <p:cNvPr id="20511" name="Line 68"/>
            <p:cNvSpPr>
              <a:spLocks noChangeShapeType="1"/>
            </p:cNvSpPr>
            <p:nvPr/>
          </p:nvSpPr>
          <p:spPr bwMode="auto">
            <a:xfrm flipV="1">
              <a:off x="994" y="528"/>
              <a:ext cx="0" cy="10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2" name="Line 69"/>
            <p:cNvSpPr>
              <a:spLocks noChangeShapeType="1"/>
            </p:cNvSpPr>
            <p:nvPr/>
          </p:nvSpPr>
          <p:spPr bwMode="auto">
            <a:xfrm>
              <a:off x="831" y="1440"/>
              <a:ext cx="14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13" name="Object 70"/>
            <p:cNvGraphicFramePr>
              <a:graphicFrameLocks noChangeAspect="1"/>
            </p:cNvGraphicFramePr>
            <p:nvPr/>
          </p:nvGraphicFramePr>
          <p:xfrm>
            <a:off x="2175" y="1495"/>
            <a:ext cx="144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53890" imgH="241195" progId="Equation.3">
                    <p:embed/>
                  </p:oleObj>
                </mc:Choice>
                <mc:Fallback>
                  <p:oleObj name="公式" r:id="rId11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5" y="1495"/>
                          <a:ext cx="144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4" name="Object 71"/>
            <p:cNvGraphicFramePr>
              <a:graphicFrameLocks noChangeAspect="1"/>
            </p:cNvGraphicFramePr>
            <p:nvPr/>
          </p:nvGraphicFramePr>
          <p:xfrm>
            <a:off x="816" y="576"/>
            <a:ext cx="14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53780" imgH="317225" progId="Equation.3">
                    <p:embed/>
                  </p:oleObj>
                </mc:Choice>
                <mc:Fallback>
                  <p:oleObj name="公式" r:id="rId13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576"/>
                          <a:ext cx="144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5" name="Object 72"/>
            <p:cNvGraphicFramePr>
              <a:graphicFrameLocks noChangeAspect="1"/>
            </p:cNvGraphicFramePr>
            <p:nvPr/>
          </p:nvGraphicFramePr>
          <p:xfrm>
            <a:off x="843" y="1464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15713" imgH="241091" progId="Equation.3">
                    <p:embed/>
                  </p:oleObj>
                </mc:Choice>
                <mc:Fallback>
                  <p:oleObj name="公式" r:id="rId15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3" y="1464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3"/>
          <p:cNvGrpSpPr>
            <a:grpSpLocks/>
          </p:cNvGrpSpPr>
          <p:nvPr/>
        </p:nvGrpSpPr>
        <p:grpSpPr bwMode="auto">
          <a:xfrm>
            <a:off x="5807076" y="4527550"/>
            <a:ext cx="2386013" cy="1752600"/>
            <a:chOff x="3087" y="528"/>
            <a:chExt cx="1503" cy="1104"/>
          </a:xfrm>
        </p:grpSpPr>
        <p:sp>
          <p:nvSpPr>
            <p:cNvPr id="20506" name="Line 74"/>
            <p:cNvSpPr>
              <a:spLocks noChangeShapeType="1"/>
            </p:cNvSpPr>
            <p:nvPr/>
          </p:nvSpPr>
          <p:spPr bwMode="auto">
            <a:xfrm flipV="1">
              <a:off x="3265" y="528"/>
              <a:ext cx="0" cy="10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7" name="Line 75"/>
            <p:cNvSpPr>
              <a:spLocks noChangeShapeType="1"/>
            </p:cNvSpPr>
            <p:nvPr/>
          </p:nvSpPr>
          <p:spPr bwMode="auto">
            <a:xfrm>
              <a:off x="3102" y="1440"/>
              <a:ext cx="14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08" name="Object 76"/>
            <p:cNvGraphicFramePr>
              <a:graphicFrameLocks noChangeAspect="1"/>
            </p:cNvGraphicFramePr>
            <p:nvPr/>
          </p:nvGraphicFramePr>
          <p:xfrm>
            <a:off x="4446" y="1495"/>
            <a:ext cx="144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53890" imgH="241195" progId="Equation.3">
                    <p:embed/>
                  </p:oleObj>
                </mc:Choice>
                <mc:Fallback>
                  <p:oleObj name="公式" r:id="rId17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6" y="1495"/>
                          <a:ext cx="144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9" name="Object 77"/>
            <p:cNvGraphicFramePr>
              <a:graphicFrameLocks noChangeAspect="1"/>
            </p:cNvGraphicFramePr>
            <p:nvPr/>
          </p:nvGraphicFramePr>
          <p:xfrm>
            <a:off x="3087" y="576"/>
            <a:ext cx="14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53780" imgH="317225" progId="Equation.3">
                    <p:embed/>
                  </p:oleObj>
                </mc:Choice>
                <mc:Fallback>
                  <p:oleObj name="公式" r:id="rId18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7" y="576"/>
                          <a:ext cx="144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0" name="Object 78"/>
            <p:cNvGraphicFramePr>
              <a:graphicFrameLocks noChangeAspect="1"/>
            </p:cNvGraphicFramePr>
            <p:nvPr/>
          </p:nvGraphicFramePr>
          <p:xfrm>
            <a:off x="3114" y="1464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15713" imgH="241091" progId="Equation.3">
                    <p:embed/>
                  </p:oleObj>
                </mc:Choice>
                <mc:Fallback>
                  <p:oleObj name="公式" r:id="rId19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4" y="1464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79"/>
          <p:cNvGrpSpPr>
            <a:grpSpLocks/>
          </p:cNvGrpSpPr>
          <p:nvPr/>
        </p:nvGrpSpPr>
        <p:grpSpPr bwMode="auto">
          <a:xfrm>
            <a:off x="3811588" y="5259388"/>
            <a:ext cx="290512" cy="1096962"/>
            <a:chOff x="1410" y="3144"/>
            <a:chExt cx="183" cy="691"/>
          </a:xfrm>
        </p:grpSpPr>
        <p:sp>
          <p:nvSpPr>
            <p:cNvPr id="20504" name="Line 80"/>
            <p:cNvSpPr>
              <a:spLocks noChangeShapeType="1"/>
            </p:cNvSpPr>
            <p:nvPr/>
          </p:nvSpPr>
          <p:spPr bwMode="auto">
            <a:xfrm>
              <a:off x="1492" y="314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05" name="Object 81"/>
            <p:cNvGraphicFramePr>
              <a:graphicFrameLocks noChangeAspect="1"/>
            </p:cNvGraphicFramePr>
            <p:nvPr/>
          </p:nvGraphicFramePr>
          <p:xfrm>
            <a:off x="1410" y="3607"/>
            <a:ext cx="183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91973" imgH="393529" progId="Equation.3">
                    <p:embed/>
                  </p:oleObj>
                </mc:Choice>
                <mc:Fallback>
                  <p:oleObj name="公式" r:id="rId20" imgW="291973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0" y="3607"/>
                          <a:ext cx="183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82"/>
          <p:cNvGrpSpPr>
            <a:grpSpLocks/>
          </p:cNvGrpSpPr>
          <p:nvPr/>
        </p:nvGrpSpPr>
        <p:grpSpPr bwMode="auto">
          <a:xfrm>
            <a:off x="6873876" y="5213351"/>
            <a:ext cx="290513" cy="1096963"/>
            <a:chOff x="1410" y="3144"/>
            <a:chExt cx="183" cy="691"/>
          </a:xfrm>
        </p:grpSpPr>
        <p:sp>
          <p:nvSpPr>
            <p:cNvPr id="20502" name="Line 83"/>
            <p:cNvSpPr>
              <a:spLocks noChangeShapeType="1"/>
            </p:cNvSpPr>
            <p:nvPr/>
          </p:nvSpPr>
          <p:spPr bwMode="auto">
            <a:xfrm>
              <a:off x="1492" y="314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03" name="Object 84"/>
            <p:cNvGraphicFramePr>
              <a:graphicFrameLocks noChangeAspect="1"/>
            </p:cNvGraphicFramePr>
            <p:nvPr/>
          </p:nvGraphicFramePr>
          <p:xfrm>
            <a:off x="1410" y="3607"/>
            <a:ext cx="183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291973" imgH="393529" progId="Equation.3">
                    <p:embed/>
                  </p:oleObj>
                </mc:Choice>
                <mc:Fallback>
                  <p:oleObj name="公式" r:id="rId22" imgW="291973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0" y="3607"/>
                          <a:ext cx="183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0405" name="Line 85"/>
          <p:cNvSpPr>
            <a:spLocks noChangeShapeType="1"/>
          </p:cNvSpPr>
          <p:nvPr/>
        </p:nvSpPr>
        <p:spPr bwMode="auto">
          <a:xfrm>
            <a:off x="6340475" y="5194300"/>
            <a:ext cx="13208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0406" name="Object 86"/>
          <p:cNvGraphicFramePr>
            <a:graphicFrameLocks noChangeAspect="1"/>
          </p:cNvGraphicFramePr>
          <p:nvPr/>
        </p:nvGraphicFramePr>
        <p:xfrm>
          <a:off x="3492501" y="5441951"/>
          <a:ext cx="252413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53890" imgH="241195" progId="Equation.3">
                  <p:embed/>
                </p:oleObj>
              </mc:Choice>
              <mc:Fallback>
                <p:oleObj name="公式" r:id="rId23" imgW="25389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1" y="5441951"/>
                        <a:ext cx="252413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7" name="Object 87"/>
          <p:cNvGraphicFramePr>
            <a:graphicFrameLocks noChangeAspect="1"/>
          </p:cNvGraphicFramePr>
          <p:nvPr/>
        </p:nvGraphicFramePr>
        <p:xfrm>
          <a:off x="6569076" y="4832351"/>
          <a:ext cx="239713" cy="8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40986" imgH="88784" progId="Equation.3">
                  <p:embed/>
                </p:oleObj>
              </mc:Choice>
              <mc:Fallback>
                <p:oleObj name="公式" r:id="rId25" imgW="240986" imgH="887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9076" y="4832351"/>
                        <a:ext cx="239713" cy="8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8" name="Object 88"/>
          <p:cNvGraphicFramePr>
            <a:graphicFrameLocks noChangeAspect="1"/>
          </p:cNvGraphicFramePr>
          <p:nvPr/>
        </p:nvGraphicFramePr>
        <p:xfrm>
          <a:off x="7254876" y="5441951"/>
          <a:ext cx="239713" cy="8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240986" imgH="88784" progId="Equation.3">
                  <p:embed/>
                </p:oleObj>
              </mc:Choice>
              <mc:Fallback>
                <p:oleObj name="公式" r:id="rId27" imgW="240986" imgH="887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76" y="5441951"/>
                        <a:ext cx="239713" cy="8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9" name="Object 89"/>
          <p:cNvGraphicFramePr>
            <a:graphicFrameLocks noChangeAspect="1"/>
          </p:cNvGraphicFramePr>
          <p:nvPr/>
        </p:nvGraphicFramePr>
        <p:xfrm>
          <a:off x="4254501" y="4756151"/>
          <a:ext cx="252413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53890" imgH="241195" progId="Equation.3">
                  <p:embed/>
                </p:oleObj>
              </mc:Choice>
              <mc:Fallback>
                <p:oleObj name="公式" r:id="rId28" imgW="25389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1" y="4756151"/>
                        <a:ext cx="252413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0" name="Text Box 90"/>
          <p:cNvSpPr txBox="1">
            <a:spLocks noChangeArrowheads="1"/>
          </p:cNvSpPr>
          <p:nvPr/>
        </p:nvSpPr>
        <p:spPr bwMode="auto">
          <a:xfrm>
            <a:off x="8105776" y="5780088"/>
            <a:ext cx="2562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不是极值点情形</a:t>
            </a: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009425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0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4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4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40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4" grpId="0" animBg="1"/>
      <p:bldP spid="440385" grpId="0" animBg="1"/>
      <p:bldP spid="440386" grpId="0" animBg="1"/>
      <p:bldP spid="440405" grpId="0" animBg="1"/>
      <p:bldP spid="44041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utoShape 2"/>
          <p:cNvSpPr>
            <a:spLocks noChangeArrowheads="1"/>
          </p:cNvSpPr>
          <p:nvPr/>
        </p:nvSpPr>
        <p:spPr bwMode="auto">
          <a:xfrm>
            <a:off x="1827658" y="3380724"/>
            <a:ext cx="8948861" cy="2928596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1506" name="Group 65"/>
          <p:cNvGrpSpPr>
            <a:grpSpLocks/>
          </p:cNvGrpSpPr>
          <p:nvPr/>
        </p:nvGrpSpPr>
        <p:grpSpPr bwMode="auto">
          <a:xfrm>
            <a:off x="8450264" y="569914"/>
            <a:ext cx="2206625" cy="1457325"/>
            <a:chOff x="4257" y="572"/>
            <a:chExt cx="1503" cy="1123"/>
          </a:xfrm>
        </p:grpSpPr>
        <p:sp>
          <p:nvSpPr>
            <p:cNvPr id="21556" name="Freeform 4"/>
            <p:cNvSpPr>
              <a:spLocks/>
            </p:cNvSpPr>
            <p:nvPr/>
          </p:nvSpPr>
          <p:spPr bwMode="auto">
            <a:xfrm>
              <a:off x="4593" y="716"/>
              <a:ext cx="912" cy="528"/>
            </a:xfrm>
            <a:custGeom>
              <a:avLst/>
              <a:gdLst>
                <a:gd name="T0" fmla="*/ 0 w 672"/>
                <a:gd name="T1" fmla="*/ 0 h 288"/>
                <a:gd name="T2" fmla="*/ 6869 w 672"/>
                <a:gd name="T3" fmla="*/ 465450 h 288"/>
                <a:gd name="T4" fmla="*/ 20753 w 672"/>
                <a:gd name="T5" fmla="*/ 697457 h 288"/>
                <a:gd name="T6" fmla="*/ 37997 w 672"/>
                <a:gd name="T7" fmla="*/ 930518 h 288"/>
                <a:gd name="T8" fmla="*/ 48327 w 672"/>
                <a:gd name="T9" fmla="*/ 1395968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2"/>
                <a:gd name="T16" fmla="*/ 0 h 288"/>
                <a:gd name="T17" fmla="*/ 672 w 672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2" h="288">
                  <a:moveTo>
                    <a:pt x="0" y="0"/>
                  </a:moveTo>
                  <a:cubicBezTo>
                    <a:pt x="24" y="36"/>
                    <a:pt x="48" y="72"/>
                    <a:pt x="96" y="96"/>
                  </a:cubicBezTo>
                  <a:cubicBezTo>
                    <a:pt x="144" y="120"/>
                    <a:pt x="216" y="128"/>
                    <a:pt x="288" y="144"/>
                  </a:cubicBezTo>
                  <a:cubicBezTo>
                    <a:pt x="360" y="160"/>
                    <a:pt x="464" y="168"/>
                    <a:pt x="528" y="192"/>
                  </a:cubicBezTo>
                  <a:cubicBezTo>
                    <a:pt x="592" y="216"/>
                    <a:pt x="648" y="272"/>
                    <a:pt x="672" y="288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557" name="Group 11"/>
            <p:cNvGrpSpPr>
              <a:grpSpLocks/>
            </p:cNvGrpSpPr>
            <p:nvPr/>
          </p:nvGrpSpPr>
          <p:grpSpPr bwMode="auto">
            <a:xfrm>
              <a:off x="4257" y="572"/>
              <a:ext cx="1503" cy="1104"/>
              <a:chOff x="3087" y="528"/>
              <a:chExt cx="1503" cy="1104"/>
            </a:xfrm>
          </p:grpSpPr>
          <p:sp>
            <p:nvSpPr>
              <p:cNvPr id="21564" name="Line 12"/>
              <p:cNvSpPr>
                <a:spLocks noChangeShapeType="1"/>
              </p:cNvSpPr>
              <p:nvPr/>
            </p:nvSpPr>
            <p:spPr bwMode="auto">
              <a:xfrm flipV="1">
                <a:off x="3265" y="528"/>
                <a:ext cx="0" cy="10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5" name="Line 13"/>
              <p:cNvSpPr>
                <a:spLocks noChangeShapeType="1"/>
              </p:cNvSpPr>
              <p:nvPr/>
            </p:nvSpPr>
            <p:spPr bwMode="auto">
              <a:xfrm>
                <a:off x="3102" y="1440"/>
                <a:ext cx="147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566" name="Object 14"/>
              <p:cNvGraphicFramePr>
                <a:graphicFrameLocks noChangeAspect="1"/>
              </p:cNvGraphicFramePr>
              <p:nvPr/>
            </p:nvGraphicFramePr>
            <p:xfrm>
              <a:off x="4446" y="1495"/>
              <a:ext cx="144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253890" imgH="241195" progId="Equation.3">
                      <p:embed/>
                    </p:oleObj>
                  </mc:Choice>
                  <mc:Fallback>
                    <p:oleObj name="公式" r:id="rId3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6" y="1495"/>
                            <a:ext cx="144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67" name="Object 15"/>
              <p:cNvGraphicFramePr>
                <a:graphicFrameLocks noChangeAspect="1"/>
              </p:cNvGraphicFramePr>
              <p:nvPr/>
            </p:nvGraphicFramePr>
            <p:xfrm>
              <a:off x="3087" y="576"/>
              <a:ext cx="144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253780" imgH="317225" progId="Equation.3">
                      <p:embed/>
                    </p:oleObj>
                  </mc:Choice>
                  <mc:Fallback>
                    <p:oleObj name="公式" r:id="rId5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7" y="576"/>
                            <a:ext cx="144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68" name="Object 16"/>
              <p:cNvGraphicFramePr>
                <a:graphicFrameLocks noChangeAspect="1"/>
              </p:cNvGraphicFramePr>
              <p:nvPr/>
            </p:nvGraphicFramePr>
            <p:xfrm>
              <a:off x="3114" y="1464"/>
              <a:ext cx="135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215713" imgH="241091" progId="Equation.3">
                      <p:embed/>
                    </p:oleObj>
                  </mc:Choice>
                  <mc:Fallback>
                    <p:oleObj name="公式" r:id="rId7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14" y="1464"/>
                            <a:ext cx="135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558" name="Group 20"/>
            <p:cNvGrpSpPr>
              <a:grpSpLocks/>
            </p:cNvGrpSpPr>
            <p:nvPr/>
          </p:nvGrpSpPr>
          <p:grpSpPr bwMode="auto">
            <a:xfrm>
              <a:off x="4929" y="1004"/>
              <a:ext cx="183" cy="691"/>
              <a:chOff x="1410" y="3144"/>
              <a:chExt cx="183" cy="691"/>
            </a:xfrm>
          </p:grpSpPr>
          <p:sp>
            <p:nvSpPr>
              <p:cNvPr id="21562" name="Line 21"/>
              <p:cNvSpPr>
                <a:spLocks noChangeShapeType="1"/>
              </p:cNvSpPr>
              <p:nvPr/>
            </p:nvSpPr>
            <p:spPr bwMode="auto">
              <a:xfrm>
                <a:off x="1492" y="3144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563" name="Object 22"/>
              <p:cNvGraphicFramePr>
                <a:graphicFrameLocks noChangeAspect="1"/>
              </p:cNvGraphicFramePr>
              <p:nvPr/>
            </p:nvGraphicFramePr>
            <p:xfrm>
              <a:off x="1410" y="3607"/>
              <a:ext cx="18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291973" imgH="393529" progId="Equation.3">
                      <p:embed/>
                    </p:oleObj>
                  </mc:Choice>
                  <mc:Fallback>
                    <p:oleObj name="公式" r:id="rId9" imgW="291973" imgH="39352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10" y="3607"/>
                            <a:ext cx="18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59" name="Line 23"/>
            <p:cNvSpPr>
              <a:spLocks noChangeShapeType="1"/>
            </p:cNvSpPr>
            <p:nvPr/>
          </p:nvSpPr>
          <p:spPr bwMode="auto">
            <a:xfrm>
              <a:off x="4593" y="992"/>
              <a:ext cx="83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60" name="Object 25"/>
            <p:cNvGraphicFramePr>
              <a:graphicFrameLocks noChangeAspect="1"/>
            </p:cNvGraphicFramePr>
            <p:nvPr/>
          </p:nvGraphicFramePr>
          <p:xfrm>
            <a:off x="4737" y="764"/>
            <a:ext cx="151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40986" imgH="88784" progId="Equation.3">
                    <p:embed/>
                  </p:oleObj>
                </mc:Choice>
                <mc:Fallback>
                  <p:oleObj name="公式" r:id="rId11" imgW="240986" imgH="887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7" y="764"/>
                          <a:ext cx="151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1" name="Object 26"/>
            <p:cNvGraphicFramePr>
              <a:graphicFrameLocks noChangeAspect="1"/>
            </p:cNvGraphicFramePr>
            <p:nvPr/>
          </p:nvGraphicFramePr>
          <p:xfrm>
            <a:off x="5169" y="1148"/>
            <a:ext cx="151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40986" imgH="88784" progId="Equation.3">
                    <p:embed/>
                  </p:oleObj>
                </mc:Choice>
                <mc:Fallback>
                  <p:oleObj name="公式" r:id="rId13" imgW="240986" imgH="887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9" y="1148"/>
                          <a:ext cx="151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507" name="Group 64"/>
          <p:cNvGrpSpPr>
            <a:grpSpLocks/>
          </p:cNvGrpSpPr>
          <p:nvPr/>
        </p:nvGrpSpPr>
        <p:grpSpPr bwMode="auto">
          <a:xfrm>
            <a:off x="6015038" y="492125"/>
            <a:ext cx="2432050" cy="1612900"/>
            <a:chOff x="2744" y="572"/>
            <a:chExt cx="1503" cy="1152"/>
          </a:xfrm>
        </p:grpSpPr>
        <p:sp>
          <p:nvSpPr>
            <p:cNvPr id="21543" name="Line 2"/>
            <p:cNvSpPr>
              <a:spLocks noChangeShapeType="1"/>
            </p:cNvSpPr>
            <p:nvPr/>
          </p:nvSpPr>
          <p:spPr bwMode="auto">
            <a:xfrm>
              <a:off x="3143" y="1016"/>
              <a:ext cx="7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4" name="Freeform 3"/>
            <p:cNvSpPr>
              <a:spLocks/>
            </p:cNvSpPr>
            <p:nvPr/>
          </p:nvSpPr>
          <p:spPr bwMode="auto">
            <a:xfrm>
              <a:off x="3047" y="764"/>
              <a:ext cx="884" cy="480"/>
            </a:xfrm>
            <a:custGeom>
              <a:avLst/>
              <a:gdLst>
                <a:gd name="T0" fmla="*/ 0 w 816"/>
                <a:gd name="T1" fmla="*/ 367478 h 288"/>
                <a:gd name="T2" fmla="*/ 441 w 816"/>
                <a:gd name="T3" fmla="*/ 244813 h 288"/>
                <a:gd name="T4" fmla="*/ 1473 w 816"/>
                <a:gd name="T5" fmla="*/ 183855 h 288"/>
                <a:gd name="T6" fmla="*/ 2209 w 816"/>
                <a:gd name="T7" fmla="*/ 122778 h 288"/>
                <a:gd name="T8" fmla="*/ 2506 w 816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6"/>
                <a:gd name="T16" fmla="*/ 0 h 288"/>
                <a:gd name="T17" fmla="*/ 816 w 816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6" h="288">
                  <a:moveTo>
                    <a:pt x="0" y="288"/>
                  </a:moveTo>
                  <a:cubicBezTo>
                    <a:pt x="32" y="252"/>
                    <a:pt x="64" y="216"/>
                    <a:pt x="144" y="192"/>
                  </a:cubicBezTo>
                  <a:cubicBezTo>
                    <a:pt x="224" y="168"/>
                    <a:pt x="384" y="160"/>
                    <a:pt x="480" y="144"/>
                  </a:cubicBezTo>
                  <a:cubicBezTo>
                    <a:pt x="576" y="128"/>
                    <a:pt x="664" y="120"/>
                    <a:pt x="720" y="96"/>
                  </a:cubicBezTo>
                  <a:cubicBezTo>
                    <a:pt x="776" y="72"/>
                    <a:pt x="796" y="36"/>
                    <a:pt x="816" y="0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545" name="Group 5"/>
            <p:cNvGrpSpPr>
              <a:grpSpLocks/>
            </p:cNvGrpSpPr>
            <p:nvPr/>
          </p:nvGrpSpPr>
          <p:grpSpPr bwMode="auto">
            <a:xfrm>
              <a:off x="2744" y="572"/>
              <a:ext cx="1503" cy="1104"/>
              <a:chOff x="816" y="528"/>
              <a:chExt cx="1503" cy="1104"/>
            </a:xfrm>
          </p:grpSpPr>
          <p:sp>
            <p:nvSpPr>
              <p:cNvPr id="21551" name="Line 6"/>
              <p:cNvSpPr>
                <a:spLocks noChangeShapeType="1"/>
              </p:cNvSpPr>
              <p:nvPr/>
            </p:nvSpPr>
            <p:spPr bwMode="auto">
              <a:xfrm flipV="1">
                <a:off x="994" y="528"/>
                <a:ext cx="0" cy="10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2" name="Line 7"/>
              <p:cNvSpPr>
                <a:spLocks noChangeShapeType="1"/>
              </p:cNvSpPr>
              <p:nvPr/>
            </p:nvSpPr>
            <p:spPr bwMode="auto">
              <a:xfrm>
                <a:off x="831" y="1440"/>
                <a:ext cx="147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553" name="Object 8"/>
              <p:cNvGraphicFramePr>
                <a:graphicFrameLocks noChangeAspect="1"/>
              </p:cNvGraphicFramePr>
              <p:nvPr/>
            </p:nvGraphicFramePr>
            <p:xfrm>
              <a:off x="2175" y="1495"/>
              <a:ext cx="144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253890" imgH="241195" progId="Equation.3">
                      <p:embed/>
                    </p:oleObj>
                  </mc:Choice>
                  <mc:Fallback>
                    <p:oleObj name="公式" r:id="rId14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75" y="1495"/>
                            <a:ext cx="144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54" name="Object 9"/>
              <p:cNvGraphicFramePr>
                <a:graphicFrameLocks noChangeAspect="1"/>
              </p:cNvGraphicFramePr>
              <p:nvPr/>
            </p:nvGraphicFramePr>
            <p:xfrm>
              <a:off x="816" y="576"/>
              <a:ext cx="144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253780" imgH="317225" progId="Equation.3">
                      <p:embed/>
                    </p:oleObj>
                  </mc:Choice>
                  <mc:Fallback>
                    <p:oleObj name="公式" r:id="rId15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6" y="576"/>
                            <a:ext cx="144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55" name="Object 10"/>
              <p:cNvGraphicFramePr>
                <a:graphicFrameLocks noChangeAspect="1"/>
              </p:cNvGraphicFramePr>
              <p:nvPr/>
            </p:nvGraphicFramePr>
            <p:xfrm>
              <a:off x="843" y="1464"/>
              <a:ext cx="135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215713" imgH="241091" progId="Equation.3">
                      <p:embed/>
                    </p:oleObj>
                  </mc:Choice>
                  <mc:Fallback>
                    <p:oleObj name="公式" r:id="rId16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3" y="1464"/>
                            <a:ext cx="135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546" name="Group 17"/>
            <p:cNvGrpSpPr>
              <a:grpSpLocks/>
            </p:cNvGrpSpPr>
            <p:nvPr/>
          </p:nvGrpSpPr>
          <p:grpSpPr bwMode="auto">
            <a:xfrm>
              <a:off x="3392" y="1033"/>
              <a:ext cx="183" cy="691"/>
              <a:chOff x="1410" y="3144"/>
              <a:chExt cx="183" cy="691"/>
            </a:xfrm>
          </p:grpSpPr>
          <p:sp>
            <p:nvSpPr>
              <p:cNvPr id="21549" name="Line 18"/>
              <p:cNvSpPr>
                <a:spLocks noChangeShapeType="1"/>
              </p:cNvSpPr>
              <p:nvPr/>
            </p:nvSpPr>
            <p:spPr bwMode="auto">
              <a:xfrm>
                <a:off x="1492" y="3144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550" name="Object 19"/>
              <p:cNvGraphicFramePr>
                <a:graphicFrameLocks noChangeAspect="1"/>
              </p:cNvGraphicFramePr>
              <p:nvPr/>
            </p:nvGraphicFramePr>
            <p:xfrm>
              <a:off x="1410" y="3607"/>
              <a:ext cx="18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291973" imgH="393529" progId="Equation.3">
                      <p:embed/>
                    </p:oleObj>
                  </mc:Choice>
                  <mc:Fallback>
                    <p:oleObj name="公式" r:id="rId17" imgW="291973" imgH="39352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10" y="3607"/>
                            <a:ext cx="18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547" name="Object 24"/>
            <p:cNvGraphicFramePr>
              <a:graphicFrameLocks noChangeAspect="1"/>
            </p:cNvGraphicFramePr>
            <p:nvPr/>
          </p:nvGraphicFramePr>
          <p:xfrm>
            <a:off x="3191" y="1148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53890" imgH="241195" progId="Equation.3">
                    <p:embed/>
                  </p:oleObj>
                </mc:Choice>
                <mc:Fallback>
                  <p:oleObj name="公式" r:id="rId18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1" y="1148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8" name="Object 27"/>
            <p:cNvGraphicFramePr>
              <a:graphicFrameLocks noChangeAspect="1"/>
            </p:cNvGraphicFramePr>
            <p:nvPr/>
          </p:nvGraphicFramePr>
          <p:xfrm>
            <a:off x="3671" y="716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53890" imgH="241195" progId="Equation.3">
                    <p:embed/>
                  </p:oleObj>
                </mc:Choice>
                <mc:Fallback>
                  <p:oleObj name="公式" r:id="rId20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1" y="716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5532" name="Text Box 28"/>
          <p:cNvSpPr txBox="1">
            <a:spLocks noChangeArrowheads="1"/>
          </p:cNvSpPr>
          <p:nvPr/>
        </p:nvSpPr>
        <p:spPr bwMode="auto">
          <a:xfrm>
            <a:off x="2438400" y="2971801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求极值的步骤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05533" name="Object 29"/>
          <p:cNvGraphicFramePr>
            <a:graphicFrameLocks noChangeAspect="1"/>
          </p:cNvGraphicFramePr>
          <p:nvPr/>
        </p:nvGraphicFramePr>
        <p:xfrm>
          <a:off x="2514600" y="3733801"/>
          <a:ext cx="2438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590800" imgH="431800" progId="Equation.3">
                  <p:embed/>
                </p:oleObj>
              </mc:Choice>
              <mc:Fallback>
                <p:oleObj name="公式" r:id="rId21" imgW="2590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733801"/>
                        <a:ext cx="24384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34" name="Object 30"/>
          <p:cNvGraphicFramePr>
            <a:graphicFrameLocks noChangeAspect="1"/>
          </p:cNvGraphicFramePr>
          <p:nvPr/>
        </p:nvGraphicFramePr>
        <p:xfrm>
          <a:off x="2438400" y="4343400"/>
          <a:ext cx="78486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556000" imgH="215900" progId="Equation.3">
                  <p:embed/>
                </p:oleObj>
              </mc:Choice>
              <mc:Fallback>
                <p:oleObj name="Equation" r:id="rId23" imgW="35560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343400"/>
                        <a:ext cx="78486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35" name="Object 31"/>
          <p:cNvGraphicFramePr>
            <a:graphicFrameLocks noChangeAspect="1"/>
          </p:cNvGraphicFramePr>
          <p:nvPr/>
        </p:nvGraphicFramePr>
        <p:xfrm>
          <a:off x="2481264" y="4975226"/>
          <a:ext cx="750093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7988300" imgH="457200" progId="Equation.3">
                  <p:embed/>
                </p:oleObj>
              </mc:Choice>
              <mc:Fallback>
                <p:oleObj name="公式" r:id="rId25" imgW="79883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264" y="4975226"/>
                        <a:ext cx="7500937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36" name="Object 32"/>
          <p:cNvGraphicFramePr>
            <a:graphicFrameLocks noChangeAspect="1"/>
          </p:cNvGraphicFramePr>
          <p:nvPr/>
        </p:nvGraphicFramePr>
        <p:xfrm>
          <a:off x="2501900" y="5589588"/>
          <a:ext cx="16129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688367" imgH="431613" progId="Equation.3">
                  <p:embed/>
                </p:oleObj>
              </mc:Choice>
              <mc:Fallback>
                <p:oleObj name="公式" r:id="rId27" imgW="1688367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5589588"/>
                        <a:ext cx="16129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Text Box 33"/>
          <p:cNvSpPr txBox="1">
            <a:spLocks noChangeArrowheads="1"/>
          </p:cNvSpPr>
          <p:nvPr/>
        </p:nvSpPr>
        <p:spPr bwMode="auto">
          <a:xfrm>
            <a:off x="7608888" y="23495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不是极值点情形</a:t>
            </a: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1514" name="Group 47"/>
          <p:cNvGrpSpPr>
            <a:grpSpLocks/>
          </p:cNvGrpSpPr>
          <p:nvPr/>
        </p:nvGrpSpPr>
        <p:grpSpPr bwMode="auto">
          <a:xfrm>
            <a:off x="1590675" y="757238"/>
            <a:ext cx="2198688" cy="1295400"/>
            <a:chOff x="0" y="482"/>
            <a:chExt cx="1503" cy="931"/>
          </a:xfrm>
        </p:grpSpPr>
        <p:sp>
          <p:nvSpPr>
            <p:cNvPr id="21530" name="Freeform 34"/>
            <p:cNvSpPr>
              <a:spLocks/>
            </p:cNvSpPr>
            <p:nvPr/>
          </p:nvSpPr>
          <p:spPr bwMode="auto">
            <a:xfrm>
              <a:off x="343" y="722"/>
              <a:ext cx="728" cy="192"/>
            </a:xfrm>
            <a:custGeom>
              <a:avLst/>
              <a:gdLst>
                <a:gd name="T0" fmla="*/ 0 w 672"/>
                <a:gd name="T1" fmla="*/ 192 h 192"/>
                <a:gd name="T2" fmla="*/ 1031 w 672"/>
                <a:gd name="T3" fmla="*/ 0 h 192"/>
                <a:gd name="T4" fmla="*/ 2062 w 672"/>
                <a:gd name="T5" fmla="*/ 192 h 192"/>
                <a:gd name="T6" fmla="*/ 0 60000 65536"/>
                <a:gd name="T7" fmla="*/ 0 60000 65536"/>
                <a:gd name="T8" fmla="*/ 0 60000 65536"/>
                <a:gd name="T9" fmla="*/ 0 w 672"/>
                <a:gd name="T10" fmla="*/ 0 h 192"/>
                <a:gd name="T11" fmla="*/ 672 w 672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192">
                  <a:moveTo>
                    <a:pt x="0" y="192"/>
                  </a:moveTo>
                  <a:cubicBezTo>
                    <a:pt x="112" y="96"/>
                    <a:pt x="224" y="0"/>
                    <a:pt x="336" y="0"/>
                  </a:cubicBezTo>
                  <a:cubicBezTo>
                    <a:pt x="448" y="0"/>
                    <a:pt x="608" y="160"/>
                    <a:pt x="672" y="192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1" name="Line 35"/>
            <p:cNvSpPr>
              <a:spLocks noChangeShapeType="1"/>
            </p:cNvSpPr>
            <p:nvPr/>
          </p:nvSpPr>
          <p:spPr bwMode="auto">
            <a:xfrm>
              <a:off x="385" y="713"/>
              <a:ext cx="64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532" name="Group 36"/>
            <p:cNvGrpSpPr>
              <a:grpSpLocks/>
            </p:cNvGrpSpPr>
            <p:nvPr/>
          </p:nvGrpSpPr>
          <p:grpSpPr bwMode="auto">
            <a:xfrm>
              <a:off x="0" y="482"/>
              <a:ext cx="1503" cy="912"/>
              <a:chOff x="801" y="2784"/>
              <a:chExt cx="1503" cy="912"/>
            </a:xfrm>
          </p:grpSpPr>
          <p:sp>
            <p:nvSpPr>
              <p:cNvPr id="21538" name="Line 37"/>
              <p:cNvSpPr>
                <a:spLocks noChangeShapeType="1"/>
              </p:cNvSpPr>
              <p:nvPr/>
            </p:nvSpPr>
            <p:spPr bwMode="auto">
              <a:xfrm flipV="1">
                <a:off x="979" y="2784"/>
                <a:ext cx="0" cy="86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9" name="Line 38"/>
              <p:cNvSpPr>
                <a:spLocks noChangeShapeType="1"/>
              </p:cNvSpPr>
              <p:nvPr/>
            </p:nvSpPr>
            <p:spPr bwMode="auto">
              <a:xfrm>
                <a:off x="816" y="3504"/>
                <a:ext cx="147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540" name="Object 39"/>
              <p:cNvGraphicFramePr>
                <a:graphicFrameLocks noChangeAspect="1"/>
              </p:cNvGraphicFramePr>
              <p:nvPr/>
            </p:nvGraphicFramePr>
            <p:xfrm>
              <a:off x="2160" y="3559"/>
              <a:ext cx="144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9" imgW="253890" imgH="241195" progId="Equation.3">
                      <p:embed/>
                    </p:oleObj>
                  </mc:Choice>
                  <mc:Fallback>
                    <p:oleObj name="公式" r:id="rId29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0" y="3559"/>
                            <a:ext cx="144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1" name="Object 40"/>
              <p:cNvGraphicFramePr>
                <a:graphicFrameLocks noChangeAspect="1"/>
              </p:cNvGraphicFramePr>
              <p:nvPr/>
            </p:nvGraphicFramePr>
            <p:xfrm>
              <a:off x="801" y="2827"/>
              <a:ext cx="144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0" imgW="253780" imgH="317225" progId="Equation.3">
                      <p:embed/>
                    </p:oleObj>
                  </mc:Choice>
                  <mc:Fallback>
                    <p:oleObj name="公式" r:id="rId30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1" y="2827"/>
                            <a:ext cx="144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2" name="Object 41"/>
              <p:cNvGraphicFramePr>
                <a:graphicFrameLocks noChangeAspect="1"/>
              </p:cNvGraphicFramePr>
              <p:nvPr/>
            </p:nvGraphicFramePr>
            <p:xfrm>
              <a:off x="828" y="3528"/>
              <a:ext cx="135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1" imgW="215713" imgH="241091" progId="Equation.3">
                      <p:embed/>
                    </p:oleObj>
                  </mc:Choice>
                  <mc:Fallback>
                    <p:oleObj name="公式" r:id="rId31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8" y="3528"/>
                            <a:ext cx="135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533" name="Group 42"/>
            <p:cNvGrpSpPr>
              <a:grpSpLocks/>
            </p:cNvGrpSpPr>
            <p:nvPr/>
          </p:nvGrpSpPr>
          <p:grpSpPr bwMode="auto">
            <a:xfrm>
              <a:off x="609" y="722"/>
              <a:ext cx="183" cy="691"/>
              <a:chOff x="1410" y="3144"/>
              <a:chExt cx="183" cy="691"/>
            </a:xfrm>
          </p:grpSpPr>
          <p:sp>
            <p:nvSpPr>
              <p:cNvPr id="21536" name="Line 43"/>
              <p:cNvSpPr>
                <a:spLocks noChangeShapeType="1"/>
              </p:cNvSpPr>
              <p:nvPr/>
            </p:nvSpPr>
            <p:spPr bwMode="auto">
              <a:xfrm>
                <a:off x="1492" y="3144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537" name="Object 44"/>
              <p:cNvGraphicFramePr>
                <a:graphicFrameLocks noChangeAspect="1"/>
              </p:cNvGraphicFramePr>
              <p:nvPr/>
            </p:nvGraphicFramePr>
            <p:xfrm>
              <a:off x="1410" y="3607"/>
              <a:ext cx="18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2" imgW="291973" imgH="393529" progId="Equation.3">
                      <p:embed/>
                    </p:oleObj>
                  </mc:Choice>
                  <mc:Fallback>
                    <p:oleObj name="公式" r:id="rId32" imgW="291973" imgH="39352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10" y="3607"/>
                            <a:ext cx="18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534" name="Object 45"/>
            <p:cNvGraphicFramePr>
              <a:graphicFrameLocks noChangeAspect="1"/>
            </p:cNvGraphicFramePr>
            <p:nvPr/>
          </p:nvGraphicFramePr>
          <p:xfrm>
            <a:off x="447" y="842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253890" imgH="241195" progId="Equation.3">
                    <p:embed/>
                  </p:oleObj>
                </mc:Choice>
                <mc:Fallback>
                  <p:oleObj name="公式" r:id="rId33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" y="842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5" name="Object 46"/>
            <p:cNvGraphicFramePr>
              <a:graphicFrameLocks noChangeAspect="1"/>
            </p:cNvGraphicFramePr>
            <p:nvPr/>
          </p:nvGraphicFramePr>
          <p:xfrm>
            <a:off x="783" y="902"/>
            <a:ext cx="151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240986" imgH="88784" progId="Equation.3">
                    <p:embed/>
                  </p:oleObj>
                </mc:Choice>
                <mc:Fallback>
                  <p:oleObj name="公式" r:id="rId34" imgW="240986" imgH="887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3" y="902"/>
                          <a:ext cx="151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515" name="Group 63"/>
          <p:cNvGrpSpPr>
            <a:grpSpLocks/>
          </p:cNvGrpSpPr>
          <p:nvPr/>
        </p:nvGrpSpPr>
        <p:grpSpPr bwMode="auto">
          <a:xfrm>
            <a:off x="3792538" y="765175"/>
            <a:ext cx="2246312" cy="1295400"/>
            <a:chOff x="1429" y="482"/>
            <a:chExt cx="1503" cy="936"/>
          </a:xfrm>
        </p:grpSpPr>
        <p:sp>
          <p:nvSpPr>
            <p:cNvPr id="21517" name="Freeform 48"/>
            <p:cNvSpPr>
              <a:spLocks/>
            </p:cNvSpPr>
            <p:nvPr/>
          </p:nvSpPr>
          <p:spPr bwMode="auto">
            <a:xfrm>
              <a:off x="1756" y="722"/>
              <a:ext cx="832" cy="240"/>
            </a:xfrm>
            <a:custGeom>
              <a:avLst/>
              <a:gdLst>
                <a:gd name="T0" fmla="*/ 0 w 768"/>
                <a:gd name="T1" fmla="*/ 0 h 240"/>
                <a:gd name="T2" fmla="*/ 1180 w 768"/>
                <a:gd name="T3" fmla="*/ 240 h 240"/>
                <a:gd name="T4" fmla="*/ 2351 w 768"/>
                <a:gd name="T5" fmla="*/ 0 h 240"/>
                <a:gd name="T6" fmla="*/ 0 60000 65536"/>
                <a:gd name="T7" fmla="*/ 0 60000 65536"/>
                <a:gd name="T8" fmla="*/ 0 60000 65536"/>
                <a:gd name="T9" fmla="*/ 0 w 768"/>
                <a:gd name="T10" fmla="*/ 0 h 240"/>
                <a:gd name="T11" fmla="*/ 768 w 76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8" h="240">
                  <a:moveTo>
                    <a:pt x="0" y="0"/>
                  </a:moveTo>
                  <a:cubicBezTo>
                    <a:pt x="128" y="120"/>
                    <a:pt x="256" y="240"/>
                    <a:pt x="384" y="240"/>
                  </a:cubicBezTo>
                  <a:cubicBezTo>
                    <a:pt x="512" y="240"/>
                    <a:pt x="640" y="120"/>
                    <a:pt x="768" y="0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8" name="Line 49"/>
            <p:cNvSpPr>
              <a:spLocks noChangeShapeType="1"/>
            </p:cNvSpPr>
            <p:nvPr/>
          </p:nvSpPr>
          <p:spPr bwMode="auto">
            <a:xfrm>
              <a:off x="1876" y="971"/>
              <a:ext cx="6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519" name="Group 50"/>
            <p:cNvGrpSpPr>
              <a:grpSpLocks/>
            </p:cNvGrpSpPr>
            <p:nvPr/>
          </p:nvGrpSpPr>
          <p:grpSpPr bwMode="auto">
            <a:xfrm>
              <a:off x="1429" y="482"/>
              <a:ext cx="1503" cy="912"/>
              <a:chOff x="801" y="2784"/>
              <a:chExt cx="1503" cy="912"/>
            </a:xfrm>
          </p:grpSpPr>
          <p:sp>
            <p:nvSpPr>
              <p:cNvPr id="21525" name="Line 51"/>
              <p:cNvSpPr>
                <a:spLocks noChangeShapeType="1"/>
              </p:cNvSpPr>
              <p:nvPr/>
            </p:nvSpPr>
            <p:spPr bwMode="auto">
              <a:xfrm flipV="1">
                <a:off x="979" y="2784"/>
                <a:ext cx="0" cy="86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26" name="Line 52"/>
              <p:cNvSpPr>
                <a:spLocks noChangeShapeType="1"/>
              </p:cNvSpPr>
              <p:nvPr/>
            </p:nvSpPr>
            <p:spPr bwMode="auto">
              <a:xfrm>
                <a:off x="816" y="3504"/>
                <a:ext cx="147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527" name="Object 53"/>
              <p:cNvGraphicFramePr>
                <a:graphicFrameLocks noChangeAspect="1"/>
              </p:cNvGraphicFramePr>
              <p:nvPr/>
            </p:nvGraphicFramePr>
            <p:xfrm>
              <a:off x="2160" y="3559"/>
              <a:ext cx="144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5" imgW="253890" imgH="241195" progId="Equation.3">
                      <p:embed/>
                    </p:oleObj>
                  </mc:Choice>
                  <mc:Fallback>
                    <p:oleObj name="公式" r:id="rId35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0" y="3559"/>
                            <a:ext cx="144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28" name="Object 54"/>
              <p:cNvGraphicFramePr>
                <a:graphicFrameLocks noChangeAspect="1"/>
              </p:cNvGraphicFramePr>
              <p:nvPr/>
            </p:nvGraphicFramePr>
            <p:xfrm>
              <a:off x="801" y="2827"/>
              <a:ext cx="144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6" imgW="253780" imgH="317225" progId="Equation.3">
                      <p:embed/>
                    </p:oleObj>
                  </mc:Choice>
                  <mc:Fallback>
                    <p:oleObj name="公式" r:id="rId36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1" y="2827"/>
                            <a:ext cx="144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29" name="Object 55"/>
              <p:cNvGraphicFramePr>
                <a:graphicFrameLocks noChangeAspect="1"/>
              </p:cNvGraphicFramePr>
              <p:nvPr/>
            </p:nvGraphicFramePr>
            <p:xfrm>
              <a:off x="828" y="3528"/>
              <a:ext cx="135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7" imgW="215713" imgH="241091" progId="Equation.3">
                      <p:embed/>
                    </p:oleObj>
                  </mc:Choice>
                  <mc:Fallback>
                    <p:oleObj name="公式" r:id="rId37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8" y="3528"/>
                            <a:ext cx="135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520" name="Group 56"/>
            <p:cNvGrpSpPr>
              <a:grpSpLocks/>
            </p:cNvGrpSpPr>
            <p:nvPr/>
          </p:nvGrpSpPr>
          <p:grpSpPr bwMode="auto">
            <a:xfrm>
              <a:off x="2089" y="962"/>
              <a:ext cx="183" cy="456"/>
              <a:chOff x="3765" y="3384"/>
              <a:chExt cx="183" cy="456"/>
            </a:xfrm>
          </p:grpSpPr>
          <p:sp>
            <p:nvSpPr>
              <p:cNvPr id="21523" name="Line 57"/>
              <p:cNvSpPr>
                <a:spLocks noChangeShapeType="1"/>
              </p:cNvSpPr>
              <p:nvPr/>
            </p:nvSpPr>
            <p:spPr bwMode="auto">
              <a:xfrm>
                <a:off x="3848" y="338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524" name="Object 58"/>
              <p:cNvGraphicFramePr>
                <a:graphicFrameLocks noChangeAspect="1"/>
              </p:cNvGraphicFramePr>
              <p:nvPr/>
            </p:nvGraphicFramePr>
            <p:xfrm>
              <a:off x="3765" y="3612"/>
              <a:ext cx="18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8" imgW="291973" imgH="393529" progId="Equation.3">
                      <p:embed/>
                    </p:oleObj>
                  </mc:Choice>
                  <mc:Fallback>
                    <p:oleObj name="公式" r:id="rId38" imgW="291973" imgH="39352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65" y="3612"/>
                            <a:ext cx="18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521" name="Object 59"/>
            <p:cNvGraphicFramePr>
              <a:graphicFrameLocks noChangeAspect="1"/>
            </p:cNvGraphicFramePr>
            <p:nvPr/>
          </p:nvGraphicFramePr>
          <p:xfrm>
            <a:off x="1684" y="842"/>
            <a:ext cx="151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9" imgW="240986" imgH="88784" progId="Equation.3">
                    <p:embed/>
                  </p:oleObj>
                </mc:Choice>
                <mc:Fallback>
                  <p:oleObj name="公式" r:id="rId39" imgW="240986" imgH="887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4" y="842"/>
                          <a:ext cx="151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2" name="Object 60"/>
            <p:cNvGraphicFramePr>
              <a:graphicFrameLocks noChangeAspect="1"/>
            </p:cNvGraphicFramePr>
            <p:nvPr/>
          </p:nvGraphicFramePr>
          <p:xfrm>
            <a:off x="2548" y="794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253890" imgH="241195" progId="Equation.3">
                    <p:embed/>
                  </p:oleObj>
                </mc:Choice>
                <mc:Fallback>
                  <p:oleObj name="公式" r:id="rId40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8" y="794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6" name="Text Box 66"/>
          <p:cNvSpPr txBox="1">
            <a:spLocks noChangeArrowheads="1"/>
          </p:cNvSpPr>
          <p:nvPr/>
        </p:nvSpPr>
        <p:spPr bwMode="auto">
          <a:xfrm>
            <a:off x="2351088" y="23495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是极值点情形</a:t>
            </a: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6548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0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40553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304800"/>
            <a:ext cx="2286000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求函数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656111"/>
              </p:ext>
            </p:extLst>
          </p:nvPr>
        </p:nvGraphicFramePr>
        <p:xfrm>
          <a:off x="4050110" y="233751"/>
          <a:ext cx="2248446" cy="62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253800" progId="Equation.DSMT4">
                  <p:embed/>
                </p:oleObj>
              </mc:Choice>
              <mc:Fallback>
                <p:oleObj name="Equation" r:id="rId2" imgW="1079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0110" y="233751"/>
                        <a:ext cx="2248446" cy="6250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6294848" y="304801"/>
            <a:ext cx="1676400" cy="519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的极值 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444421" name="Text Box 5"/>
          <p:cNvSpPr txBox="1">
            <a:spLocks noChangeArrowheads="1"/>
          </p:cNvSpPr>
          <p:nvPr/>
        </p:nvSpPr>
        <p:spPr bwMode="auto">
          <a:xfrm>
            <a:off x="2063750" y="9286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444422" name="Text Box 6"/>
          <p:cNvSpPr txBox="1">
            <a:spLocks noChangeArrowheads="1"/>
          </p:cNvSpPr>
          <p:nvPr/>
        </p:nvSpPr>
        <p:spPr bwMode="auto">
          <a:xfrm>
            <a:off x="2590800" y="914401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求导数</a:t>
            </a:r>
          </a:p>
        </p:txBody>
      </p:sp>
      <p:graphicFrame>
        <p:nvGraphicFramePr>
          <p:cNvPr id="4444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545667"/>
              </p:ext>
            </p:extLst>
          </p:nvPr>
        </p:nvGraphicFramePr>
        <p:xfrm>
          <a:off x="4382308" y="858828"/>
          <a:ext cx="1687483" cy="596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8080" imgH="253800" progId="Equation.DSMT4">
                  <p:embed/>
                </p:oleObj>
              </mc:Choice>
              <mc:Fallback>
                <p:oleObj name="Equation" r:id="rId4" imgW="8380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2308" y="858828"/>
                        <a:ext cx="1687483" cy="596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48278"/>
              </p:ext>
            </p:extLst>
          </p:nvPr>
        </p:nvGraphicFramePr>
        <p:xfrm>
          <a:off x="6184091" y="893763"/>
          <a:ext cx="1658139" cy="603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8080" imgH="266400" progId="Equation.DSMT4">
                  <p:embed/>
                </p:oleObj>
              </mc:Choice>
              <mc:Fallback>
                <p:oleObj name="Equation" r:id="rId6" imgW="8380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091" y="893763"/>
                        <a:ext cx="1658139" cy="603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994056"/>
              </p:ext>
            </p:extLst>
          </p:nvPr>
        </p:nvGraphicFramePr>
        <p:xfrm>
          <a:off x="7868966" y="748570"/>
          <a:ext cx="1487554" cy="942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304560" progId="Equation.DSMT4">
                  <p:embed/>
                </p:oleObj>
              </mc:Choice>
              <mc:Fallback>
                <p:oleObj name="Equation" r:id="rId8" imgW="507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8966" y="748570"/>
                        <a:ext cx="1487554" cy="942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26" name="Text Box 10"/>
          <p:cNvSpPr txBox="1">
            <a:spLocks noChangeArrowheads="1"/>
          </p:cNvSpPr>
          <p:nvPr/>
        </p:nvSpPr>
        <p:spPr bwMode="auto">
          <a:xfrm>
            <a:off x="2590801" y="1447801"/>
            <a:ext cx="4081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求可能的极值点</a:t>
            </a:r>
          </a:p>
        </p:txBody>
      </p:sp>
      <p:sp>
        <p:nvSpPr>
          <p:cNvPr id="444427" name="Text Box 11"/>
          <p:cNvSpPr txBox="1">
            <a:spLocks noChangeArrowheads="1"/>
          </p:cNvSpPr>
          <p:nvPr/>
        </p:nvSpPr>
        <p:spPr bwMode="auto">
          <a:xfrm>
            <a:off x="2971800" y="198120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令</a:t>
            </a:r>
          </a:p>
        </p:txBody>
      </p:sp>
      <p:graphicFrame>
        <p:nvGraphicFramePr>
          <p:cNvPr id="4444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398373"/>
              </p:ext>
            </p:extLst>
          </p:nvPr>
        </p:nvGraphicFramePr>
        <p:xfrm>
          <a:off x="3593306" y="2058322"/>
          <a:ext cx="1220787" cy="473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8400" imgH="203040" progId="Equation.DSMT4">
                  <p:embed/>
                </p:oleObj>
              </mc:Choice>
              <mc:Fallback>
                <p:oleObj name="Equation" r:id="rId10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306" y="2058322"/>
                        <a:ext cx="1220787" cy="473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29" name="Text Box 13"/>
          <p:cNvSpPr txBox="1">
            <a:spLocks noChangeArrowheads="1"/>
          </p:cNvSpPr>
          <p:nvPr/>
        </p:nvSpPr>
        <p:spPr bwMode="auto">
          <a:xfrm>
            <a:off x="4940300" y="1981201"/>
            <a:ext cx="774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得</a:t>
            </a:r>
          </a:p>
        </p:txBody>
      </p:sp>
      <p:graphicFrame>
        <p:nvGraphicFramePr>
          <p:cNvPr id="4444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8027974"/>
              </p:ext>
            </p:extLst>
          </p:nvPr>
        </p:nvGraphicFramePr>
        <p:xfrm>
          <a:off x="5468764" y="2025767"/>
          <a:ext cx="943670" cy="545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69800" imgH="228600" progId="Equation.DSMT4">
                  <p:embed/>
                </p:oleObj>
              </mc:Choice>
              <mc:Fallback>
                <p:oleObj name="Equation" r:id="rId12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764" y="2025767"/>
                        <a:ext cx="943670" cy="545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31" name="Text Box 15"/>
          <p:cNvSpPr txBox="1">
            <a:spLocks noChangeArrowheads="1"/>
          </p:cNvSpPr>
          <p:nvPr/>
        </p:nvSpPr>
        <p:spPr bwMode="auto">
          <a:xfrm>
            <a:off x="6692900" y="199548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令</a:t>
            </a:r>
          </a:p>
        </p:txBody>
      </p:sp>
      <p:graphicFrame>
        <p:nvGraphicFramePr>
          <p:cNvPr id="4444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877326"/>
              </p:ext>
            </p:extLst>
          </p:nvPr>
        </p:nvGraphicFramePr>
        <p:xfrm>
          <a:off x="7268097" y="2062811"/>
          <a:ext cx="1201737" cy="446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36560" imgH="203040" progId="Equation.DSMT4">
                  <p:embed/>
                </p:oleObj>
              </mc:Choice>
              <mc:Fallback>
                <p:oleObj name="Equation" r:id="rId14" imgW="736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8097" y="2062811"/>
                        <a:ext cx="1201737" cy="4464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33" name="Text Box 17"/>
          <p:cNvSpPr txBox="1">
            <a:spLocks noChangeArrowheads="1"/>
          </p:cNvSpPr>
          <p:nvPr/>
        </p:nvSpPr>
        <p:spPr bwMode="auto">
          <a:xfrm>
            <a:off x="8750300" y="1995488"/>
            <a:ext cx="774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得</a:t>
            </a:r>
          </a:p>
        </p:txBody>
      </p:sp>
      <p:graphicFrame>
        <p:nvGraphicFramePr>
          <p:cNvPr id="4444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888765"/>
              </p:ext>
            </p:extLst>
          </p:nvPr>
        </p:nvGraphicFramePr>
        <p:xfrm>
          <a:off x="9216655" y="2039916"/>
          <a:ext cx="844872" cy="540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31640" imgH="228600" progId="Equation.DSMT4">
                  <p:embed/>
                </p:oleObj>
              </mc:Choice>
              <mc:Fallback>
                <p:oleObj name="Equation" r:id="rId16" imgW="431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6655" y="2039916"/>
                        <a:ext cx="844872" cy="5402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35" name="Text Box 19"/>
          <p:cNvSpPr txBox="1">
            <a:spLocks noChangeArrowheads="1"/>
          </p:cNvSpPr>
          <p:nvPr/>
        </p:nvSpPr>
        <p:spPr bwMode="auto">
          <a:xfrm>
            <a:off x="2590801" y="2590801"/>
            <a:ext cx="4297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列表判别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2516705" y="3397482"/>
            <a:ext cx="706436" cy="1462088"/>
            <a:chOff x="704" y="2314"/>
            <a:chExt cx="409" cy="921"/>
          </a:xfrm>
        </p:grpSpPr>
        <p:graphicFrame>
          <p:nvGraphicFramePr>
            <p:cNvPr id="22582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2938121"/>
                </p:ext>
              </p:extLst>
            </p:nvPr>
          </p:nvGraphicFramePr>
          <p:xfrm>
            <a:off x="847" y="2314"/>
            <a:ext cx="184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9680" imgH="139680" progId="Equation.DSMT4">
                    <p:embed/>
                  </p:oleObj>
                </mc:Choice>
                <mc:Fallback>
                  <p:oleObj name="Equation" r:id="rId18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7" y="2314"/>
                          <a:ext cx="184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3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4970786"/>
                </p:ext>
              </p:extLst>
            </p:nvPr>
          </p:nvGraphicFramePr>
          <p:xfrm>
            <a:off x="704" y="2610"/>
            <a:ext cx="409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06080" imgH="203040" progId="Equation.DSMT4">
                    <p:embed/>
                  </p:oleObj>
                </mc:Choice>
                <mc:Fallback>
                  <p:oleObj name="Equation" r:id="rId20" imgW="406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2610"/>
                          <a:ext cx="409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4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6824800"/>
                </p:ext>
              </p:extLst>
            </p:nvPr>
          </p:nvGraphicFramePr>
          <p:xfrm>
            <a:off x="729" y="2994"/>
            <a:ext cx="365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68280" imgH="203040" progId="Equation.DSMT4">
                    <p:embed/>
                  </p:oleObj>
                </mc:Choice>
                <mc:Fallback>
                  <p:oleObj name="Equation" r:id="rId22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9" y="2994"/>
                          <a:ext cx="365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4440" name="Line 24"/>
          <p:cNvSpPr>
            <a:spLocks noChangeShapeType="1"/>
          </p:cNvSpPr>
          <p:nvPr/>
        </p:nvSpPr>
        <p:spPr bwMode="auto">
          <a:xfrm>
            <a:off x="2590800" y="3810000"/>
            <a:ext cx="7086600" cy="0"/>
          </a:xfrm>
          <a:prstGeom prst="line">
            <a:avLst/>
          </a:prstGeom>
          <a:noFill/>
          <a:ln w="19050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444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376157"/>
              </p:ext>
            </p:extLst>
          </p:nvPr>
        </p:nvGraphicFramePr>
        <p:xfrm>
          <a:off x="5110163" y="3917950"/>
          <a:ext cx="376238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4880" imgH="126720" progId="Equation.DSMT4">
                  <p:embed/>
                </p:oleObj>
              </mc:Choice>
              <mc:Fallback>
                <p:oleObj name="Equation" r:id="rId24" imgW="164880" imgH="126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3917950"/>
                        <a:ext cx="376238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4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916732"/>
              </p:ext>
            </p:extLst>
          </p:nvPr>
        </p:nvGraphicFramePr>
        <p:xfrm>
          <a:off x="7505699" y="3853266"/>
          <a:ext cx="419101" cy="410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6720" imgH="177480" progId="Equation.DSMT4">
                  <p:embed/>
                </p:oleObj>
              </mc:Choice>
              <mc:Fallback>
                <p:oleObj name="Equation" r:id="rId26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5699" y="3853266"/>
                        <a:ext cx="419101" cy="410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5065715" y="3094039"/>
            <a:ext cx="2859089" cy="722313"/>
            <a:chOff x="2231" y="2093"/>
            <a:chExt cx="1801" cy="455"/>
          </a:xfrm>
        </p:grpSpPr>
        <p:graphicFrame>
          <p:nvGraphicFramePr>
            <p:cNvPr id="22580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2785486"/>
                </p:ext>
              </p:extLst>
            </p:nvPr>
          </p:nvGraphicFramePr>
          <p:xfrm>
            <a:off x="3661" y="2093"/>
            <a:ext cx="371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14120" imgH="228600" progId="Equation.DSMT4">
                    <p:embed/>
                  </p:oleObj>
                </mc:Choice>
                <mc:Fallback>
                  <p:oleObj name="Equation" r:id="rId28" imgW="1141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1" y="2093"/>
                          <a:ext cx="371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1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3079773"/>
                </p:ext>
              </p:extLst>
            </p:nvPr>
          </p:nvGraphicFramePr>
          <p:xfrm>
            <a:off x="2231" y="2258"/>
            <a:ext cx="26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26720" imgH="177480" progId="Equation.DSMT4">
                    <p:embed/>
                  </p:oleObj>
                </mc:Choice>
                <mc:Fallback>
                  <p:oleObj name="Equation" r:id="rId30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1" y="2258"/>
                          <a:ext cx="26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444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121353"/>
              </p:ext>
            </p:extLst>
          </p:nvPr>
        </p:nvGraphicFramePr>
        <p:xfrm>
          <a:off x="3876675" y="3903663"/>
          <a:ext cx="322263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39680" imgH="139680" progId="Equation.DSMT4">
                  <p:embed/>
                </p:oleObj>
              </mc:Choice>
              <mc:Fallback>
                <p:oleObj name="Equation" r:id="rId32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6675" y="3903663"/>
                        <a:ext cx="322263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4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932529"/>
              </p:ext>
            </p:extLst>
          </p:nvPr>
        </p:nvGraphicFramePr>
        <p:xfrm>
          <a:off x="6167297" y="3972879"/>
          <a:ext cx="321197" cy="267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39680" imgH="101520" progId="Equation.DSMT4">
                  <p:embed/>
                </p:oleObj>
              </mc:Choice>
              <mc:Fallback>
                <p:oleObj name="Equation" r:id="rId34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297" y="3972879"/>
                        <a:ext cx="321197" cy="267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4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390584"/>
              </p:ext>
            </p:extLst>
          </p:nvPr>
        </p:nvGraphicFramePr>
        <p:xfrm>
          <a:off x="8672513" y="3910013"/>
          <a:ext cx="322262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39680" imgH="139680" progId="Equation.DSMT4">
                  <p:embed/>
                </p:oleObj>
              </mc:Choice>
              <mc:Fallback>
                <p:oleObj name="Equation" r:id="rId36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2513" y="3910013"/>
                        <a:ext cx="322262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4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966699"/>
              </p:ext>
            </p:extLst>
          </p:nvPr>
        </p:nvGraphicFramePr>
        <p:xfrm>
          <a:off x="5065713" y="4408488"/>
          <a:ext cx="433387" cy="422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26720" imgH="177480" progId="Equation.DSMT4">
                  <p:embed/>
                </p:oleObj>
              </mc:Choice>
              <mc:Fallback>
                <p:oleObj name="Equation" r:id="rId38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4408488"/>
                        <a:ext cx="433387" cy="422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5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443513"/>
              </p:ext>
            </p:extLst>
          </p:nvPr>
        </p:nvGraphicFramePr>
        <p:xfrm>
          <a:off x="7169709" y="4442553"/>
          <a:ext cx="929232" cy="360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393480" imgH="177480" progId="Equation.DSMT4">
                  <p:embed/>
                </p:oleObj>
              </mc:Choice>
              <mc:Fallback>
                <p:oleObj name="Equation" r:id="rId40" imgW="3934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709" y="4442553"/>
                        <a:ext cx="929232" cy="360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51" name="Line 35"/>
          <p:cNvSpPr>
            <a:spLocks noChangeShapeType="1"/>
          </p:cNvSpPr>
          <p:nvPr/>
        </p:nvSpPr>
        <p:spPr bwMode="auto">
          <a:xfrm>
            <a:off x="3352800" y="3276601"/>
            <a:ext cx="0" cy="1547813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4724400" y="3124201"/>
            <a:ext cx="3505200" cy="1547813"/>
            <a:chOff x="2016" y="2208"/>
            <a:chExt cx="2208" cy="1115"/>
          </a:xfrm>
        </p:grpSpPr>
        <p:sp>
          <p:nvSpPr>
            <p:cNvPr id="22576" name="Line 37"/>
            <p:cNvSpPr>
              <a:spLocks noChangeShapeType="1"/>
            </p:cNvSpPr>
            <p:nvPr/>
          </p:nvSpPr>
          <p:spPr bwMode="auto">
            <a:xfrm>
              <a:off x="2016" y="2208"/>
              <a:ext cx="0" cy="1115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77" name="Line 38"/>
            <p:cNvSpPr>
              <a:spLocks noChangeShapeType="1"/>
            </p:cNvSpPr>
            <p:nvPr/>
          </p:nvSpPr>
          <p:spPr bwMode="auto">
            <a:xfrm>
              <a:off x="3504" y="2208"/>
              <a:ext cx="0" cy="1115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78" name="Line 39"/>
            <p:cNvSpPr>
              <a:spLocks noChangeShapeType="1"/>
            </p:cNvSpPr>
            <p:nvPr/>
          </p:nvSpPr>
          <p:spPr bwMode="auto">
            <a:xfrm>
              <a:off x="4224" y="2208"/>
              <a:ext cx="0" cy="1115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79" name="Line 40"/>
            <p:cNvSpPr>
              <a:spLocks noChangeShapeType="1"/>
            </p:cNvSpPr>
            <p:nvPr/>
          </p:nvSpPr>
          <p:spPr bwMode="auto">
            <a:xfrm>
              <a:off x="2688" y="2208"/>
              <a:ext cx="0" cy="1115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3617913" y="3276611"/>
            <a:ext cx="5754688" cy="560389"/>
            <a:chOff x="1319" y="2208"/>
            <a:chExt cx="3625" cy="353"/>
          </a:xfrm>
        </p:grpSpPr>
        <p:graphicFrame>
          <p:nvGraphicFramePr>
            <p:cNvPr id="22573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2361094"/>
                </p:ext>
              </p:extLst>
            </p:nvPr>
          </p:nvGraphicFramePr>
          <p:xfrm>
            <a:off x="1319" y="2259"/>
            <a:ext cx="625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507960" imgH="203040" progId="Equation.DSMT4">
                    <p:embed/>
                  </p:oleObj>
                </mc:Choice>
                <mc:Fallback>
                  <p:oleObj name="Equation" r:id="rId42" imgW="507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9" y="2259"/>
                          <a:ext cx="625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4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3891274"/>
                </p:ext>
              </p:extLst>
            </p:nvPr>
          </p:nvGraphicFramePr>
          <p:xfrm>
            <a:off x="2815" y="2218"/>
            <a:ext cx="564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406080" imgH="228600" progId="Equation.DSMT4">
                    <p:embed/>
                  </p:oleObj>
                </mc:Choice>
                <mc:Fallback>
                  <p:oleObj name="Equation" r:id="rId44" imgW="406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5" y="2218"/>
                          <a:ext cx="564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5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0940126"/>
                </p:ext>
              </p:extLst>
            </p:nvPr>
          </p:nvGraphicFramePr>
          <p:xfrm>
            <a:off x="4294" y="2208"/>
            <a:ext cx="650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545760" imgH="228600" progId="Equation.DSMT4">
                    <p:embed/>
                  </p:oleObj>
                </mc:Choice>
                <mc:Fallback>
                  <p:oleObj name="Equation" r:id="rId46" imgW="5457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4" y="2208"/>
                          <a:ext cx="650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446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3076120"/>
              </p:ext>
            </p:extLst>
          </p:nvPr>
        </p:nvGraphicFramePr>
        <p:xfrm>
          <a:off x="2847975" y="5126041"/>
          <a:ext cx="8477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495000" imgH="203040" progId="Equation.DSMT4">
                  <p:embed/>
                </p:oleObj>
              </mc:Choice>
              <mc:Fallback>
                <p:oleObj name="Equation" r:id="rId48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975" y="5126041"/>
                        <a:ext cx="8477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62" name="Text Box 46"/>
          <p:cNvSpPr txBox="1">
            <a:spLocks noChangeArrowheads="1"/>
          </p:cNvSpPr>
          <p:nvPr/>
        </p:nvSpPr>
        <p:spPr bwMode="auto">
          <a:xfrm>
            <a:off x="3695700" y="5043488"/>
            <a:ext cx="2039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是极大点，</a:t>
            </a:r>
          </a:p>
        </p:txBody>
      </p:sp>
      <p:sp>
        <p:nvSpPr>
          <p:cNvPr id="444463" name="Text Box 47"/>
          <p:cNvSpPr txBox="1">
            <a:spLocks noChangeArrowheads="1"/>
          </p:cNvSpPr>
          <p:nvPr/>
        </p:nvSpPr>
        <p:spPr bwMode="auto">
          <a:xfrm>
            <a:off x="5295900" y="50307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其极大值为</a:t>
            </a:r>
          </a:p>
        </p:txBody>
      </p:sp>
      <p:graphicFrame>
        <p:nvGraphicFramePr>
          <p:cNvPr id="44446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467952"/>
              </p:ext>
            </p:extLst>
          </p:nvPr>
        </p:nvGraphicFramePr>
        <p:xfrm>
          <a:off x="7221538" y="5067223"/>
          <a:ext cx="1119188" cy="495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609480" imgH="203040" progId="Equation.DSMT4">
                  <p:embed/>
                </p:oleObj>
              </mc:Choice>
              <mc:Fallback>
                <p:oleObj name="Equation" r:id="rId50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1538" y="5067223"/>
                        <a:ext cx="1119188" cy="495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65" name="Text Box 49"/>
          <p:cNvSpPr txBox="1">
            <a:spLocks noChangeArrowheads="1"/>
          </p:cNvSpPr>
          <p:nvPr/>
        </p:nvSpPr>
        <p:spPr bwMode="auto">
          <a:xfrm>
            <a:off x="3708400" y="563880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是极小点，</a:t>
            </a:r>
          </a:p>
        </p:txBody>
      </p:sp>
      <p:sp>
        <p:nvSpPr>
          <p:cNvPr id="444466" name="Text Box 50"/>
          <p:cNvSpPr txBox="1">
            <a:spLocks noChangeArrowheads="1"/>
          </p:cNvSpPr>
          <p:nvPr/>
        </p:nvSpPr>
        <p:spPr bwMode="auto">
          <a:xfrm>
            <a:off x="5308600" y="5638801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其极小值为</a:t>
            </a:r>
          </a:p>
        </p:txBody>
      </p:sp>
      <p:graphicFrame>
        <p:nvGraphicFramePr>
          <p:cNvPr id="44446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05095"/>
              </p:ext>
            </p:extLst>
          </p:nvPr>
        </p:nvGraphicFramePr>
        <p:xfrm>
          <a:off x="2960675" y="5675319"/>
          <a:ext cx="856507" cy="558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368280" imgH="228600" progId="Equation.DSMT4">
                  <p:embed/>
                </p:oleObj>
              </mc:Choice>
              <mc:Fallback>
                <p:oleObj name="Equation" r:id="rId52" imgW="368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75" y="5675319"/>
                        <a:ext cx="856507" cy="558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68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7240255"/>
              </p:ext>
            </p:extLst>
          </p:nvPr>
        </p:nvGraphicFramePr>
        <p:xfrm>
          <a:off x="7159625" y="5645150"/>
          <a:ext cx="180816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901440" imgH="228600" progId="Equation.DSMT4">
                  <p:embed/>
                </p:oleObj>
              </mc:Choice>
              <mc:Fallback>
                <p:oleObj name="Equation" r:id="rId54" imgW="901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25" y="5645150"/>
                        <a:ext cx="180816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69" name="Line 53"/>
          <p:cNvSpPr>
            <a:spLocks noChangeShapeType="1"/>
          </p:cNvSpPr>
          <p:nvPr/>
        </p:nvSpPr>
        <p:spPr bwMode="auto">
          <a:xfrm flipV="1">
            <a:off x="3733800" y="4343400"/>
            <a:ext cx="685800" cy="4572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4470" name="Line 54"/>
          <p:cNvSpPr>
            <a:spLocks noChangeShapeType="1"/>
          </p:cNvSpPr>
          <p:nvPr/>
        </p:nvSpPr>
        <p:spPr bwMode="auto">
          <a:xfrm>
            <a:off x="6096000" y="4419600"/>
            <a:ext cx="762000" cy="4572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4471" name="Line 55"/>
          <p:cNvSpPr>
            <a:spLocks noChangeShapeType="1"/>
          </p:cNvSpPr>
          <p:nvPr/>
        </p:nvSpPr>
        <p:spPr bwMode="auto">
          <a:xfrm flipV="1">
            <a:off x="8534400" y="4343400"/>
            <a:ext cx="685800" cy="4572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4479" name="Line 63"/>
          <p:cNvSpPr>
            <a:spLocks noChangeShapeType="1"/>
          </p:cNvSpPr>
          <p:nvPr/>
        </p:nvSpPr>
        <p:spPr bwMode="auto">
          <a:xfrm>
            <a:off x="2606675" y="4340225"/>
            <a:ext cx="7086600" cy="0"/>
          </a:xfrm>
          <a:prstGeom prst="line">
            <a:avLst/>
          </a:prstGeom>
          <a:noFill/>
          <a:ln w="19050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903490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4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4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4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4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4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4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44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4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44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4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4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4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4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4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4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44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4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44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44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44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44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44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44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4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4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4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4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4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4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4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44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44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44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1" grpId="0" autoUpdateAnimBg="0"/>
      <p:bldP spid="444422" grpId="0" autoUpdateAnimBg="0"/>
      <p:bldP spid="444426" grpId="0" autoUpdateAnimBg="0"/>
      <p:bldP spid="444427" grpId="0" autoUpdateAnimBg="0"/>
      <p:bldP spid="444429" grpId="0" autoUpdateAnimBg="0"/>
      <p:bldP spid="444431" grpId="0" autoUpdateAnimBg="0"/>
      <p:bldP spid="444433" grpId="0" autoUpdateAnimBg="0"/>
      <p:bldP spid="444435" grpId="0" autoUpdateAnimBg="0"/>
      <p:bldP spid="444440" grpId="0" animBg="1"/>
      <p:bldP spid="444451" grpId="0" animBg="1"/>
      <p:bldP spid="444462" grpId="0" autoUpdateAnimBg="0"/>
      <p:bldP spid="444463" grpId="0" autoUpdateAnimBg="0"/>
      <p:bldP spid="444465" grpId="0" autoUpdateAnimBg="0"/>
      <p:bldP spid="444466" grpId="0" autoUpdateAnimBg="0"/>
      <p:bldP spid="444469" grpId="0" animBg="1"/>
      <p:bldP spid="444470" grpId="0" animBg="1"/>
      <p:bldP spid="444471" grpId="0" animBg="1"/>
      <p:bldP spid="44447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Text Box 2"/>
          <p:cNvSpPr txBox="1">
            <a:spLocks noChangeArrowheads="1"/>
          </p:cNvSpPr>
          <p:nvPr/>
        </p:nvSpPr>
        <p:spPr bwMode="auto">
          <a:xfrm>
            <a:off x="2413000" y="1408113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08579" name="Text Box 3"/>
          <p:cNvSpPr txBox="1">
            <a:spLocks noChangeArrowheads="1"/>
          </p:cNvSpPr>
          <p:nvPr/>
        </p:nvSpPr>
        <p:spPr bwMode="auto">
          <a:xfrm>
            <a:off x="2413000" y="232251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08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511082"/>
              </p:ext>
            </p:extLst>
          </p:nvPr>
        </p:nvGraphicFramePr>
        <p:xfrm>
          <a:off x="3215680" y="1210469"/>
          <a:ext cx="5166320" cy="754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9360" imgH="330120" progId="Equation.DSMT4">
                  <p:embed/>
                </p:oleObj>
              </mc:Choice>
              <mc:Fallback>
                <p:oleObj name="Equation" r:id="rId2" imgW="23493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1210469"/>
                        <a:ext cx="5166320" cy="754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62096"/>
              </p:ext>
            </p:extLst>
          </p:nvPr>
        </p:nvGraphicFramePr>
        <p:xfrm>
          <a:off x="3175000" y="2093913"/>
          <a:ext cx="4470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70400" imgH="914400" progId="Equation.DSMT4">
                  <p:embed/>
                </p:oleObj>
              </mc:Choice>
              <mc:Fallback>
                <p:oleObj name="Equation" r:id="rId4" imgW="44704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2093913"/>
                        <a:ext cx="4470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2" name="Object 6"/>
          <p:cNvGraphicFramePr>
            <a:graphicFrameLocks noChangeAspect="1"/>
          </p:cNvGraphicFramePr>
          <p:nvPr/>
        </p:nvGraphicFramePr>
        <p:xfrm>
          <a:off x="2514600" y="3227388"/>
          <a:ext cx="35560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56000" imgH="431800" progId="Equation.3">
                  <p:embed/>
                </p:oleObj>
              </mc:Choice>
              <mc:Fallback>
                <p:oleObj name="公式" r:id="rId6" imgW="3556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227388"/>
                        <a:ext cx="35560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3" name="Object 7"/>
          <p:cNvGraphicFramePr>
            <a:graphicFrameLocks noChangeAspect="1"/>
          </p:cNvGraphicFramePr>
          <p:nvPr/>
        </p:nvGraphicFramePr>
        <p:xfrm>
          <a:off x="2919413" y="4035425"/>
          <a:ext cx="15097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62100" imgH="381000" progId="Equation.3">
                  <p:embed/>
                </p:oleObj>
              </mc:Choice>
              <mc:Fallback>
                <p:oleObj name="公式" r:id="rId8" imgW="15621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4035425"/>
                        <a:ext cx="1509712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4" name="Object 8"/>
          <p:cNvGraphicFramePr>
            <a:graphicFrameLocks noChangeAspect="1"/>
          </p:cNvGraphicFramePr>
          <p:nvPr/>
        </p:nvGraphicFramePr>
        <p:xfrm>
          <a:off x="4597400" y="4025901"/>
          <a:ext cx="14478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97950" imgH="406224" progId="Equation.3">
                  <p:embed/>
                </p:oleObj>
              </mc:Choice>
              <mc:Fallback>
                <p:oleObj name="公式" r:id="rId10" imgW="149795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400" y="4025901"/>
                        <a:ext cx="14478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5" name="Object 9"/>
          <p:cNvGraphicFramePr>
            <a:graphicFrameLocks noChangeAspect="1"/>
          </p:cNvGraphicFramePr>
          <p:nvPr/>
        </p:nvGraphicFramePr>
        <p:xfrm>
          <a:off x="2895601" y="4791075"/>
          <a:ext cx="15097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62100" imgH="381000" progId="Equation.3">
                  <p:embed/>
                </p:oleObj>
              </mc:Choice>
              <mc:Fallback>
                <p:oleObj name="公式" r:id="rId12" imgW="15621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4791075"/>
                        <a:ext cx="15097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6" name="Object 10"/>
          <p:cNvGraphicFramePr>
            <a:graphicFrameLocks noChangeAspect="1"/>
          </p:cNvGraphicFramePr>
          <p:nvPr/>
        </p:nvGraphicFramePr>
        <p:xfrm>
          <a:off x="4564064" y="4768851"/>
          <a:ext cx="14382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485255" imgH="406224" progId="Equation.3">
                  <p:embed/>
                </p:oleObj>
              </mc:Choice>
              <mc:Fallback>
                <p:oleObj name="公式" r:id="rId14" imgW="148525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4" y="4768851"/>
                        <a:ext cx="143827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7" name="Object 11"/>
          <p:cNvGraphicFramePr>
            <a:graphicFrameLocks noChangeAspect="1"/>
          </p:cNvGraphicFramePr>
          <p:nvPr/>
        </p:nvGraphicFramePr>
        <p:xfrm>
          <a:off x="2590800" y="5513388"/>
          <a:ext cx="40640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064000" imgH="431800" progId="Equation.3">
                  <p:embed/>
                </p:oleObj>
              </mc:Choice>
              <mc:Fallback>
                <p:oleObj name="公式" r:id="rId16" imgW="4064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513388"/>
                        <a:ext cx="40640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8" name="Object 12"/>
          <p:cNvGraphicFramePr>
            <a:graphicFrameLocks noChangeAspect="1"/>
          </p:cNvGraphicFramePr>
          <p:nvPr/>
        </p:nvGraphicFramePr>
        <p:xfrm>
          <a:off x="6324600" y="3227388"/>
          <a:ext cx="36703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670300" imgH="431800" progId="Equation.3">
                  <p:embed/>
                </p:oleObj>
              </mc:Choice>
              <mc:Fallback>
                <p:oleObj name="公式" r:id="rId18" imgW="3670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227388"/>
                        <a:ext cx="36703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2362200" y="700088"/>
            <a:ext cx="769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注意</a:t>
            </a:r>
            <a:r>
              <a:rPr kumimoji="1"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函数的不可导点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也可能是函数的极值点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705600" y="3743325"/>
            <a:ext cx="3200400" cy="1976438"/>
            <a:chOff x="3264" y="2358"/>
            <a:chExt cx="2016" cy="1245"/>
          </a:xfrm>
        </p:grpSpPr>
        <p:pic>
          <p:nvPicPr>
            <p:cNvPr id="23568" name="Picture 15"/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2358"/>
              <a:ext cx="2016" cy="1245"/>
            </a:xfrm>
            <a:prstGeom prst="rect">
              <a:avLst/>
            </a:prstGeom>
            <a:noFill/>
            <a:ln w="3175">
              <a:solidFill>
                <a:srgbClr val="00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569" name="Line 16"/>
            <p:cNvSpPr>
              <a:spLocks noChangeShapeType="1"/>
            </p:cNvSpPr>
            <p:nvPr/>
          </p:nvSpPr>
          <p:spPr bwMode="auto">
            <a:xfrm>
              <a:off x="4320" y="2616"/>
              <a:ext cx="0" cy="588"/>
            </a:xfrm>
            <a:prstGeom prst="line">
              <a:avLst/>
            </a:prstGeom>
            <a:noFill/>
            <a:ln w="12700">
              <a:solidFill>
                <a:srgbClr val="0066FF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0859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732638"/>
              </p:ext>
            </p:extLst>
          </p:nvPr>
        </p:nvGraphicFramePr>
        <p:xfrm>
          <a:off x="8269288" y="3865562"/>
          <a:ext cx="289389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03040" imgH="164880" progId="Equation.DSMT4">
                  <p:embed/>
                </p:oleObj>
              </mc:Choice>
              <mc:Fallback>
                <p:oleObj name="Equation" r:id="rId21" imgW="2030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9288" y="3865562"/>
                        <a:ext cx="289389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60832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0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0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8" grpId="0" autoUpdateAnimBg="0"/>
      <p:bldP spid="40857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Text Box 2"/>
          <p:cNvSpPr txBox="1">
            <a:spLocks noChangeArrowheads="1"/>
          </p:cNvSpPr>
          <p:nvPr/>
        </p:nvSpPr>
        <p:spPr bwMode="auto">
          <a:xfrm>
            <a:off x="1110075" y="961907"/>
            <a:ext cx="80409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08579" name="Text Box 3"/>
          <p:cNvSpPr txBox="1">
            <a:spLocks noChangeArrowheads="1"/>
          </p:cNvSpPr>
          <p:nvPr/>
        </p:nvSpPr>
        <p:spPr bwMode="auto">
          <a:xfrm>
            <a:off x="1124439" y="1972778"/>
            <a:ext cx="52511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08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92990"/>
              </p:ext>
            </p:extLst>
          </p:nvPr>
        </p:nvGraphicFramePr>
        <p:xfrm>
          <a:off x="2043230" y="691539"/>
          <a:ext cx="776287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30520" imgH="482400" progId="Equation.DSMT4">
                  <p:embed/>
                </p:oleObj>
              </mc:Choice>
              <mc:Fallback>
                <p:oleObj name="Equation" r:id="rId2" imgW="35305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230" y="691539"/>
                        <a:ext cx="776287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868754"/>
              </p:ext>
            </p:extLst>
          </p:nvPr>
        </p:nvGraphicFramePr>
        <p:xfrm>
          <a:off x="1914173" y="1983896"/>
          <a:ext cx="8784976" cy="52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95680" imgH="228600" progId="Equation.DSMT4">
                  <p:embed/>
                </p:oleObj>
              </mc:Choice>
              <mc:Fallback>
                <p:oleObj name="Equation" r:id="rId4" imgW="4495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173" y="1983896"/>
                        <a:ext cx="8784976" cy="524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281343"/>
              </p:ext>
            </p:extLst>
          </p:nvPr>
        </p:nvGraphicFramePr>
        <p:xfrm>
          <a:off x="1178566" y="2672990"/>
          <a:ext cx="5714107" cy="510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9800" imgH="228600" progId="Equation.DSMT4">
                  <p:embed/>
                </p:oleObj>
              </mc:Choice>
              <mc:Fallback>
                <p:oleObj name="Equation" r:id="rId6" imgW="253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8566" y="2672990"/>
                        <a:ext cx="5714107" cy="5106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816618"/>
              </p:ext>
            </p:extLst>
          </p:nvPr>
        </p:nvGraphicFramePr>
        <p:xfrm>
          <a:off x="1178566" y="4287019"/>
          <a:ext cx="2711217" cy="483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360" imgH="215640" progId="Equation.DSMT4">
                  <p:embed/>
                </p:oleObj>
              </mc:Choice>
              <mc:Fallback>
                <p:oleObj name="Equation" r:id="rId8" imgW="1206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8566" y="4287019"/>
                        <a:ext cx="2711217" cy="4838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243951"/>
              </p:ext>
            </p:extLst>
          </p:nvPr>
        </p:nvGraphicFramePr>
        <p:xfrm>
          <a:off x="1809813" y="4791835"/>
          <a:ext cx="5081860" cy="1107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09680" imgH="482400" progId="Equation.DSMT4">
                  <p:embed/>
                </p:oleObj>
              </mc:Choice>
              <mc:Fallback>
                <p:oleObj name="Equation" r:id="rId10" imgW="2209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813" y="4791835"/>
                        <a:ext cx="5081860" cy="1107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058881"/>
              </p:ext>
            </p:extLst>
          </p:nvPr>
        </p:nvGraphicFramePr>
        <p:xfrm>
          <a:off x="1183724" y="3243205"/>
          <a:ext cx="9481889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902120" imgH="419040" progId="Equation.DSMT4">
                  <p:embed/>
                </p:oleObj>
              </mc:Choice>
              <mc:Fallback>
                <p:oleObj name="Equation" r:id="rId12" imgW="49021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3724" y="3243205"/>
                        <a:ext cx="9481889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9120336" y="1481019"/>
            <a:ext cx="19552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(2019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高数三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260515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4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0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0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8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542716"/>
              </p:ext>
            </p:extLst>
          </p:nvPr>
        </p:nvGraphicFramePr>
        <p:xfrm>
          <a:off x="1351840" y="1809686"/>
          <a:ext cx="3600401" cy="495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228600" progId="Equation.DSMT4">
                  <p:embed/>
                </p:oleObj>
              </mc:Choice>
              <mc:Fallback>
                <p:oleObj name="Equation" r:id="rId2" imgW="1726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1840" y="1809686"/>
                        <a:ext cx="3600401" cy="495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496061"/>
              </p:ext>
            </p:extLst>
          </p:nvPr>
        </p:nvGraphicFramePr>
        <p:xfrm>
          <a:off x="5198230" y="1809545"/>
          <a:ext cx="3104542" cy="511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320" imgH="228600" progId="Equation.DSMT4">
                  <p:embed/>
                </p:oleObj>
              </mc:Choice>
              <mc:Fallback>
                <p:oleObj name="Equation" r:id="rId4" imgW="1498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8230" y="1809545"/>
                        <a:ext cx="3104542" cy="511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502709"/>
              </p:ext>
            </p:extLst>
          </p:nvPr>
        </p:nvGraphicFramePr>
        <p:xfrm>
          <a:off x="1348318" y="4072736"/>
          <a:ext cx="9128906" cy="63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65560" imgH="291960" progId="Equation.DSMT4">
                  <p:embed/>
                </p:oleObj>
              </mc:Choice>
              <mc:Fallback>
                <p:oleObj name="Equation" r:id="rId6" imgW="41655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318" y="4072736"/>
                        <a:ext cx="9128906" cy="63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950563"/>
              </p:ext>
            </p:extLst>
          </p:nvPr>
        </p:nvGraphicFramePr>
        <p:xfrm>
          <a:off x="1295626" y="4708449"/>
          <a:ext cx="3844387" cy="486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720" imgH="215640" progId="Equation.DSMT4">
                  <p:embed/>
                </p:oleObj>
              </mc:Choice>
              <mc:Fallback>
                <p:oleObj name="Equation" r:id="rId8" imgW="1701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626" y="4708449"/>
                        <a:ext cx="3844387" cy="4867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010021"/>
              </p:ext>
            </p:extLst>
          </p:nvPr>
        </p:nvGraphicFramePr>
        <p:xfrm>
          <a:off x="1324913" y="5246448"/>
          <a:ext cx="5488720" cy="492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16120" imgH="215640" progId="Equation.DSMT4">
                  <p:embed/>
                </p:oleObj>
              </mc:Choice>
              <mc:Fallback>
                <p:oleObj name="Equation" r:id="rId10" imgW="2616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4913" y="5246448"/>
                        <a:ext cx="5488720" cy="492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05480"/>
              </p:ext>
            </p:extLst>
          </p:nvPr>
        </p:nvGraphicFramePr>
        <p:xfrm>
          <a:off x="1351840" y="1269518"/>
          <a:ext cx="8064897" cy="485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784320" imgH="228600" progId="Equation.DSMT4">
                  <p:embed/>
                </p:oleObj>
              </mc:Choice>
              <mc:Fallback>
                <p:oleObj name="Equation" r:id="rId12" imgW="3784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1840" y="1269518"/>
                        <a:ext cx="8064897" cy="485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270153"/>
              </p:ext>
            </p:extLst>
          </p:nvPr>
        </p:nvGraphicFramePr>
        <p:xfrm>
          <a:off x="1333402" y="2299044"/>
          <a:ext cx="7805792" cy="583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81280" imgH="253800" progId="Equation.DSMT4">
                  <p:embed/>
                </p:oleObj>
              </mc:Choice>
              <mc:Fallback>
                <p:oleObj name="Equation" r:id="rId14" imgW="3581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402" y="2299044"/>
                        <a:ext cx="7805792" cy="583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950444"/>
              </p:ext>
            </p:extLst>
          </p:nvPr>
        </p:nvGraphicFramePr>
        <p:xfrm>
          <a:off x="1367581" y="720924"/>
          <a:ext cx="5472609" cy="523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387520" imgH="228600" progId="Equation.DSMT4">
                  <p:embed/>
                </p:oleObj>
              </mc:Choice>
              <mc:Fallback>
                <p:oleObj name="Equation" r:id="rId16" imgW="2387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581" y="720924"/>
                        <a:ext cx="5472609" cy="523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055789"/>
              </p:ext>
            </p:extLst>
          </p:nvPr>
        </p:nvGraphicFramePr>
        <p:xfrm>
          <a:off x="4583832" y="2947038"/>
          <a:ext cx="3546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01720" imgH="215640" progId="Equation.DSMT4">
                  <p:embed/>
                </p:oleObj>
              </mc:Choice>
              <mc:Fallback>
                <p:oleObj name="Equation" r:id="rId18" imgW="1701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832" y="2947038"/>
                        <a:ext cx="35464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020951"/>
              </p:ext>
            </p:extLst>
          </p:nvPr>
        </p:nvGraphicFramePr>
        <p:xfrm>
          <a:off x="1333402" y="2964967"/>
          <a:ext cx="2998684" cy="473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85720" imgH="215640" progId="Equation.DSMT4">
                  <p:embed/>
                </p:oleObj>
              </mc:Choice>
              <mc:Fallback>
                <p:oleObj name="Equation" r:id="rId20" imgW="1485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402" y="2964967"/>
                        <a:ext cx="2998684" cy="4734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844832"/>
              </p:ext>
            </p:extLst>
          </p:nvPr>
        </p:nvGraphicFramePr>
        <p:xfrm>
          <a:off x="1314544" y="3478236"/>
          <a:ext cx="782796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606480" imgH="228600" progId="Equation.DSMT4">
                  <p:embed/>
                </p:oleObj>
              </mc:Choice>
              <mc:Fallback>
                <p:oleObj name="Equation" r:id="rId22" imgW="3606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544" y="3478236"/>
                        <a:ext cx="7827962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248812"/>
              </p:ext>
            </p:extLst>
          </p:nvPr>
        </p:nvGraphicFramePr>
        <p:xfrm>
          <a:off x="6817869" y="5242047"/>
          <a:ext cx="397510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981080" imgH="215640" progId="Equation.DSMT4">
                  <p:embed/>
                </p:oleObj>
              </mc:Choice>
              <mc:Fallback>
                <p:oleObj name="Equation" r:id="rId24" imgW="1981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7869" y="5242047"/>
                        <a:ext cx="397510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823868"/>
              </p:ext>
            </p:extLst>
          </p:nvPr>
        </p:nvGraphicFramePr>
        <p:xfrm>
          <a:off x="1331959" y="5788338"/>
          <a:ext cx="7112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276360" imgH="215640" progId="Equation.DSMT4">
                  <p:embed/>
                </p:oleObj>
              </mc:Choice>
              <mc:Fallback>
                <p:oleObj name="Equation" r:id="rId26" imgW="3276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59" y="5788338"/>
                        <a:ext cx="71120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491881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0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0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4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40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250"/>
                                        <p:tgtEl>
                                          <p:spTgt spid="40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500"/>
                                        <p:tgtEl>
                                          <p:spTgt spid="4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8304213" y="557214"/>
            <a:ext cx="2279650" cy="1787525"/>
            <a:chOff x="4257" y="572"/>
            <a:chExt cx="1503" cy="1190"/>
          </a:xfrm>
        </p:grpSpPr>
        <p:sp>
          <p:nvSpPr>
            <p:cNvPr id="24625" name="Freeform 3"/>
            <p:cNvSpPr>
              <a:spLocks/>
            </p:cNvSpPr>
            <p:nvPr/>
          </p:nvSpPr>
          <p:spPr bwMode="auto">
            <a:xfrm>
              <a:off x="4593" y="716"/>
              <a:ext cx="912" cy="528"/>
            </a:xfrm>
            <a:custGeom>
              <a:avLst/>
              <a:gdLst>
                <a:gd name="T0" fmla="*/ 0 w 672"/>
                <a:gd name="T1" fmla="*/ 0 h 288"/>
                <a:gd name="T2" fmla="*/ 6869 w 672"/>
                <a:gd name="T3" fmla="*/ 465450 h 288"/>
                <a:gd name="T4" fmla="*/ 20753 w 672"/>
                <a:gd name="T5" fmla="*/ 697457 h 288"/>
                <a:gd name="T6" fmla="*/ 37997 w 672"/>
                <a:gd name="T7" fmla="*/ 930518 h 288"/>
                <a:gd name="T8" fmla="*/ 48327 w 672"/>
                <a:gd name="T9" fmla="*/ 1395968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2"/>
                <a:gd name="T16" fmla="*/ 0 h 288"/>
                <a:gd name="T17" fmla="*/ 672 w 672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2" h="288">
                  <a:moveTo>
                    <a:pt x="0" y="0"/>
                  </a:moveTo>
                  <a:cubicBezTo>
                    <a:pt x="24" y="36"/>
                    <a:pt x="48" y="72"/>
                    <a:pt x="96" y="96"/>
                  </a:cubicBezTo>
                  <a:cubicBezTo>
                    <a:pt x="144" y="120"/>
                    <a:pt x="216" y="128"/>
                    <a:pt x="288" y="144"/>
                  </a:cubicBezTo>
                  <a:cubicBezTo>
                    <a:pt x="360" y="160"/>
                    <a:pt x="464" y="168"/>
                    <a:pt x="528" y="192"/>
                  </a:cubicBezTo>
                  <a:cubicBezTo>
                    <a:pt x="592" y="216"/>
                    <a:pt x="648" y="272"/>
                    <a:pt x="672" y="288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626" name="Group 4"/>
            <p:cNvGrpSpPr>
              <a:grpSpLocks/>
            </p:cNvGrpSpPr>
            <p:nvPr/>
          </p:nvGrpSpPr>
          <p:grpSpPr bwMode="auto">
            <a:xfrm>
              <a:off x="4257" y="572"/>
              <a:ext cx="1503" cy="1104"/>
              <a:chOff x="3087" y="528"/>
              <a:chExt cx="1503" cy="1104"/>
            </a:xfrm>
          </p:grpSpPr>
          <p:sp>
            <p:nvSpPr>
              <p:cNvPr id="24633" name="Line 5"/>
              <p:cNvSpPr>
                <a:spLocks noChangeShapeType="1"/>
              </p:cNvSpPr>
              <p:nvPr/>
            </p:nvSpPr>
            <p:spPr bwMode="auto">
              <a:xfrm flipV="1">
                <a:off x="3265" y="528"/>
                <a:ext cx="0" cy="10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4" name="Line 6"/>
              <p:cNvSpPr>
                <a:spLocks noChangeShapeType="1"/>
              </p:cNvSpPr>
              <p:nvPr/>
            </p:nvSpPr>
            <p:spPr bwMode="auto">
              <a:xfrm>
                <a:off x="3102" y="1440"/>
                <a:ext cx="147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635" name="Object 7"/>
              <p:cNvGraphicFramePr>
                <a:graphicFrameLocks noChangeAspect="1"/>
              </p:cNvGraphicFramePr>
              <p:nvPr/>
            </p:nvGraphicFramePr>
            <p:xfrm>
              <a:off x="4446" y="1495"/>
              <a:ext cx="144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253890" imgH="241195" progId="Equation.3">
                      <p:embed/>
                    </p:oleObj>
                  </mc:Choice>
                  <mc:Fallback>
                    <p:oleObj name="公式" r:id="rId2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6" y="1495"/>
                            <a:ext cx="144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36" name="Object 8"/>
              <p:cNvGraphicFramePr>
                <a:graphicFrameLocks noChangeAspect="1"/>
              </p:cNvGraphicFramePr>
              <p:nvPr/>
            </p:nvGraphicFramePr>
            <p:xfrm>
              <a:off x="3087" y="576"/>
              <a:ext cx="144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253780" imgH="317225" progId="Equation.3">
                      <p:embed/>
                    </p:oleObj>
                  </mc:Choice>
                  <mc:Fallback>
                    <p:oleObj name="公式" r:id="rId4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7" y="576"/>
                            <a:ext cx="144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37" name="Object 9"/>
              <p:cNvGraphicFramePr>
                <a:graphicFrameLocks noChangeAspect="1"/>
              </p:cNvGraphicFramePr>
              <p:nvPr/>
            </p:nvGraphicFramePr>
            <p:xfrm>
              <a:off x="3114" y="1464"/>
              <a:ext cx="135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215713" imgH="241091" progId="Equation.3">
                      <p:embed/>
                    </p:oleObj>
                  </mc:Choice>
                  <mc:Fallback>
                    <p:oleObj name="公式" r:id="rId6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14" y="1464"/>
                            <a:ext cx="135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27" name="Group 10"/>
            <p:cNvGrpSpPr>
              <a:grpSpLocks/>
            </p:cNvGrpSpPr>
            <p:nvPr/>
          </p:nvGrpSpPr>
          <p:grpSpPr bwMode="auto">
            <a:xfrm>
              <a:off x="4953" y="1004"/>
              <a:ext cx="187" cy="758"/>
              <a:chOff x="1434" y="3144"/>
              <a:chExt cx="187" cy="758"/>
            </a:xfrm>
          </p:grpSpPr>
          <p:sp>
            <p:nvSpPr>
              <p:cNvPr id="24631" name="Line 11"/>
              <p:cNvSpPr>
                <a:spLocks noChangeShapeType="1"/>
              </p:cNvSpPr>
              <p:nvPr/>
            </p:nvSpPr>
            <p:spPr bwMode="auto">
              <a:xfrm>
                <a:off x="1492" y="3144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632" name="Object 12"/>
              <p:cNvGraphicFramePr>
                <a:graphicFrameLocks noChangeAspect="1"/>
              </p:cNvGraphicFramePr>
              <p:nvPr/>
            </p:nvGraphicFramePr>
            <p:xfrm>
              <a:off x="1434" y="3668"/>
              <a:ext cx="187" cy="2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291973" imgH="393529" progId="Equation.3">
                      <p:embed/>
                    </p:oleObj>
                  </mc:Choice>
                  <mc:Fallback>
                    <p:oleObj name="公式" r:id="rId8" imgW="291973" imgH="39352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34" y="3668"/>
                            <a:ext cx="187" cy="2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628" name="Line 13"/>
            <p:cNvSpPr>
              <a:spLocks noChangeShapeType="1"/>
            </p:cNvSpPr>
            <p:nvPr/>
          </p:nvSpPr>
          <p:spPr bwMode="auto">
            <a:xfrm>
              <a:off x="4593" y="992"/>
              <a:ext cx="83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629" name="Object 14"/>
            <p:cNvGraphicFramePr>
              <a:graphicFrameLocks noChangeAspect="1"/>
            </p:cNvGraphicFramePr>
            <p:nvPr/>
          </p:nvGraphicFramePr>
          <p:xfrm>
            <a:off x="4737" y="764"/>
            <a:ext cx="151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40986" imgH="88784" progId="Equation.3">
                    <p:embed/>
                  </p:oleObj>
                </mc:Choice>
                <mc:Fallback>
                  <p:oleObj name="公式" r:id="rId10" imgW="240986" imgH="887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7" y="764"/>
                          <a:ext cx="151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0" name="Object 15"/>
            <p:cNvGraphicFramePr>
              <a:graphicFrameLocks noChangeAspect="1"/>
            </p:cNvGraphicFramePr>
            <p:nvPr/>
          </p:nvGraphicFramePr>
          <p:xfrm>
            <a:off x="5169" y="1148"/>
            <a:ext cx="151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40986" imgH="88784" progId="Equation.3">
                    <p:embed/>
                  </p:oleObj>
                </mc:Choice>
                <mc:Fallback>
                  <p:oleObj name="公式" r:id="rId12" imgW="240986" imgH="887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9" y="1148"/>
                          <a:ext cx="151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579" name="Group 16"/>
          <p:cNvGrpSpPr>
            <a:grpSpLocks/>
          </p:cNvGrpSpPr>
          <p:nvPr/>
        </p:nvGrpSpPr>
        <p:grpSpPr bwMode="auto">
          <a:xfrm>
            <a:off x="6067426" y="550863"/>
            <a:ext cx="2168525" cy="1757362"/>
            <a:chOff x="2744" y="572"/>
            <a:chExt cx="1503" cy="1152"/>
          </a:xfrm>
        </p:grpSpPr>
        <p:sp>
          <p:nvSpPr>
            <p:cNvPr id="24612" name="Line 17"/>
            <p:cNvSpPr>
              <a:spLocks noChangeShapeType="1"/>
            </p:cNvSpPr>
            <p:nvPr/>
          </p:nvSpPr>
          <p:spPr bwMode="auto">
            <a:xfrm>
              <a:off x="3143" y="1016"/>
              <a:ext cx="7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3" name="Freeform 18"/>
            <p:cNvSpPr>
              <a:spLocks/>
            </p:cNvSpPr>
            <p:nvPr/>
          </p:nvSpPr>
          <p:spPr bwMode="auto">
            <a:xfrm>
              <a:off x="3047" y="764"/>
              <a:ext cx="884" cy="480"/>
            </a:xfrm>
            <a:custGeom>
              <a:avLst/>
              <a:gdLst>
                <a:gd name="T0" fmla="*/ 0 w 816"/>
                <a:gd name="T1" fmla="*/ 367478 h 288"/>
                <a:gd name="T2" fmla="*/ 441 w 816"/>
                <a:gd name="T3" fmla="*/ 244813 h 288"/>
                <a:gd name="T4" fmla="*/ 1473 w 816"/>
                <a:gd name="T5" fmla="*/ 183855 h 288"/>
                <a:gd name="T6" fmla="*/ 2209 w 816"/>
                <a:gd name="T7" fmla="*/ 122778 h 288"/>
                <a:gd name="T8" fmla="*/ 2506 w 816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6"/>
                <a:gd name="T16" fmla="*/ 0 h 288"/>
                <a:gd name="T17" fmla="*/ 816 w 816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6" h="288">
                  <a:moveTo>
                    <a:pt x="0" y="288"/>
                  </a:moveTo>
                  <a:cubicBezTo>
                    <a:pt x="32" y="252"/>
                    <a:pt x="64" y="216"/>
                    <a:pt x="144" y="192"/>
                  </a:cubicBezTo>
                  <a:cubicBezTo>
                    <a:pt x="224" y="168"/>
                    <a:pt x="384" y="160"/>
                    <a:pt x="480" y="144"/>
                  </a:cubicBezTo>
                  <a:cubicBezTo>
                    <a:pt x="576" y="128"/>
                    <a:pt x="664" y="120"/>
                    <a:pt x="720" y="96"/>
                  </a:cubicBezTo>
                  <a:cubicBezTo>
                    <a:pt x="776" y="72"/>
                    <a:pt x="796" y="36"/>
                    <a:pt x="816" y="0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614" name="Group 19"/>
            <p:cNvGrpSpPr>
              <a:grpSpLocks/>
            </p:cNvGrpSpPr>
            <p:nvPr/>
          </p:nvGrpSpPr>
          <p:grpSpPr bwMode="auto">
            <a:xfrm>
              <a:off x="2744" y="572"/>
              <a:ext cx="1503" cy="1104"/>
              <a:chOff x="816" y="528"/>
              <a:chExt cx="1503" cy="1104"/>
            </a:xfrm>
          </p:grpSpPr>
          <p:sp>
            <p:nvSpPr>
              <p:cNvPr id="24620" name="Line 20"/>
              <p:cNvSpPr>
                <a:spLocks noChangeShapeType="1"/>
              </p:cNvSpPr>
              <p:nvPr/>
            </p:nvSpPr>
            <p:spPr bwMode="auto">
              <a:xfrm flipV="1">
                <a:off x="994" y="528"/>
                <a:ext cx="0" cy="10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1" name="Line 21"/>
              <p:cNvSpPr>
                <a:spLocks noChangeShapeType="1"/>
              </p:cNvSpPr>
              <p:nvPr/>
            </p:nvSpPr>
            <p:spPr bwMode="auto">
              <a:xfrm>
                <a:off x="831" y="1440"/>
                <a:ext cx="147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622" name="Object 22"/>
              <p:cNvGraphicFramePr>
                <a:graphicFrameLocks noChangeAspect="1"/>
              </p:cNvGraphicFramePr>
              <p:nvPr/>
            </p:nvGraphicFramePr>
            <p:xfrm>
              <a:off x="2175" y="1495"/>
              <a:ext cx="144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253890" imgH="241195" progId="Equation.3">
                      <p:embed/>
                    </p:oleObj>
                  </mc:Choice>
                  <mc:Fallback>
                    <p:oleObj name="公式" r:id="rId13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75" y="1495"/>
                            <a:ext cx="144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23" name="Object 23"/>
              <p:cNvGraphicFramePr>
                <a:graphicFrameLocks noChangeAspect="1"/>
              </p:cNvGraphicFramePr>
              <p:nvPr/>
            </p:nvGraphicFramePr>
            <p:xfrm>
              <a:off x="816" y="576"/>
              <a:ext cx="144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253780" imgH="317225" progId="Equation.3">
                      <p:embed/>
                    </p:oleObj>
                  </mc:Choice>
                  <mc:Fallback>
                    <p:oleObj name="公式" r:id="rId14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6" y="576"/>
                            <a:ext cx="144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24" name="Object 24"/>
              <p:cNvGraphicFramePr>
                <a:graphicFrameLocks noChangeAspect="1"/>
              </p:cNvGraphicFramePr>
              <p:nvPr/>
            </p:nvGraphicFramePr>
            <p:xfrm>
              <a:off x="843" y="1464"/>
              <a:ext cx="135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215713" imgH="241091" progId="Equation.3">
                      <p:embed/>
                    </p:oleObj>
                  </mc:Choice>
                  <mc:Fallback>
                    <p:oleObj name="公式" r:id="rId15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3" y="1464"/>
                            <a:ext cx="135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15" name="Group 25"/>
            <p:cNvGrpSpPr>
              <a:grpSpLocks/>
            </p:cNvGrpSpPr>
            <p:nvPr/>
          </p:nvGrpSpPr>
          <p:grpSpPr bwMode="auto">
            <a:xfrm>
              <a:off x="3392" y="1033"/>
              <a:ext cx="183" cy="691"/>
              <a:chOff x="1410" y="3144"/>
              <a:chExt cx="183" cy="691"/>
            </a:xfrm>
          </p:grpSpPr>
          <p:sp>
            <p:nvSpPr>
              <p:cNvPr id="24618" name="Line 26"/>
              <p:cNvSpPr>
                <a:spLocks noChangeShapeType="1"/>
              </p:cNvSpPr>
              <p:nvPr/>
            </p:nvSpPr>
            <p:spPr bwMode="auto">
              <a:xfrm>
                <a:off x="1492" y="3144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619" name="Object 27"/>
              <p:cNvGraphicFramePr>
                <a:graphicFrameLocks noChangeAspect="1"/>
              </p:cNvGraphicFramePr>
              <p:nvPr/>
            </p:nvGraphicFramePr>
            <p:xfrm>
              <a:off x="1410" y="3607"/>
              <a:ext cx="18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291973" imgH="393529" progId="Equation.3">
                      <p:embed/>
                    </p:oleObj>
                  </mc:Choice>
                  <mc:Fallback>
                    <p:oleObj name="公式" r:id="rId16" imgW="291973" imgH="39352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10" y="3607"/>
                            <a:ext cx="18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4616" name="Object 28"/>
            <p:cNvGraphicFramePr>
              <a:graphicFrameLocks noChangeAspect="1"/>
            </p:cNvGraphicFramePr>
            <p:nvPr/>
          </p:nvGraphicFramePr>
          <p:xfrm>
            <a:off x="3191" y="1148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53890" imgH="241195" progId="Equation.3">
                    <p:embed/>
                  </p:oleObj>
                </mc:Choice>
                <mc:Fallback>
                  <p:oleObj name="公式" r:id="rId17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1" y="1148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17" name="Object 29"/>
            <p:cNvGraphicFramePr>
              <a:graphicFrameLocks noChangeAspect="1"/>
            </p:cNvGraphicFramePr>
            <p:nvPr/>
          </p:nvGraphicFramePr>
          <p:xfrm>
            <a:off x="3671" y="716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53890" imgH="241195" progId="Equation.3">
                    <p:embed/>
                  </p:oleObj>
                </mc:Choice>
                <mc:Fallback>
                  <p:oleObj name="公式" r:id="rId19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1" y="716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80" name="Text Box 35"/>
          <p:cNvSpPr txBox="1">
            <a:spLocks noChangeArrowheads="1"/>
          </p:cNvSpPr>
          <p:nvPr/>
        </p:nvSpPr>
        <p:spPr bwMode="auto">
          <a:xfrm>
            <a:off x="7202488" y="2419351"/>
            <a:ext cx="2743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不是极值点</a:t>
            </a: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弯曲方向改变</a:t>
            </a: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4581" name="Group 36"/>
          <p:cNvGrpSpPr>
            <a:grpSpLocks/>
          </p:cNvGrpSpPr>
          <p:nvPr/>
        </p:nvGrpSpPr>
        <p:grpSpPr bwMode="auto">
          <a:xfrm>
            <a:off x="1762125" y="817563"/>
            <a:ext cx="2052638" cy="1371600"/>
            <a:chOff x="0" y="482"/>
            <a:chExt cx="1503" cy="931"/>
          </a:xfrm>
        </p:grpSpPr>
        <p:sp>
          <p:nvSpPr>
            <p:cNvPr id="24599" name="Freeform 37"/>
            <p:cNvSpPr>
              <a:spLocks/>
            </p:cNvSpPr>
            <p:nvPr/>
          </p:nvSpPr>
          <p:spPr bwMode="auto">
            <a:xfrm>
              <a:off x="343" y="722"/>
              <a:ext cx="728" cy="192"/>
            </a:xfrm>
            <a:custGeom>
              <a:avLst/>
              <a:gdLst>
                <a:gd name="T0" fmla="*/ 0 w 672"/>
                <a:gd name="T1" fmla="*/ 192 h 192"/>
                <a:gd name="T2" fmla="*/ 1031 w 672"/>
                <a:gd name="T3" fmla="*/ 0 h 192"/>
                <a:gd name="T4" fmla="*/ 2062 w 672"/>
                <a:gd name="T5" fmla="*/ 192 h 192"/>
                <a:gd name="T6" fmla="*/ 0 60000 65536"/>
                <a:gd name="T7" fmla="*/ 0 60000 65536"/>
                <a:gd name="T8" fmla="*/ 0 60000 65536"/>
                <a:gd name="T9" fmla="*/ 0 w 672"/>
                <a:gd name="T10" fmla="*/ 0 h 192"/>
                <a:gd name="T11" fmla="*/ 672 w 672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192">
                  <a:moveTo>
                    <a:pt x="0" y="192"/>
                  </a:moveTo>
                  <a:cubicBezTo>
                    <a:pt x="112" y="96"/>
                    <a:pt x="224" y="0"/>
                    <a:pt x="336" y="0"/>
                  </a:cubicBezTo>
                  <a:cubicBezTo>
                    <a:pt x="448" y="0"/>
                    <a:pt x="608" y="160"/>
                    <a:pt x="672" y="192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0" name="Line 38"/>
            <p:cNvSpPr>
              <a:spLocks noChangeShapeType="1"/>
            </p:cNvSpPr>
            <p:nvPr/>
          </p:nvSpPr>
          <p:spPr bwMode="auto">
            <a:xfrm>
              <a:off x="385" y="713"/>
              <a:ext cx="64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601" name="Group 39"/>
            <p:cNvGrpSpPr>
              <a:grpSpLocks/>
            </p:cNvGrpSpPr>
            <p:nvPr/>
          </p:nvGrpSpPr>
          <p:grpSpPr bwMode="auto">
            <a:xfrm>
              <a:off x="0" y="482"/>
              <a:ext cx="1503" cy="912"/>
              <a:chOff x="801" y="2784"/>
              <a:chExt cx="1503" cy="912"/>
            </a:xfrm>
          </p:grpSpPr>
          <p:sp>
            <p:nvSpPr>
              <p:cNvPr id="24607" name="Line 40"/>
              <p:cNvSpPr>
                <a:spLocks noChangeShapeType="1"/>
              </p:cNvSpPr>
              <p:nvPr/>
            </p:nvSpPr>
            <p:spPr bwMode="auto">
              <a:xfrm flipV="1">
                <a:off x="979" y="2784"/>
                <a:ext cx="0" cy="86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08" name="Line 41"/>
              <p:cNvSpPr>
                <a:spLocks noChangeShapeType="1"/>
              </p:cNvSpPr>
              <p:nvPr/>
            </p:nvSpPr>
            <p:spPr bwMode="auto">
              <a:xfrm>
                <a:off x="816" y="3504"/>
                <a:ext cx="147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609" name="Object 42"/>
              <p:cNvGraphicFramePr>
                <a:graphicFrameLocks noChangeAspect="1"/>
              </p:cNvGraphicFramePr>
              <p:nvPr/>
            </p:nvGraphicFramePr>
            <p:xfrm>
              <a:off x="2160" y="3559"/>
              <a:ext cx="144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253890" imgH="241195" progId="Equation.3">
                      <p:embed/>
                    </p:oleObj>
                  </mc:Choice>
                  <mc:Fallback>
                    <p:oleObj name="公式" r:id="rId20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0" y="3559"/>
                            <a:ext cx="144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10" name="Object 43"/>
              <p:cNvGraphicFramePr>
                <a:graphicFrameLocks noChangeAspect="1"/>
              </p:cNvGraphicFramePr>
              <p:nvPr/>
            </p:nvGraphicFramePr>
            <p:xfrm>
              <a:off x="801" y="2827"/>
              <a:ext cx="144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1" imgW="253780" imgH="317225" progId="Equation.3">
                      <p:embed/>
                    </p:oleObj>
                  </mc:Choice>
                  <mc:Fallback>
                    <p:oleObj name="公式" r:id="rId21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1" y="2827"/>
                            <a:ext cx="144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11" name="Object 44"/>
              <p:cNvGraphicFramePr>
                <a:graphicFrameLocks noChangeAspect="1"/>
              </p:cNvGraphicFramePr>
              <p:nvPr/>
            </p:nvGraphicFramePr>
            <p:xfrm>
              <a:off x="828" y="3528"/>
              <a:ext cx="135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215713" imgH="241091" progId="Equation.3">
                      <p:embed/>
                    </p:oleObj>
                  </mc:Choice>
                  <mc:Fallback>
                    <p:oleObj name="公式" r:id="rId22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8" y="3528"/>
                            <a:ext cx="135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2" name="Group 45"/>
            <p:cNvGrpSpPr>
              <a:grpSpLocks/>
            </p:cNvGrpSpPr>
            <p:nvPr/>
          </p:nvGrpSpPr>
          <p:grpSpPr bwMode="auto">
            <a:xfrm>
              <a:off x="609" y="722"/>
              <a:ext cx="183" cy="691"/>
              <a:chOff x="1410" y="3144"/>
              <a:chExt cx="183" cy="691"/>
            </a:xfrm>
          </p:grpSpPr>
          <p:sp>
            <p:nvSpPr>
              <p:cNvPr id="24605" name="Line 46"/>
              <p:cNvSpPr>
                <a:spLocks noChangeShapeType="1"/>
              </p:cNvSpPr>
              <p:nvPr/>
            </p:nvSpPr>
            <p:spPr bwMode="auto">
              <a:xfrm>
                <a:off x="1492" y="3144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606" name="Object 47"/>
              <p:cNvGraphicFramePr>
                <a:graphicFrameLocks noChangeAspect="1"/>
              </p:cNvGraphicFramePr>
              <p:nvPr/>
            </p:nvGraphicFramePr>
            <p:xfrm>
              <a:off x="1410" y="3607"/>
              <a:ext cx="18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3" imgW="291973" imgH="393529" progId="Equation.3">
                      <p:embed/>
                    </p:oleObj>
                  </mc:Choice>
                  <mc:Fallback>
                    <p:oleObj name="公式" r:id="rId23" imgW="291973" imgH="39352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10" y="3607"/>
                            <a:ext cx="18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4603" name="Object 48"/>
            <p:cNvGraphicFramePr>
              <a:graphicFrameLocks noChangeAspect="1"/>
            </p:cNvGraphicFramePr>
            <p:nvPr/>
          </p:nvGraphicFramePr>
          <p:xfrm>
            <a:off x="447" y="842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253890" imgH="241195" progId="Equation.3">
                    <p:embed/>
                  </p:oleObj>
                </mc:Choice>
                <mc:Fallback>
                  <p:oleObj name="公式" r:id="rId24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" y="842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4" name="Object 49"/>
            <p:cNvGraphicFramePr>
              <a:graphicFrameLocks noChangeAspect="1"/>
            </p:cNvGraphicFramePr>
            <p:nvPr/>
          </p:nvGraphicFramePr>
          <p:xfrm>
            <a:off x="783" y="902"/>
            <a:ext cx="151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240986" imgH="88784" progId="Equation.3">
                    <p:embed/>
                  </p:oleObj>
                </mc:Choice>
                <mc:Fallback>
                  <p:oleObj name="公式" r:id="rId25" imgW="240986" imgH="887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3" y="902"/>
                          <a:ext cx="151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582" name="Group 50"/>
          <p:cNvGrpSpPr>
            <a:grpSpLocks/>
          </p:cNvGrpSpPr>
          <p:nvPr/>
        </p:nvGrpSpPr>
        <p:grpSpPr bwMode="auto">
          <a:xfrm>
            <a:off x="3792538" y="765176"/>
            <a:ext cx="2159000" cy="1439863"/>
            <a:chOff x="1429" y="482"/>
            <a:chExt cx="1503" cy="936"/>
          </a:xfrm>
        </p:grpSpPr>
        <p:sp>
          <p:nvSpPr>
            <p:cNvPr id="24586" name="Freeform 51"/>
            <p:cNvSpPr>
              <a:spLocks/>
            </p:cNvSpPr>
            <p:nvPr/>
          </p:nvSpPr>
          <p:spPr bwMode="auto">
            <a:xfrm>
              <a:off x="1756" y="722"/>
              <a:ext cx="832" cy="240"/>
            </a:xfrm>
            <a:custGeom>
              <a:avLst/>
              <a:gdLst>
                <a:gd name="T0" fmla="*/ 0 w 768"/>
                <a:gd name="T1" fmla="*/ 0 h 240"/>
                <a:gd name="T2" fmla="*/ 1180 w 768"/>
                <a:gd name="T3" fmla="*/ 240 h 240"/>
                <a:gd name="T4" fmla="*/ 2351 w 768"/>
                <a:gd name="T5" fmla="*/ 0 h 240"/>
                <a:gd name="T6" fmla="*/ 0 60000 65536"/>
                <a:gd name="T7" fmla="*/ 0 60000 65536"/>
                <a:gd name="T8" fmla="*/ 0 60000 65536"/>
                <a:gd name="T9" fmla="*/ 0 w 768"/>
                <a:gd name="T10" fmla="*/ 0 h 240"/>
                <a:gd name="T11" fmla="*/ 768 w 76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8" h="240">
                  <a:moveTo>
                    <a:pt x="0" y="0"/>
                  </a:moveTo>
                  <a:cubicBezTo>
                    <a:pt x="128" y="120"/>
                    <a:pt x="256" y="240"/>
                    <a:pt x="384" y="240"/>
                  </a:cubicBezTo>
                  <a:cubicBezTo>
                    <a:pt x="512" y="240"/>
                    <a:pt x="640" y="120"/>
                    <a:pt x="768" y="0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7" name="Line 52"/>
            <p:cNvSpPr>
              <a:spLocks noChangeShapeType="1"/>
            </p:cNvSpPr>
            <p:nvPr/>
          </p:nvSpPr>
          <p:spPr bwMode="auto">
            <a:xfrm>
              <a:off x="1876" y="971"/>
              <a:ext cx="6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588" name="Group 53"/>
            <p:cNvGrpSpPr>
              <a:grpSpLocks/>
            </p:cNvGrpSpPr>
            <p:nvPr/>
          </p:nvGrpSpPr>
          <p:grpSpPr bwMode="auto">
            <a:xfrm>
              <a:off x="1429" y="482"/>
              <a:ext cx="1503" cy="912"/>
              <a:chOff x="801" y="2784"/>
              <a:chExt cx="1503" cy="912"/>
            </a:xfrm>
          </p:grpSpPr>
          <p:sp>
            <p:nvSpPr>
              <p:cNvPr id="24594" name="Line 54"/>
              <p:cNvSpPr>
                <a:spLocks noChangeShapeType="1"/>
              </p:cNvSpPr>
              <p:nvPr/>
            </p:nvSpPr>
            <p:spPr bwMode="auto">
              <a:xfrm flipV="1">
                <a:off x="979" y="2784"/>
                <a:ext cx="0" cy="86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595" name="Line 55"/>
              <p:cNvSpPr>
                <a:spLocks noChangeShapeType="1"/>
              </p:cNvSpPr>
              <p:nvPr/>
            </p:nvSpPr>
            <p:spPr bwMode="auto">
              <a:xfrm>
                <a:off x="816" y="3504"/>
                <a:ext cx="147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596" name="Object 56"/>
              <p:cNvGraphicFramePr>
                <a:graphicFrameLocks noChangeAspect="1"/>
              </p:cNvGraphicFramePr>
              <p:nvPr/>
            </p:nvGraphicFramePr>
            <p:xfrm>
              <a:off x="2160" y="3559"/>
              <a:ext cx="144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6" imgW="253890" imgH="241195" progId="Equation.3">
                      <p:embed/>
                    </p:oleObj>
                  </mc:Choice>
                  <mc:Fallback>
                    <p:oleObj name="公式" r:id="rId26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0" y="3559"/>
                            <a:ext cx="144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7" name="Object 57"/>
              <p:cNvGraphicFramePr>
                <a:graphicFrameLocks noChangeAspect="1"/>
              </p:cNvGraphicFramePr>
              <p:nvPr/>
            </p:nvGraphicFramePr>
            <p:xfrm>
              <a:off x="801" y="2827"/>
              <a:ext cx="144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7" imgW="253780" imgH="317225" progId="Equation.3">
                      <p:embed/>
                    </p:oleObj>
                  </mc:Choice>
                  <mc:Fallback>
                    <p:oleObj name="公式" r:id="rId27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1" y="2827"/>
                            <a:ext cx="144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8" name="Object 58"/>
              <p:cNvGraphicFramePr>
                <a:graphicFrameLocks noChangeAspect="1"/>
              </p:cNvGraphicFramePr>
              <p:nvPr/>
            </p:nvGraphicFramePr>
            <p:xfrm>
              <a:off x="828" y="3528"/>
              <a:ext cx="135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8" imgW="215713" imgH="241091" progId="Equation.3">
                      <p:embed/>
                    </p:oleObj>
                  </mc:Choice>
                  <mc:Fallback>
                    <p:oleObj name="公式" r:id="rId28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8" y="3528"/>
                            <a:ext cx="135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589" name="Group 59"/>
            <p:cNvGrpSpPr>
              <a:grpSpLocks/>
            </p:cNvGrpSpPr>
            <p:nvPr/>
          </p:nvGrpSpPr>
          <p:grpSpPr bwMode="auto">
            <a:xfrm>
              <a:off x="2089" y="962"/>
              <a:ext cx="183" cy="456"/>
              <a:chOff x="3765" y="3384"/>
              <a:chExt cx="183" cy="456"/>
            </a:xfrm>
          </p:grpSpPr>
          <p:sp>
            <p:nvSpPr>
              <p:cNvPr id="24592" name="Line 60"/>
              <p:cNvSpPr>
                <a:spLocks noChangeShapeType="1"/>
              </p:cNvSpPr>
              <p:nvPr/>
            </p:nvSpPr>
            <p:spPr bwMode="auto">
              <a:xfrm>
                <a:off x="3848" y="338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593" name="Object 61"/>
              <p:cNvGraphicFramePr>
                <a:graphicFrameLocks noChangeAspect="1"/>
              </p:cNvGraphicFramePr>
              <p:nvPr/>
            </p:nvGraphicFramePr>
            <p:xfrm>
              <a:off x="3765" y="3612"/>
              <a:ext cx="18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9" imgW="291973" imgH="393529" progId="Equation.3">
                      <p:embed/>
                    </p:oleObj>
                  </mc:Choice>
                  <mc:Fallback>
                    <p:oleObj name="公式" r:id="rId29" imgW="291973" imgH="39352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65" y="3612"/>
                            <a:ext cx="18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4590" name="Object 62"/>
            <p:cNvGraphicFramePr>
              <a:graphicFrameLocks noChangeAspect="1"/>
            </p:cNvGraphicFramePr>
            <p:nvPr/>
          </p:nvGraphicFramePr>
          <p:xfrm>
            <a:off x="1684" y="842"/>
            <a:ext cx="151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240986" imgH="88784" progId="Equation.3">
                    <p:embed/>
                  </p:oleObj>
                </mc:Choice>
                <mc:Fallback>
                  <p:oleObj name="公式" r:id="rId30" imgW="240986" imgH="887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4" y="842"/>
                          <a:ext cx="151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1" name="Object 63"/>
            <p:cNvGraphicFramePr>
              <a:graphicFrameLocks noChangeAspect="1"/>
            </p:cNvGraphicFramePr>
            <p:nvPr/>
          </p:nvGraphicFramePr>
          <p:xfrm>
            <a:off x="2548" y="794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253890" imgH="241195" progId="Equation.3">
                    <p:embed/>
                  </p:oleObj>
                </mc:Choice>
                <mc:Fallback>
                  <p:oleObj name="公式" r:id="rId31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8" y="794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83" name="Text Box 64"/>
          <p:cNvSpPr txBox="1">
            <a:spLocks noChangeArrowheads="1"/>
          </p:cNvSpPr>
          <p:nvPr/>
        </p:nvSpPr>
        <p:spPr bwMode="auto">
          <a:xfrm>
            <a:off x="2351088" y="2349501"/>
            <a:ext cx="2743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是极值点</a:t>
            </a: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曲线弯曲方向不变</a:t>
            </a:r>
            <a:r>
              <a:rPr kumimoji="1"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41409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17606"/>
              </p:ext>
            </p:extLst>
          </p:nvPr>
        </p:nvGraphicFramePr>
        <p:xfrm>
          <a:off x="1968500" y="3517900"/>
          <a:ext cx="8534400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2" imgW="7915604" imgH="2239861" progId="Word.Document.8">
                  <p:embed/>
                </p:oleObj>
              </mc:Choice>
              <mc:Fallback>
                <p:oleObj name="Document" r:id="rId32" imgW="7915604" imgH="223986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3517900"/>
                        <a:ext cx="8534400" cy="241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Text Box 66"/>
          <p:cNvSpPr txBox="1">
            <a:spLocks noChangeArrowheads="1"/>
          </p:cNvSpPr>
          <p:nvPr/>
        </p:nvSpPr>
        <p:spPr bwMode="auto">
          <a:xfrm>
            <a:off x="1958785" y="3497703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定理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第二充分条件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81588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414918"/>
              </p:ext>
            </p:extLst>
          </p:nvPr>
        </p:nvGraphicFramePr>
        <p:xfrm>
          <a:off x="2362200" y="647643"/>
          <a:ext cx="7802562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915604" imgH="2228702" progId="Word.Document.8">
                  <p:embed/>
                </p:oleObj>
              </mc:Choice>
              <mc:Fallback>
                <p:oleObj name="Document" r:id="rId2" imgW="7915604" imgH="22287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647643"/>
                        <a:ext cx="7802562" cy="219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2279650" y="609601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定理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第二充分条件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04" name="Text Box 4"/>
          <p:cNvSpPr txBox="1">
            <a:spLocks noChangeArrowheads="1"/>
          </p:cNvSpPr>
          <p:nvPr/>
        </p:nvSpPr>
        <p:spPr bwMode="auto">
          <a:xfrm>
            <a:off x="2362200" y="286226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409605" name="Object 5"/>
          <p:cNvGraphicFramePr>
            <a:graphicFrameLocks noChangeAspect="1"/>
          </p:cNvGraphicFramePr>
          <p:nvPr/>
        </p:nvGraphicFramePr>
        <p:xfrm>
          <a:off x="3048000" y="2957513"/>
          <a:ext cx="4191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8918" imgH="393529" progId="Equation.3">
                  <p:embed/>
                </p:oleObj>
              </mc:Choice>
              <mc:Fallback>
                <p:oleObj name="公式" r:id="rId4" imgW="41891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957513"/>
                        <a:ext cx="4191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6" name="Object 6"/>
          <p:cNvGraphicFramePr>
            <a:graphicFrameLocks noChangeAspect="1"/>
          </p:cNvGraphicFramePr>
          <p:nvPr/>
        </p:nvGraphicFramePr>
        <p:xfrm>
          <a:off x="8256588" y="3017839"/>
          <a:ext cx="506412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83947" imgH="368140" progId="Equation.3">
                  <p:embed/>
                </p:oleObj>
              </mc:Choice>
              <mc:Fallback>
                <p:oleObj name="公式" r:id="rId6" imgW="583947" imgH="368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588" y="3017839"/>
                        <a:ext cx="506412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218059"/>
              </p:ext>
            </p:extLst>
          </p:nvPr>
        </p:nvGraphicFramePr>
        <p:xfrm>
          <a:off x="7338094" y="4363128"/>
          <a:ext cx="558008" cy="353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83947" imgH="368140" progId="Equation.DSMT4">
                  <p:embed/>
                </p:oleObj>
              </mc:Choice>
              <mc:Fallback>
                <p:oleObj name="Equation" r:id="rId8" imgW="583947" imgH="3681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8094" y="4363128"/>
                        <a:ext cx="558008" cy="3533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755677"/>
              </p:ext>
            </p:extLst>
          </p:nvPr>
        </p:nvGraphicFramePr>
        <p:xfrm>
          <a:off x="7354019" y="5005078"/>
          <a:ext cx="542083" cy="34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83947" imgH="368140" progId="Equation.3">
                  <p:embed/>
                </p:oleObj>
              </mc:Choice>
              <mc:Fallback>
                <p:oleObj name="公式" r:id="rId10" imgW="583947" imgH="368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4019" y="5005078"/>
                        <a:ext cx="542083" cy="34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053102"/>
              </p:ext>
            </p:extLst>
          </p:nvPr>
        </p:nvGraphicFramePr>
        <p:xfrm>
          <a:off x="2639616" y="5519095"/>
          <a:ext cx="57912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1" imgW="6047232" imgH="594360" progId="Word.Document.8">
                  <p:embed/>
                </p:oleObj>
              </mc:Choice>
              <mc:Fallback>
                <p:oleObj name="Document" r:id="rId11" imgW="6047232" imgH="594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5519095"/>
                        <a:ext cx="57912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10" name="Text Box 10"/>
          <p:cNvSpPr txBox="1">
            <a:spLocks noChangeArrowheads="1"/>
          </p:cNvSpPr>
          <p:nvPr/>
        </p:nvSpPr>
        <p:spPr bwMode="auto">
          <a:xfrm>
            <a:off x="8256588" y="5528591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同理可证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(2).</a:t>
            </a:r>
          </a:p>
        </p:txBody>
      </p:sp>
      <p:sp>
        <p:nvSpPr>
          <p:cNvPr id="409611" name="Text Box 11"/>
          <p:cNvSpPr txBox="1">
            <a:spLocks noChangeArrowheads="1"/>
          </p:cNvSpPr>
          <p:nvPr/>
        </p:nvSpPr>
        <p:spPr bwMode="auto">
          <a:xfrm>
            <a:off x="2190971" y="3617121"/>
            <a:ext cx="34307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</a:rPr>
              <a:t>由极限的局部保号性</a:t>
            </a:r>
          </a:p>
        </p:txBody>
      </p:sp>
      <p:graphicFrame>
        <p:nvGraphicFramePr>
          <p:cNvPr id="409612" name="Object 12"/>
          <p:cNvGraphicFramePr>
            <a:graphicFrameLocks noChangeAspect="1"/>
          </p:cNvGraphicFramePr>
          <p:nvPr/>
        </p:nvGraphicFramePr>
        <p:xfrm>
          <a:off x="3581400" y="2743201"/>
          <a:ext cx="42672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32000" imgH="444500" progId="Equation.3">
                  <p:embed/>
                </p:oleObj>
              </mc:Choice>
              <mc:Fallback>
                <p:oleObj name="Equation" r:id="rId13" imgW="20320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743201"/>
                        <a:ext cx="4267200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276482"/>
              </p:ext>
            </p:extLst>
          </p:nvPr>
        </p:nvGraphicFramePr>
        <p:xfrm>
          <a:off x="5621718" y="3638691"/>
          <a:ext cx="46482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93900" imgH="228600" progId="Equation.3">
                  <p:embed/>
                </p:oleObj>
              </mc:Choice>
              <mc:Fallback>
                <p:oleObj name="Equation" r:id="rId15" imgW="1993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1718" y="3638691"/>
                        <a:ext cx="46482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214143"/>
              </p:ext>
            </p:extLst>
          </p:nvPr>
        </p:nvGraphicFramePr>
        <p:xfrm>
          <a:off x="2787650" y="4243388"/>
          <a:ext cx="16859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61760" imgH="228600" progId="Equation.DSMT4">
                  <p:embed/>
                </p:oleObj>
              </mc:Choice>
              <mc:Fallback>
                <p:oleObj name="Equation" r:id="rId17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650" y="4243388"/>
                        <a:ext cx="168592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053703"/>
              </p:ext>
            </p:extLst>
          </p:nvPr>
        </p:nvGraphicFramePr>
        <p:xfrm>
          <a:off x="4800599" y="4267200"/>
          <a:ext cx="2489993" cy="508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17600" imgH="228600" progId="Equation.3">
                  <p:embed/>
                </p:oleObj>
              </mc:Choice>
              <mc:Fallback>
                <p:oleObj name="Equation" r:id="rId19" imgW="1117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599" y="4267200"/>
                        <a:ext cx="2489993" cy="508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126286"/>
              </p:ext>
            </p:extLst>
          </p:nvPr>
        </p:nvGraphicFramePr>
        <p:xfrm>
          <a:off x="2761014" y="4905203"/>
          <a:ext cx="16764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87400" imgH="228600" progId="Equation.3">
                  <p:embed/>
                </p:oleObj>
              </mc:Choice>
              <mc:Fallback>
                <p:oleObj name="Equation" r:id="rId21" imgW="787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1014" y="4905203"/>
                        <a:ext cx="16764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2940463"/>
              </p:ext>
            </p:extLst>
          </p:nvPr>
        </p:nvGraphicFramePr>
        <p:xfrm>
          <a:off x="4776100" y="4895991"/>
          <a:ext cx="2514492" cy="510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117600" imgH="228600" progId="Equation.3">
                  <p:embed/>
                </p:oleObj>
              </mc:Choice>
              <mc:Fallback>
                <p:oleObj name="Equation" r:id="rId23" imgW="1117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6100" y="4895991"/>
                        <a:ext cx="2514492" cy="510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811798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9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9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09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9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9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0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09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9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09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75"/>
                                        <p:tgtEl>
                                          <p:spTgt spid="409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4" grpId="0" autoUpdateAnimBg="0"/>
      <p:bldP spid="409610" grpId="0" autoUpdateAnimBg="0"/>
      <p:bldP spid="40961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078953" y="316687"/>
            <a:ext cx="2362200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求函数</a:t>
            </a:r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15616"/>
              </p:ext>
            </p:extLst>
          </p:nvPr>
        </p:nvGraphicFramePr>
        <p:xfrm>
          <a:off x="4158562" y="337215"/>
          <a:ext cx="2219114" cy="526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120" imgH="228600" progId="Equation.DSMT4">
                  <p:embed/>
                </p:oleObj>
              </mc:Choice>
              <mc:Fallback>
                <p:oleObj name="Equation" r:id="rId2" imgW="1257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8562" y="337215"/>
                        <a:ext cx="2219114" cy="526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6377676" y="347389"/>
            <a:ext cx="177290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的极值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. </a:t>
            </a:r>
            <a:endParaRPr kumimoji="1" lang="en-US" altLang="zh-CN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45445" name="Text Box 5"/>
          <p:cNvSpPr txBox="1">
            <a:spLocks noChangeArrowheads="1"/>
          </p:cNvSpPr>
          <p:nvPr/>
        </p:nvSpPr>
        <p:spPr bwMode="auto">
          <a:xfrm>
            <a:off x="2043111" y="973830"/>
            <a:ext cx="4752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求导数</a:t>
            </a:r>
          </a:p>
        </p:txBody>
      </p:sp>
      <p:graphicFrame>
        <p:nvGraphicFramePr>
          <p:cNvPr id="4454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655600"/>
              </p:ext>
            </p:extLst>
          </p:nvPr>
        </p:nvGraphicFramePr>
        <p:xfrm>
          <a:off x="2743200" y="1365160"/>
          <a:ext cx="3136776" cy="59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228600" progId="Equation.DSMT4">
                  <p:embed/>
                </p:oleObj>
              </mc:Choice>
              <mc:Fallback>
                <p:oleObj name="Equation" r:id="rId4" imgW="1333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365160"/>
                        <a:ext cx="3136776" cy="59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498049"/>
              </p:ext>
            </p:extLst>
          </p:nvPr>
        </p:nvGraphicFramePr>
        <p:xfrm>
          <a:off x="6013249" y="1313598"/>
          <a:ext cx="4093874" cy="587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8760" imgH="228600" progId="Equation.DSMT4">
                  <p:embed/>
                </p:oleObj>
              </mc:Choice>
              <mc:Fallback>
                <p:oleObj name="Equation" r:id="rId6" imgW="1688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249" y="1313598"/>
                        <a:ext cx="4093874" cy="587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448" name="Text Box 8"/>
          <p:cNvSpPr txBox="1">
            <a:spLocks noChangeArrowheads="1"/>
          </p:cNvSpPr>
          <p:nvPr/>
        </p:nvSpPr>
        <p:spPr bwMode="auto">
          <a:xfrm>
            <a:off x="1981200" y="1995488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求驻点</a:t>
            </a:r>
          </a:p>
        </p:txBody>
      </p:sp>
      <p:sp>
        <p:nvSpPr>
          <p:cNvPr id="445449" name="Text Box 9"/>
          <p:cNvSpPr txBox="1">
            <a:spLocks noChangeArrowheads="1"/>
          </p:cNvSpPr>
          <p:nvPr/>
        </p:nvSpPr>
        <p:spPr bwMode="auto">
          <a:xfrm>
            <a:off x="2362200" y="25146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令</a:t>
            </a:r>
          </a:p>
        </p:txBody>
      </p:sp>
      <p:graphicFrame>
        <p:nvGraphicFramePr>
          <p:cNvPr id="4454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103686"/>
              </p:ext>
            </p:extLst>
          </p:nvPr>
        </p:nvGraphicFramePr>
        <p:xfrm>
          <a:off x="2852713" y="2605453"/>
          <a:ext cx="1566886" cy="486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203040" progId="Equation.DSMT4">
                  <p:embed/>
                </p:oleObj>
              </mc:Choice>
              <mc:Fallback>
                <p:oleObj name="Equation" r:id="rId8" imgW="685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13" y="2605453"/>
                        <a:ext cx="1566886" cy="4862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451" name="Text Box 11"/>
          <p:cNvSpPr txBox="1">
            <a:spLocks noChangeArrowheads="1"/>
          </p:cNvSpPr>
          <p:nvPr/>
        </p:nvSpPr>
        <p:spPr bwMode="auto">
          <a:xfrm>
            <a:off x="4419600" y="2524126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得驻点</a:t>
            </a:r>
          </a:p>
        </p:txBody>
      </p:sp>
      <p:graphicFrame>
        <p:nvGraphicFramePr>
          <p:cNvPr id="4454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234257"/>
              </p:ext>
            </p:extLst>
          </p:nvPr>
        </p:nvGraphicFramePr>
        <p:xfrm>
          <a:off x="5714999" y="2537754"/>
          <a:ext cx="2901281" cy="534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34960" imgH="228600" progId="Equation.DSMT4">
                  <p:embed/>
                </p:oleObj>
              </mc:Choice>
              <mc:Fallback>
                <p:oleObj name="Equation" r:id="rId10" imgW="1434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999" y="2537754"/>
                        <a:ext cx="2901281" cy="5347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453" name="Text Box 13"/>
          <p:cNvSpPr txBox="1">
            <a:spLocks noChangeArrowheads="1"/>
          </p:cNvSpPr>
          <p:nvPr/>
        </p:nvSpPr>
        <p:spPr bwMode="auto">
          <a:xfrm>
            <a:off x="1981200" y="3062288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判别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040276" y="3602842"/>
            <a:ext cx="2590800" cy="549274"/>
            <a:chOff x="720" y="2226"/>
            <a:chExt cx="1632" cy="346"/>
          </a:xfrm>
        </p:grpSpPr>
        <p:sp>
          <p:nvSpPr>
            <p:cNvPr id="26667" name="Text Box 15"/>
            <p:cNvSpPr txBox="1">
              <a:spLocks noChangeArrowheads="1"/>
            </p:cNvSpPr>
            <p:nvPr/>
          </p:nvSpPr>
          <p:spPr bwMode="auto">
            <a:xfrm>
              <a:off x="720" y="2226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宋体" panose="02010600030101010101" pitchFamily="2" charset="-122"/>
                </a:rPr>
                <a:t>因</a:t>
              </a:r>
            </a:p>
          </p:txBody>
        </p:sp>
        <p:graphicFrame>
          <p:nvGraphicFramePr>
            <p:cNvPr id="26668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1411111"/>
                </p:ext>
              </p:extLst>
            </p:nvPr>
          </p:nvGraphicFramePr>
          <p:xfrm>
            <a:off x="1020" y="2276"/>
            <a:ext cx="13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927000" imgH="203040" progId="Equation.DSMT4">
                    <p:embed/>
                  </p:oleObj>
                </mc:Choice>
                <mc:Fallback>
                  <p:oleObj name="Equation" r:id="rId12" imgW="927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2276"/>
                          <a:ext cx="133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4878691" y="3575394"/>
            <a:ext cx="3733800" cy="557213"/>
            <a:chOff x="2496" y="2226"/>
            <a:chExt cx="2352" cy="351"/>
          </a:xfrm>
        </p:grpSpPr>
        <p:sp>
          <p:nvSpPr>
            <p:cNvPr id="26665" name="Text Box 18"/>
            <p:cNvSpPr txBox="1">
              <a:spLocks noChangeArrowheads="1"/>
            </p:cNvSpPr>
            <p:nvPr/>
          </p:nvSpPr>
          <p:spPr bwMode="auto">
            <a:xfrm>
              <a:off x="2496" y="2226"/>
              <a:ext cx="23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 dirty="0">
                  <a:latin typeface="宋体" panose="02010600030101010101" pitchFamily="2" charset="-122"/>
                </a:rPr>
                <a:t>故        为极小值 </a:t>
              </a:r>
              <a:r>
                <a:rPr kumimoji="1" lang="en-US" altLang="zh-CN" sz="2800" b="1" dirty="0">
                  <a:latin typeface="宋体" panose="02010600030101010101" pitchFamily="2" charset="-122"/>
                </a:rPr>
                <a:t>;</a:t>
              </a:r>
            </a:p>
          </p:txBody>
        </p:sp>
        <p:graphicFrame>
          <p:nvGraphicFramePr>
            <p:cNvPr id="26666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1278736"/>
                </p:ext>
              </p:extLst>
            </p:nvPr>
          </p:nvGraphicFramePr>
          <p:xfrm>
            <a:off x="2870" y="2254"/>
            <a:ext cx="692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71320" imgH="203040" progId="Equation.DSMT4">
                    <p:embed/>
                  </p:oleObj>
                </mc:Choice>
                <mc:Fallback>
                  <p:oleObj name="Equation" r:id="rId14" imgW="571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2254"/>
                          <a:ext cx="692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2040276" y="4201218"/>
            <a:ext cx="3106738" cy="519112"/>
            <a:chOff x="720" y="2615"/>
            <a:chExt cx="1957" cy="327"/>
          </a:xfrm>
        </p:grpSpPr>
        <p:sp>
          <p:nvSpPr>
            <p:cNvPr id="26663" name="Text Box 21"/>
            <p:cNvSpPr txBox="1">
              <a:spLocks noChangeArrowheads="1"/>
            </p:cNvSpPr>
            <p:nvPr/>
          </p:nvSpPr>
          <p:spPr bwMode="auto">
            <a:xfrm>
              <a:off x="720" y="2615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宋体" panose="02010600030101010101" pitchFamily="2" charset="-122"/>
                </a:rPr>
                <a:t>又</a:t>
              </a:r>
            </a:p>
          </p:txBody>
        </p:sp>
        <p:graphicFrame>
          <p:nvGraphicFramePr>
            <p:cNvPr id="26664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4674411"/>
                </p:ext>
              </p:extLst>
            </p:nvPr>
          </p:nvGraphicFramePr>
          <p:xfrm>
            <a:off x="984" y="2648"/>
            <a:ext cx="1693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82680" imgH="203040" progId="Equation.DSMT4">
                    <p:embed/>
                  </p:oleObj>
                </mc:Choice>
                <mc:Fallback>
                  <p:oleObj name="Equation" r:id="rId16" imgW="12826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4" y="2648"/>
                          <a:ext cx="1693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5463" name="Text Box 23"/>
          <p:cNvSpPr txBox="1">
            <a:spLocks noChangeArrowheads="1"/>
          </p:cNvSpPr>
          <p:nvPr/>
        </p:nvSpPr>
        <p:spPr bwMode="auto">
          <a:xfrm>
            <a:off x="5197476" y="420121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故需用第一判别法判别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44546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314371"/>
              </p:ext>
            </p:extLst>
          </p:nvPr>
        </p:nvGraphicFramePr>
        <p:xfrm>
          <a:off x="2111381" y="4970463"/>
          <a:ext cx="6313475" cy="513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16120" imgH="215640" progId="Equation.DSMT4">
                  <p:embed/>
                </p:oleObj>
              </mc:Choice>
              <mc:Fallback>
                <p:oleObj name="Equation" r:id="rId18" imgW="2616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81" y="4970463"/>
                        <a:ext cx="6313475" cy="513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6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818768"/>
              </p:ext>
            </p:extLst>
          </p:nvPr>
        </p:nvGraphicFramePr>
        <p:xfrm>
          <a:off x="2078953" y="5572403"/>
          <a:ext cx="40322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628916" imgH="85841" progId="Equation.3">
                  <p:embed/>
                </p:oleObj>
              </mc:Choice>
              <mc:Fallback>
                <p:oleObj name="公式" r:id="rId20" imgW="1628916" imgH="858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8953" y="5572403"/>
                        <a:ext cx="403225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466" name="Line 26"/>
          <p:cNvSpPr>
            <a:spLocks noChangeShapeType="1"/>
          </p:cNvSpPr>
          <p:nvPr/>
        </p:nvSpPr>
        <p:spPr bwMode="auto">
          <a:xfrm>
            <a:off x="6096000" y="1905000"/>
            <a:ext cx="39624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5467" name="Line 27"/>
          <p:cNvSpPr>
            <a:spLocks noChangeShapeType="1"/>
          </p:cNvSpPr>
          <p:nvPr/>
        </p:nvSpPr>
        <p:spPr bwMode="auto">
          <a:xfrm>
            <a:off x="2819400" y="1905000"/>
            <a:ext cx="29718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8686801" y="4648200"/>
            <a:ext cx="1636713" cy="1644650"/>
            <a:chOff x="4105" y="2688"/>
            <a:chExt cx="1031" cy="1036"/>
          </a:xfrm>
        </p:grpSpPr>
        <p:graphicFrame>
          <p:nvGraphicFramePr>
            <p:cNvPr id="26647" name="Object 29"/>
            <p:cNvGraphicFramePr>
              <a:graphicFrameLocks noChangeAspect="1"/>
            </p:cNvGraphicFramePr>
            <p:nvPr/>
          </p:nvGraphicFramePr>
          <p:xfrm>
            <a:off x="4823" y="3551"/>
            <a:ext cx="7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0" imgH="66726" progId="Equation.3">
                    <p:embed/>
                  </p:oleObj>
                </mc:Choice>
                <mc:Fallback>
                  <p:oleObj name="公式" r:id="rId22" imgW="0" imgH="6672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3" y="3551"/>
                          <a:ext cx="7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648" name="Group 30"/>
            <p:cNvGrpSpPr>
              <a:grpSpLocks/>
            </p:cNvGrpSpPr>
            <p:nvPr/>
          </p:nvGrpSpPr>
          <p:grpSpPr bwMode="auto">
            <a:xfrm>
              <a:off x="4105" y="2688"/>
              <a:ext cx="1031" cy="1036"/>
              <a:chOff x="4105" y="2688"/>
              <a:chExt cx="1031" cy="1036"/>
            </a:xfrm>
          </p:grpSpPr>
          <p:graphicFrame>
            <p:nvGraphicFramePr>
              <p:cNvPr id="26649" name="Object 31"/>
              <p:cNvGraphicFramePr>
                <a:graphicFrameLocks noChangeAspect="1"/>
              </p:cNvGraphicFramePr>
              <p:nvPr/>
            </p:nvGraphicFramePr>
            <p:xfrm>
              <a:off x="4980" y="3551"/>
              <a:ext cx="156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0" imgH="19114" progId="Equation.3">
                      <p:embed/>
                    </p:oleObj>
                  </mc:Choice>
                  <mc:Fallback>
                    <p:oleObj name="公式" r:id="rId24" imgW="0" imgH="1911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80" y="3551"/>
                            <a:ext cx="156" cy="1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50" name="Object 32"/>
              <p:cNvGraphicFramePr>
                <a:graphicFrameLocks noChangeAspect="1"/>
              </p:cNvGraphicFramePr>
              <p:nvPr/>
            </p:nvGraphicFramePr>
            <p:xfrm>
              <a:off x="4403" y="2688"/>
              <a:ext cx="171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9370" imgH="28498" progId="Equation.3">
                      <p:embed/>
                    </p:oleObj>
                  </mc:Choice>
                  <mc:Fallback>
                    <p:oleObj name="Equation" r:id="rId26" imgW="9370" imgH="2849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3" y="2688"/>
                            <a:ext cx="171" cy="2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51" name="Object 3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7192699"/>
                  </p:ext>
                </p:extLst>
              </p:nvPr>
            </p:nvGraphicFramePr>
            <p:xfrm>
              <a:off x="4168" y="3535"/>
              <a:ext cx="266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203040" imgH="164880" progId="Equation.DSMT4">
                      <p:embed/>
                    </p:oleObj>
                  </mc:Choice>
                  <mc:Fallback>
                    <p:oleObj name="Equation" r:id="rId28" imgW="20304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68" y="3535"/>
                            <a:ext cx="266" cy="1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6652" name="Group 34"/>
              <p:cNvGrpSpPr>
                <a:grpSpLocks/>
              </p:cNvGrpSpPr>
              <p:nvPr/>
            </p:nvGrpSpPr>
            <p:grpSpPr bwMode="auto">
              <a:xfrm>
                <a:off x="4105" y="2714"/>
                <a:ext cx="988" cy="924"/>
                <a:chOff x="4032" y="2880"/>
                <a:chExt cx="1220" cy="1140"/>
              </a:xfrm>
            </p:grpSpPr>
            <p:grpSp>
              <p:nvGrpSpPr>
                <p:cNvPr id="26653" name="Group 35"/>
                <p:cNvGrpSpPr>
                  <a:grpSpLocks/>
                </p:cNvGrpSpPr>
                <p:nvPr/>
              </p:nvGrpSpPr>
              <p:grpSpPr bwMode="auto">
                <a:xfrm>
                  <a:off x="4032" y="2886"/>
                  <a:ext cx="1220" cy="1134"/>
                  <a:chOff x="2332" y="1317"/>
                  <a:chExt cx="1220" cy="1134"/>
                </a:xfrm>
              </p:grpSpPr>
              <p:sp>
                <p:nvSpPr>
                  <p:cNvPr id="26661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2332" y="2325"/>
                    <a:ext cx="1220" cy="1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62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2928" y="1317"/>
                    <a:ext cx="1" cy="113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654" name="Group 38"/>
                <p:cNvGrpSpPr>
                  <a:grpSpLocks/>
                </p:cNvGrpSpPr>
                <p:nvPr/>
              </p:nvGrpSpPr>
              <p:grpSpPr bwMode="auto">
                <a:xfrm>
                  <a:off x="4130" y="2880"/>
                  <a:ext cx="1002" cy="1014"/>
                  <a:chOff x="4130" y="2880"/>
                  <a:chExt cx="1002" cy="1014"/>
                </a:xfrm>
              </p:grpSpPr>
              <p:sp>
                <p:nvSpPr>
                  <p:cNvPr id="26657" name="Freeform 39"/>
                  <p:cNvSpPr>
                    <a:spLocks/>
                  </p:cNvSpPr>
                  <p:nvPr/>
                </p:nvSpPr>
                <p:spPr bwMode="auto">
                  <a:xfrm>
                    <a:off x="4130" y="2880"/>
                    <a:ext cx="426" cy="966"/>
                  </a:xfrm>
                  <a:custGeom>
                    <a:avLst/>
                    <a:gdLst>
                      <a:gd name="T0" fmla="*/ 6 w 426"/>
                      <a:gd name="T1" fmla="*/ 90 h 966"/>
                      <a:gd name="T2" fmla="*/ 12 w 426"/>
                      <a:gd name="T3" fmla="*/ 192 h 966"/>
                      <a:gd name="T4" fmla="*/ 18 w 426"/>
                      <a:gd name="T5" fmla="*/ 276 h 966"/>
                      <a:gd name="T6" fmla="*/ 30 w 426"/>
                      <a:gd name="T7" fmla="*/ 354 h 966"/>
                      <a:gd name="T8" fmla="*/ 36 w 426"/>
                      <a:gd name="T9" fmla="*/ 420 h 966"/>
                      <a:gd name="T10" fmla="*/ 48 w 426"/>
                      <a:gd name="T11" fmla="*/ 474 h 966"/>
                      <a:gd name="T12" fmla="*/ 54 w 426"/>
                      <a:gd name="T13" fmla="*/ 516 h 966"/>
                      <a:gd name="T14" fmla="*/ 60 w 426"/>
                      <a:gd name="T15" fmla="*/ 552 h 966"/>
                      <a:gd name="T16" fmla="*/ 72 w 426"/>
                      <a:gd name="T17" fmla="*/ 588 h 966"/>
                      <a:gd name="T18" fmla="*/ 78 w 426"/>
                      <a:gd name="T19" fmla="*/ 612 h 966"/>
                      <a:gd name="T20" fmla="*/ 90 w 426"/>
                      <a:gd name="T21" fmla="*/ 630 h 966"/>
                      <a:gd name="T22" fmla="*/ 96 w 426"/>
                      <a:gd name="T23" fmla="*/ 642 h 966"/>
                      <a:gd name="T24" fmla="*/ 102 w 426"/>
                      <a:gd name="T25" fmla="*/ 654 h 966"/>
                      <a:gd name="T26" fmla="*/ 114 w 426"/>
                      <a:gd name="T27" fmla="*/ 666 h 966"/>
                      <a:gd name="T28" fmla="*/ 120 w 426"/>
                      <a:gd name="T29" fmla="*/ 672 h 966"/>
                      <a:gd name="T30" fmla="*/ 132 w 426"/>
                      <a:gd name="T31" fmla="*/ 672 h 966"/>
                      <a:gd name="T32" fmla="*/ 138 w 426"/>
                      <a:gd name="T33" fmla="*/ 678 h 966"/>
                      <a:gd name="T34" fmla="*/ 144 w 426"/>
                      <a:gd name="T35" fmla="*/ 678 h 966"/>
                      <a:gd name="T36" fmla="*/ 156 w 426"/>
                      <a:gd name="T37" fmla="*/ 678 h 966"/>
                      <a:gd name="T38" fmla="*/ 162 w 426"/>
                      <a:gd name="T39" fmla="*/ 678 h 966"/>
                      <a:gd name="T40" fmla="*/ 174 w 426"/>
                      <a:gd name="T41" fmla="*/ 678 h 966"/>
                      <a:gd name="T42" fmla="*/ 180 w 426"/>
                      <a:gd name="T43" fmla="*/ 678 h 966"/>
                      <a:gd name="T44" fmla="*/ 186 w 426"/>
                      <a:gd name="T45" fmla="*/ 678 h 966"/>
                      <a:gd name="T46" fmla="*/ 198 w 426"/>
                      <a:gd name="T47" fmla="*/ 678 h 966"/>
                      <a:gd name="T48" fmla="*/ 204 w 426"/>
                      <a:gd name="T49" fmla="*/ 684 h 966"/>
                      <a:gd name="T50" fmla="*/ 216 w 426"/>
                      <a:gd name="T51" fmla="*/ 684 h 966"/>
                      <a:gd name="T52" fmla="*/ 222 w 426"/>
                      <a:gd name="T53" fmla="*/ 690 h 966"/>
                      <a:gd name="T54" fmla="*/ 228 w 426"/>
                      <a:gd name="T55" fmla="*/ 690 h 966"/>
                      <a:gd name="T56" fmla="*/ 240 w 426"/>
                      <a:gd name="T57" fmla="*/ 696 h 966"/>
                      <a:gd name="T58" fmla="*/ 246 w 426"/>
                      <a:gd name="T59" fmla="*/ 702 h 966"/>
                      <a:gd name="T60" fmla="*/ 252 w 426"/>
                      <a:gd name="T61" fmla="*/ 708 h 966"/>
                      <a:gd name="T62" fmla="*/ 264 w 426"/>
                      <a:gd name="T63" fmla="*/ 720 h 966"/>
                      <a:gd name="T64" fmla="*/ 270 w 426"/>
                      <a:gd name="T65" fmla="*/ 726 h 966"/>
                      <a:gd name="T66" fmla="*/ 282 w 426"/>
                      <a:gd name="T67" fmla="*/ 738 h 966"/>
                      <a:gd name="T68" fmla="*/ 288 w 426"/>
                      <a:gd name="T69" fmla="*/ 750 h 966"/>
                      <a:gd name="T70" fmla="*/ 294 w 426"/>
                      <a:gd name="T71" fmla="*/ 762 h 966"/>
                      <a:gd name="T72" fmla="*/ 306 w 426"/>
                      <a:gd name="T73" fmla="*/ 774 h 966"/>
                      <a:gd name="T74" fmla="*/ 312 w 426"/>
                      <a:gd name="T75" fmla="*/ 786 h 966"/>
                      <a:gd name="T76" fmla="*/ 324 w 426"/>
                      <a:gd name="T77" fmla="*/ 798 h 966"/>
                      <a:gd name="T78" fmla="*/ 330 w 426"/>
                      <a:gd name="T79" fmla="*/ 816 h 966"/>
                      <a:gd name="T80" fmla="*/ 336 w 426"/>
                      <a:gd name="T81" fmla="*/ 828 h 966"/>
                      <a:gd name="T82" fmla="*/ 348 w 426"/>
                      <a:gd name="T83" fmla="*/ 840 h 966"/>
                      <a:gd name="T84" fmla="*/ 354 w 426"/>
                      <a:gd name="T85" fmla="*/ 858 h 966"/>
                      <a:gd name="T86" fmla="*/ 366 w 426"/>
                      <a:gd name="T87" fmla="*/ 870 h 966"/>
                      <a:gd name="T88" fmla="*/ 372 w 426"/>
                      <a:gd name="T89" fmla="*/ 888 h 966"/>
                      <a:gd name="T90" fmla="*/ 378 w 426"/>
                      <a:gd name="T91" fmla="*/ 900 h 966"/>
                      <a:gd name="T92" fmla="*/ 390 w 426"/>
                      <a:gd name="T93" fmla="*/ 912 h 966"/>
                      <a:gd name="T94" fmla="*/ 396 w 426"/>
                      <a:gd name="T95" fmla="*/ 924 h 966"/>
                      <a:gd name="T96" fmla="*/ 408 w 426"/>
                      <a:gd name="T97" fmla="*/ 936 h 966"/>
                      <a:gd name="T98" fmla="*/ 414 w 426"/>
                      <a:gd name="T99" fmla="*/ 948 h 966"/>
                      <a:gd name="T100" fmla="*/ 420 w 426"/>
                      <a:gd name="T101" fmla="*/ 960 h 96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426"/>
                      <a:gd name="T154" fmla="*/ 0 h 966"/>
                      <a:gd name="T155" fmla="*/ 426 w 426"/>
                      <a:gd name="T156" fmla="*/ 966 h 966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426" h="966">
                        <a:moveTo>
                          <a:pt x="0" y="0"/>
                        </a:moveTo>
                        <a:lnTo>
                          <a:pt x="0" y="24"/>
                        </a:lnTo>
                        <a:lnTo>
                          <a:pt x="0" y="48"/>
                        </a:lnTo>
                        <a:lnTo>
                          <a:pt x="0" y="66"/>
                        </a:lnTo>
                        <a:lnTo>
                          <a:pt x="6" y="90"/>
                        </a:lnTo>
                        <a:lnTo>
                          <a:pt x="6" y="114"/>
                        </a:lnTo>
                        <a:lnTo>
                          <a:pt x="6" y="132"/>
                        </a:lnTo>
                        <a:lnTo>
                          <a:pt x="6" y="150"/>
                        </a:lnTo>
                        <a:lnTo>
                          <a:pt x="12" y="174"/>
                        </a:lnTo>
                        <a:lnTo>
                          <a:pt x="12" y="192"/>
                        </a:lnTo>
                        <a:lnTo>
                          <a:pt x="12" y="210"/>
                        </a:lnTo>
                        <a:lnTo>
                          <a:pt x="18" y="228"/>
                        </a:lnTo>
                        <a:lnTo>
                          <a:pt x="18" y="246"/>
                        </a:lnTo>
                        <a:lnTo>
                          <a:pt x="18" y="264"/>
                        </a:lnTo>
                        <a:lnTo>
                          <a:pt x="18" y="276"/>
                        </a:lnTo>
                        <a:lnTo>
                          <a:pt x="24" y="294"/>
                        </a:lnTo>
                        <a:lnTo>
                          <a:pt x="24" y="312"/>
                        </a:lnTo>
                        <a:lnTo>
                          <a:pt x="24" y="324"/>
                        </a:lnTo>
                        <a:lnTo>
                          <a:pt x="30" y="342"/>
                        </a:lnTo>
                        <a:lnTo>
                          <a:pt x="30" y="354"/>
                        </a:lnTo>
                        <a:lnTo>
                          <a:pt x="30" y="366"/>
                        </a:lnTo>
                        <a:lnTo>
                          <a:pt x="30" y="378"/>
                        </a:lnTo>
                        <a:lnTo>
                          <a:pt x="36" y="396"/>
                        </a:lnTo>
                        <a:lnTo>
                          <a:pt x="36" y="408"/>
                        </a:lnTo>
                        <a:lnTo>
                          <a:pt x="36" y="420"/>
                        </a:lnTo>
                        <a:lnTo>
                          <a:pt x="36" y="432"/>
                        </a:lnTo>
                        <a:lnTo>
                          <a:pt x="42" y="438"/>
                        </a:lnTo>
                        <a:lnTo>
                          <a:pt x="42" y="450"/>
                        </a:lnTo>
                        <a:lnTo>
                          <a:pt x="42" y="462"/>
                        </a:lnTo>
                        <a:lnTo>
                          <a:pt x="48" y="474"/>
                        </a:lnTo>
                        <a:lnTo>
                          <a:pt x="48" y="480"/>
                        </a:lnTo>
                        <a:lnTo>
                          <a:pt x="48" y="492"/>
                        </a:lnTo>
                        <a:lnTo>
                          <a:pt x="48" y="498"/>
                        </a:lnTo>
                        <a:lnTo>
                          <a:pt x="54" y="510"/>
                        </a:lnTo>
                        <a:lnTo>
                          <a:pt x="54" y="516"/>
                        </a:lnTo>
                        <a:lnTo>
                          <a:pt x="54" y="528"/>
                        </a:lnTo>
                        <a:lnTo>
                          <a:pt x="60" y="534"/>
                        </a:lnTo>
                        <a:lnTo>
                          <a:pt x="60" y="540"/>
                        </a:lnTo>
                        <a:lnTo>
                          <a:pt x="60" y="546"/>
                        </a:lnTo>
                        <a:lnTo>
                          <a:pt x="60" y="552"/>
                        </a:lnTo>
                        <a:lnTo>
                          <a:pt x="66" y="564"/>
                        </a:lnTo>
                        <a:lnTo>
                          <a:pt x="66" y="570"/>
                        </a:lnTo>
                        <a:lnTo>
                          <a:pt x="66" y="576"/>
                        </a:lnTo>
                        <a:lnTo>
                          <a:pt x="72" y="582"/>
                        </a:lnTo>
                        <a:lnTo>
                          <a:pt x="72" y="588"/>
                        </a:lnTo>
                        <a:lnTo>
                          <a:pt x="72" y="594"/>
                        </a:lnTo>
                        <a:lnTo>
                          <a:pt x="78" y="600"/>
                        </a:lnTo>
                        <a:lnTo>
                          <a:pt x="78" y="606"/>
                        </a:lnTo>
                        <a:lnTo>
                          <a:pt x="78" y="612"/>
                        </a:lnTo>
                        <a:lnTo>
                          <a:pt x="84" y="618"/>
                        </a:lnTo>
                        <a:lnTo>
                          <a:pt x="84" y="624"/>
                        </a:lnTo>
                        <a:lnTo>
                          <a:pt x="90" y="630"/>
                        </a:lnTo>
                        <a:lnTo>
                          <a:pt x="90" y="636"/>
                        </a:lnTo>
                        <a:lnTo>
                          <a:pt x="96" y="642"/>
                        </a:lnTo>
                        <a:lnTo>
                          <a:pt x="96" y="648"/>
                        </a:lnTo>
                        <a:lnTo>
                          <a:pt x="102" y="648"/>
                        </a:lnTo>
                        <a:lnTo>
                          <a:pt x="102" y="654"/>
                        </a:lnTo>
                        <a:lnTo>
                          <a:pt x="108" y="660"/>
                        </a:lnTo>
                        <a:lnTo>
                          <a:pt x="114" y="666"/>
                        </a:lnTo>
                        <a:lnTo>
                          <a:pt x="120" y="666"/>
                        </a:lnTo>
                        <a:lnTo>
                          <a:pt x="120" y="672"/>
                        </a:lnTo>
                        <a:lnTo>
                          <a:pt x="126" y="672"/>
                        </a:lnTo>
                        <a:lnTo>
                          <a:pt x="132" y="672"/>
                        </a:lnTo>
                        <a:lnTo>
                          <a:pt x="132" y="678"/>
                        </a:lnTo>
                        <a:lnTo>
                          <a:pt x="138" y="678"/>
                        </a:lnTo>
                        <a:lnTo>
                          <a:pt x="144" y="678"/>
                        </a:lnTo>
                        <a:lnTo>
                          <a:pt x="150" y="678"/>
                        </a:lnTo>
                        <a:lnTo>
                          <a:pt x="156" y="678"/>
                        </a:lnTo>
                        <a:lnTo>
                          <a:pt x="162" y="678"/>
                        </a:lnTo>
                        <a:lnTo>
                          <a:pt x="168" y="678"/>
                        </a:lnTo>
                        <a:lnTo>
                          <a:pt x="174" y="678"/>
                        </a:lnTo>
                        <a:lnTo>
                          <a:pt x="180" y="678"/>
                        </a:lnTo>
                        <a:lnTo>
                          <a:pt x="186" y="678"/>
                        </a:lnTo>
                        <a:lnTo>
                          <a:pt x="192" y="678"/>
                        </a:lnTo>
                        <a:lnTo>
                          <a:pt x="198" y="678"/>
                        </a:lnTo>
                        <a:lnTo>
                          <a:pt x="204" y="678"/>
                        </a:lnTo>
                        <a:lnTo>
                          <a:pt x="204" y="684"/>
                        </a:lnTo>
                        <a:lnTo>
                          <a:pt x="210" y="684"/>
                        </a:lnTo>
                        <a:lnTo>
                          <a:pt x="216" y="684"/>
                        </a:lnTo>
                        <a:lnTo>
                          <a:pt x="222" y="684"/>
                        </a:lnTo>
                        <a:lnTo>
                          <a:pt x="222" y="690"/>
                        </a:lnTo>
                        <a:lnTo>
                          <a:pt x="228" y="690"/>
                        </a:lnTo>
                        <a:lnTo>
                          <a:pt x="234" y="690"/>
                        </a:lnTo>
                        <a:lnTo>
                          <a:pt x="234" y="696"/>
                        </a:lnTo>
                        <a:lnTo>
                          <a:pt x="240" y="696"/>
                        </a:lnTo>
                        <a:lnTo>
                          <a:pt x="240" y="702"/>
                        </a:lnTo>
                        <a:lnTo>
                          <a:pt x="246" y="702"/>
                        </a:lnTo>
                        <a:lnTo>
                          <a:pt x="252" y="708"/>
                        </a:lnTo>
                        <a:lnTo>
                          <a:pt x="258" y="714"/>
                        </a:lnTo>
                        <a:lnTo>
                          <a:pt x="264" y="720"/>
                        </a:lnTo>
                        <a:lnTo>
                          <a:pt x="270" y="726"/>
                        </a:lnTo>
                        <a:lnTo>
                          <a:pt x="276" y="732"/>
                        </a:lnTo>
                        <a:lnTo>
                          <a:pt x="276" y="738"/>
                        </a:lnTo>
                        <a:lnTo>
                          <a:pt x="282" y="738"/>
                        </a:lnTo>
                        <a:lnTo>
                          <a:pt x="282" y="744"/>
                        </a:lnTo>
                        <a:lnTo>
                          <a:pt x="288" y="744"/>
                        </a:lnTo>
                        <a:lnTo>
                          <a:pt x="288" y="750"/>
                        </a:lnTo>
                        <a:lnTo>
                          <a:pt x="294" y="756"/>
                        </a:lnTo>
                        <a:lnTo>
                          <a:pt x="294" y="762"/>
                        </a:lnTo>
                        <a:lnTo>
                          <a:pt x="300" y="762"/>
                        </a:lnTo>
                        <a:lnTo>
                          <a:pt x="300" y="768"/>
                        </a:lnTo>
                        <a:lnTo>
                          <a:pt x="306" y="774"/>
                        </a:lnTo>
                        <a:lnTo>
                          <a:pt x="306" y="780"/>
                        </a:lnTo>
                        <a:lnTo>
                          <a:pt x="312" y="780"/>
                        </a:lnTo>
                        <a:lnTo>
                          <a:pt x="312" y="786"/>
                        </a:lnTo>
                        <a:lnTo>
                          <a:pt x="318" y="792"/>
                        </a:lnTo>
                        <a:lnTo>
                          <a:pt x="318" y="798"/>
                        </a:lnTo>
                        <a:lnTo>
                          <a:pt x="324" y="798"/>
                        </a:lnTo>
                        <a:lnTo>
                          <a:pt x="324" y="804"/>
                        </a:lnTo>
                        <a:lnTo>
                          <a:pt x="324" y="810"/>
                        </a:lnTo>
                        <a:lnTo>
                          <a:pt x="330" y="810"/>
                        </a:lnTo>
                        <a:lnTo>
                          <a:pt x="330" y="816"/>
                        </a:lnTo>
                        <a:lnTo>
                          <a:pt x="336" y="822"/>
                        </a:lnTo>
                        <a:lnTo>
                          <a:pt x="336" y="828"/>
                        </a:lnTo>
                        <a:lnTo>
                          <a:pt x="342" y="834"/>
                        </a:lnTo>
                        <a:lnTo>
                          <a:pt x="348" y="840"/>
                        </a:lnTo>
                        <a:lnTo>
                          <a:pt x="348" y="846"/>
                        </a:lnTo>
                        <a:lnTo>
                          <a:pt x="354" y="852"/>
                        </a:lnTo>
                        <a:lnTo>
                          <a:pt x="354" y="858"/>
                        </a:lnTo>
                        <a:lnTo>
                          <a:pt x="360" y="858"/>
                        </a:lnTo>
                        <a:lnTo>
                          <a:pt x="360" y="864"/>
                        </a:lnTo>
                        <a:lnTo>
                          <a:pt x="360" y="870"/>
                        </a:lnTo>
                        <a:lnTo>
                          <a:pt x="366" y="870"/>
                        </a:lnTo>
                        <a:lnTo>
                          <a:pt x="366" y="876"/>
                        </a:lnTo>
                        <a:lnTo>
                          <a:pt x="366" y="882"/>
                        </a:lnTo>
                        <a:lnTo>
                          <a:pt x="372" y="882"/>
                        </a:lnTo>
                        <a:lnTo>
                          <a:pt x="372" y="888"/>
                        </a:lnTo>
                        <a:lnTo>
                          <a:pt x="378" y="894"/>
                        </a:lnTo>
                        <a:lnTo>
                          <a:pt x="378" y="900"/>
                        </a:lnTo>
                        <a:lnTo>
                          <a:pt x="384" y="900"/>
                        </a:lnTo>
                        <a:lnTo>
                          <a:pt x="384" y="906"/>
                        </a:lnTo>
                        <a:lnTo>
                          <a:pt x="390" y="912"/>
                        </a:lnTo>
                        <a:lnTo>
                          <a:pt x="390" y="918"/>
                        </a:lnTo>
                        <a:lnTo>
                          <a:pt x="396" y="918"/>
                        </a:lnTo>
                        <a:lnTo>
                          <a:pt x="396" y="924"/>
                        </a:lnTo>
                        <a:lnTo>
                          <a:pt x="396" y="930"/>
                        </a:lnTo>
                        <a:lnTo>
                          <a:pt x="402" y="930"/>
                        </a:lnTo>
                        <a:lnTo>
                          <a:pt x="402" y="936"/>
                        </a:lnTo>
                        <a:lnTo>
                          <a:pt x="408" y="936"/>
                        </a:lnTo>
                        <a:lnTo>
                          <a:pt x="408" y="942"/>
                        </a:lnTo>
                        <a:lnTo>
                          <a:pt x="408" y="948"/>
                        </a:lnTo>
                        <a:lnTo>
                          <a:pt x="414" y="948"/>
                        </a:lnTo>
                        <a:lnTo>
                          <a:pt x="414" y="954"/>
                        </a:lnTo>
                        <a:lnTo>
                          <a:pt x="420" y="954"/>
                        </a:lnTo>
                        <a:lnTo>
                          <a:pt x="420" y="960"/>
                        </a:lnTo>
                        <a:lnTo>
                          <a:pt x="426" y="966"/>
                        </a:lnTo>
                      </a:path>
                    </a:pathLst>
                  </a:custGeom>
                  <a:noFill/>
                  <a:ln w="19050">
                    <a:solidFill>
                      <a:srgbClr val="FF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58" name="Freeform 40"/>
                  <p:cNvSpPr>
                    <a:spLocks/>
                  </p:cNvSpPr>
                  <p:nvPr/>
                </p:nvSpPr>
                <p:spPr bwMode="auto">
                  <a:xfrm>
                    <a:off x="4556" y="3558"/>
                    <a:ext cx="426" cy="336"/>
                  </a:xfrm>
                  <a:custGeom>
                    <a:avLst/>
                    <a:gdLst>
                      <a:gd name="T0" fmla="*/ 6 w 426"/>
                      <a:gd name="T1" fmla="*/ 294 h 336"/>
                      <a:gd name="T2" fmla="*/ 12 w 426"/>
                      <a:gd name="T3" fmla="*/ 300 h 336"/>
                      <a:gd name="T4" fmla="*/ 24 w 426"/>
                      <a:gd name="T5" fmla="*/ 312 h 336"/>
                      <a:gd name="T6" fmla="*/ 30 w 426"/>
                      <a:gd name="T7" fmla="*/ 318 h 336"/>
                      <a:gd name="T8" fmla="*/ 36 w 426"/>
                      <a:gd name="T9" fmla="*/ 324 h 336"/>
                      <a:gd name="T10" fmla="*/ 48 w 426"/>
                      <a:gd name="T11" fmla="*/ 330 h 336"/>
                      <a:gd name="T12" fmla="*/ 54 w 426"/>
                      <a:gd name="T13" fmla="*/ 330 h 336"/>
                      <a:gd name="T14" fmla="*/ 66 w 426"/>
                      <a:gd name="T15" fmla="*/ 336 h 336"/>
                      <a:gd name="T16" fmla="*/ 72 w 426"/>
                      <a:gd name="T17" fmla="*/ 336 h 336"/>
                      <a:gd name="T18" fmla="*/ 78 w 426"/>
                      <a:gd name="T19" fmla="*/ 336 h 336"/>
                      <a:gd name="T20" fmla="*/ 90 w 426"/>
                      <a:gd name="T21" fmla="*/ 336 h 336"/>
                      <a:gd name="T22" fmla="*/ 96 w 426"/>
                      <a:gd name="T23" fmla="*/ 330 h 336"/>
                      <a:gd name="T24" fmla="*/ 108 w 426"/>
                      <a:gd name="T25" fmla="*/ 330 h 336"/>
                      <a:gd name="T26" fmla="*/ 114 w 426"/>
                      <a:gd name="T27" fmla="*/ 324 h 336"/>
                      <a:gd name="T28" fmla="*/ 120 w 426"/>
                      <a:gd name="T29" fmla="*/ 318 h 336"/>
                      <a:gd name="T30" fmla="*/ 132 w 426"/>
                      <a:gd name="T31" fmla="*/ 312 h 336"/>
                      <a:gd name="T32" fmla="*/ 138 w 426"/>
                      <a:gd name="T33" fmla="*/ 300 h 336"/>
                      <a:gd name="T34" fmla="*/ 144 w 426"/>
                      <a:gd name="T35" fmla="*/ 294 h 336"/>
                      <a:gd name="T36" fmla="*/ 156 w 426"/>
                      <a:gd name="T37" fmla="*/ 282 h 336"/>
                      <a:gd name="T38" fmla="*/ 162 w 426"/>
                      <a:gd name="T39" fmla="*/ 270 h 336"/>
                      <a:gd name="T40" fmla="*/ 174 w 426"/>
                      <a:gd name="T41" fmla="*/ 258 h 336"/>
                      <a:gd name="T42" fmla="*/ 180 w 426"/>
                      <a:gd name="T43" fmla="*/ 246 h 336"/>
                      <a:gd name="T44" fmla="*/ 186 w 426"/>
                      <a:gd name="T45" fmla="*/ 234 h 336"/>
                      <a:gd name="T46" fmla="*/ 198 w 426"/>
                      <a:gd name="T47" fmla="*/ 216 h 336"/>
                      <a:gd name="T48" fmla="*/ 204 w 426"/>
                      <a:gd name="T49" fmla="*/ 204 h 336"/>
                      <a:gd name="T50" fmla="*/ 216 w 426"/>
                      <a:gd name="T51" fmla="*/ 192 h 336"/>
                      <a:gd name="T52" fmla="*/ 222 w 426"/>
                      <a:gd name="T53" fmla="*/ 174 h 336"/>
                      <a:gd name="T54" fmla="*/ 228 w 426"/>
                      <a:gd name="T55" fmla="*/ 162 h 336"/>
                      <a:gd name="T56" fmla="*/ 240 w 426"/>
                      <a:gd name="T57" fmla="*/ 150 h 336"/>
                      <a:gd name="T58" fmla="*/ 246 w 426"/>
                      <a:gd name="T59" fmla="*/ 132 h 336"/>
                      <a:gd name="T60" fmla="*/ 258 w 426"/>
                      <a:gd name="T61" fmla="*/ 120 h 336"/>
                      <a:gd name="T62" fmla="*/ 264 w 426"/>
                      <a:gd name="T63" fmla="*/ 108 h 336"/>
                      <a:gd name="T64" fmla="*/ 270 w 426"/>
                      <a:gd name="T65" fmla="*/ 96 h 336"/>
                      <a:gd name="T66" fmla="*/ 282 w 426"/>
                      <a:gd name="T67" fmla="*/ 78 h 336"/>
                      <a:gd name="T68" fmla="*/ 288 w 426"/>
                      <a:gd name="T69" fmla="*/ 72 h 336"/>
                      <a:gd name="T70" fmla="*/ 300 w 426"/>
                      <a:gd name="T71" fmla="*/ 60 h 336"/>
                      <a:gd name="T72" fmla="*/ 306 w 426"/>
                      <a:gd name="T73" fmla="*/ 48 h 336"/>
                      <a:gd name="T74" fmla="*/ 312 w 426"/>
                      <a:gd name="T75" fmla="*/ 42 h 336"/>
                      <a:gd name="T76" fmla="*/ 324 w 426"/>
                      <a:gd name="T77" fmla="*/ 30 h 336"/>
                      <a:gd name="T78" fmla="*/ 330 w 426"/>
                      <a:gd name="T79" fmla="*/ 24 h 336"/>
                      <a:gd name="T80" fmla="*/ 342 w 426"/>
                      <a:gd name="T81" fmla="*/ 18 h 336"/>
                      <a:gd name="T82" fmla="*/ 348 w 426"/>
                      <a:gd name="T83" fmla="*/ 12 h 336"/>
                      <a:gd name="T84" fmla="*/ 354 w 426"/>
                      <a:gd name="T85" fmla="*/ 6 h 336"/>
                      <a:gd name="T86" fmla="*/ 366 w 426"/>
                      <a:gd name="T87" fmla="*/ 6 h 336"/>
                      <a:gd name="T88" fmla="*/ 372 w 426"/>
                      <a:gd name="T89" fmla="*/ 6 h 336"/>
                      <a:gd name="T90" fmla="*/ 384 w 426"/>
                      <a:gd name="T91" fmla="*/ 0 h 336"/>
                      <a:gd name="T92" fmla="*/ 390 w 426"/>
                      <a:gd name="T93" fmla="*/ 0 h 336"/>
                      <a:gd name="T94" fmla="*/ 396 w 426"/>
                      <a:gd name="T95" fmla="*/ 0 h 336"/>
                      <a:gd name="T96" fmla="*/ 408 w 426"/>
                      <a:gd name="T97" fmla="*/ 0 h 336"/>
                      <a:gd name="T98" fmla="*/ 414 w 426"/>
                      <a:gd name="T99" fmla="*/ 0 h 336"/>
                      <a:gd name="T100" fmla="*/ 426 w 426"/>
                      <a:gd name="T101" fmla="*/ 0 h 3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426"/>
                      <a:gd name="T154" fmla="*/ 0 h 336"/>
                      <a:gd name="T155" fmla="*/ 426 w 426"/>
                      <a:gd name="T156" fmla="*/ 336 h 336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426" h="336">
                        <a:moveTo>
                          <a:pt x="0" y="288"/>
                        </a:moveTo>
                        <a:lnTo>
                          <a:pt x="0" y="288"/>
                        </a:lnTo>
                        <a:lnTo>
                          <a:pt x="6" y="294"/>
                        </a:lnTo>
                        <a:lnTo>
                          <a:pt x="6" y="300"/>
                        </a:lnTo>
                        <a:lnTo>
                          <a:pt x="12" y="300"/>
                        </a:lnTo>
                        <a:lnTo>
                          <a:pt x="12" y="306"/>
                        </a:lnTo>
                        <a:lnTo>
                          <a:pt x="18" y="306"/>
                        </a:lnTo>
                        <a:lnTo>
                          <a:pt x="18" y="312"/>
                        </a:lnTo>
                        <a:lnTo>
                          <a:pt x="24" y="312"/>
                        </a:lnTo>
                        <a:lnTo>
                          <a:pt x="24" y="318"/>
                        </a:lnTo>
                        <a:lnTo>
                          <a:pt x="30" y="318"/>
                        </a:lnTo>
                        <a:lnTo>
                          <a:pt x="36" y="318"/>
                        </a:lnTo>
                        <a:lnTo>
                          <a:pt x="36" y="324"/>
                        </a:lnTo>
                        <a:lnTo>
                          <a:pt x="42" y="324"/>
                        </a:lnTo>
                        <a:lnTo>
                          <a:pt x="42" y="330"/>
                        </a:lnTo>
                        <a:lnTo>
                          <a:pt x="48" y="330"/>
                        </a:lnTo>
                        <a:lnTo>
                          <a:pt x="54" y="330"/>
                        </a:lnTo>
                        <a:lnTo>
                          <a:pt x="60" y="336"/>
                        </a:lnTo>
                        <a:lnTo>
                          <a:pt x="66" y="336"/>
                        </a:lnTo>
                        <a:lnTo>
                          <a:pt x="72" y="336"/>
                        </a:lnTo>
                        <a:lnTo>
                          <a:pt x="78" y="336"/>
                        </a:lnTo>
                        <a:lnTo>
                          <a:pt x="84" y="336"/>
                        </a:lnTo>
                        <a:lnTo>
                          <a:pt x="90" y="336"/>
                        </a:lnTo>
                        <a:lnTo>
                          <a:pt x="96" y="330"/>
                        </a:lnTo>
                        <a:lnTo>
                          <a:pt x="102" y="330"/>
                        </a:lnTo>
                        <a:lnTo>
                          <a:pt x="108" y="330"/>
                        </a:lnTo>
                        <a:lnTo>
                          <a:pt x="108" y="324"/>
                        </a:lnTo>
                        <a:lnTo>
                          <a:pt x="114" y="324"/>
                        </a:lnTo>
                        <a:lnTo>
                          <a:pt x="114" y="318"/>
                        </a:lnTo>
                        <a:lnTo>
                          <a:pt x="120" y="318"/>
                        </a:lnTo>
                        <a:lnTo>
                          <a:pt x="126" y="318"/>
                        </a:lnTo>
                        <a:lnTo>
                          <a:pt x="126" y="312"/>
                        </a:lnTo>
                        <a:lnTo>
                          <a:pt x="132" y="312"/>
                        </a:lnTo>
                        <a:lnTo>
                          <a:pt x="132" y="306"/>
                        </a:lnTo>
                        <a:lnTo>
                          <a:pt x="138" y="306"/>
                        </a:lnTo>
                        <a:lnTo>
                          <a:pt x="138" y="300"/>
                        </a:lnTo>
                        <a:lnTo>
                          <a:pt x="144" y="300"/>
                        </a:lnTo>
                        <a:lnTo>
                          <a:pt x="144" y="294"/>
                        </a:lnTo>
                        <a:lnTo>
                          <a:pt x="150" y="288"/>
                        </a:lnTo>
                        <a:lnTo>
                          <a:pt x="156" y="282"/>
                        </a:lnTo>
                        <a:lnTo>
                          <a:pt x="156" y="276"/>
                        </a:lnTo>
                        <a:lnTo>
                          <a:pt x="162" y="276"/>
                        </a:lnTo>
                        <a:lnTo>
                          <a:pt x="162" y="270"/>
                        </a:lnTo>
                        <a:lnTo>
                          <a:pt x="168" y="270"/>
                        </a:lnTo>
                        <a:lnTo>
                          <a:pt x="168" y="264"/>
                        </a:lnTo>
                        <a:lnTo>
                          <a:pt x="168" y="258"/>
                        </a:lnTo>
                        <a:lnTo>
                          <a:pt x="174" y="258"/>
                        </a:lnTo>
                        <a:lnTo>
                          <a:pt x="174" y="252"/>
                        </a:lnTo>
                        <a:lnTo>
                          <a:pt x="180" y="252"/>
                        </a:lnTo>
                        <a:lnTo>
                          <a:pt x="180" y="246"/>
                        </a:lnTo>
                        <a:lnTo>
                          <a:pt x="180" y="240"/>
                        </a:lnTo>
                        <a:lnTo>
                          <a:pt x="186" y="240"/>
                        </a:lnTo>
                        <a:lnTo>
                          <a:pt x="186" y="234"/>
                        </a:lnTo>
                        <a:lnTo>
                          <a:pt x="192" y="228"/>
                        </a:lnTo>
                        <a:lnTo>
                          <a:pt x="192" y="222"/>
                        </a:lnTo>
                        <a:lnTo>
                          <a:pt x="198" y="222"/>
                        </a:lnTo>
                        <a:lnTo>
                          <a:pt x="198" y="216"/>
                        </a:lnTo>
                        <a:lnTo>
                          <a:pt x="204" y="210"/>
                        </a:lnTo>
                        <a:lnTo>
                          <a:pt x="204" y="204"/>
                        </a:lnTo>
                        <a:lnTo>
                          <a:pt x="210" y="204"/>
                        </a:lnTo>
                        <a:lnTo>
                          <a:pt x="210" y="198"/>
                        </a:lnTo>
                        <a:lnTo>
                          <a:pt x="210" y="192"/>
                        </a:lnTo>
                        <a:lnTo>
                          <a:pt x="216" y="192"/>
                        </a:lnTo>
                        <a:lnTo>
                          <a:pt x="216" y="186"/>
                        </a:lnTo>
                        <a:lnTo>
                          <a:pt x="216" y="180"/>
                        </a:lnTo>
                        <a:lnTo>
                          <a:pt x="222" y="180"/>
                        </a:lnTo>
                        <a:lnTo>
                          <a:pt x="222" y="174"/>
                        </a:lnTo>
                        <a:lnTo>
                          <a:pt x="228" y="168"/>
                        </a:lnTo>
                        <a:lnTo>
                          <a:pt x="228" y="162"/>
                        </a:lnTo>
                        <a:lnTo>
                          <a:pt x="234" y="156"/>
                        </a:lnTo>
                        <a:lnTo>
                          <a:pt x="240" y="150"/>
                        </a:lnTo>
                        <a:lnTo>
                          <a:pt x="240" y="144"/>
                        </a:lnTo>
                        <a:lnTo>
                          <a:pt x="246" y="138"/>
                        </a:lnTo>
                        <a:lnTo>
                          <a:pt x="246" y="132"/>
                        </a:lnTo>
                        <a:lnTo>
                          <a:pt x="252" y="132"/>
                        </a:lnTo>
                        <a:lnTo>
                          <a:pt x="252" y="126"/>
                        </a:lnTo>
                        <a:lnTo>
                          <a:pt x="252" y="120"/>
                        </a:lnTo>
                        <a:lnTo>
                          <a:pt x="258" y="120"/>
                        </a:lnTo>
                        <a:lnTo>
                          <a:pt x="258" y="114"/>
                        </a:lnTo>
                        <a:lnTo>
                          <a:pt x="264" y="108"/>
                        </a:lnTo>
                        <a:lnTo>
                          <a:pt x="264" y="102"/>
                        </a:lnTo>
                        <a:lnTo>
                          <a:pt x="270" y="102"/>
                        </a:lnTo>
                        <a:lnTo>
                          <a:pt x="270" y="96"/>
                        </a:lnTo>
                        <a:lnTo>
                          <a:pt x="276" y="90"/>
                        </a:lnTo>
                        <a:lnTo>
                          <a:pt x="276" y="84"/>
                        </a:lnTo>
                        <a:lnTo>
                          <a:pt x="282" y="84"/>
                        </a:lnTo>
                        <a:lnTo>
                          <a:pt x="282" y="78"/>
                        </a:lnTo>
                        <a:lnTo>
                          <a:pt x="288" y="72"/>
                        </a:lnTo>
                        <a:lnTo>
                          <a:pt x="288" y="66"/>
                        </a:lnTo>
                        <a:lnTo>
                          <a:pt x="294" y="66"/>
                        </a:lnTo>
                        <a:lnTo>
                          <a:pt x="294" y="60"/>
                        </a:lnTo>
                        <a:lnTo>
                          <a:pt x="300" y="60"/>
                        </a:lnTo>
                        <a:lnTo>
                          <a:pt x="300" y="54"/>
                        </a:lnTo>
                        <a:lnTo>
                          <a:pt x="306" y="48"/>
                        </a:lnTo>
                        <a:lnTo>
                          <a:pt x="312" y="42"/>
                        </a:lnTo>
                        <a:lnTo>
                          <a:pt x="318" y="36"/>
                        </a:lnTo>
                        <a:lnTo>
                          <a:pt x="324" y="30"/>
                        </a:lnTo>
                        <a:lnTo>
                          <a:pt x="330" y="24"/>
                        </a:lnTo>
                        <a:lnTo>
                          <a:pt x="336" y="24"/>
                        </a:lnTo>
                        <a:lnTo>
                          <a:pt x="336" y="18"/>
                        </a:lnTo>
                        <a:lnTo>
                          <a:pt x="342" y="18"/>
                        </a:lnTo>
                        <a:lnTo>
                          <a:pt x="342" y="12"/>
                        </a:lnTo>
                        <a:lnTo>
                          <a:pt x="348" y="12"/>
                        </a:lnTo>
                        <a:lnTo>
                          <a:pt x="354" y="12"/>
                        </a:lnTo>
                        <a:lnTo>
                          <a:pt x="354" y="6"/>
                        </a:lnTo>
                        <a:lnTo>
                          <a:pt x="360" y="6"/>
                        </a:lnTo>
                        <a:lnTo>
                          <a:pt x="366" y="6"/>
                        </a:lnTo>
                        <a:lnTo>
                          <a:pt x="372" y="6"/>
                        </a:lnTo>
                        <a:lnTo>
                          <a:pt x="372" y="0"/>
                        </a:lnTo>
                        <a:lnTo>
                          <a:pt x="378" y="0"/>
                        </a:lnTo>
                        <a:lnTo>
                          <a:pt x="384" y="0"/>
                        </a:lnTo>
                        <a:lnTo>
                          <a:pt x="390" y="0"/>
                        </a:lnTo>
                        <a:lnTo>
                          <a:pt x="396" y="0"/>
                        </a:lnTo>
                        <a:lnTo>
                          <a:pt x="402" y="0"/>
                        </a:lnTo>
                        <a:lnTo>
                          <a:pt x="408" y="0"/>
                        </a:lnTo>
                        <a:lnTo>
                          <a:pt x="414" y="0"/>
                        </a:lnTo>
                        <a:lnTo>
                          <a:pt x="420" y="0"/>
                        </a:lnTo>
                        <a:lnTo>
                          <a:pt x="426" y="0"/>
                        </a:lnTo>
                      </a:path>
                    </a:pathLst>
                  </a:custGeom>
                  <a:noFill/>
                  <a:ln w="19050">
                    <a:solidFill>
                      <a:srgbClr val="FF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59" name="Freeform 41"/>
                  <p:cNvSpPr>
                    <a:spLocks/>
                  </p:cNvSpPr>
                  <p:nvPr/>
                </p:nvSpPr>
                <p:spPr bwMode="auto">
                  <a:xfrm>
                    <a:off x="4982" y="2880"/>
                    <a:ext cx="150" cy="678"/>
                  </a:xfrm>
                  <a:custGeom>
                    <a:avLst/>
                    <a:gdLst>
                      <a:gd name="T0" fmla="*/ 0 w 150"/>
                      <a:gd name="T1" fmla="*/ 678 h 678"/>
                      <a:gd name="T2" fmla="*/ 6 w 150"/>
                      <a:gd name="T3" fmla="*/ 678 h 678"/>
                      <a:gd name="T4" fmla="*/ 6 w 150"/>
                      <a:gd name="T5" fmla="*/ 678 h 678"/>
                      <a:gd name="T6" fmla="*/ 12 w 150"/>
                      <a:gd name="T7" fmla="*/ 678 h 678"/>
                      <a:gd name="T8" fmla="*/ 12 w 150"/>
                      <a:gd name="T9" fmla="*/ 678 h 678"/>
                      <a:gd name="T10" fmla="*/ 18 w 150"/>
                      <a:gd name="T11" fmla="*/ 672 h 678"/>
                      <a:gd name="T12" fmla="*/ 18 w 150"/>
                      <a:gd name="T13" fmla="*/ 672 h 678"/>
                      <a:gd name="T14" fmla="*/ 24 w 150"/>
                      <a:gd name="T15" fmla="*/ 672 h 678"/>
                      <a:gd name="T16" fmla="*/ 30 w 150"/>
                      <a:gd name="T17" fmla="*/ 672 h 678"/>
                      <a:gd name="T18" fmla="*/ 30 w 150"/>
                      <a:gd name="T19" fmla="*/ 666 h 678"/>
                      <a:gd name="T20" fmla="*/ 36 w 150"/>
                      <a:gd name="T21" fmla="*/ 666 h 678"/>
                      <a:gd name="T22" fmla="*/ 36 w 150"/>
                      <a:gd name="T23" fmla="*/ 666 h 678"/>
                      <a:gd name="T24" fmla="*/ 42 w 150"/>
                      <a:gd name="T25" fmla="*/ 660 h 678"/>
                      <a:gd name="T26" fmla="*/ 42 w 150"/>
                      <a:gd name="T27" fmla="*/ 660 h 678"/>
                      <a:gd name="T28" fmla="*/ 48 w 150"/>
                      <a:gd name="T29" fmla="*/ 654 h 678"/>
                      <a:gd name="T30" fmla="*/ 48 w 150"/>
                      <a:gd name="T31" fmla="*/ 648 h 678"/>
                      <a:gd name="T32" fmla="*/ 54 w 150"/>
                      <a:gd name="T33" fmla="*/ 642 h 678"/>
                      <a:gd name="T34" fmla="*/ 60 w 150"/>
                      <a:gd name="T35" fmla="*/ 636 h 678"/>
                      <a:gd name="T36" fmla="*/ 60 w 150"/>
                      <a:gd name="T37" fmla="*/ 630 h 678"/>
                      <a:gd name="T38" fmla="*/ 66 w 150"/>
                      <a:gd name="T39" fmla="*/ 624 h 678"/>
                      <a:gd name="T40" fmla="*/ 66 w 150"/>
                      <a:gd name="T41" fmla="*/ 618 h 678"/>
                      <a:gd name="T42" fmla="*/ 72 w 150"/>
                      <a:gd name="T43" fmla="*/ 612 h 678"/>
                      <a:gd name="T44" fmla="*/ 72 w 150"/>
                      <a:gd name="T45" fmla="*/ 600 h 678"/>
                      <a:gd name="T46" fmla="*/ 78 w 150"/>
                      <a:gd name="T47" fmla="*/ 588 h 678"/>
                      <a:gd name="T48" fmla="*/ 78 w 150"/>
                      <a:gd name="T49" fmla="*/ 582 h 678"/>
                      <a:gd name="T50" fmla="*/ 84 w 150"/>
                      <a:gd name="T51" fmla="*/ 570 h 678"/>
                      <a:gd name="T52" fmla="*/ 90 w 150"/>
                      <a:gd name="T53" fmla="*/ 552 h 678"/>
                      <a:gd name="T54" fmla="*/ 90 w 150"/>
                      <a:gd name="T55" fmla="*/ 540 h 678"/>
                      <a:gd name="T56" fmla="*/ 96 w 150"/>
                      <a:gd name="T57" fmla="*/ 528 h 678"/>
                      <a:gd name="T58" fmla="*/ 96 w 150"/>
                      <a:gd name="T59" fmla="*/ 510 h 678"/>
                      <a:gd name="T60" fmla="*/ 102 w 150"/>
                      <a:gd name="T61" fmla="*/ 492 h 678"/>
                      <a:gd name="T62" fmla="*/ 102 w 150"/>
                      <a:gd name="T63" fmla="*/ 474 h 678"/>
                      <a:gd name="T64" fmla="*/ 108 w 150"/>
                      <a:gd name="T65" fmla="*/ 450 h 678"/>
                      <a:gd name="T66" fmla="*/ 114 w 150"/>
                      <a:gd name="T67" fmla="*/ 432 h 678"/>
                      <a:gd name="T68" fmla="*/ 114 w 150"/>
                      <a:gd name="T69" fmla="*/ 408 h 678"/>
                      <a:gd name="T70" fmla="*/ 120 w 150"/>
                      <a:gd name="T71" fmla="*/ 378 h 678"/>
                      <a:gd name="T72" fmla="*/ 120 w 150"/>
                      <a:gd name="T73" fmla="*/ 354 h 678"/>
                      <a:gd name="T74" fmla="*/ 126 w 150"/>
                      <a:gd name="T75" fmla="*/ 324 h 678"/>
                      <a:gd name="T76" fmla="*/ 126 w 150"/>
                      <a:gd name="T77" fmla="*/ 294 h 678"/>
                      <a:gd name="T78" fmla="*/ 132 w 150"/>
                      <a:gd name="T79" fmla="*/ 264 h 678"/>
                      <a:gd name="T80" fmla="*/ 132 w 150"/>
                      <a:gd name="T81" fmla="*/ 228 h 678"/>
                      <a:gd name="T82" fmla="*/ 138 w 150"/>
                      <a:gd name="T83" fmla="*/ 192 h 678"/>
                      <a:gd name="T84" fmla="*/ 144 w 150"/>
                      <a:gd name="T85" fmla="*/ 150 h 678"/>
                      <a:gd name="T86" fmla="*/ 144 w 150"/>
                      <a:gd name="T87" fmla="*/ 114 h 678"/>
                      <a:gd name="T88" fmla="*/ 150 w 150"/>
                      <a:gd name="T89" fmla="*/ 66 h 678"/>
                      <a:gd name="T90" fmla="*/ 150 w 150"/>
                      <a:gd name="T91" fmla="*/ 24 h 678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50"/>
                      <a:gd name="T139" fmla="*/ 0 h 678"/>
                      <a:gd name="T140" fmla="*/ 150 w 150"/>
                      <a:gd name="T141" fmla="*/ 678 h 678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50" h="678">
                        <a:moveTo>
                          <a:pt x="0" y="678"/>
                        </a:moveTo>
                        <a:lnTo>
                          <a:pt x="0" y="678"/>
                        </a:lnTo>
                        <a:lnTo>
                          <a:pt x="6" y="678"/>
                        </a:lnTo>
                        <a:lnTo>
                          <a:pt x="12" y="678"/>
                        </a:lnTo>
                        <a:lnTo>
                          <a:pt x="18" y="678"/>
                        </a:lnTo>
                        <a:lnTo>
                          <a:pt x="18" y="672"/>
                        </a:lnTo>
                        <a:lnTo>
                          <a:pt x="24" y="672"/>
                        </a:lnTo>
                        <a:lnTo>
                          <a:pt x="30" y="672"/>
                        </a:lnTo>
                        <a:lnTo>
                          <a:pt x="30" y="666"/>
                        </a:lnTo>
                        <a:lnTo>
                          <a:pt x="36" y="666"/>
                        </a:lnTo>
                        <a:lnTo>
                          <a:pt x="42" y="660"/>
                        </a:lnTo>
                        <a:lnTo>
                          <a:pt x="48" y="654"/>
                        </a:lnTo>
                        <a:lnTo>
                          <a:pt x="48" y="648"/>
                        </a:lnTo>
                        <a:lnTo>
                          <a:pt x="54" y="648"/>
                        </a:lnTo>
                        <a:lnTo>
                          <a:pt x="54" y="642"/>
                        </a:lnTo>
                        <a:lnTo>
                          <a:pt x="60" y="636"/>
                        </a:lnTo>
                        <a:lnTo>
                          <a:pt x="60" y="630"/>
                        </a:lnTo>
                        <a:lnTo>
                          <a:pt x="66" y="624"/>
                        </a:lnTo>
                        <a:lnTo>
                          <a:pt x="66" y="618"/>
                        </a:lnTo>
                        <a:lnTo>
                          <a:pt x="72" y="612"/>
                        </a:lnTo>
                        <a:lnTo>
                          <a:pt x="72" y="606"/>
                        </a:lnTo>
                        <a:lnTo>
                          <a:pt x="72" y="600"/>
                        </a:lnTo>
                        <a:lnTo>
                          <a:pt x="78" y="594"/>
                        </a:lnTo>
                        <a:lnTo>
                          <a:pt x="78" y="588"/>
                        </a:lnTo>
                        <a:lnTo>
                          <a:pt x="78" y="582"/>
                        </a:lnTo>
                        <a:lnTo>
                          <a:pt x="84" y="576"/>
                        </a:lnTo>
                        <a:lnTo>
                          <a:pt x="84" y="570"/>
                        </a:lnTo>
                        <a:lnTo>
                          <a:pt x="84" y="564"/>
                        </a:lnTo>
                        <a:lnTo>
                          <a:pt x="90" y="552"/>
                        </a:lnTo>
                        <a:lnTo>
                          <a:pt x="90" y="546"/>
                        </a:lnTo>
                        <a:lnTo>
                          <a:pt x="90" y="540"/>
                        </a:lnTo>
                        <a:lnTo>
                          <a:pt x="90" y="534"/>
                        </a:lnTo>
                        <a:lnTo>
                          <a:pt x="96" y="528"/>
                        </a:lnTo>
                        <a:lnTo>
                          <a:pt x="96" y="516"/>
                        </a:lnTo>
                        <a:lnTo>
                          <a:pt x="96" y="510"/>
                        </a:lnTo>
                        <a:lnTo>
                          <a:pt x="102" y="498"/>
                        </a:lnTo>
                        <a:lnTo>
                          <a:pt x="102" y="492"/>
                        </a:lnTo>
                        <a:lnTo>
                          <a:pt x="102" y="480"/>
                        </a:lnTo>
                        <a:lnTo>
                          <a:pt x="102" y="474"/>
                        </a:lnTo>
                        <a:lnTo>
                          <a:pt x="108" y="462"/>
                        </a:lnTo>
                        <a:lnTo>
                          <a:pt x="108" y="450"/>
                        </a:lnTo>
                        <a:lnTo>
                          <a:pt x="108" y="438"/>
                        </a:lnTo>
                        <a:lnTo>
                          <a:pt x="114" y="432"/>
                        </a:lnTo>
                        <a:lnTo>
                          <a:pt x="114" y="420"/>
                        </a:lnTo>
                        <a:lnTo>
                          <a:pt x="114" y="408"/>
                        </a:lnTo>
                        <a:lnTo>
                          <a:pt x="114" y="396"/>
                        </a:lnTo>
                        <a:lnTo>
                          <a:pt x="120" y="378"/>
                        </a:lnTo>
                        <a:lnTo>
                          <a:pt x="120" y="366"/>
                        </a:lnTo>
                        <a:lnTo>
                          <a:pt x="120" y="354"/>
                        </a:lnTo>
                        <a:lnTo>
                          <a:pt x="120" y="342"/>
                        </a:lnTo>
                        <a:lnTo>
                          <a:pt x="126" y="324"/>
                        </a:lnTo>
                        <a:lnTo>
                          <a:pt x="126" y="312"/>
                        </a:lnTo>
                        <a:lnTo>
                          <a:pt x="126" y="294"/>
                        </a:lnTo>
                        <a:lnTo>
                          <a:pt x="132" y="276"/>
                        </a:lnTo>
                        <a:lnTo>
                          <a:pt x="132" y="264"/>
                        </a:lnTo>
                        <a:lnTo>
                          <a:pt x="132" y="246"/>
                        </a:lnTo>
                        <a:lnTo>
                          <a:pt x="132" y="228"/>
                        </a:lnTo>
                        <a:lnTo>
                          <a:pt x="138" y="210"/>
                        </a:lnTo>
                        <a:lnTo>
                          <a:pt x="138" y="192"/>
                        </a:lnTo>
                        <a:lnTo>
                          <a:pt x="138" y="174"/>
                        </a:lnTo>
                        <a:lnTo>
                          <a:pt x="144" y="150"/>
                        </a:lnTo>
                        <a:lnTo>
                          <a:pt x="144" y="132"/>
                        </a:lnTo>
                        <a:lnTo>
                          <a:pt x="144" y="114"/>
                        </a:lnTo>
                        <a:lnTo>
                          <a:pt x="144" y="90"/>
                        </a:lnTo>
                        <a:lnTo>
                          <a:pt x="150" y="66"/>
                        </a:lnTo>
                        <a:lnTo>
                          <a:pt x="150" y="48"/>
                        </a:lnTo>
                        <a:lnTo>
                          <a:pt x="150" y="24"/>
                        </a:lnTo>
                        <a:lnTo>
                          <a:pt x="150" y="0"/>
                        </a:lnTo>
                      </a:path>
                    </a:pathLst>
                  </a:custGeom>
                  <a:noFill/>
                  <a:ln w="19050">
                    <a:solidFill>
                      <a:srgbClr val="FF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60" name="Freeform 42"/>
                  <p:cNvSpPr>
                    <a:spLocks/>
                  </p:cNvSpPr>
                  <p:nvPr/>
                </p:nvSpPr>
                <p:spPr bwMode="auto">
                  <a:xfrm>
                    <a:off x="4298" y="3558"/>
                    <a:ext cx="336" cy="336"/>
                  </a:xfrm>
                  <a:custGeom>
                    <a:avLst/>
                    <a:gdLst>
                      <a:gd name="T0" fmla="*/ 330 w 336"/>
                      <a:gd name="T1" fmla="*/ 336 h 336"/>
                      <a:gd name="T2" fmla="*/ 324 w 336"/>
                      <a:gd name="T3" fmla="*/ 336 h 336"/>
                      <a:gd name="T4" fmla="*/ 318 w 336"/>
                      <a:gd name="T5" fmla="*/ 336 h 336"/>
                      <a:gd name="T6" fmla="*/ 312 w 336"/>
                      <a:gd name="T7" fmla="*/ 330 h 336"/>
                      <a:gd name="T8" fmla="*/ 300 w 336"/>
                      <a:gd name="T9" fmla="*/ 330 h 336"/>
                      <a:gd name="T10" fmla="*/ 294 w 336"/>
                      <a:gd name="T11" fmla="*/ 324 h 336"/>
                      <a:gd name="T12" fmla="*/ 288 w 336"/>
                      <a:gd name="T13" fmla="*/ 318 h 336"/>
                      <a:gd name="T14" fmla="*/ 282 w 336"/>
                      <a:gd name="T15" fmla="*/ 312 h 336"/>
                      <a:gd name="T16" fmla="*/ 276 w 336"/>
                      <a:gd name="T17" fmla="*/ 306 h 336"/>
                      <a:gd name="T18" fmla="*/ 270 w 336"/>
                      <a:gd name="T19" fmla="*/ 300 h 336"/>
                      <a:gd name="T20" fmla="*/ 264 w 336"/>
                      <a:gd name="T21" fmla="*/ 294 h 336"/>
                      <a:gd name="T22" fmla="*/ 258 w 336"/>
                      <a:gd name="T23" fmla="*/ 288 h 336"/>
                      <a:gd name="T24" fmla="*/ 252 w 336"/>
                      <a:gd name="T25" fmla="*/ 276 h 336"/>
                      <a:gd name="T26" fmla="*/ 240 w 336"/>
                      <a:gd name="T27" fmla="*/ 270 h 336"/>
                      <a:gd name="T28" fmla="*/ 234 w 336"/>
                      <a:gd name="T29" fmla="*/ 258 h 336"/>
                      <a:gd name="T30" fmla="*/ 228 w 336"/>
                      <a:gd name="T31" fmla="*/ 246 h 336"/>
                      <a:gd name="T32" fmla="*/ 222 w 336"/>
                      <a:gd name="T33" fmla="*/ 240 h 336"/>
                      <a:gd name="T34" fmla="*/ 216 w 336"/>
                      <a:gd name="T35" fmla="*/ 228 h 336"/>
                      <a:gd name="T36" fmla="*/ 210 w 336"/>
                      <a:gd name="T37" fmla="*/ 216 h 336"/>
                      <a:gd name="T38" fmla="*/ 204 w 336"/>
                      <a:gd name="T39" fmla="*/ 204 h 336"/>
                      <a:gd name="T40" fmla="*/ 198 w 336"/>
                      <a:gd name="T41" fmla="*/ 192 h 336"/>
                      <a:gd name="T42" fmla="*/ 192 w 336"/>
                      <a:gd name="T43" fmla="*/ 180 h 336"/>
                      <a:gd name="T44" fmla="*/ 180 w 336"/>
                      <a:gd name="T45" fmla="*/ 168 h 336"/>
                      <a:gd name="T46" fmla="*/ 174 w 336"/>
                      <a:gd name="T47" fmla="*/ 156 h 336"/>
                      <a:gd name="T48" fmla="*/ 168 w 336"/>
                      <a:gd name="T49" fmla="*/ 150 h 336"/>
                      <a:gd name="T50" fmla="*/ 162 w 336"/>
                      <a:gd name="T51" fmla="*/ 138 h 336"/>
                      <a:gd name="T52" fmla="*/ 156 w 336"/>
                      <a:gd name="T53" fmla="*/ 126 h 336"/>
                      <a:gd name="T54" fmla="*/ 150 w 336"/>
                      <a:gd name="T55" fmla="*/ 114 h 336"/>
                      <a:gd name="T56" fmla="*/ 144 w 336"/>
                      <a:gd name="T57" fmla="*/ 102 h 336"/>
                      <a:gd name="T58" fmla="*/ 138 w 336"/>
                      <a:gd name="T59" fmla="*/ 96 h 336"/>
                      <a:gd name="T60" fmla="*/ 126 w 336"/>
                      <a:gd name="T61" fmla="*/ 84 h 336"/>
                      <a:gd name="T62" fmla="*/ 120 w 336"/>
                      <a:gd name="T63" fmla="*/ 72 h 336"/>
                      <a:gd name="T64" fmla="*/ 114 w 336"/>
                      <a:gd name="T65" fmla="*/ 66 h 336"/>
                      <a:gd name="T66" fmla="*/ 108 w 336"/>
                      <a:gd name="T67" fmla="*/ 54 h 336"/>
                      <a:gd name="T68" fmla="*/ 102 w 336"/>
                      <a:gd name="T69" fmla="*/ 48 h 336"/>
                      <a:gd name="T70" fmla="*/ 96 w 336"/>
                      <a:gd name="T71" fmla="*/ 42 h 336"/>
                      <a:gd name="T72" fmla="*/ 90 w 336"/>
                      <a:gd name="T73" fmla="*/ 36 h 336"/>
                      <a:gd name="T74" fmla="*/ 84 w 336"/>
                      <a:gd name="T75" fmla="*/ 30 h 336"/>
                      <a:gd name="T76" fmla="*/ 78 w 336"/>
                      <a:gd name="T77" fmla="*/ 24 h 336"/>
                      <a:gd name="T78" fmla="*/ 66 w 336"/>
                      <a:gd name="T79" fmla="*/ 18 h 336"/>
                      <a:gd name="T80" fmla="*/ 60 w 336"/>
                      <a:gd name="T81" fmla="*/ 12 h 336"/>
                      <a:gd name="T82" fmla="*/ 54 w 336"/>
                      <a:gd name="T83" fmla="*/ 12 h 336"/>
                      <a:gd name="T84" fmla="*/ 48 w 336"/>
                      <a:gd name="T85" fmla="*/ 6 h 336"/>
                      <a:gd name="T86" fmla="*/ 42 w 336"/>
                      <a:gd name="T87" fmla="*/ 6 h 336"/>
                      <a:gd name="T88" fmla="*/ 36 w 336"/>
                      <a:gd name="T89" fmla="*/ 6 h 336"/>
                      <a:gd name="T90" fmla="*/ 30 w 336"/>
                      <a:gd name="T91" fmla="*/ 0 h 336"/>
                      <a:gd name="T92" fmla="*/ 24 w 336"/>
                      <a:gd name="T93" fmla="*/ 0 h 336"/>
                      <a:gd name="T94" fmla="*/ 12 w 336"/>
                      <a:gd name="T95" fmla="*/ 0 h 336"/>
                      <a:gd name="T96" fmla="*/ 6 w 336"/>
                      <a:gd name="T97" fmla="*/ 0 h 336"/>
                      <a:gd name="T98" fmla="*/ 0 w 336"/>
                      <a:gd name="T99" fmla="*/ 0 h 3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w 336"/>
                      <a:gd name="T151" fmla="*/ 0 h 336"/>
                      <a:gd name="T152" fmla="*/ 336 w 336"/>
                      <a:gd name="T153" fmla="*/ 336 h 3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T150" t="T151" r="T152" b="T153"/>
                    <a:pathLst>
                      <a:path w="336" h="336">
                        <a:moveTo>
                          <a:pt x="336" y="336"/>
                        </a:moveTo>
                        <a:lnTo>
                          <a:pt x="330" y="336"/>
                        </a:lnTo>
                        <a:lnTo>
                          <a:pt x="324" y="336"/>
                        </a:lnTo>
                        <a:lnTo>
                          <a:pt x="318" y="336"/>
                        </a:lnTo>
                        <a:lnTo>
                          <a:pt x="312" y="330"/>
                        </a:lnTo>
                        <a:lnTo>
                          <a:pt x="306" y="330"/>
                        </a:lnTo>
                        <a:lnTo>
                          <a:pt x="300" y="330"/>
                        </a:lnTo>
                        <a:lnTo>
                          <a:pt x="300" y="324"/>
                        </a:lnTo>
                        <a:lnTo>
                          <a:pt x="294" y="324"/>
                        </a:lnTo>
                        <a:lnTo>
                          <a:pt x="288" y="318"/>
                        </a:lnTo>
                        <a:lnTo>
                          <a:pt x="282" y="312"/>
                        </a:lnTo>
                        <a:lnTo>
                          <a:pt x="276" y="306"/>
                        </a:lnTo>
                        <a:lnTo>
                          <a:pt x="270" y="306"/>
                        </a:lnTo>
                        <a:lnTo>
                          <a:pt x="270" y="300"/>
                        </a:lnTo>
                        <a:lnTo>
                          <a:pt x="264" y="300"/>
                        </a:lnTo>
                        <a:lnTo>
                          <a:pt x="264" y="294"/>
                        </a:lnTo>
                        <a:lnTo>
                          <a:pt x="258" y="288"/>
                        </a:lnTo>
                        <a:lnTo>
                          <a:pt x="252" y="282"/>
                        </a:lnTo>
                        <a:lnTo>
                          <a:pt x="252" y="276"/>
                        </a:lnTo>
                        <a:lnTo>
                          <a:pt x="246" y="270"/>
                        </a:lnTo>
                        <a:lnTo>
                          <a:pt x="240" y="270"/>
                        </a:lnTo>
                        <a:lnTo>
                          <a:pt x="240" y="264"/>
                        </a:lnTo>
                        <a:lnTo>
                          <a:pt x="234" y="258"/>
                        </a:lnTo>
                        <a:lnTo>
                          <a:pt x="234" y="252"/>
                        </a:lnTo>
                        <a:lnTo>
                          <a:pt x="228" y="246"/>
                        </a:lnTo>
                        <a:lnTo>
                          <a:pt x="228" y="240"/>
                        </a:lnTo>
                        <a:lnTo>
                          <a:pt x="222" y="240"/>
                        </a:lnTo>
                        <a:lnTo>
                          <a:pt x="222" y="234"/>
                        </a:lnTo>
                        <a:lnTo>
                          <a:pt x="216" y="228"/>
                        </a:lnTo>
                        <a:lnTo>
                          <a:pt x="210" y="222"/>
                        </a:lnTo>
                        <a:lnTo>
                          <a:pt x="210" y="216"/>
                        </a:lnTo>
                        <a:lnTo>
                          <a:pt x="204" y="210"/>
                        </a:lnTo>
                        <a:lnTo>
                          <a:pt x="204" y="204"/>
                        </a:lnTo>
                        <a:lnTo>
                          <a:pt x="198" y="198"/>
                        </a:lnTo>
                        <a:lnTo>
                          <a:pt x="198" y="192"/>
                        </a:lnTo>
                        <a:lnTo>
                          <a:pt x="192" y="186"/>
                        </a:lnTo>
                        <a:lnTo>
                          <a:pt x="192" y="180"/>
                        </a:lnTo>
                        <a:lnTo>
                          <a:pt x="186" y="174"/>
                        </a:lnTo>
                        <a:lnTo>
                          <a:pt x="180" y="168"/>
                        </a:lnTo>
                        <a:lnTo>
                          <a:pt x="180" y="162"/>
                        </a:lnTo>
                        <a:lnTo>
                          <a:pt x="174" y="156"/>
                        </a:lnTo>
                        <a:lnTo>
                          <a:pt x="168" y="150"/>
                        </a:lnTo>
                        <a:lnTo>
                          <a:pt x="168" y="144"/>
                        </a:lnTo>
                        <a:lnTo>
                          <a:pt x="162" y="138"/>
                        </a:lnTo>
                        <a:lnTo>
                          <a:pt x="156" y="132"/>
                        </a:lnTo>
                        <a:lnTo>
                          <a:pt x="156" y="126"/>
                        </a:lnTo>
                        <a:lnTo>
                          <a:pt x="150" y="120"/>
                        </a:lnTo>
                        <a:lnTo>
                          <a:pt x="150" y="114"/>
                        </a:lnTo>
                        <a:lnTo>
                          <a:pt x="144" y="108"/>
                        </a:lnTo>
                        <a:lnTo>
                          <a:pt x="144" y="102"/>
                        </a:lnTo>
                        <a:lnTo>
                          <a:pt x="138" y="96"/>
                        </a:lnTo>
                        <a:lnTo>
                          <a:pt x="132" y="90"/>
                        </a:lnTo>
                        <a:lnTo>
                          <a:pt x="126" y="84"/>
                        </a:lnTo>
                        <a:lnTo>
                          <a:pt x="126" y="78"/>
                        </a:lnTo>
                        <a:lnTo>
                          <a:pt x="120" y="72"/>
                        </a:lnTo>
                        <a:lnTo>
                          <a:pt x="114" y="66"/>
                        </a:lnTo>
                        <a:lnTo>
                          <a:pt x="114" y="60"/>
                        </a:lnTo>
                        <a:lnTo>
                          <a:pt x="108" y="54"/>
                        </a:lnTo>
                        <a:lnTo>
                          <a:pt x="102" y="48"/>
                        </a:lnTo>
                        <a:lnTo>
                          <a:pt x="96" y="42"/>
                        </a:lnTo>
                        <a:lnTo>
                          <a:pt x="90" y="36"/>
                        </a:lnTo>
                        <a:lnTo>
                          <a:pt x="84" y="30"/>
                        </a:lnTo>
                        <a:lnTo>
                          <a:pt x="78" y="24"/>
                        </a:lnTo>
                        <a:lnTo>
                          <a:pt x="72" y="18"/>
                        </a:lnTo>
                        <a:lnTo>
                          <a:pt x="66" y="18"/>
                        </a:lnTo>
                        <a:lnTo>
                          <a:pt x="60" y="12"/>
                        </a:lnTo>
                        <a:lnTo>
                          <a:pt x="54" y="12"/>
                        </a:lnTo>
                        <a:lnTo>
                          <a:pt x="54" y="6"/>
                        </a:lnTo>
                        <a:lnTo>
                          <a:pt x="48" y="6"/>
                        </a:lnTo>
                        <a:lnTo>
                          <a:pt x="42" y="6"/>
                        </a:lnTo>
                        <a:lnTo>
                          <a:pt x="36" y="6"/>
                        </a:lnTo>
                        <a:lnTo>
                          <a:pt x="30" y="0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9050">
                    <a:solidFill>
                      <a:srgbClr val="FF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6655" name="Line 43"/>
                <p:cNvSpPr>
                  <a:spLocks noChangeShapeType="1"/>
                </p:cNvSpPr>
                <p:nvPr/>
              </p:nvSpPr>
              <p:spPr bwMode="auto">
                <a:xfrm>
                  <a:off x="4320" y="3568"/>
                  <a:ext cx="0" cy="31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56" name="Line 44"/>
                <p:cNvSpPr>
                  <a:spLocks noChangeShapeType="1"/>
                </p:cNvSpPr>
                <p:nvPr/>
              </p:nvSpPr>
              <p:spPr bwMode="auto">
                <a:xfrm>
                  <a:off x="4944" y="3571"/>
                  <a:ext cx="0" cy="31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906895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5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5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45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4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4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45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5" grpId="0" autoUpdateAnimBg="0"/>
      <p:bldP spid="445448" grpId="0" autoUpdateAnimBg="0"/>
      <p:bldP spid="445449" grpId="0" build="p" autoUpdateAnimBg="0"/>
      <p:bldP spid="445451" grpId="0" autoUpdateAnimBg="0"/>
      <p:bldP spid="445453" grpId="0" autoUpdateAnimBg="0"/>
      <p:bldP spid="445463" grpId="0" autoUpdateAnimBg="0"/>
      <p:bldP spid="445466" grpId="0" animBg="1"/>
      <p:bldP spid="44546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2"/>
          <p:cNvSpPr txBox="1">
            <a:spLocks noChangeArrowheads="1"/>
          </p:cNvSpPr>
          <p:nvPr/>
        </p:nvSpPr>
        <p:spPr bwMode="auto">
          <a:xfrm>
            <a:off x="2005190" y="716273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194877"/>
              </p:ext>
            </p:extLst>
          </p:nvPr>
        </p:nvGraphicFramePr>
        <p:xfrm>
          <a:off x="2636915" y="731838"/>
          <a:ext cx="7347517" cy="1069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36900" imgH="457200" progId="Equation.DSMT4">
                  <p:embed/>
                </p:oleObj>
              </mc:Choice>
              <mc:Fallback>
                <p:oleObj name="Equation" r:id="rId2" imgW="3136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915" y="731838"/>
                        <a:ext cx="7347517" cy="10697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043114" y="1844676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606676" y="1862138"/>
          <a:ext cx="696436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7200" imgH="228600" progId="Equation.DSMT4">
                  <p:embed/>
                </p:oleObj>
              </mc:Choice>
              <mc:Fallback>
                <p:oleObj name="Equation" r:id="rId4" imgW="299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6" y="1862138"/>
                        <a:ext cx="696436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9567863" y="1847850"/>
            <a:ext cx="5445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得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216275" y="2492375"/>
          <a:ext cx="511175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9000" imgH="228600" progId="Equation.DSMT4">
                  <p:embed/>
                </p:oleObj>
              </mc:Choice>
              <mc:Fallback>
                <p:oleObj name="Equation" r:id="rId6" imgW="2159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2492375"/>
                        <a:ext cx="511175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783667"/>
              </p:ext>
            </p:extLst>
          </p:nvPr>
        </p:nvGraphicFramePr>
        <p:xfrm>
          <a:off x="2070101" y="2944931"/>
          <a:ext cx="8509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751" imgH="203112" progId="Equation.DSMT4">
                  <p:embed/>
                </p:oleObj>
              </mc:Choice>
              <mc:Fallback>
                <p:oleObj name="Equation" r:id="rId8" imgW="34275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1" y="2944931"/>
                        <a:ext cx="8509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287713" y="2997201"/>
          <a:ext cx="273685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93800" imgH="431800" progId="Equation.DSMT4">
                  <p:embed/>
                </p:oleObj>
              </mc:Choice>
              <mc:Fallback>
                <p:oleObj name="Equation" r:id="rId10" imgW="11938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2997201"/>
                        <a:ext cx="2736850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684313"/>
              </p:ext>
            </p:extLst>
          </p:nvPr>
        </p:nvGraphicFramePr>
        <p:xfrm>
          <a:off x="2070101" y="3871914"/>
          <a:ext cx="8810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5292" imgH="203024" progId="Equation.DSMT4">
                  <p:embed/>
                </p:oleObj>
              </mc:Choice>
              <mc:Fallback>
                <p:oleObj name="Equation" r:id="rId12" imgW="355292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1" y="3871914"/>
                        <a:ext cx="8810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495551" y="4149726"/>
          <a:ext cx="740251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263900" imgH="444500" progId="Equation.DSMT4">
                  <p:embed/>
                </p:oleObj>
              </mc:Choice>
              <mc:Fallback>
                <p:oleObj name="Equation" r:id="rId14" imgW="32639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4149726"/>
                        <a:ext cx="7402513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532048"/>
              </p:ext>
            </p:extLst>
          </p:nvPr>
        </p:nvGraphicFramePr>
        <p:xfrm>
          <a:off x="2086829" y="5365750"/>
          <a:ext cx="33512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34477" imgH="215806" progId="Equation.DSMT4">
                  <p:embed/>
                </p:oleObj>
              </mc:Choice>
              <mc:Fallback>
                <p:oleObj name="Equation" r:id="rId16" imgW="1434477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829" y="5365750"/>
                        <a:ext cx="335121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414098"/>
              </p:ext>
            </p:extLst>
          </p:nvPr>
        </p:nvGraphicFramePr>
        <p:xfrm>
          <a:off x="5484813" y="5373688"/>
          <a:ext cx="14239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09336" imgH="215806" progId="Equation.DSMT4">
                  <p:embed/>
                </p:oleObj>
              </mc:Choice>
              <mc:Fallback>
                <p:oleObj name="Equation" r:id="rId18" imgW="609336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813" y="5373688"/>
                        <a:ext cx="142398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441801"/>
              </p:ext>
            </p:extLst>
          </p:nvPr>
        </p:nvGraphicFramePr>
        <p:xfrm>
          <a:off x="6911181" y="5381625"/>
          <a:ext cx="283368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80588" imgH="203112" progId="Equation.DSMT4">
                  <p:embed/>
                </p:oleObj>
              </mc:Choice>
              <mc:Fallback>
                <p:oleObj name="Equation" r:id="rId20" imgW="1180588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181" y="5381625"/>
                        <a:ext cx="2833687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255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022318"/>
              </p:ext>
            </p:extLst>
          </p:nvPr>
        </p:nvGraphicFramePr>
        <p:xfrm>
          <a:off x="1808273" y="701332"/>
          <a:ext cx="494117" cy="528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17" imgH="203112" progId="Equation.DSMT4">
                  <p:embed/>
                </p:oleObj>
              </mc:Choice>
              <mc:Fallback>
                <p:oleObj name="Equation" r:id="rId2" imgW="190417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273" y="701332"/>
                        <a:ext cx="494117" cy="528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254159"/>
              </p:ext>
            </p:extLst>
          </p:nvPr>
        </p:nvGraphicFramePr>
        <p:xfrm>
          <a:off x="2863186" y="653480"/>
          <a:ext cx="40322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228600" progId="Equation.DSMT4">
                  <p:embed/>
                </p:oleObj>
              </mc:Choice>
              <mc:Fallback>
                <p:oleObj name="Equation" r:id="rId4" imgW="1600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186" y="653480"/>
                        <a:ext cx="40322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690517"/>
              </p:ext>
            </p:extLst>
          </p:nvPr>
        </p:nvGraphicFramePr>
        <p:xfrm>
          <a:off x="1837196" y="1360255"/>
          <a:ext cx="4397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569" imgH="202936" progId="Equation.DSMT4">
                  <p:embed/>
                </p:oleObj>
              </mc:Choice>
              <mc:Fallback>
                <p:oleObj name="Equation" r:id="rId6" imgW="177569" imgH="20293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196" y="1360255"/>
                        <a:ext cx="43973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927979"/>
              </p:ext>
            </p:extLst>
          </p:nvPr>
        </p:nvGraphicFramePr>
        <p:xfrm>
          <a:off x="3081893" y="1239921"/>
          <a:ext cx="38100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11300" imgH="228600" progId="Equation.DSMT4">
                  <p:embed/>
                </p:oleObj>
              </mc:Choice>
              <mc:Fallback>
                <p:oleObj name="Equation" r:id="rId8" imgW="1511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893" y="1239921"/>
                        <a:ext cx="38100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9952"/>
              </p:ext>
            </p:extLst>
          </p:nvPr>
        </p:nvGraphicFramePr>
        <p:xfrm>
          <a:off x="1783686" y="1915878"/>
          <a:ext cx="2080066" cy="512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5920" imgH="215806" progId="Equation.DSMT4">
                  <p:embed/>
                </p:oleObj>
              </mc:Choice>
              <mc:Fallback>
                <p:oleObj name="Equation" r:id="rId10" imgW="875920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3686" y="1915878"/>
                        <a:ext cx="2080066" cy="512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960546"/>
              </p:ext>
            </p:extLst>
          </p:nvPr>
        </p:nvGraphicFramePr>
        <p:xfrm>
          <a:off x="1864883" y="2492834"/>
          <a:ext cx="1261091" cy="504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780" imgH="203112" progId="Equation.DSMT4">
                  <p:embed/>
                </p:oleObj>
              </mc:Choice>
              <mc:Fallback>
                <p:oleObj name="Equation" r:id="rId12" imgW="507780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883" y="2492834"/>
                        <a:ext cx="1261091" cy="504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08028"/>
              </p:ext>
            </p:extLst>
          </p:nvPr>
        </p:nvGraphicFramePr>
        <p:xfrm>
          <a:off x="3439080" y="2272097"/>
          <a:ext cx="345281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97950" imgH="406224" progId="Equation.DSMT4">
                  <p:embed/>
                </p:oleObj>
              </mc:Choice>
              <mc:Fallback>
                <p:oleObj name="Equation" r:id="rId14" imgW="149795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9080" y="2272097"/>
                        <a:ext cx="3452813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对象 9"/>
          <p:cNvGraphicFramePr>
            <a:graphicFrameLocks noChangeAspect="1"/>
          </p:cNvGraphicFramePr>
          <p:nvPr/>
        </p:nvGraphicFramePr>
        <p:xfrm>
          <a:off x="7670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37454" imgH="680484" progId="Equation.DSMT4">
                  <p:embed/>
                </p:oleObj>
              </mc:Choice>
              <mc:Fallback>
                <p:oleObj name="Equation" r:id="rId16" imgW="437454" imgH="6804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426900"/>
              </p:ext>
            </p:extLst>
          </p:nvPr>
        </p:nvGraphicFramePr>
        <p:xfrm>
          <a:off x="3403414" y="3164373"/>
          <a:ext cx="578326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476500" imgH="431800" progId="Equation.DSMT4">
                  <p:embed/>
                </p:oleObj>
              </mc:Choice>
              <mc:Fallback>
                <p:oleObj name="Equation" r:id="rId18" imgW="24765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414" y="3164373"/>
                        <a:ext cx="5783263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623249"/>
              </p:ext>
            </p:extLst>
          </p:nvPr>
        </p:nvGraphicFramePr>
        <p:xfrm>
          <a:off x="4079777" y="1922031"/>
          <a:ext cx="2664296" cy="471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18671" imgH="215806" progId="Equation.DSMT4">
                  <p:embed/>
                </p:oleObj>
              </mc:Choice>
              <mc:Fallback>
                <p:oleObj name="Equation" r:id="rId20" imgW="1218671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777" y="1922031"/>
                        <a:ext cx="2664296" cy="471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457614"/>
              </p:ext>
            </p:extLst>
          </p:nvPr>
        </p:nvGraphicFramePr>
        <p:xfrm>
          <a:off x="1848861" y="4099299"/>
          <a:ext cx="8424936" cy="51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568680" imgH="215640" progId="Equation.DSMT4">
                  <p:embed/>
                </p:oleObj>
              </mc:Choice>
              <mc:Fallback>
                <p:oleObj name="Equation" r:id="rId22" imgW="3568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8861" y="4099299"/>
                        <a:ext cx="8424936" cy="51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376164" y="4701225"/>
            <a:ext cx="9516748" cy="537730"/>
            <a:chOff x="1592617" y="5122966"/>
            <a:chExt cx="9516748" cy="537730"/>
          </a:xfrm>
        </p:grpSpPr>
        <p:sp>
          <p:nvSpPr>
            <p:cNvPr id="14" name="文本框 13"/>
            <p:cNvSpPr txBox="1"/>
            <p:nvPr/>
          </p:nvSpPr>
          <p:spPr>
            <a:xfrm>
              <a:off x="1592617" y="5137476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练习</a:t>
              </a:r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8566746"/>
                </p:ext>
              </p:extLst>
            </p:nvPr>
          </p:nvGraphicFramePr>
          <p:xfrm>
            <a:off x="2489240" y="5122966"/>
            <a:ext cx="8620125" cy="534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4178160" imgH="228600" progId="Equation.DSMT4">
                    <p:embed/>
                  </p:oleObj>
                </mc:Choice>
                <mc:Fallback>
                  <p:oleObj name="Equation" r:id="rId24" imgW="41781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489240" y="5122966"/>
                          <a:ext cx="8620125" cy="5349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/>
          <p:nvPr/>
        </p:nvGrpSpPr>
        <p:grpSpPr>
          <a:xfrm>
            <a:off x="1398684" y="5276754"/>
            <a:ext cx="10009888" cy="870707"/>
            <a:chOff x="1381836" y="5286450"/>
            <a:chExt cx="10009888" cy="870707"/>
          </a:xfrm>
        </p:grpSpPr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9926083"/>
                </p:ext>
              </p:extLst>
            </p:nvPr>
          </p:nvGraphicFramePr>
          <p:xfrm>
            <a:off x="1381836" y="5286450"/>
            <a:ext cx="9188990" cy="534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4406760" imgH="228600" progId="Equation.DSMT4">
                    <p:embed/>
                  </p:oleObj>
                </mc:Choice>
                <mc:Fallback>
                  <p:oleObj name="Equation" r:id="rId26" imgW="44067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381836" y="5286450"/>
                          <a:ext cx="9188990" cy="5349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9"/>
            <p:cNvSpPr txBox="1"/>
            <p:nvPr/>
          </p:nvSpPr>
          <p:spPr>
            <a:xfrm>
              <a:off x="9749928" y="5757047"/>
              <a:ext cx="16417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(2017</a:t>
              </a:r>
              <a:r>
                <a:rPr lang="zh-CN" altLang="en-US" sz="2000" b="1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数学二</a:t>
              </a:r>
              <a:r>
                <a:rPr lang="en-US" altLang="zh-CN" sz="2000" b="1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057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648236"/>
              </p:ext>
            </p:extLst>
          </p:nvPr>
        </p:nvGraphicFramePr>
        <p:xfrm>
          <a:off x="1559496" y="626524"/>
          <a:ext cx="975518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65560" imgH="228600" progId="Equation.DSMT4">
                  <p:embed/>
                </p:oleObj>
              </mc:Choice>
              <mc:Fallback>
                <p:oleObj name="Equation" r:id="rId2" imgW="4165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626524"/>
                        <a:ext cx="9755187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95400" y="625126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776779"/>
              </p:ext>
            </p:extLst>
          </p:nvPr>
        </p:nvGraphicFramePr>
        <p:xfrm>
          <a:off x="623391" y="1142809"/>
          <a:ext cx="288032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0" imgH="215640" progId="Equation.DSMT4">
                  <p:embed/>
                </p:oleObj>
              </mc:Choice>
              <mc:Fallback>
                <p:oleObj name="Equation" r:id="rId4" imgW="1396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391" y="1142809"/>
                        <a:ext cx="288032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91557"/>
              </p:ext>
            </p:extLst>
          </p:nvPr>
        </p:nvGraphicFramePr>
        <p:xfrm>
          <a:off x="3519445" y="1115967"/>
          <a:ext cx="201622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15640" progId="Equation.DSMT4">
                  <p:embed/>
                </p:oleObj>
              </mc:Choice>
              <mc:Fallback>
                <p:oleObj name="Equation" r:id="rId6" imgW="914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45" y="1115967"/>
                        <a:ext cx="201622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275974"/>
              </p:ext>
            </p:extLst>
          </p:nvPr>
        </p:nvGraphicFramePr>
        <p:xfrm>
          <a:off x="5694142" y="1094755"/>
          <a:ext cx="52054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22280" imgH="215640" progId="Equation.DSMT4">
                  <p:embed/>
                </p:oleObj>
              </mc:Choice>
              <mc:Fallback>
                <p:oleObj name="Equation" r:id="rId8" imgW="2222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4142" y="1094755"/>
                        <a:ext cx="520541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34515"/>
              </p:ext>
            </p:extLst>
          </p:nvPr>
        </p:nvGraphicFramePr>
        <p:xfrm>
          <a:off x="1180584" y="1561570"/>
          <a:ext cx="4283076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28800" imgH="215640" progId="Equation.DSMT4">
                  <p:embed/>
                </p:oleObj>
              </mc:Choice>
              <mc:Fallback>
                <p:oleObj name="Equation" r:id="rId10" imgW="1828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0584" y="1561570"/>
                        <a:ext cx="4283076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313264"/>
              </p:ext>
            </p:extLst>
          </p:nvPr>
        </p:nvGraphicFramePr>
        <p:xfrm>
          <a:off x="1240284" y="1837870"/>
          <a:ext cx="856615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57600" imgH="406080" progId="Equation.DSMT4">
                  <p:embed/>
                </p:oleObj>
              </mc:Choice>
              <mc:Fallback>
                <p:oleObj name="Equation" r:id="rId12" imgW="3657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284" y="1837870"/>
                        <a:ext cx="856615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049795"/>
              </p:ext>
            </p:extLst>
          </p:nvPr>
        </p:nvGraphicFramePr>
        <p:xfrm>
          <a:off x="560929" y="2535195"/>
          <a:ext cx="61579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28720" imgH="215640" progId="Equation.DSMT4">
                  <p:embed/>
                </p:oleObj>
              </mc:Choice>
              <mc:Fallback>
                <p:oleObj name="Equation" r:id="rId14" imgW="2628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929" y="2535195"/>
                        <a:ext cx="61579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289621"/>
              </p:ext>
            </p:extLst>
          </p:nvPr>
        </p:nvGraphicFramePr>
        <p:xfrm>
          <a:off x="560929" y="2948900"/>
          <a:ext cx="69897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84400" imgH="215640" progId="Equation.DSMT4">
                  <p:embed/>
                </p:oleObj>
              </mc:Choice>
              <mc:Fallback>
                <p:oleObj name="Equation" r:id="rId16" imgW="2984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929" y="2948900"/>
                        <a:ext cx="69897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995414"/>
              </p:ext>
            </p:extLst>
          </p:nvPr>
        </p:nvGraphicFramePr>
        <p:xfrm>
          <a:off x="7608168" y="2948186"/>
          <a:ext cx="26781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43000" imgH="215640" progId="Equation.DSMT4">
                  <p:embed/>
                </p:oleObj>
              </mc:Choice>
              <mc:Fallback>
                <p:oleObj name="Equation" r:id="rId18" imgW="1143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168" y="2948186"/>
                        <a:ext cx="26781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0078656" y="1515775"/>
            <a:ext cx="1641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</a:t>
            </a: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数学三</a:t>
            </a: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558642"/>
              </p:ext>
            </p:extLst>
          </p:nvPr>
        </p:nvGraphicFramePr>
        <p:xfrm>
          <a:off x="550930" y="3420596"/>
          <a:ext cx="47291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19240" imgH="215640" progId="Equation.DSMT4">
                  <p:embed/>
                </p:oleObj>
              </mc:Choice>
              <mc:Fallback>
                <p:oleObj name="Equation" r:id="rId20" imgW="2019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930" y="3420596"/>
                        <a:ext cx="47291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138414"/>
              </p:ext>
            </p:extLst>
          </p:nvPr>
        </p:nvGraphicFramePr>
        <p:xfrm>
          <a:off x="1057839" y="3807333"/>
          <a:ext cx="640873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958840" imgH="228600" progId="Equation.DSMT4">
                  <p:embed/>
                </p:oleObj>
              </mc:Choice>
              <mc:Fallback>
                <p:oleObj name="Equation" r:id="rId22" imgW="2958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839" y="3807333"/>
                        <a:ext cx="6408737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238029"/>
              </p:ext>
            </p:extLst>
          </p:nvPr>
        </p:nvGraphicFramePr>
        <p:xfrm>
          <a:off x="729177" y="5153065"/>
          <a:ext cx="85359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644640" imgH="215640" progId="Equation.DSMT4">
                  <p:embed/>
                </p:oleObj>
              </mc:Choice>
              <mc:Fallback>
                <p:oleObj name="Equation" r:id="rId24" imgW="3644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177" y="5153065"/>
                        <a:ext cx="853598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504333"/>
              </p:ext>
            </p:extLst>
          </p:nvPr>
        </p:nvGraphicFramePr>
        <p:xfrm>
          <a:off x="2135560" y="5702129"/>
          <a:ext cx="47894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044440" imgH="215640" progId="Equation.DSMT4">
                  <p:embed/>
                </p:oleObj>
              </mc:Choice>
              <mc:Fallback>
                <p:oleObj name="Equation" r:id="rId26" imgW="2044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5702129"/>
                        <a:ext cx="478948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4"/>
          <p:cNvSpPr txBox="1">
            <a:spLocks noChangeArrowheads="1"/>
          </p:cNvSpPr>
          <p:nvPr/>
        </p:nvSpPr>
        <p:spPr bwMode="auto">
          <a:xfrm>
            <a:off x="609336" y="1531071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132200"/>
              </p:ext>
            </p:extLst>
          </p:nvPr>
        </p:nvGraphicFramePr>
        <p:xfrm>
          <a:off x="1307879" y="4205337"/>
          <a:ext cx="87725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051080" imgH="431640" progId="Equation.DSMT4">
                  <p:embed/>
                </p:oleObj>
              </mc:Choice>
              <mc:Fallback>
                <p:oleObj name="Equation" r:id="rId28" imgW="4051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7879" y="4205337"/>
                        <a:ext cx="8772525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709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zh-CN" altLang="en-US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343472" y="1339236"/>
            <a:ext cx="8620125" cy="584733"/>
            <a:chOff x="1454458" y="5137476"/>
            <a:chExt cx="8620125" cy="584733"/>
          </a:xfrm>
        </p:grpSpPr>
        <p:sp>
          <p:nvSpPr>
            <p:cNvPr id="13" name="文本框 12"/>
            <p:cNvSpPr txBox="1"/>
            <p:nvPr/>
          </p:nvSpPr>
          <p:spPr>
            <a:xfrm>
              <a:off x="1592617" y="5137476"/>
              <a:ext cx="184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1466723"/>
                </p:ext>
              </p:extLst>
            </p:nvPr>
          </p:nvGraphicFramePr>
          <p:xfrm>
            <a:off x="1454458" y="5187222"/>
            <a:ext cx="8620125" cy="534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4178160" imgH="228600" progId="Equation.DSMT4">
                    <p:embed/>
                  </p:oleObj>
                </mc:Choice>
                <mc:Fallback>
                  <p:oleObj name="Equation" r:id="rId17" imgW="41781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54458" y="5187222"/>
                          <a:ext cx="8620125" cy="5349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1219200" y="2549510"/>
            <a:ext cx="9694191" cy="1012856"/>
            <a:chOff x="1483141" y="1949303"/>
            <a:chExt cx="9694191" cy="1012856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098244"/>
                </p:ext>
              </p:extLst>
            </p:nvPr>
          </p:nvGraphicFramePr>
          <p:xfrm>
            <a:off x="1483141" y="1949303"/>
            <a:ext cx="9188990" cy="534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4406760" imgH="228600" progId="Equation.DSMT4">
                    <p:embed/>
                  </p:oleObj>
                </mc:Choice>
                <mc:Fallback>
                  <p:oleObj name="Equation" r:id="rId19" imgW="44067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83141" y="1949303"/>
                          <a:ext cx="9188990" cy="5349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文本框 16"/>
            <p:cNvSpPr txBox="1"/>
            <p:nvPr/>
          </p:nvSpPr>
          <p:spPr>
            <a:xfrm>
              <a:off x="9535536" y="2562049"/>
              <a:ext cx="16417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(2017</a:t>
              </a:r>
              <a:r>
                <a:rPr lang="zh-CN" altLang="en-US" sz="2000" b="1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数学二</a:t>
              </a:r>
              <a:r>
                <a:rPr lang="en-US" altLang="zh-CN" sz="2000" b="1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  <a:effectLst/>
        </p:spPr>
        <p:txBody>
          <a:bodyPr wrap="square" rtlCol="0" anchor="ctr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12728486" y="1307988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2521532"/>
              </p:ext>
            </p:extLst>
          </p:nvPr>
        </p:nvGraphicFramePr>
        <p:xfrm>
          <a:off x="12677686" y="3678257"/>
          <a:ext cx="3416092" cy="361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476440" imgH="215640" progId="Equation.DSMT4">
                  <p:embed/>
                </p:oleObj>
              </mc:Choice>
              <mc:Fallback>
                <p:oleObj name="Equation" r:id="rId21" imgW="24764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677686" y="3678257"/>
                        <a:ext cx="3416092" cy="361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/>
          <p:cNvGrpSpPr/>
          <p:nvPr>
            <p:custDataLst>
              <p:tags r:id="rId6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9" name="RemarkBack"/>
            <p:cNvSpPr/>
            <p:nvPr>
              <p:custDataLst>
                <p:tags r:id="rId13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0" name="RemarkBlock"/>
            <p:cNvSpPr/>
            <p:nvPr>
              <p:custDataLst>
                <p:tags r:id="rId14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1" name="RemarkTitleText"/>
            <p:cNvSpPr txBox="1"/>
            <p:nvPr>
              <p:custDataLst>
                <p:tags r:id="rId15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605737"/>
              </p:ext>
            </p:extLst>
          </p:nvPr>
        </p:nvGraphicFramePr>
        <p:xfrm>
          <a:off x="12586636" y="4123768"/>
          <a:ext cx="3511342" cy="381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412720" imgH="215640" progId="Equation.DSMT4">
                  <p:embed/>
                </p:oleObj>
              </mc:Choice>
              <mc:Fallback>
                <p:oleObj name="Equation" r:id="rId23" imgW="2412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586636" y="4123768"/>
                        <a:ext cx="3511342" cy="3814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8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9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8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32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388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560" y="273050"/>
            <a:ext cx="3859210" cy="735326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函数最值的求法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286000" y="3810000"/>
            <a:ext cx="2514600" cy="1676400"/>
            <a:chOff x="768" y="2928"/>
            <a:chExt cx="1584" cy="1056"/>
          </a:xfrm>
        </p:grpSpPr>
        <p:sp>
          <p:nvSpPr>
            <p:cNvPr id="29739" name="Line 4"/>
            <p:cNvSpPr>
              <a:spLocks noChangeShapeType="1"/>
            </p:cNvSpPr>
            <p:nvPr/>
          </p:nvSpPr>
          <p:spPr bwMode="auto">
            <a:xfrm>
              <a:off x="768" y="3799"/>
              <a:ext cx="15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0" name="Line 5"/>
            <p:cNvSpPr>
              <a:spLocks noChangeShapeType="1"/>
            </p:cNvSpPr>
            <p:nvPr/>
          </p:nvSpPr>
          <p:spPr bwMode="auto">
            <a:xfrm flipV="1">
              <a:off x="1056" y="2928"/>
              <a:ext cx="0" cy="10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41" name="Object 6"/>
            <p:cNvGraphicFramePr>
              <a:graphicFrameLocks noChangeAspect="1"/>
            </p:cNvGraphicFramePr>
            <p:nvPr/>
          </p:nvGraphicFramePr>
          <p:xfrm>
            <a:off x="921" y="3840"/>
            <a:ext cx="103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15713" imgH="241091" progId="Equation.3">
                    <p:embed/>
                  </p:oleObj>
                </mc:Choice>
                <mc:Fallback>
                  <p:oleObj name="公式" r:id="rId2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1" y="3840"/>
                          <a:ext cx="103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42" name="Object 7"/>
            <p:cNvGraphicFramePr>
              <a:graphicFrameLocks noChangeAspect="1"/>
            </p:cNvGraphicFramePr>
            <p:nvPr/>
          </p:nvGraphicFramePr>
          <p:xfrm>
            <a:off x="2183" y="3869"/>
            <a:ext cx="121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890" imgH="241195" progId="Equation.3">
                    <p:embed/>
                  </p:oleObj>
                </mc:Choice>
                <mc:Fallback>
                  <p:oleObj name="公式" r:id="rId4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3" y="3869"/>
                          <a:ext cx="121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43" name="Object 8"/>
            <p:cNvGraphicFramePr>
              <a:graphicFrameLocks noChangeAspect="1"/>
            </p:cNvGraphicFramePr>
            <p:nvPr/>
          </p:nvGraphicFramePr>
          <p:xfrm>
            <a:off x="887" y="2928"/>
            <a:ext cx="121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53780" imgH="317225" progId="Equation.3">
                    <p:embed/>
                  </p:oleObj>
                </mc:Choice>
                <mc:Fallback>
                  <p:oleObj name="公式" r:id="rId6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7" y="2928"/>
                          <a:ext cx="121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2681" name="Freeform 9"/>
          <p:cNvSpPr>
            <a:spLocks/>
          </p:cNvSpPr>
          <p:nvPr/>
        </p:nvSpPr>
        <p:spPr bwMode="auto">
          <a:xfrm>
            <a:off x="2895600" y="3962400"/>
            <a:ext cx="1524000" cy="965200"/>
          </a:xfrm>
          <a:custGeom>
            <a:avLst/>
            <a:gdLst>
              <a:gd name="T0" fmla="*/ 0 w 1104"/>
              <a:gd name="T1" fmla="*/ 2147483647 h 608"/>
              <a:gd name="T2" fmla="*/ 2147483647 w 1104"/>
              <a:gd name="T3" fmla="*/ 2147483647 h 608"/>
              <a:gd name="T4" fmla="*/ 2147483647 w 1104"/>
              <a:gd name="T5" fmla="*/ 2147483647 h 608"/>
              <a:gd name="T6" fmla="*/ 2147483647 w 1104"/>
              <a:gd name="T7" fmla="*/ 2147483647 h 608"/>
              <a:gd name="T8" fmla="*/ 2147483647 w 1104"/>
              <a:gd name="T9" fmla="*/ 2147483647 h 6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04"/>
              <a:gd name="T16" fmla="*/ 0 h 608"/>
              <a:gd name="T17" fmla="*/ 1104 w 1104"/>
              <a:gd name="T18" fmla="*/ 608 h 6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04" h="608">
                <a:moveTo>
                  <a:pt x="0" y="512"/>
                </a:moveTo>
                <a:cubicBezTo>
                  <a:pt x="48" y="560"/>
                  <a:pt x="96" y="608"/>
                  <a:pt x="144" y="608"/>
                </a:cubicBezTo>
                <a:cubicBezTo>
                  <a:pt x="192" y="608"/>
                  <a:pt x="192" y="608"/>
                  <a:pt x="288" y="512"/>
                </a:cubicBezTo>
                <a:cubicBezTo>
                  <a:pt x="384" y="416"/>
                  <a:pt x="584" y="64"/>
                  <a:pt x="720" y="32"/>
                </a:cubicBezTo>
                <a:cubicBezTo>
                  <a:pt x="856" y="0"/>
                  <a:pt x="1040" y="272"/>
                  <a:pt x="1104" y="320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953000" y="3810000"/>
            <a:ext cx="2514600" cy="1676400"/>
            <a:chOff x="768" y="2928"/>
            <a:chExt cx="1584" cy="1056"/>
          </a:xfrm>
        </p:grpSpPr>
        <p:sp>
          <p:nvSpPr>
            <p:cNvPr id="29734" name="Line 11"/>
            <p:cNvSpPr>
              <a:spLocks noChangeShapeType="1"/>
            </p:cNvSpPr>
            <p:nvPr/>
          </p:nvSpPr>
          <p:spPr bwMode="auto">
            <a:xfrm>
              <a:off x="768" y="3799"/>
              <a:ext cx="15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5" name="Line 12"/>
            <p:cNvSpPr>
              <a:spLocks noChangeShapeType="1"/>
            </p:cNvSpPr>
            <p:nvPr/>
          </p:nvSpPr>
          <p:spPr bwMode="auto">
            <a:xfrm flipV="1">
              <a:off x="1056" y="2928"/>
              <a:ext cx="0" cy="10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36" name="Object 13"/>
            <p:cNvGraphicFramePr>
              <a:graphicFrameLocks noChangeAspect="1"/>
            </p:cNvGraphicFramePr>
            <p:nvPr/>
          </p:nvGraphicFramePr>
          <p:xfrm>
            <a:off x="921" y="3840"/>
            <a:ext cx="103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15713" imgH="241091" progId="Equation.3">
                    <p:embed/>
                  </p:oleObj>
                </mc:Choice>
                <mc:Fallback>
                  <p:oleObj name="公式" r:id="rId8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1" y="3840"/>
                          <a:ext cx="103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7" name="Object 14"/>
            <p:cNvGraphicFramePr>
              <a:graphicFrameLocks noChangeAspect="1"/>
            </p:cNvGraphicFramePr>
            <p:nvPr/>
          </p:nvGraphicFramePr>
          <p:xfrm>
            <a:off x="2183" y="3869"/>
            <a:ext cx="121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3890" imgH="241195" progId="Equation.3">
                    <p:embed/>
                  </p:oleObj>
                </mc:Choice>
                <mc:Fallback>
                  <p:oleObj name="公式" r:id="rId9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3" y="3869"/>
                          <a:ext cx="121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8" name="Object 15"/>
            <p:cNvGraphicFramePr>
              <a:graphicFrameLocks noChangeAspect="1"/>
            </p:cNvGraphicFramePr>
            <p:nvPr/>
          </p:nvGraphicFramePr>
          <p:xfrm>
            <a:off x="887" y="2928"/>
            <a:ext cx="121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3780" imgH="317225" progId="Equation.3">
                    <p:embed/>
                  </p:oleObj>
                </mc:Choice>
                <mc:Fallback>
                  <p:oleObj name="公式" r:id="rId10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7" y="2928"/>
                          <a:ext cx="121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2688" name="Freeform 16"/>
          <p:cNvSpPr>
            <a:spLocks/>
          </p:cNvSpPr>
          <p:nvPr/>
        </p:nvSpPr>
        <p:spPr bwMode="auto">
          <a:xfrm>
            <a:off x="5638800" y="3962400"/>
            <a:ext cx="1295400" cy="990600"/>
          </a:xfrm>
          <a:custGeom>
            <a:avLst/>
            <a:gdLst>
              <a:gd name="T0" fmla="*/ 0 w 960"/>
              <a:gd name="T1" fmla="*/ 2147483647 h 720"/>
              <a:gd name="T2" fmla="*/ 2147483647 w 960"/>
              <a:gd name="T3" fmla="*/ 2147483647 h 720"/>
              <a:gd name="T4" fmla="*/ 2147483647 w 960"/>
              <a:gd name="T5" fmla="*/ 0 h 720"/>
              <a:gd name="T6" fmla="*/ 0 60000 65536"/>
              <a:gd name="T7" fmla="*/ 0 60000 65536"/>
              <a:gd name="T8" fmla="*/ 0 60000 65536"/>
              <a:gd name="T9" fmla="*/ 0 w 960"/>
              <a:gd name="T10" fmla="*/ 0 h 720"/>
              <a:gd name="T11" fmla="*/ 960 w 960"/>
              <a:gd name="T12" fmla="*/ 720 h 7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720">
                <a:moveTo>
                  <a:pt x="0" y="720"/>
                </a:moveTo>
                <a:cubicBezTo>
                  <a:pt x="232" y="612"/>
                  <a:pt x="464" y="504"/>
                  <a:pt x="624" y="384"/>
                </a:cubicBezTo>
                <a:cubicBezTo>
                  <a:pt x="784" y="264"/>
                  <a:pt x="872" y="132"/>
                  <a:pt x="960" y="0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2792414" y="4457699"/>
            <a:ext cx="1749427" cy="1081088"/>
            <a:chOff x="655" y="2136"/>
            <a:chExt cx="1102" cy="681"/>
          </a:xfrm>
        </p:grpSpPr>
        <p:sp>
          <p:nvSpPr>
            <p:cNvPr id="29730" name="Line 18"/>
            <p:cNvSpPr>
              <a:spLocks noChangeShapeType="1"/>
            </p:cNvSpPr>
            <p:nvPr/>
          </p:nvSpPr>
          <p:spPr bwMode="auto">
            <a:xfrm>
              <a:off x="720" y="2352"/>
              <a:ext cx="0" cy="24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1" name="Line 19"/>
            <p:cNvSpPr>
              <a:spLocks noChangeShapeType="1"/>
            </p:cNvSpPr>
            <p:nvPr/>
          </p:nvSpPr>
          <p:spPr bwMode="auto">
            <a:xfrm>
              <a:off x="1668" y="2136"/>
              <a:ext cx="0" cy="48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3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4745372"/>
                </p:ext>
              </p:extLst>
            </p:nvPr>
          </p:nvGraphicFramePr>
          <p:xfrm>
            <a:off x="1552" y="2616"/>
            <a:ext cx="205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26720" imgH="177480" progId="Equation.DSMT4">
                    <p:embed/>
                  </p:oleObj>
                </mc:Choice>
                <mc:Fallback>
                  <p:oleObj name="Equation" r:id="rId11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2" y="2616"/>
                          <a:ext cx="205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3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2652795"/>
                </p:ext>
              </p:extLst>
            </p:nvPr>
          </p:nvGraphicFramePr>
          <p:xfrm>
            <a:off x="655" y="2622"/>
            <a:ext cx="168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26720" imgH="139680" progId="Equation.DSMT4">
                    <p:embed/>
                  </p:oleObj>
                </mc:Choice>
                <mc:Fallback>
                  <p:oleObj name="Equation" r:id="rId13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" y="2622"/>
                          <a:ext cx="168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7696200" y="3810000"/>
            <a:ext cx="2514600" cy="1676400"/>
            <a:chOff x="768" y="2928"/>
            <a:chExt cx="1584" cy="1056"/>
          </a:xfrm>
        </p:grpSpPr>
        <p:sp>
          <p:nvSpPr>
            <p:cNvPr id="29725" name="Line 23"/>
            <p:cNvSpPr>
              <a:spLocks noChangeShapeType="1"/>
            </p:cNvSpPr>
            <p:nvPr/>
          </p:nvSpPr>
          <p:spPr bwMode="auto">
            <a:xfrm>
              <a:off x="768" y="3799"/>
              <a:ext cx="15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6" name="Line 24"/>
            <p:cNvSpPr>
              <a:spLocks noChangeShapeType="1"/>
            </p:cNvSpPr>
            <p:nvPr/>
          </p:nvSpPr>
          <p:spPr bwMode="auto">
            <a:xfrm flipV="1">
              <a:off x="1056" y="2928"/>
              <a:ext cx="0" cy="10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27" name="Object 25"/>
            <p:cNvGraphicFramePr>
              <a:graphicFrameLocks noChangeAspect="1"/>
            </p:cNvGraphicFramePr>
            <p:nvPr/>
          </p:nvGraphicFramePr>
          <p:xfrm>
            <a:off x="921" y="3840"/>
            <a:ext cx="103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15713" imgH="241091" progId="Equation.3">
                    <p:embed/>
                  </p:oleObj>
                </mc:Choice>
                <mc:Fallback>
                  <p:oleObj name="公式" r:id="rId15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1" y="3840"/>
                          <a:ext cx="103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8" name="Object 26"/>
            <p:cNvGraphicFramePr>
              <a:graphicFrameLocks noChangeAspect="1"/>
            </p:cNvGraphicFramePr>
            <p:nvPr/>
          </p:nvGraphicFramePr>
          <p:xfrm>
            <a:off x="2183" y="3869"/>
            <a:ext cx="121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53890" imgH="241195" progId="Equation.3">
                    <p:embed/>
                  </p:oleObj>
                </mc:Choice>
                <mc:Fallback>
                  <p:oleObj name="公式" r:id="rId16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3" y="3869"/>
                          <a:ext cx="121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9" name="Object 27"/>
            <p:cNvGraphicFramePr>
              <a:graphicFrameLocks noChangeAspect="1"/>
            </p:cNvGraphicFramePr>
            <p:nvPr/>
          </p:nvGraphicFramePr>
          <p:xfrm>
            <a:off x="887" y="2928"/>
            <a:ext cx="121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53780" imgH="317225" progId="Equation.3">
                    <p:embed/>
                  </p:oleObj>
                </mc:Choice>
                <mc:Fallback>
                  <p:oleObj name="公式" r:id="rId17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7" y="2928"/>
                          <a:ext cx="121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2700" name="Freeform 28"/>
          <p:cNvSpPr>
            <a:spLocks/>
          </p:cNvSpPr>
          <p:nvPr/>
        </p:nvSpPr>
        <p:spPr bwMode="auto">
          <a:xfrm>
            <a:off x="8458200" y="4038600"/>
            <a:ext cx="1219200" cy="1016000"/>
          </a:xfrm>
          <a:custGeom>
            <a:avLst/>
            <a:gdLst>
              <a:gd name="T0" fmla="*/ 0 w 768"/>
              <a:gd name="T1" fmla="*/ 0 h 640"/>
              <a:gd name="T2" fmla="*/ 2147483647 w 768"/>
              <a:gd name="T3" fmla="*/ 2147483647 h 640"/>
              <a:gd name="T4" fmla="*/ 2147483647 w 768"/>
              <a:gd name="T5" fmla="*/ 2147483647 h 640"/>
              <a:gd name="T6" fmla="*/ 2147483647 w 768"/>
              <a:gd name="T7" fmla="*/ 2147483647 h 640"/>
              <a:gd name="T8" fmla="*/ 2147483647 w 768"/>
              <a:gd name="T9" fmla="*/ 2147483647 h 6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8"/>
              <a:gd name="T16" fmla="*/ 0 h 640"/>
              <a:gd name="T17" fmla="*/ 768 w 768"/>
              <a:gd name="T18" fmla="*/ 640 h 6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8" h="640">
                <a:moveTo>
                  <a:pt x="0" y="0"/>
                </a:moveTo>
                <a:cubicBezTo>
                  <a:pt x="108" y="100"/>
                  <a:pt x="216" y="200"/>
                  <a:pt x="288" y="288"/>
                </a:cubicBezTo>
                <a:cubicBezTo>
                  <a:pt x="360" y="376"/>
                  <a:pt x="384" y="472"/>
                  <a:pt x="432" y="528"/>
                </a:cubicBezTo>
                <a:cubicBezTo>
                  <a:pt x="480" y="584"/>
                  <a:pt x="520" y="640"/>
                  <a:pt x="576" y="624"/>
                </a:cubicBezTo>
                <a:cubicBezTo>
                  <a:pt x="632" y="608"/>
                  <a:pt x="736" y="472"/>
                  <a:pt x="768" y="432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5535615" y="4038602"/>
            <a:ext cx="1612901" cy="1538289"/>
            <a:chOff x="2383" y="1872"/>
            <a:chExt cx="1016" cy="969"/>
          </a:xfrm>
        </p:grpSpPr>
        <p:graphicFrame>
          <p:nvGraphicFramePr>
            <p:cNvPr id="29720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817883"/>
                </p:ext>
              </p:extLst>
            </p:nvPr>
          </p:nvGraphicFramePr>
          <p:xfrm>
            <a:off x="2383" y="2634"/>
            <a:ext cx="161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6720" imgH="139680" progId="Equation.DSMT4">
                    <p:embed/>
                  </p:oleObj>
                </mc:Choice>
                <mc:Fallback>
                  <p:oleObj name="Equation" r:id="rId18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3" y="2634"/>
                          <a:ext cx="161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1" name="Line 31"/>
            <p:cNvSpPr>
              <a:spLocks noChangeShapeType="1"/>
            </p:cNvSpPr>
            <p:nvPr/>
          </p:nvSpPr>
          <p:spPr bwMode="auto">
            <a:xfrm>
              <a:off x="2448" y="2448"/>
              <a:ext cx="0" cy="15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722" name="Group 32"/>
            <p:cNvGrpSpPr>
              <a:grpSpLocks/>
            </p:cNvGrpSpPr>
            <p:nvPr/>
          </p:nvGrpSpPr>
          <p:grpSpPr bwMode="auto">
            <a:xfrm>
              <a:off x="3193" y="1872"/>
              <a:ext cx="206" cy="969"/>
              <a:chOff x="3193" y="1872"/>
              <a:chExt cx="206" cy="969"/>
            </a:xfrm>
          </p:grpSpPr>
          <p:graphicFrame>
            <p:nvGraphicFramePr>
              <p:cNvPr id="29723" name="Object 3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7634878"/>
                  </p:ext>
                </p:extLst>
              </p:nvPr>
            </p:nvGraphicFramePr>
            <p:xfrm>
              <a:off x="3193" y="2641"/>
              <a:ext cx="20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26720" imgH="177480" progId="Equation.DSMT4">
                      <p:embed/>
                    </p:oleObj>
                  </mc:Choice>
                  <mc:Fallback>
                    <p:oleObj name="Equation" r:id="rId20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93" y="2641"/>
                            <a:ext cx="206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24" name="Line 34"/>
              <p:cNvSpPr>
                <a:spLocks noChangeShapeType="1"/>
              </p:cNvSpPr>
              <p:nvPr/>
            </p:nvSpPr>
            <p:spPr bwMode="auto">
              <a:xfrm>
                <a:off x="3264" y="1872"/>
                <a:ext cx="0" cy="768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8355017" y="4038600"/>
            <a:ext cx="1511301" cy="1471613"/>
            <a:chOff x="4159" y="1872"/>
            <a:chExt cx="952" cy="927"/>
          </a:xfrm>
        </p:grpSpPr>
        <p:sp>
          <p:nvSpPr>
            <p:cNvPr id="29716" name="Line 36"/>
            <p:cNvSpPr>
              <a:spLocks noChangeShapeType="1"/>
            </p:cNvSpPr>
            <p:nvPr/>
          </p:nvSpPr>
          <p:spPr bwMode="auto">
            <a:xfrm>
              <a:off x="4224" y="1872"/>
              <a:ext cx="0" cy="768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7" name="Line 37"/>
            <p:cNvSpPr>
              <a:spLocks noChangeShapeType="1"/>
            </p:cNvSpPr>
            <p:nvPr/>
          </p:nvSpPr>
          <p:spPr bwMode="auto">
            <a:xfrm>
              <a:off x="4992" y="2352"/>
              <a:ext cx="0" cy="24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18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2096306"/>
                </p:ext>
              </p:extLst>
            </p:nvPr>
          </p:nvGraphicFramePr>
          <p:xfrm>
            <a:off x="4159" y="2622"/>
            <a:ext cx="168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26720" imgH="139680" progId="Equation.DSMT4">
                    <p:embed/>
                  </p:oleObj>
                </mc:Choice>
                <mc:Fallback>
                  <p:oleObj name="Equation" r:id="rId22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9" y="2622"/>
                          <a:ext cx="168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9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5311336"/>
                </p:ext>
              </p:extLst>
            </p:nvPr>
          </p:nvGraphicFramePr>
          <p:xfrm>
            <a:off x="4905" y="2589"/>
            <a:ext cx="20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26720" imgH="177480" progId="Equation.DSMT4">
                    <p:embed/>
                  </p:oleObj>
                </mc:Choice>
                <mc:Fallback>
                  <p:oleObj name="Equation" r:id="rId24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5" y="2589"/>
                          <a:ext cx="206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2712" name="Oval 40"/>
          <p:cNvSpPr>
            <a:spLocks noChangeArrowheads="1"/>
          </p:cNvSpPr>
          <p:nvPr/>
        </p:nvSpPr>
        <p:spPr bwMode="auto">
          <a:xfrm>
            <a:off x="3886200" y="39814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solidFill>
                <a:srgbClr val="CC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12713" name="Oval 41"/>
          <p:cNvSpPr>
            <a:spLocks noChangeArrowheads="1"/>
          </p:cNvSpPr>
          <p:nvPr/>
        </p:nvSpPr>
        <p:spPr bwMode="auto">
          <a:xfrm>
            <a:off x="3062288" y="489108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solidFill>
                <a:srgbClr val="CC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12714" name="Oval 42"/>
          <p:cNvSpPr>
            <a:spLocks noChangeArrowheads="1"/>
          </p:cNvSpPr>
          <p:nvPr/>
        </p:nvSpPr>
        <p:spPr bwMode="auto">
          <a:xfrm>
            <a:off x="5591175" y="491966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solidFill>
                <a:srgbClr val="CC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12715" name="Oval 43"/>
          <p:cNvSpPr>
            <a:spLocks noChangeArrowheads="1"/>
          </p:cNvSpPr>
          <p:nvPr/>
        </p:nvSpPr>
        <p:spPr bwMode="auto">
          <a:xfrm>
            <a:off x="6877050" y="39814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solidFill>
                <a:srgbClr val="CC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12716" name="Oval 44"/>
          <p:cNvSpPr>
            <a:spLocks noChangeArrowheads="1"/>
          </p:cNvSpPr>
          <p:nvPr/>
        </p:nvSpPr>
        <p:spPr bwMode="auto">
          <a:xfrm>
            <a:off x="8420100" y="40195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solidFill>
                <a:srgbClr val="CC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12717" name="Oval 45"/>
          <p:cNvSpPr>
            <a:spLocks noChangeArrowheads="1"/>
          </p:cNvSpPr>
          <p:nvPr/>
        </p:nvSpPr>
        <p:spPr bwMode="auto">
          <a:xfrm>
            <a:off x="9315450" y="49911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solidFill>
                <a:srgbClr val="CC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412718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366031"/>
              </p:ext>
            </p:extLst>
          </p:nvPr>
        </p:nvGraphicFramePr>
        <p:xfrm>
          <a:off x="2135560" y="2324100"/>
          <a:ext cx="70866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136900" imgH="431800" progId="Equation.3">
                  <p:embed/>
                </p:oleObj>
              </mc:Choice>
              <mc:Fallback>
                <p:oleObj name="Equation" r:id="rId26" imgW="3136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2324100"/>
                        <a:ext cx="7086600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1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190337"/>
              </p:ext>
            </p:extLst>
          </p:nvPr>
        </p:nvGraphicFramePr>
        <p:xfrm>
          <a:off x="2135560" y="1113459"/>
          <a:ext cx="74739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340100" imgH="457200" progId="Equation.3">
                  <p:embed/>
                </p:oleObj>
              </mc:Choice>
              <mc:Fallback>
                <p:oleObj name="Equation" r:id="rId28" imgW="3340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1113459"/>
                        <a:ext cx="74739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30327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1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1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81" grpId="0" animBg="1"/>
      <p:bldP spid="412688" grpId="0" animBg="1"/>
      <p:bldP spid="412700" grpId="0" animBg="1"/>
      <p:bldP spid="412712" grpId="0" animBg="1"/>
      <p:bldP spid="412713" grpId="0" animBg="1"/>
      <p:bldP spid="412714" grpId="0" animBg="1"/>
      <p:bldP spid="412715" grpId="0" animBg="1"/>
      <p:bldP spid="412716" grpId="0" animBg="1"/>
      <p:bldP spid="4127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Text Box 2"/>
          <p:cNvSpPr txBox="1">
            <a:spLocks noChangeArrowheads="1"/>
          </p:cNvSpPr>
          <p:nvPr/>
        </p:nvSpPr>
        <p:spPr bwMode="auto">
          <a:xfrm>
            <a:off x="2279576" y="702110"/>
            <a:ext cx="77768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求函数 </a:t>
            </a:r>
            <a:r>
              <a:rPr kumimoji="1" lang="en-US" altLang="zh-CN" b="1" i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kumimoji="1"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b="1" i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在区间</a:t>
            </a:r>
            <a:r>
              <a:rPr kumimoji="1"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en-US" altLang="zh-CN" b="1" i="1" dirty="0" err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b="1" dirty="0" err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1" lang="en-US" altLang="zh-CN" b="1" i="1" dirty="0" err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kumimoji="1"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上的最值的步骤</a:t>
            </a:r>
            <a:r>
              <a:rPr kumimoji="1"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699" name="Text Box 3"/>
              <p:cNvSpPr txBox="1">
                <a:spLocks noChangeArrowheads="1"/>
              </p:cNvSpPr>
              <p:nvPr/>
            </p:nvSpPr>
            <p:spPr bwMode="auto">
              <a:xfrm>
                <a:off x="2438400" y="1382840"/>
                <a:ext cx="6781800" cy="9730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1.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求</a:t>
                </a:r>
                <a:r>
                  <a:rPr kumimoji="1" lang="en-US" altLang="zh-CN" sz="2800" b="1" i="1" dirty="0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)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在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sz="2800" b="1" i="1" dirty="0">
                    <a:latin typeface="Times New Roman" panose="02020603050405020304" pitchFamily="18" charset="0"/>
                  </a:rPr>
                  <a:t>a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, </a:t>
                </a:r>
                <a:r>
                  <a:rPr kumimoji="1" lang="en-US" altLang="zh-CN" sz="2800" b="1" i="1" dirty="0">
                    <a:latin typeface="Times New Roman" panose="02020603050405020304" pitchFamily="18" charset="0"/>
                  </a:rPr>
                  <a:t>b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)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内可能的极值点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(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驻点和不可导点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):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pt-BR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kumimoji="1"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kumimoji="1" lang="pt-BR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pt-BR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kumimoji="1" lang="en-US" altLang="zh-C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kumimoji="1" lang="pt-BR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kumimoji="1"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kumimoji="1"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</p:txBody>
          </p:sp>
        </mc:Choice>
        <mc:Fallback xmlns="">
          <p:sp>
            <p:nvSpPr>
              <p:cNvPr id="413699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0" y="1382840"/>
                <a:ext cx="6781800" cy="973023"/>
              </a:xfrm>
              <a:prstGeom prst="rect">
                <a:avLst/>
              </a:prstGeom>
              <a:blipFill rotWithShape="0">
                <a:blip r:embed="rId2"/>
                <a:stretch>
                  <a:fillRect l="-1797" t="-8805" b="-157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3700" name="Text Box 4"/>
              <p:cNvSpPr txBox="1">
                <a:spLocks noChangeArrowheads="1"/>
              </p:cNvSpPr>
              <p:nvPr/>
            </p:nvSpPr>
            <p:spPr bwMode="auto">
              <a:xfrm>
                <a:off x="2407660" y="2492896"/>
                <a:ext cx="7162800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2.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比较函数值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pt-BR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kumimoji="1" lang="pt-BR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pt-BR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kumimoji="1" lang="en-US" altLang="zh-CN" sz="2800" b="1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kumimoji="1" lang="en-US" altLang="zh-C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zh-C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kumimoji="1" lang="pt-BR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latin typeface="Cambria Math" panose="02040503050406030204" pitchFamily="18" charset="0"/>
                          </a:rPr>
                          <m:t> …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kumimoji="1" lang="en-US" altLang="zh-CN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kumimoji="1" lang="en-US" altLang="zh-CN" sz="2800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m:rPr>
                        <m:nor/>
                      </m:rPr>
                      <a:rPr kumimoji="1" lang="en-US" altLang="zh-CN" sz="2800" b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kumimoji="1" lang="en-US" altLang="zh-C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  <m:r>
                      <a:rPr kumimoji="1"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kumimoji="1" lang="en-US" altLang="zh-CN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,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其中的最大值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(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最小值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)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便是</a:t>
                </a:r>
                <a:r>
                  <a:rPr kumimoji="1" lang="en-US" altLang="zh-CN" sz="2800" b="1" i="1" dirty="0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sz="2800" b="1" i="1" dirty="0">
                    <a:latin typeface="Times New Roman" panose="02020603050405020304" pitchFamily="18" charset="0"/>
                  </a:rPr>
                  <a:t>x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)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在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[</a:t>
                </a:r>
                <a:r>
                  <a:rPr kumimoji="1" lang="en-US" altLang="zh-CN" sz="2800" b="1" i="1" dirty="0" err="1">
                    <a:latin typeface="Times New Roman" panose="02020603050405020304" pitchFamily="18" charset="0"/>
                  </a:rPr>
                  <a:t>a</a:t>
                </a:r>
                <a:r>
                  <a:rPr kumimoji="1" lang="en-US" altLang="zh-CN" sz="2800" b="1" dirty="0" err="1">
                    <a:latin typeface="Times New Roman" panose="02020603050405020304" pitchFamily="18" charset="0"/>
                  </a:rPr>
                  <a:t>,</a:t>
                </a:r>
                <a:r>
                  <a:rPr kumimoji="1" lang="en-US" altLang="zh-CN" sz="2800" b="1" i="1" dirty="0" err="1">
                    <a:latin typeface="Times New Roman" panose="02020603050405020304" pitchFamily="18" charset="0"/>
                  </a:rPr>
                  <a:t>b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]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上的最大值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(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最小值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413700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7660" y="2492896"/>
                <a:ext cx="7162800" cy="1384995"/>
              </a:xfrm>
              <a:prstGeom prst="rect">
                <a:avLst/>
              </a:prstGeom>
              <a:blipFill rotWithShape="0">
                <a:blip r:embed="rId3"/>
                <a:stretch>
                  <a:fillRect l="-1787" t="-6167" r="-2979" b="-118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3701" name="Text Box 5"/>
          <p:cNvSpPr txBox="1">
            <a:spLocks noChangeArrowheads="1"/>
          </p:cNvSpPr>
          <p:nvPr/>
        </p:nvSpPr>
        <p:spPr bwMode="auto">
          <a:xfrm>
            <a:off x="2460084" y="3882869"/>
            <a:ext cx="7648780" cy="1815882"/>
          </a:xfrm>
          <a:prstGeom prst="rect">
            <a:avLst/>
          </a:prstGeom>
          <a:solidFill>
            <a:srgbClr val="99FFCC"/>
          </a:solidFill>
          <a:ln w="9525">
            <a:solidFill>
              <a:srgbClr val="0066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kumimoji="1"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在实际问题中，如果</a:t>
            </a:r>
            <a:r>
              <a:rPr kumimoji="1" lang="zh-CN" altLang="en-US" sz="2800" b="1" u="sng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按实际意义来讲</a:t>
            </a: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目标函数在某开区间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 err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800" b="1" i="1" dirty="0" err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内确有最大值或最小值，而在该区间内目标函数只有一个极值</a:t>
            </a:r>
            <a:r>
              <a:rPr kumimoji="1"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则这个极值就是最值</a:t>
            </a:r>
            <a:r>
              <a:rPr kumimoji="1"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.(</a:t>
            </a: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最大值或最小值</a:t>
            </a:r>
            <a:r>
              <a:rPr kumimoji="1"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75041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41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41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41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8" grpId="0" autoUpdateAnimBg="0"/>
      <p:bldP spid="413699" grpId="0" autoUpdateAnimBg="0"/>
      <p:bldP spid="413700" grpId="0" autoUpdateAnimBg="0"/>
      <p:bldP spid="413701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124968" y="344134"/>
            <a:ext cx="3336032" cy="593725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应用举例</a:t>
            </a:r>
          </a:p>
        </p:txBody>
      </p:sp>
      <p:sp>
        <p:nvSpPr>
          <p:cNvPr id="414723" name="Text Box 3"/>
          <p:cNvSpPr txBox="1">
            <a:spLocks noChangeArrowheads="1"/>
          </p:cNvSpPr>
          <p:nvPr/>
        </p:nvSpPr>
        <p:spPr bwMode="auto">
          <a:xfrm>
            <a:off x="2124968" y="1153299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4724" name="Text Box 4"/>
          <p:cNvSpPr txBox="1">
            <a:spLocks noChangeArrowheads="1"/>
          </p:cNvSpPr>
          <p:nvPr/>
        </p:nvSpPr>
        <p:spPr bwMode="auto">
          <a:xfrm>
            <a:off x="2124968" y="2249487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14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243202"/>
              </p:ext>
            </p:extLst>
          </p:nvPr>
        </p:nvGraphicFramePr>
        <p:xfrm>
          <a:off x="2860675" y="2329656"/>
          <a:ext cx="36576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57600" imgH="406400" progId="Equation.3">
                  <p:embed/>
                </p:oleObj>
              </mc:Choice>
              <mc:Fallback>
                <p:oleObj name="公式" r:id="rId2" imgW="3657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675" y="2329656"/>
                        <a:ext cx="36576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275184"/>
              </p:ext>
            </p:extLst>
          </p:nvPr>
        </p:nvGraphicFramePr>
        <p:xfrm>
          <a:off x="3102596" y="1108951"/>
          <a:ext cx="5866504" cy="1065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68400" imgH="457200" progId="Equation.DSMT4">
                  <p:embed/>
                </p:oleObj>
              </mc:Choice>
              <mc:Fallback>
                <p:oleObj name="Equation" r:id="rId4" imgW="2768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596" y="1108951"/>
                        <a:ext cx="5866504" cy="1065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445059"/>
              </p:ext>
            </p:extLst>
          </p:nvPr>
        </p:nvGraphicFramePr>
        <p:xfrm>
          <a:off x="2268984" y="2936877"/>
          <a:ext cx="30480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48000" imgH="431800" progId="Equation.3">
                  <p:embed/>
                </p:oleObj>
              </mc:Choice>
              <mc:Fallback>
                <p:oleObj name="公式" r:id="rId6" imgW="3048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984" y="2936877"/>
                        <a:ext cx="30480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364105"/>
              </p:ext>
            </p:extLst>
          </p:nvPr>
        </p:nvGraphicFramePr>
        <p:xfrm>
          <a:off x="5316984" y="2936877"/>
          <a:ext cx="226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260600" imgH="419100" progId="Equation.3">
                  <p:embed/>
                </p:oleObj>
              </mc:Choice>
              <mc:Fallback>
                <p:oleObj name="公式" r:id="rId8" imgW="22606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6984" y="2936877"/>
                        <a:ext cx="2260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29" name="Text Box 9"/>
          <p:cNvSpPr txBox="1">
            <a:spLocks noChangeArrowheads="1"/>
          </p:cNvSpPr>
          <p:nvPr/>
        </p:nvSpPr>
        <p:spPr bwMode="auto">
          <a:xfrm>
            <a:off x="2154236" y="346311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计算</a:t>
            </a:r>
          </a:p>
        </p:txBody>
      </p:sp>
      <p:graphicFrame>
        <p:nvGraphicFramePr>
          <p:cNvPr id="4147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458331"/>
              </p:ext>
            </p:extLst>
          </p:nvPr>
        </p:nvGraphicFramePr>
        <p:xfrm>
          <a:off x="3035300" y="3553640"/>
          <a:ext cx="12319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31366" imgH="393529" progId="Equation.3">
                  <p:embed/>
                </p:oleObj>
              </mc:Choice>
              <mc:Fallback>
                <p:oleObj name="公式" r:id="rId10" imgW="1231366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3553640"/>
                        <a:ext cx="12319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634027"/>
              </p:ext>
            </p:extLst>
          </p:nvPr>
        </p:nvGraphicFramePr>
        <p:xfrm>
          <a:off x="4318001" y="3565546"/>
          <a:ext cx="4810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82391" imgH="368140" progId="Equation.3">
                  <p:embed/>
                </p:oleObj>
              </mc:Choice>
              <mc:Fallback>
                <p:oleObj name="公式" r:id="rId12" imgW="482391" imgH="368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1" y="3565546"/>
                        <a:ext cx="4810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50533"/>
              </p:ext>
            </p:extLst>
          </p:nvPr>
        </p:nvGraphicFramePr>
        <p:xfrm>
          <a:off x="4925219" y="3562352"/>
          <a:ext cx="12319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31366" imgH="393529" progId="Equation.3">
                  <p:embed/>
                </p:oleObj>
              </mc:Choice>
              <mc:Fallback>
                <p:oleObj name="公式" r:id="rId14" imgW="1231366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5219" y="3562352"/>
                        <a:ext cx="12319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591177"/>
              </p:ext>
            </p:extLst>
          </p:nvPr>
        </p:nvGraphicFramePr>
        <p:xfrm>
          <a:off x="6137275" y="3565546"/>
          <a:ext cx="4810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82391" imgH="368140" progId="Equation.3">
                  <p:embed/>
                </p:oleObj>
              </mc:Choice>
              <mc:Fallback>
                <p:oleObj name="公式" r:id="rId16" imgW="482391" imgH="368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7275" y="3565546"/>
                        <a:ext cx="481012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3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177922"/>
              </p:ext>
            </p:extLst>
          </p:nvPr>
        </p:nvGraphicFramePr>
        <p:xfrm>
          <a:off x="3015635" y="4139407"/>
          <a:ext cx="9906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990170" imgH="393529" progId="Equation.3">
                  <p:embed/>
                </p:oleObj>
              </mc:Choice>
              <mc:Fallback>
                <p:oleObj name="公式" r:id="rId18" imgW="990170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635" y="4139407"/>
                        <a:ext cx="9906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3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886633"/>
              </p:ext>
            </p:extLst>
          </p:nvPr>
        </p:nvGraphicFramePr>
        <p:xfrm>
          <a:off x="4115593" y="4177506"/>
          <a:ext cx="303213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04536" imgH="355292" progId="Equation.3">
                  <p:embed/>
                </p:oleObj>
              </mc:Choice>
              <mc:Fallback>
                <p:oleObj name="公式" r:id="rId20" imgW="304536" imgH="3552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5593" y="4177506"/>
                        <a:ext cx="303213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3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311391"/>
              </p:ext>
            </p:extLst>
          </p:nvPr>
        </p:nvGraphicFramePr>
        <p:xfrm>
          <a:off x="5951524" y="4177506"/>
          <a:ext cx="633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634725" imgH="368140" progId="Equation.3">
                  <p:embed/>
                </p:oleObj>
              </mc:Choice>
              <mc:Fallback>
                <p:oleObj name="公式" r:id="rId22" imgW="634725" imgH="368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24" y="4177506"/>
                        <a:ext cx="633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3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572336"/>
              </p:ext>
            </p:extLst>
          </p:nvPr>
        </p:nvGraphicFramePr>
        <p:xfrm>
          <a:off x="4775201" y="4177506"/>
          <a:ext cx="1130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129810" imgH="393529" progId="Equation.3">
                  <p:embed/>
                </p:oleObj>
              </mc:Choice>
              <mc:Fallback>
                <p:oleObj name="公式" r:id="rId24" imgW="1129810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201" y="4177506"/>
                        <a:ext cx="1130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3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47747"/>
              </p:ext>
            </p:extLst>
          </p:nvPr>
        </p:nvGraphicFramePr>
        <p:xfrm>
          <a:off x="3561925" y="4725173"/>
          <a:ext cx="28702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870200" imgH="431800" progId="Equation.3">
                  <p:embed/>
                </p:oleObj>
              </mc:Choice>
              <mc:Fallback>
                <p:oleObj name="公式" r:id="rId26" imgW="2870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1925" y="4725173"/>
                        <a:ext cx="28702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39" name="Text Box 19"/>
          <p:cNvSpPr txBox="1">
            <a:spLocks noChangeArrowheads="1"/>
          </p:cNvSpPr>
          <p:nvPr/>
        </p:nvSpPr>
        <p:spPr bwMode="auto">
          <a:xfrm>
            <a:off x="2154236" y="4639055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比较得，</a:t>
            </a:r>
          </a:p>
        </p:txBody>
      </p:sp>
      <p:graphicFrame>
        <p:nvGraphicFramePr>
          <p:cNvPr id="41474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875493"/>
              </p:ext>
            </p:extLst>
          </p:nvPr>
        </p:nvGraphicFramePr>
        <p:xfrm>
          <a:off x="3529857" y="5316889"/>
          <a:ext cx="24892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489200" imgH="431800" progId="Equation.3">
                  <p:embed/>
                </p:oleObj>
              </mc:Choice>
              <mc:Fallback>
                <p:oleObj name="公式" r:id="rId28" imgW="2489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857" y="5316889"/>
                        <a:ext cx="24892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7643814" y="3717926"/>
            <a:ext cx="2916237" cy="2663825"/>
            <a:chOff x="1248" y="1033"/>
            <a:chExt cx="3216" cy="1986"/>
          </a:xfrm>
        </p:grpSpPr>
        <p:pic>
          <p:nvPicPr>
            <p:cNvPr id="31766" name="Picture 22"/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1033"/>
              <a:ext cx="3216" cy="1986"/>
            </a:xfrm>
            <a:prstGeom prst="rect">
              <a:avLst/>
            </a:prstGeom>
            <a:noFill/>
            <a:ln w="31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767" name="Line 23"/>
            <p:cNvSpPr>
              <a:spLocks noChangeShapeType="1"/>
            </p:cNvSpPr>
            <p:nvPr/>
          </p:nvSpPr>
          <p:spPr bwMode="auto">
            <a:xfrm flipV="1">
              <a:off x="2952" y="2688"/>
              <a:ext cx="0" cy="1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8" name="Line 24"/>
            <p:cNvSpPr>
              <a:spLocks noChangeShapeType="1"/>
            </p:cNvSpPr>
            <p:nvPr/>
          </p:nvSpPr>
          <p:spPr bwMode="auto">
            <a:xfrm flipV="1">
              <a:off x="1944" y="2160"/>
              <a:ext cx="0" cy="67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468232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4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4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14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14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4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14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14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4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1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1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14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1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3" grpId="0" autoUpdateAnimBg="0"/>
      <p:bldP spid="414724" grpId="0" autoUpdateAnimBg="0"/>
      <p:bldP spid="414729" grpId="0" autoUpdateAnimBg="0"/>
      <p:bldP spid="414739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3"/>
          <p:cNvSpPr txBox="1">
            <a:spLocks noChangeArrowheads="1"/>
          </p:cNvSpPr>
          <p:nvPr/>
        </p:nvSpPr>
        <p:spPr bwMode="auto">
          <a:xfrm>
            <a:off x="2237582" y="651829"/>
            <a:ext cx="8281987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    </a:t>
            </a:r>
            <a:r>
              <a:rPr kumimoji="1" lang="zh-CN" altLang="en-US" sz="2800" b="1" dirty="0">
                <a:latin typeface="楷体_GB2312"/>
                <a:ea typeface="楷体_GB2312"/>
                <a:cs typeface="楷体_GB2312"/>
              </a:rPr>
              <a:t>某房地产公司有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50</a:t>
            </a:r>
            <a:r>
              <a:rPr kumimoji="1" lang="zh-CN" altLang="en-US" sz="2800" b="1" dirty="0">
                <a:latin typeface="楷体_GB2312"/>
                <a:ea typeface="楷体_GB2312"/>
                <a:cs typeface="楷体_GB2312"/>
              </a:rPr>
              <a:t>套公寓要出租，当租金定为每月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1800</a:t>
            </a:r>
            <a:r>
              <a:rPr kumimoji="1" lang="zh-CN" altLang="en-US" sz="2800" b="1" dirty="0">
                <a:latin typeface="楷体_GB2312"/>
                <a:ea typeface="楷体_GB2312"/>
                <a:cs typeface="楷体_GB2312"/>
              </a:rPr>
              <a:t>元时，公寓会全部租出去．当租金每月增加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100</a:t>
            </a:r>
            <a:r>
              <a:rPr kumimoji="1" lang="zh-CN" altLang="en-US" sz="2800" b="1" dirty="0">
                <a:latin typeface="楷体_GB2312"/>
                <a:ea typeface="楷体_GB2312"/>
                <a:cs typeface="楷体_GB2312"/>
              </a:rPr>
              <a:t>元时，就有一套公寓租不出去，而租出去的房子每月需花费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200</a:t>
            </a:r>
            <a:r>
              <a:rPr kumimoji="1" lang="zh-CN" altLang="en-US" sz="2800" b="1" dirty="0">
                <a:latin typeface="楷体_GB2312"/>
                <a:ea typeface="楷体_GB2312"/>
                <a:cs typeface="楷体_GB2312"/>
              </a:rPr>
              <a:t>元的整修维护费．试问房租定为多少可获得最大收入？</a:t>
            </a: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2242439" y="651829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cs typeface="楷体_GB231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17796" name="Text Box 4"/>
          <p:cNvSpPr txBox="1">
            <a:spLocks noChangeArrowheads="1"/>
          </p:cNvSpPr>
          <p:nvPr/>
        </p:nvSpPr>
        <p:spPr bwMode="auto">
          <a:xfrm>
            <a:off x="2208213" y="30480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解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978151" y="3048001"/>
            <a:ext cx="3400425" cy="519113"/>
            <a:chOff x="912" y="1920"/>
            <a:chExt cx="2142" cy="327"/>
          </a:xfrm>
        </p:grpSpPr>
        <p:sp>
          <p:nvSpPr>
            <p:cNvPr id="32783" name="Rectangle 6"/>
            <p:cNvSpPr>
              <a:spLocks noChangeArrowheads="1"/>
            </p:cNvSpPr>
            <p:nvPr/>
          </p:nvSpPr>
          <p:spPr bwMode="auto">
            <a:xfrm>
              <a:off x="912" y="1920"/>
              <a:ext cx="21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 dirty="0">
                  <a:latin typeface="楷体_GB2312"/>
                  <a:ea typeface="楷体_GB2312"/>
                  <a:cs typeface="楷体_GB2312"/>
                </a:rPr>
                <a:t>设房租为每月  元，</a:t>
              </a:r>
            </a:p>
          </p:txBody>
        </p:sp>
        <p:graphicFrame>
          <p:nvGraphicFramePr>
            <p:cNvPr id="32784" name="Object 7"/>
            <p:cNvGraphicFramePr>
              <a:graphicFrameLocks noChangeAspect="1"/>
            </p:cNvGraphicFramePr>
            <p:nvPr/>
          </p:nvGraphicFramePr>
          <p:xfrm>
            <a:off x="2292" y="203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66469" imgH="253780" progId="Equation.3">
                    <p:embed/>
                  </p:oleObj>
                </mc:Choice>
                <mc:Fallback>
                  <p:oleObj name="公式" r:id="rId2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2" y="203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7802" name="Text Box 10"/>
          <p:cNvSpPr txBox="1">
            <a:spLocks noChangeArrowheads="1"/>
          </p:cNvSpPr>
          <p:nvPr/>
        </p:nvSpPr>
        <p:spPr bwMode="auto">
          <a:xfrm>
            <a:off x="2971800" y="45100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楷体_GB2312"/>
                <a:ea typeface="楷体_GB2312"/>
                <a:cs typeface="楷体_GB2312"/>
              </a:rPr>
              <a:t>每月总收入为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154751" y="4941888"/>
            <a:ext cx="4843074" cy="1085850"/>
            <a:chOff x="3154751" y="4941888"/>
            <a:chExt cx="4843074" cy="1085850"/>
          </a:xfrm>
        </p:grpSpPr>
        <p:graphicFrame>
          <p:nvGraphicFramePr>
            <p:cNvPr id="417803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7517373"/>
                </p:ext>
              </p:extLst>
            </p:nvPr>
          </p:nvGraphicFramePr>
          <p:xfrm>
            <a:off x="3154751" y="5271849"/>
            <a:ext cx="750886" cy="530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55320" imgH="203040" progId="Equation.DSMT4">
                    <p:embed/>
                  </p:oleObj>
                </mc:Choice>
                <mc:Fallback>
                  <p:oleObj name="Equation" r:id="rId4" imgW="355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4751" y="5271849"/>
                          <a:ext cx="750886" cy="5307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7804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9652187"/>
                </p:ext>
              </p:extLst>
            </p:nvPr>
          </p:nvGraphicFramePr>
          <p:xfrm>
            <a:off x="3935760" y="5229200"/>
            <a:ext cx="1698625" cy="577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36560" imgH="203040" progId="Equation.DSMT4">
                    <p:embed/>
                  </p:oleObj>
                </mc:Choice>
                <mc:Fallback>
                  <p:oleObj name="Equation" r:id="rId6" imgW="7365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5760" y="5229200"/>
                          <a:ext cx="1698625" cy="577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7805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7448530"/>
                </p:ext>
              </p:extLst>
            </p:nvPr>
          </p:nvGraphicFramePr>
          <p:xfrm>
            <a:off x="5675313" y="4941888"/>
            <a:ext cx="2322512" cy="1085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41120" imgH="444240" progId="Equation.DSMT4">
                    <p:embed/>
                  </p:oleObj>
                </mc:Choice>
                <mc:Fallback>
                  <p:oleObj name="Equation" r:id="rId8" imgW="104112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5313" y="4941888"/>
                          <a:ext cx="2322512" cy="1085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7806" name="Rectangle 14"/>
          <p:cNvSpPr>
            <a:spLocks noChangeArrowheads="1"/>
          </p:cNvSpPr>
          <p:nvPr/>
        </p:nvSpPr>
        <p:spPr bwMode="auto">
          <a:xfrm>
            <a:off x="8184232" y="5229200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CC0000"/>
                </a:solidFill>
                <a:latin typeface="楷体_GB2312"/>
                <a:ea typeface="楷体_GB2312"/>
                <a:cs typeface="楷体_GB2312"/>
              </a:rPr>
              <a:t>目标函数</a:t>
            </a:r>
            <a:r>
              <a:rPr kumimoji="1"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endParaRPr kumimoji="1"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024564" y="2860973"/>
            <a:ext cx="4643437" cy="968256"/>
            <a:chOff x="6024564" y="2860973"/>
            <a:chExt cx="4643437" cy="968256"/>
          </a:xfrm>
        </p:grpSpPr>
        <p:sp>
          <p:nvSpPr>
            <p:cNvPr id="417811" name="Text Box 19"/>
            <p:cNvSpPr txBox="1">
              <a:spLocks noChangeArrowheads="1"/>
            </p:cNvSpPr>
            <p:nvPr/>
          </p:nvSpPr>
          <p:spPr bwMode="auto">
            <a:xfrm>
              <a:off x="6024564" y="3068638"/>
              <a:ext cx="4643437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 dirty="0">
                  <a:latin typeface="楷体_GB2312"/>
                  <a:ea typeface="楷体_GB2312"/>
                  <a:cs typeface="楷体_GB2312"/>
                </a:rPr>
                <a:t>未租出房子为        套，</a:t>
              </a: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10020"/>
                </p:ext>
              </p:extLst>
            </p:nvPr>
          </p:nvGraphicFramePr>
          <p:xfrm>
            <a:off x="8256240" y="2860973"/>
            <a:ext cx="1422126" cy="968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96880" imgH="406080" progId="Equation.DSMT4">
                    <p:embed/>
                  </p:oleObj>
                </mc:Choice>
                <mc:Fallback>
                  <p:oleObj name="Equation" r:id="rId10" imgW="59688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256240" y="2860973"/>
                          <a:ext cx="1422126" cy="96825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2936876" y="3567114"/>
            <a:ext cx="5910263" cy="1044994"/>
            <a:chOff x="2936876" y="3567114"/>
            <a:chExt cx="5910263" cy="1044994"/>
          </a:xfrm>
        </p:grpSpPr>
        <p:sp>
          <p:nvSpPr>
            <p:cNvPr id="417800" name="Rectangle 8"/>
            <p:cNvSpPr>
              <a:spLocks noChangeArrowheads="1"/>
            </p:cNvSpPr>
            <p:nvPr/>
          </p:nvSpPr>
          <p:spPr bwMode="auto">
            <a:xfrm>
              <a:off x="2936876" y="3810001"/>
              <a:ext cx="5910263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 dirty="0">
                  <a:latin typeface="楷体_GB2312"/>
                  <a:ea typeface="楷体_GB2312"/>
                  <a:cs typeface="楷体_GB2312"/>
                </a:rPr>
                <a:t>租出去的房子有              套，</a:t>
              </a: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8464624"/>
                </p:ext>
              </p:extLst>
            </p:nvPr>
          </p:nvGraphicFramePr>
          <p:xfrm>
            <a:off x="5591944" y="3567114"/>
            <a:ext cx="2448272" cy="10449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041120" imgH="444240" progId="Equation.DSMT4">
                    <p:embed/>
                  </p:oleObj>
                </mc:Choice>
                <mc:Fallback>
                  <p:oleObj name="Equation" r:id="rId12" imgW="104112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591944" y="3567114"/>
                          <a:ext cx="2448272" cy="10449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785120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6" grpId="0" autoUpdateAnimBg="0"/>
      <p:bldP spid="417802" grpId="0" autoUpdateAnimBg="0"/>
      <p:bldP spid="417806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/>
          <p:cNvSpPr>
            <a:spLocks noChangeArrowheads="1"/>
          </p:cNvSpPr>
          <p:nvPr/>
        </p:nvSpPr>
        <p:spPr bwMode="auto">
          <a:xfrm>
            <a:off x="1418549" y="4531162"/>
            <a:ext cx="9669121" cy="1562134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88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068240"/>
              </p:ext>
            </p:extLst>
          </p:nvPr>
        </p:nvGraphicFramePr>
        <p:xfrm>
          <a:off x="2150306" y="2639787"/>
          <a:ext cx="1378868" cy="399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85900" imgH="431800" progId="Equation.3">
                  <p:embed/>
                </p:oleObj>
              </mc:Choice>
              <mc:Fallback>
                <p:oleObj name="公式" r:id="rId3" imgW="1485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0306" y="2639787"/>
                        <a:ext cx="1378868" cy="399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8823" name="Text Box 7"/>
          <p:cNvSpPr txBox="1">
            <a:spLocks noChangeArrowheads="1"/>
          </p:cNvSpPr>
          <p:nvPr/>
        </p:nvSpPr>
        <p:spPr bwMode="auto">
          <a:xfrm>
            <a:off x="5545932" y="2503552"/>
            <a:ext cx="1849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唯一驻点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418824" name="Text Box 8"/>
          <p:cNvSpPr txBox="1">
            <a:spLocks noChangeArrowheads="1"/>
          </p:cNvSpPr>
          <p:nvPr/>
        </p:nvSpPr>
        <p:spPr bwMode="auto">
          <a:xfrm>
            <a:off x="2047423" y="3107126"/>
            <a:ext cx="610535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  <a:cs typeface="楷体_GB2312"/>
              </a:rPr>
              <a:t>故每月每套租金为</a:t>
            </a:r>
            <a:r>
              <a:rPr kumimoji="1" lang="en-US" altLang="zh-CN" sz="2800" b="1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3500</a:t>
            </a:r>
            <a:r>
              <a:rPr kumimoji="1" lang="zh-CN" altLang="en-US" sz="2800" b="1" dirty="0">
                <a:latin typeface="宋体" panose="02010600030101010101" pitchFamily="2" charset="-122"/>
                <a:cs typeface="楷体_GB2312"/>
              </a:rPr>
              <a:t>元时收入最高</a:t>
            </a:r>
            <a:r>
              <a:rPr kumimoji="1" lang="en-US" altLang="zh-CN" sz="2800" b="1" dirty="0">
                <a:latin typeface="宋体" panose="02010600030101010101" pitchFamily="2" charset="-122"/>
                <a:cs typeface="楷体_GB2312"/>
              </a:rPr>
              <a:t>.</a:t>
            </a:r>
          </a:p>
        </p:txBody>
      </p:sp>
      <p:sp>
        <p:nvSpPr>
          <p:cNvPr id="418825" name="Text Box 9"/>
          <p:cNvSpPr txBox="1">
            <a:spLocks noChangeArrowheads="1"/>
          </p:cNvSpPr>
          <p:nvPr/>
        </p:nvSpPr>
        <p:spPr bwMode="auto">
          <a:xfrm>
            <a:off x="2047423" y="3784781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  <a:cs typeface="楷体_GB2312"/>
              </a:rPr>
              <a:t>最大收入为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809523"/>
              </p:ext>
            </p:extLst>
          </p:nvPr>
        </p:nvGraphicFramePr>
        <p:xfrm>
          <a:off x="1559496" y="4733028"/>
          <a:ext cx="952817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95680" imgH="469800" progId="Equation.DSMT4">
                  <p:embed/>
                </p:oleObj>
              </mc:Choice>
              <mc:Fallback>
                <p:oleObj name="Equation" r:id="rId5" imgW="4495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4733028"/>
                        <a:ext cx="9528175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618192"/>
              </p:ext>
            </p:extLst>
          </p:nvPr>
        </p:nvGraphicFramePr>
        <p:xfrm>
          <a:off x="6960096" y="1628800"/>
          <a:ext cx="12858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680" imgH="406080" progId="Equation.DSMT4">
                  <p:embed/>
                </p:oleObj>
              </mc:Choice>
              <mc:Fallback>
                <p:oleObj name="Equation" r:id="rId7" imgW="634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60096" y="1628800"/>
                        <a:ext cx="1285875" cy="82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44107"/>
              </p:ext>
            </p:extLst>
          </p:nvPr>
        </p:nvGraphicFramePr>
        <p:xfrm>
          <a:off x="2289175" y="765175"/>
          <a:ext cx="37973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90640" imgH="444240" progId="Equation.DSMT4">
                  <p:embed/>
                </p:oleObj>
              </mc:Choice>
              <mc:Fallback>
                <p:oleObj name="Equation" r:id="rId9" imgW="1790640" imgH="44424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765175"/>
                        <a:ext cx="379730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662245"/>
              </p:ext>
            </p:extLst>
          </p:nvPr>
        </p:nvGraphicFramePr>
        <p:xfrm>
          <a:off x="2066925" y="1628775"/>
          <a:ext cx="48895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76440" imgH="444240" progId="Equation.DSMT4">
                  <p:embed/>
                </p:oleObj>
              </mc:Choice>
              <mc:Fallback>
                <p:oleObj name="Equation" r:id="rId11" imgW="24764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66925" y="1628775"/>
                        <a:ext cx="4889500" cy="877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294633"/>
              </p:ext>
            </p:extLst>
          </p:nvPr>
        </p:nvGraphicFramePr>
        <p:xfrm>
          <a:off x="3640138" y="2601913"/>
          <a:ext cx="187166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01440" imgH="203040" progId="Equation.DSMT4">
                  <p:embed/>
                </p:oleObj>
              </mc:Choice>
              <mc:Fallback>
                <p:oleObj name="Equation" r:id="rId13" imgW="901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40138" y="2601913"/>
                        <a:ext cx="1871662" cy="420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729636"/>
              </p:ext>
            </p:extLst>
          </p:nvPr>
        </p:nvGraphicFramePr>
        <p:xfrm>
          <a:off x="3948853" y="3560813"/>
          <a:ext cx="4608512" cy="984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82600" imgH="444240" progId="Equation.DSMT4">
                  <p:embed/>
                </p:oleObj>
              </mc:Choice>
              <mc:Fallback>
                <p:oleObj name="Equation" r:id="rId15" imgW="20826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48853" y="3560813"/>
                        <a:ext cx="4608512" cy="984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464757"/>
              </p:ext>
            </p:extLst>
          </p:nvPr>
        </p:nvGraphicFramePr>
        <p:xfrm>
          <a:off x="8472264" y="3821140"/>
          <a:ext cx="225901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39600" imgH="215640" progId="Equation.DSMT4">
                  <p:embed/>
                </p:oleObj>
              </mc:Choice>
              <mc:Fallback>
                <p:oleObj name="Equation" r:id="rId17" imgW="939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472264" y="3821140"/>
                        <a:ext cx="2259012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539873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41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418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418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18823" grpId="0" autoUpdateAnimBg="0"/>
      <p:bldP spid="418824" grpId="0" autoUpdateAnimBg="0"/>
      <p:bldP spid="41882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1"/>
          <p:cNvSpPr txBox="1">
            <a:spLocks noChangeArrowheads="1"/>
          </p:cNvSpPr>
          <p:nvPr/>
        </p:nvSpPr>
        <p:spPr bwMode="auto">
          <a:xfrm>
            <a:off x="1983160" y="620688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375650"/>
              </p:ext>
            </p:extLst>
          </p:nvPr>
        </p:nvGraphicFramePr>
        <p:xfrm>
          <a:off x="1847528" y="620688"/>
          <a:ext cx="6689027" cy="206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8000" imgH="939800" progId="Equation.DSMT4">
                  <p:embed/>
                </p:oleObj>
              </mc:Choice>
              <mc:Fallback>
                <p:oleObj name="Equation" r:id="rId2" imgW="30480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620688"/>
                        <a:ext cx="6689027" cy="20629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1"/>
          <p:cNvGrpSpPr>
            <a:grpSpLocks/>
          </p:cNvGrpSpPr>
          <p:nvPr/>
        </p:nvGrpSpPr>
        <p:grpSpPr bwMode="auto">
          <a:xfrm>
            <a:off x="8633677" y="1652159"/>
            <a:ext cx="2882685" cy="1905000"/>
            <a:chOff x="3360" y="1728"/>
            <a:chExt cx="1860" cy="1597"/>
          </a:xfrm>
        </p:grpSpPr>
        <p:sp>
          <p:nvSpPr>
            <p:cNvPr id="34821" name="AutoShape 12" descr="窄竖线"/>
            <p:cNvSpPr>
              <a:spLocks noChangeArrowheads="1"/>
            </p:cNvSpPr>
            <p:nvPr/>
          </p:nvSpPr>
          <p:spPr bwMode="auto">
            <a:xfrm flipH="1">
              <a:off x="3888" y="2352"/>
              <a:ext cx="768" cy="768"/>
            </a:xfrm>
            <a:prstGeom prst="rtTriangle">
              <a:avLst/>
            </a:prstGeom>
            <a:pattFill prst="narVert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solidFill>
                  <a:srgbClr val="CC0000"/>
                </a:solidFill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4822" name="Arc 13"/>
            <p:cNvSpPr>
              <a:spLocks/>
            </p:cNvSpPr>
            <p:nvPr/>
          </p:nvSpPr>
          <p:spPr bwMode="auto">
            <a:xfrm flipV="1">
              <a:off x="3408" y="1776"/>
              <a:ext cx="1248" cy="13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3" name="Line 14"/>
            <p:cNvSpPr>
              <a:spLocks noChangeShapeType="1"/>
            </p:cNvSpPr>
            <p:nvPr/>
          </p:nvSpPr>
          <p:spPr bwMode="auto">
            <a:xfrm>
              <a:off x="4656" y="1824"/>
              <a:ext cx="0" cy="129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4824" name="Group 15"/>
            <p:cNvGrpSpPr>
              <a:grpSpLocks/>
            </p:cNvGrpSpPr>
            <p:nvPr/>
          </p:nvGrpSpPr>
          <p:grpSpPr bwMode="auto">
            <a:xfrm>
              <a:off x="3816" y="1990"/>
              <a:ext cx="1404" cy="1214"/>
              <a:chOff x="3816" y="1990"/>
              <a:chExt cx="1404" cy="1214"/>
            </a:xfrm>
          </p:grpSpPr>
          <p:sp>
            <p:nvSpPr>
              <p:cNvPr id="34836" name="Line 16"/>
              <p:cNvSpPr>
                <a:spLocks noChangeShapeType="1"/>
              </p:cNvSpPr>
              <p:nvPr/>
            </p:nvSpPr>
            <p:spPr bwMode="auto">
              <a:xfrm flipV="1">
                <a:off x="3816" y="2064"/>
                <a:ext cx="1140" cy="114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4837" name="Object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03630117"/>
                  </p:ext>
                </p:extLst>
              </p:nvPr>
            </p:nvGraphicFramePr>
            <p:xfrm>
              <a:off x="4988" y="1990"/>
              <a:ext cx="232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80" imgH="164880" progId="Equation.DSMT4">
                      <p:embed/>
                    </p:oleObj>
                  </mc:Choice>
                  <mc:Fallback>
                    <p:oleObj name="Equation" r:id="rId4" imgW="1522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88" y="1990"/>
                            <a:ext cx="232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4825" name="Group 18"/>
            <p:cNvGrpSpPr>
              <a:grpSpLocks/>
            </p:cNvGrpSpPr>
            <p:nvPr/>
          </p:nvGrpSpPr>
          <p:grpSpPr bwMode="auto">
            <a:xfrm>
              <a:off x="3360" y="1728"/>
              <a:ext cx="1728" cy="1559"/>
              <a:chOff x="3360" y="1728"/>
              <a:chExt cx="1728" cy="1559"/>
            </a:xfrm>
          </p:grpSpPr>
          <p:sp>
            <p:nvSpPr>
              <p:cNvPr id="34830" name="Line 19"/>
              <p:cNvSpPr>
                <a:spLocks noChangeShapeType="1"/>
              </p:cNvSpPr>
              <p:nvPr/>
            </p:nvSpPr>
            <p:spPr bwMode="auto">
              <a:xfrm>
                <a:off x="3360" y="3120"/>
                <a:ext cx="17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4831" name="Group 20"/>
              <p:cNvGrpSpPr>
                <a:grpSpLocks/>
              </p:cNvGrpSpPr>
              <p:nvPr/>
            </p:nvGrpSpPr>
            <p:grpSpPr bwMode="auto">
              <a:xfrm>
                <a:off x="3360" y="1728"/>
                <a:ext cx="1715" cy="1559"/>
                <a:chOff x="3360" y="1728"/>
                <a:chExt cx="1715" cy="1559"/>
              </a:xfrm>
            </p:grpSpPr>
            <p:sp>
              <p:nvSpPr>
                <p:cNvPr id="34832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3552" y="1728"/>
                  <a:ext cx="0" cy="153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34833" name="Object 22"/>
                <p:cNvGraphicFramePr>
                  <a:graphicFrameLocks noChangeAspect="1"/>
                </p:cNvGraphicFramePr>
                <p:nvPr/>
              </p:nvGraphicFramePr>
              <p:xfrm>
                <a:off x="4950" y="3168"/>
                <a:ext cx="125" cy="11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6" imgW="253890" imgH="241195" progId="Equation.3">
                        <p:embed/>
                      </p:oleObj>
                    </mc:Choice>
                    <mc:Fallback>
                      <p:oleObj name="公式" r:id="rId6" imgW="253890" imgH="24119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50" y="3168"/>
                              <a:ext cx="125" cy="11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4834" name="Object 23"/>
                <p:cNvGraphicFramePr>
                  <a:graphicFrameLocks noChangeAspect="1"/>
                </p:cNvGraphicFramePr>
                <p:nvPr/>
              </p:nvGraphicFramePr>
              <p:xfrm>
                <a:off x="3360" y="1758"/>
                <a:ext cx="125" cy="1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8" imgW="253780" imgH="317225" progId="Equation.3">
                        <p:embed/>
                      </p:oleObj>
                    </mc:Choice>
                    <mc:Fallback>
                      <p:oleObj name="公式" r:id="rId8" imgW="253780" imgH="31722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60" y="1758"/>
                              <a:ext cx="125" cy="15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4835" name="Object 24"/>
                <p:cNvGraphicFramePr>
                  <a:graphicFrameLocks noChangeAspect="1"/>
                </p:cNvGraphicFramePr>
                <p:nvPr/>
              </p:nvGraphicFramePr>
              <p:xfrm>
                <a:off x="3446" y="3146"/>
                <a:ext cx="106" cy="11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0" imgW="215713" imgH="241091" progId="Equation.3">
                        <p:embed/>
                      </p:oleObj>
                    </mc:Choice>
                    <mc:Fallback>
                      <p:oleObj name="公式" r:id="rId10" imgW="215713" imgH="241091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46" y="3146"/>
                              <a:ext cx="106" cy="11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34826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6338309"/>
                </p:ext>
              </p:extLst>
            </p:nvPr>
          </p:nvGraphicFramePr>
          <p:xfrm>
            <a:off x="4015" y="2499"/>
            <a:ext cx="257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164880" progId="Equation.DSMT4">
                    <p:embed/>
                  </p:oleObj>
                </mc:Choice>
                <mc:Fallback>
                  <p:oleObj name="Equation" r:id="rId12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5" y="2499"/>
                          <a:ext cx="257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7" name="Object 26"/>
            <p:cNvGraphicFramePr>
              <a:graphicFrameLocks noChangeAspect="1"/>
            </p:cNvGraphicFramePr>
            <p:nvPr/>
          </p:nvGraphicFramePr>
          <p:xfrm>
            <a:off x="3831" y="3168"/>
            <a:ext cx="143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91973" imgH="304668" progId="Equation.3">
                    <p:embed/>
                  </p:oleObj>
                </mc:Choice>
                <mc:Fallback>
                  <p:oleObj name="公式" r:id="rId14" imgW="291973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1" y="3168"/>
                          <a:ext cx="143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8" name="Object 27"/>
            <p:cNvGraphicFramePr>
              <a:graphicFrameLocks noChangeAspect="1"/>
            </p:cNvGraphicFramePr>
            <p:nvPr/>
          </p:nvGraphicFramePr>
          <p:xfrm>
            <a:off x="4704" y="2355"/>
            <a:ext cx="14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91973" imgH="291973" progId="Equation.3">
                    <p:embed/>
                  </p:oleObj>
                </mc:Choice>
                <mc:Fallback>
                  <p:oleObj name="公式" r:id="rId16" imgW="291973" imgH="2919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2355"/>
                          <a:ext cx="143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9" name="Object 28"/>
            <p:cNvGraphicFramePr>
              <a:graphicFrameLocks noChangeAspect="1"/>
            </p:cNvGraphicFramePr>
            <p:nvPr/>
          </p:nvGraphicFramePr>
          <p:xfrm>
            <a:off x="4609" y="3168"/>
            <a:ext cx="143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91847" imgH="317225" progId="Equation.3">
                    <p:embed/>
                  </p:oleObj>
                </mc:Choice>
                <mc:Fallback>
                  <p:oleObj name="公式" r:id="rId18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9" y="3168"/>
                          <a:ext cx="143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1717010" y="268363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2243177" y="2703148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如图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329382"/>
              </p:ext>
            </p:extLst>
          </p:nvPr>
        </p:nvGraphicFramePr>
        <p:xfrm>
          <a:off x="3332169" y="2770259"/>
          <a:ext cx="35814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581400" imgH="444500" progId="Equation.3">
                  <p:embed/>
                </p:oleObj>
              </mc:Choice>
              <mc:Fallback>
                <p:oleObj name="公式" r:id="rId20" imgW="35814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169" y="2770259"/>
                        <a:ext cx="35814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122409"/>
              </p:ext>
            </p:extLst>
          </p:nvPr>
        </p:nvGraphicFramePr>
        <p:xfrm>
          <a:off x="1846650" y="3308889"/>
          <a:ext cx="1879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879600" imgH="381000" progId="Equation.3">
                  <p:embed/>
                </p:oleObj>
              </mc:Choice>
              <mc:Fallback>
                <p:oleObj name="公式" r:id="rId22" imgW="1879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650" y="3308889"/>
                        <a:ext cx="1879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618035"/>
              </p:ext>
            </p:extLst>
          </p:nvPr>
        </p:nvGraphicFramePr>
        <p:xfrm>
          <a:off x="3862222" y="3255050"/>
          <a:ext cx="30861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3086100" imgH="431800" progId="Equation.3">
                  <p:embed/>
                </p:oleObj>
              </mc:Choice>
              <mc:Fallback>
                <p:oleObj name="公式" r:id="rId24" imgW="3086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222" y="3255050"/>
                        <a:ext cx="30861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226075"/>
              </p:ext>
            </p:extLst>
          </p:nvPr>
        </p:nvGraphicFramePr>
        <p:xfrm>
          <a:off x="1875760" y="3822159"/>
          <a:ext cx="15113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511300" imgH="482600" progId="Equation.3">
                  <p:embed/>
                </p:oleObj>
              </mc:Choice>
              <mc:Fallback>
                <p:oleObj name="公式" r:id="rId26" imgW="1511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760" y="3822159"/>
                        <a:ext cx="15113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478970"/>
              </p:ext>
            </p:extLst>
          </p:nvPr>
        </p:nvGraphicFramePr>
        <p:xfrm>
          <a:off x="3551929" y="3667562"/>
          <a:ext cx="1851595" cy="790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095500" imgH="889000" progId="Equation.3">
                  <p:embed/>
                </p:oleObj>
              </mc:Choice>
              <mc:Fallback>
                <p:oleObj name="公式" r:id="rId28" imgW="2095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929" y="3667562"/>
                        <a:ext cx="1851595" cy="790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904110"/>
              </p:ext>
            </p:extLst>
          </p:nvPr>
        </p:nvGraphicFramePr>
        <p:xfrm>
          <a:off x="5621933" y="3907094"/>
          <a:ext cx="1154389" cy="350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332921" imgH="406224" progId="Equation.3">
                  <p:embed/>
                </p:oleObj>
              </mc:Choice>
              <mc:Fallback>
                <p:oleObj name="公式" r:id="rId30" imgW="133292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1933" y="3907094"/>
                        <a:ext cx="1154389" cy="3501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718443"/>
              </p:ext>
            </p:extLst>
          </p:nvPr>
        </p:nvGraphicFramePr>
        <p:xfrm>
          <a:off x="6913569" y="3846391"/>
          <a:ext cx="2200361" cy="437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2552700" imgH="508000" progId="Equation.3">
                  <p:embed/>
                </p:oleObj>
              </mc:Choice>
              <mc:Fallback>
                <p:oleObj name="公式" r:id="rId32" imgW="25527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569" y="3846391"/>
                        <a:ext cx="2200361" cy="4379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044913"/>
              </p:ext>
            </p:extLst>
          </p:nvPr>
        </p:nvGraphicFramePr>
        <p:xfrm>
          <a:off x="1804822" y="4303171"/>
          <a:ext cx="4114800" cy="917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095200" imgH="406080" progId="Equation.DSMT4">
                  <p:embed/>
                </p:oleObj>
              </mc:Choice>
              <mc:Fallback>
                <p:oleObj name="Equation" r:id="rId34" imgW="2095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822" y="4303171"/>
                        <a:ext cx="4114800" cy="9174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554694"/>
              </p:ext>
            </p:extLst>
          </p:nvPr>
        </p:nvGraphicFramePr>
        <p:xfrm>
          <a:off x="6096000" y="4531655"/>
          <a:ext cx="1142379" cy="460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761760" imgH="228600" progId="Equation.DSMT4">
                  <p:embed/>
                </p:oleObj>
              </mc:Choice>
              <mc:Fallback>
                <p:oleObj name="Equation" r:id="rId36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531655"/>
                        <a:ext cx="1142379" cy="4604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001712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2525713" y="1143000"/>
          <a:ext cx="5194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194300" imgH="825500" progId="Equation.3">
                  <p:embed/>
                </p:oleObj>
              </mc:Choice>
              <mc:Fallback>
                <p:oleObj name="公式" r:id="rId2" imgW="51943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3" y="1143000"/>
                        <a:ext cx="5194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891" name="Text Box 3"/>
          <p:cNvSpPr txBox="1">
            <a:spLocks noChangeArrowheads="1"/>
          </p:cNvSpPr>
          <p:nvPr/>
        </p:nvSpPr>
        <p:spPr bwMode="auto">
          <a:xfrm>
            <a:off x="2386013" y="230028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解得</a:t>
            </a:r>
          </a:p>
        </p:txBody>
      </p:sp>
      <p:graphicFrame>
        <p:nvGraphicFramePr>
          <p:cNvPr id="421892" name="Object 4"/>
          <p:cNvGraphicFramePr>
            <a:graphicFrameLocks noChangeAspect="1"/>
          </p:cNvGraphicFramePr>
          <p:nvPr/>
        </p:nvGraphicFramePr>
        <p:xfrm>
          <a:off x="3516313" y="2133600"/>
          <a:ext cx="3746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46500" imgH="838200" progId="Equation.3">
                  <p:embed/>
                </p:oleObj>
              </mc:Choice>
              <mc:Fallback>
                <p:oleObj name="公式" r:id="rId4" imgW="3746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3" y="2133600"/>
                        <a:ext cx="3746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1893" name="Object 5"/>
          <p:cNvGraphicFramePr>
            <a:graphicFrameLocks noChangeAspect="1"/>
          </p:cNvGraphicFramePr>
          <p:nvPr/>
        </p:nvGraphicFramePr>
        <p:xfrm>
          <a:off x="2538413" y="3276600"/>
          <a:ext cx="1993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93900" imgH="838200" progId="Equation.3">
                  <p:embed/>
                </p:oleObj>
              </mc:Choice>
              <mc:Fallback>
                <p:oleObj name="公式" r:id="rId6" imgW="1993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3" y="3276600"/>
                        <a:ext cx="1993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1894" name="Object 6"/>
          <p:cNvGraphicFramePr>
            <a:graphicFrameLocks noChangeAspect="1"/>
          </p:cNvGraphicFramePr>
          <p:nvPr/>
        </p:nvGraphicFramePr>
        <p:xfrm>
          <a:off x="4598988" y="3505201"/>
          <a:ext cx="582612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83693" imgH="317225" progId="Equation.3">
                  <p:embed/>
                </p:oleObj>
              </mc:Choice>
              <mc:Fallback>
                <p:oleObj name="公式" r:id="rId8" imgW="583693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988" y="3505201"/>
                        <a:ext cx="582612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1895" name="Object 7"/>
          <p:cNvGraphicFramePr>
            <a:graphicFrameLocks noChangeAspect="1"/>
          </p:cNvGraphicFramePr>
          <p:nvPr/>
        </p:nvGraphicFramePr>
        <p:xfrm>
          <a:off x="5599113" y="3276600"/>
          <a:ext cx="3797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97300" imgH="838200" progId="Equation.3">
                  <p:embed/>
                </p:oleObj>
              </mc:Choice>
              <mc:Fallback>
                <p:oleObj name="Equation" r:id="rId10" imgW="37973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9113" y="3276600"/>
                        <a:ext cx="3797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1896" name="Object 8"/>
          <p:cNvGraphicFramePr>
            <a:graphicFrameLocks noChangeAspect="1"/>
          </p:cNvGraphicFramePr>
          <p:nvPr/>
        </p:nvGraphicFramePr>
        <p:xfrm>
          <a:off x="2538414" y="4495800"/>
          <a:ext cx="71389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137400" imgH="838200" progId="Equation.3">
                  <p:embed/>
                </p:oleObj>
              </mc:Choice>
              <mc:Fallback>
                <p:oleObj name="公式" r:id="rId12" imgW="7137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4" y="4495800"/>
                        <a:ext cx="713898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862775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1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1566870" y="1517215"/>
            <a:ext cx="59693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381510"/>
              </p:ext>
            </p:extLst>
          </p:nvPr>
        </p:nvGraphicFramePr>
        <p:xfrm>
          <a:off x="2089150" y="930012"/>
          <a:ext cx="3754369" cy="1766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76400" imgH="787400" progId="Equation.3">
                  <p:embed/>
                </p:oleObj>
              </mc:Choice>
              <mc:Fallback>
                <p:oleObj name="公式" r:id="rId2" imgW="16764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930012"/>
                        <a:ext cx="3754369" cy="1766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093753"/>
              </p:ext>
            </p:extLst>
          </p:nvPr>
        </p:nvGraphicFramePr>
        <p:xfrm>
          <a:off x="5919824" y="983042"/>
          <a:ext cx="4538569" cy="1736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57400" imgH="787400" progId="Equation.3">
                  <p:embed/>
                </p:oleObj>
              </mc:Choice>
              <mc:Fallback>
                <p:oleObj name="公式" r:id="rId4" imgW="20574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9824" y="983042"/>
                        <a:ext cx="4538569" cy="17363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1550525" y="2753380"/>
            <a:ext cx="3124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令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)=0,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得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，</a:t>
            </a:r>
          </a:p>
        </p:txBody>
      </p:sp>
      <p:graphicFrame>
        <p:nvGraphicFramePr>
          <p:cNvPr id="378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389283"/>
              </p:ext>
            </p:extLst>
          </p:nvPr>
        </p:nvGraphicFramePr>
        <p:xfrm>
          <a:off x="4703690" y="2743192"/>
          <a:ext cx="640873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31760" imgH="241200" progId="Equation.DSMT4">
                  <p:embed/>
                </p:oleObj>
              </mc:Choice>
              <mc:Fallback>
                <p:oleObj name="Equation" r:id="rId6" imgW="2831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3690" y="2743192"/>
                        <a:ext cx="640873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1489834" y="3443813"/>
            <a:ext cx="44299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∴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=1</a:t>
            </a:r>
            <a:r>
              <a:rPr lang="zh-CN" altLang="en-US" sz="2800" b="1" dirty="0">
                <a:latin typeface="Times New Roman" panose="02020603050405020304" pitchFamily="18" charset="0"/>
              </a:rPr>
              <a:t>为极大值点，极大值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454224"/>
              </p:ext>
            </p:extLst>
          </p:nvPr>
        </p:nvGraphicFramePr>
        <p:xfrm>
          <a:off x="5843519" y="3373217"/>
          <a:ext cx="1563102" cy="548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01309" imgH="317362" progId="Equation.3">
                  <p:embed/>
                </p:oleObj>
              </mc:Choice>
              <mc:Fallback>
                <p:oleObj name="公式" r:id="rId8" imgW="901309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519" y="3373217"/>
                        <a:ext cx="1563102" cy="5481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1492976" y="4084139"/>
            <a:ext cx="7696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∵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(-1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0)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内，</a:t>
            </a:r>
            <a:r>
              <a:rPr kumimoji="1" lang="zh-CN" altLang="en-US" sz="2800" b="1" i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)&lt;0;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(0, 1)</a:t>
            </a:r>
            <a:r>
              <a:rPr kumimoji="1" lang="zh-CN" altLang="zh-CN" sz="2800" b="1" dirty="0">
                <a:latin typeface="Times New Roman" panose="02020603050405020304" pitchFamily="18" charset="0"/>
              </a:rPr>
              <a:t>内 , 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)&gt;0;</a:t>
            </a:r>
          </a:p>
        </p:txBody>
      </p:sp>
      <p:sp>
        <p:nvSpPr>
          <p:cNvPr id="37898" name="Text Box 10"/>
          <p:cNvSpPr txBox="1">
            <a:spLocks noChangeArrowheads="1"/>
          </p:cNvSpPr>
          <p:nvPr/>
        </p:nvSpPr>
        <p:spPr bwMode="auto">
          <a:xfrm>
            <a:off x="1559496" y="276944"/>
            <a:ext cx="8720657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9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  <a:r>
              <a:rPr kumimoji="1" lang="en-US" altLang="en-US" sz="2800" b="1" dirty="0">
                <a:latin typeface="Times New Roman" panose="02020603050405020304" pitchFamily="18" charset="0"/>
              </a:rPr>
              <a:t>		  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的极值，并求其在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[-1,1]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上的最值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78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894095"/>
              </p:ext>
            </p:extLst>
          </p:nvPr>
        </p:nvGraphicFramePr>
        <p:xfrm>
          <a:off x="2773558" y="244761"/>
          <a:ext cx="2103242" cy="534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44060" imgH="317362" progId="Equation.3">
                  <p:embed/>
                </p:oleObj>
              </mc:Choice>
              <mc:Fallback>
                <p:oleObj name="公式" r:id="rId10" imgW="1244060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558" y="244761"/>
                        <a:ext cx="2103242" cy="534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1489834" y="4727372"/>
            <a:ext cx="5791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∴ 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=0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为极小值点，极小值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(0)=0.</a:t>
            </a:r>
          </a:p>
        </p:txBody>
      </p:sp>
      <p:graphicFrame>
        <p:nvGraphicFramePr>
          <p:cNvPr id="379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873658"/>
              </p:ext>
            </p:extLst>
          </p:nvPr>
        </p:nvGraphicFramePr>
        <p:xfrm>
          <a:off x="1566870" y="5261188"/>
          <a:ext cx="8828087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11400" imgH="469800" progId="Equation.DSMT4">
                  <p:embed/>
                </p:oleObj>
              </mc:Choice>
              <mc:Fallback>
                <p:oleObj name="Equation" r:id="rId12" imgW="39114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870" y="5261188"/>
                        <a:ext cx="8828087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67832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3" grpId="0"/>
      <p:bldP spid="37895" grpId="0"/>
      <p:bldP spid="37897" grpId="0"/>
      <p:bldP spid="3790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/>
          <p:cNvSpPr txBox="1">
            <a:spLocks noChangeArrowheads="1"/>
          </p:cNvSpPr>
          <p:nvPr/>
        </p:nvSpPr>
        <p:spPr bwMode="auto">
          <a:xfrm>
            <a:off x="1055440" y="873110"/>
            <a:ext cx="724878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9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498284"/>
              </p:ext>
            </p:extLst>
          </p:nvPr>
        </p:nvGraphicFramePr>
        <p:xfrm>
          <a:off x="1780318" y="692696"/>
          <a:ext cx="3739618" cy="1028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431640" progId="Equation.DSMT4">
                  <p:embed/>
                </p:oleObj>
              </mc:Choice>
              <mc:Fallback>
                <p:oleObj name="Equation" r:id="rId2" imgW="1562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0318" y="692696"/>
                        <a:ext cx="3739618" cy="1028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119300"/>
              </p:ext>
            </p:extLst>
          </p:nvPr>
        </p:nvGraphicFramePr>
        <p:xfrm>
          <a:off x="5447928" y="692696"/>
          <a:ext cx="58991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63480" imgH="431640" progId="Equation.DSMT4">
                  <p:embed/>
                </p:oleObj>
              </mc:Choice>
              <mc:Fallback>
                <p:oleObj name="Equation" r:id="rId4" imgW="246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928" y="692696"/>
                        <a:ext cx="589915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55440" y="200874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438463"/>
              </p:ext>
            </p:extLst>
          </p:nvPr>
        </p:nvGraphicFramePr>
        <p:xfrm>
          <a:off x="1599179" y="1781265"/>
          <a:ext cx="36480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3880" imgH="431640" progId="Equation.DSMT4">
                  <p:embed/>
                </p:oleObj>
              </mc:Choice>
              <mc:Fallback>
                <p:oleObj name="Equation" r:id="rId6" imgW="1523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179" y="1781265"/>
                        <a:ext cx="364807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330114"/>
              </p:ext>
            </p:extLst>
          </p:nvPr>
        </p:nvGraphicFramePr>
        <p:xfrm>
          <a:off x="5303912" y="2023041"/>
          <a:ext cx="294957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31560" imgH="228600" progId="Equation.DSMT4">
                  <p:embed/>
                </p:oleObj>
              </mc:Choice>
              <mc:Fallback>
                <p:oleObj name="Equation" r:id="rId8" imgW="1231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912" y="2023041"/>
                        <a:ext cx="2949575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55891"/>
              </p:ext>
            </p:extLst>
          </p:nvPr>
        </p:nvGraphicFramePr>
        <p:xfrm>
          <a:off x="8246422" y="1963489"/>
          <a:ext cx="313213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07880" imgH="228600" progId="Equation.DSMT4">
                  <p:embed/>
                </p:oleObj>
              </mc:Choice>
              <mc:Fallback>
                <p:oleObj name="Equation" r:id="rId10" imgW="1307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6422" y="1963489"/>
                        <a:ext cx="3132137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559355"/>
              </p:ext>
            </p:extLst>
          </p:nvPr>
        </p:nvGraphicFramePr>
        <p:xfrm>
          <a:off x="1055440" y="2873938"/>
          <a:ext cx="39211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38000" imgH="215640" progId="Equation.DSMT4">
                  <p:embed/>
                </p:oleObj>
              </mc:Choice>
              <mc:Fallback>
                <p:oleObj name="Equation" r:id="rId12" imgW="1638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2873938"/>
                        <a:ext cx="39211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793296"/>
              </p:ext>
            </p:extLst>
          </p:nvPr>
        </p:nvGraphicFramePr>
        <p:xfrm>
          <a:off x="5076163" y="2854435"/>
          <a:ext cx="319246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33440" imgH="215640" progId="Equation.DSMT4">
                  <p:embed/>
                </p:oleObj>
              </mc:Choice>
              <mc:Fallback>
                <p:oleObj name="Equation" r:id="rId14" imgW="1333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163" y="2854435"/>
                        <a:ext cx="3192462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747190"/>
              </p:ext>
            </p:extLst>
          </p:nvPr>
        </p:nvGraphicFramePr>
        <p:xfrm>
          <a:off x="1055440" y="3369462"/>
          <a:ext cx="8965172" cy="1011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09880" imgH="431640" progId="Equation.DSMT4">
                  <p:embed/>
                </p:oleObj>
              </mc:Choice>
              <mc:Fallback>
                <p:oleObj name="Equation" r:id="rId16" imgW="3809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3369462"/>
                        <a:ext cx="8965172" cy="1011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493283"/>
              </p:ext>
            </p:extLst>
          </p:nvPr>
        </p:nvGraphicFramePr>
        <p:xfrm>
          <a:off x="1055440" y="4393581"/>
          <a:ext cx="56467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400120" imgH="215640" progId="Equation.DSMT4">
                  <p:embed/>
                </p:oleObj>
              </mc:Choice>
              <mc:Fallback>
                <p:oleObj name="Equation" r:id="rId18" imgW="2400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4393581"/>
                        <a:ext cx="564673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80742"/>
              </p:ext>
            </p:extLst>
          </p:nvPr>
        </p:nvGraphicFramePr>
        <p:xfrm>
          <a:off x="6711097" y="4393581"/>
          <a:ext cx="27495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68200" imgH="215640" progId="Equation.DSMT4">
                  <p:embed/>
                </p:oleObj>
              </mc:Choice>
              <mc:Fallback>
                <p:oleObj name="Equation" r:id="rId20" imgW="1168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097" y="4393581"/>
                        <a:ext cx="27495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560202"/>
              </p:ext>
            </p:extLst>
          </p:nvPr>
        </p:nvGraphicFramePr>
        <p:xfrm>
          <a:off x="911424" y="5246904"/>
          <a:ext cx="26447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04840" imgH="203040" progId="Equation.DSMT4">
                  <p:embed/>
                </p:oleObj>
              </mc:Choice>
              <mc:Fallback>
                <p:oleObj name="Equation" r:id="rId22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5246904"/>
                        <a:ext cx="264477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165009"/>
              </p:ext>
            </p:extLst>
          </p:nvPr>
        </p:nvGraphicFramePr>
        <p:xfrm>
          <a:off x="3730377" y="4974647"/>
          <a:ext cx="24923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41120" imgH="431640" progId="Equation.DSMT4">
                  <p:embed/>
                </p:oleObj>
              </mc:Choice>
              <mc:Fallback>
                <p:oleObj name="Equation" r:id="rId24" imgW="1041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377" y="4974647"/>
                        <a:ext cx="249237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035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Box 1"/>
          <p:cNvSpPr txBox="1">
            <a:spLocks noChangeArrowheads="1"/>
          </p:cNvSpPr>
          <p:nvPr/>
        </p:nvSpPr>
        <p:spPr bwMode="auto">
          <a:xfrm>
            <a:off x="2208214" y="692151"/>
            <a:ext cx="1893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</a:p>
        </p:txBody>
      </p:sp>
      <p:graphicFrame>
        <p:nvGraphicFramePr>
          <p:cNvPr id="38915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916562"/>
              </p:ext>
            </p:extLst>
          </p:nvPr>
        </p:nvGraphicFramePr>
        <p:xfrm>
          <a:off x="4102101" y="532607"/>
          <a:ext cx="56245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54280" imgH="406080" progId="Equation.DSMT4">
                  <p:embed/>
                </p:oleObj>
              </mc:Choice>
              <mc:Fallback>
                <p:oleObj name="Equation" r:id="rId2" imgW="2654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1" y="532607"/>
                        <a:ext cx="5624513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143038" y="1442099"/>
            <a:ext cx="5445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2925243" y="1401240"/>
            <a:ext cx="3751263" cy="531812"/>
            <a:chOff x="1390990" y="1570038"/>
            <a:chExt cx="3750923" cy="531812"/>
          </a:xfrm>
        </p:grpSpPr>
        <p:sp>
          <p:nvSpPr>
            <p:cNvPr id="38934" name="TextBox 4"/>
            <p:cNvSpPr txBox="1">
              <a:spLocks noChangeArrowheads="1"/>
            </p:cNvSpPr>
            <p:nvPr/>
          </p:nvSpPr>
          <p:spPr bwMode="auto">
            <a:xfrm>
              <a:off x="1390990" y="1578528"/>
              <a:ext cx="58872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设</a:t>
              </a:r>
            </a:p>
          </p:txBody>
        </p:sp>
        <p:graphicFrame>
          <p:nvGraphicFramePr>
            <p:cNvPr id="38935" name="对象 5"/>
            <p:cNvGraphicFramePr>
              <a:graphicFrameLocks noChangeAspect="1"/>
            </p:cNvGraphicFramePr>
            <p:nvPr/>
          </p:nvGraphicFramePr>
          <p:xfrm>
            <a:off x="1979613" y="1570038"/>
            <a:ext cx="3162300" cy="531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58640" imgH="228600" progId="Equation.DSMT4">
                    <p:embed/>
                  </p:oleObj>
                </mc:Choice>
                <mc:Fallback>
                  <p:oleObj name="Equation" r:id="rId4" imgW="1358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613" y="1570038"/>
                          <a:ext cx="3162300" cy="5318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2095464" y="1970959"/>
            <a:ext cx="4598987" cy="523875"/>
            <a:chOff x="651905" y="2276475"/>
            <a:chExt cx="4597958" cy="523617"/>
          </a:xfrm>
        </p:grpSpPr>
        <p:sp>
          <p:nvSpPr>
            <p:cNvPr id="38932" name="TextBox 6"/>
            <p:cNvSpPr txBox="1">
              <a:spLocks noChangeArrowheads="1"/>
            </p:cNvSpPr>
            <p:nvPr/>
          </p:nvSpPr>
          <p:spPr bwMode="auto">
            <a:xfrm>
              <a:off x="651905" y="227687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令</a:t>
              </a:r>
            </a:p>
          </p:txBody>
        </p:sp>
        <p:graphicFrame>
          <p:nvGraphicFramePr>
            <p:cNvPr id="38933" name="对象 7"/>
            <p:cNvGraphicFramePr>
              <a:graphicFrameLocks noChangeAspect="1"/>
            </p:cNvGraphicFramePr>
            <p:nvPr/>
          </p:nvGraphicFramePr>
          <p:xfrm>
            <a:off x="1217613" y="2276475"/>
            <a:ext cx="4032250" cy="490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879560" imgH="228600" progId="Equation.DSMT4">
                    <p:embed/>
                  </p:oleObj>
                </mc:Choice>
                <mc:Fallback>
                  <p:oleObj name="Equation" r:id="rId6" imgW="18795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7613" y="2276475"/>
                          <a:ext cx="4032250" cy="490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6694451" y="1749265"/>
            <a:ext cx="2159000" cy="855662"/>
            <a:chOff x="5319040" y="2080012"/>
            <a:chExt cx="2159201" cy="855662"/>
          </a:xfrm>
        </p:grpSpPr>
        <p:sp>
          <p:nvSpPr>
            <p:cNvPr id="38930" name="TextBox 9"/>
            <p:cNvSpPr txBox="1">
              <a:spLocks noChangeArrowheads="1"/>
            </p:cNvSpPr>
            <p:nvPr/>
          </p:nvSpPr>
          <p:spPr bwMode="auto">
            <a:xfrm>
              <a:off x="5319040" y="2278851"/>
              <a:ext cx="12666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得驻点</a:t>
              </a:r>
            </a:p>
          </p:txBody>
        </p:sp>
        <p:graphicFrame>
          <p:nvGraphicFramePr>
            <p:cNvPr id="38931" name="对象 10"/>
            <p:cNvGraphicFramePr>
              <a:graphicFrameLocks noChangeAspect="1"/>
            </p:cNvGraphicFramePr>
            <p:nvPr/>
          </p:nvGraphicFramePr>
          <p:xfrm>
            <a:off x="6516216" y="2080012"/>
            <a:ext cx="962025" cy="855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57200" imgH="406080" progId="Equation.DSMT4">
                    <p:embed/>
                  </p:oleObj>
                </mc:Choice>
                <mc:Fallback>
                  <p:oleObj name="Equation" r:id="rId8" imgW="45720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6216" y="2080012"/>
                          <a:ext cx="962025" cy="855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2208214" y="2408962"/>
            <a:ext cx="5049837" cy="863600"/>
            <a:chOff x="703893" y="2754506"/>
            <a:chExt cx="5049910" cy="864096"/>
          </a:xfrm>
        </p:grpSpPr>
        <p:sp>
          <p:nvSpPr>
            <p:cNvPr id="38928" name="TextBox 12"/>
            <p:cNvSpPr txBox="1">
              <a:spLocks noChangeArrowheads="1"/>
            </p:cNvSpPr>
            <p:nvPr/>
          </p:nvSpPr>
          <p:spPr bwMode="auto">
            <a:xfrm>
              <a:off x="703893" y="2924944"/>
              <a:ext cx="9028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因为</a:t>
              </a:r>
            </a:p>
          </p:txBody>
        </p:sp>
        <p:graphicFrame>
          <p:nvGraphicFramePr>
            <p:cNvPr id="38929" name="对象 13"/>
            <p:cNvGraphicFramePr>
              <a:graphicFrameLocks noChangeAspect="1"/>
            </p:cNvGraphicFramePr>
            <p:nvPr/>
          </p:nvGraphicFramePr>
          <p:xfrm>
            <a:off x="1541335" y="2754506"/>
            <a:ext cx="4212468" cy="8640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81080" imgH="406080" progId="Equation.DSMT4">
                    <p:embed/>
                  </p:oleObj>
                </mc:Choice>
                <mc:Fallback>
                  <p:oleObj name="Equation" r:id="rId10" imgW="198108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1335" y="2754506"/>
                          <a:ext cx="4212468" cy="8640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2208214" y="3117190"/>
            <a:ext cx="5769575" cy="903287"/>
            <a:chOff x="701868" y="3507230"/>
            <a:chExt cx="5769020" cy="901597"/>
          </a:xfrm>
        </p:grpSpPr>
        <p:sp>
          <p:nvSpPr>
            <p:cNvPr id="38926" name="TextBox 16"/>
            <p:cNvSpPr txBox="1">
              <a:spLocks noChangeArrowheads="1"/>
            </p:cNvSpPr>
            <p:nvPr/>
          </p:nvSpPr>
          <p:spPr bwMode="auto">
            <a:xfrm>
              <a:off x="701868" y="3755676"/>
              <a:ext cx="9028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所以</a:t>
              </a:r>
            </a:p>
          </p:txBody>
        </p:sp>
        <p:graphicFrame>
          <p:nvGraphicFramePr>
            <p:cNvPr id="38927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3979641"/>
                </p:ext>
              </p:extLst>
            </p:nvPr>
          </p:nvGraphicFramePr>
          <p:xfrm>
            <a:off x="1540587" y="3507230"/>
            <a:ext cx="4930301" cy="901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222280" imgH="406080" progId="Equation.DSMT4">
                    <p:embed/>
                  </p:oleObj>
                </mc:Choice>
                <mc:Fallback>
                  <p:oleObj name="Equation" r:id="rId12" imgW="222228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0587" y="3507230"/>
                          <a:ext cx="4930301" cy="901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2292670" y="3887478"/>
            <a:ext cx="5562600" cy="890588"/>
            <a:chOff x="737594" y="4554642"/>
            <a:chExt cx="5562622" cy="890582"/>
          </a:xfrm>
        </p:grpSpPr>
        <p:sp>
          <p:nvSpPr>
            <p:cNvPr id="38924" name="TextBox 19"/>
            <p:cNvSpPr txBox="1">
              <a:spLocks noChangeArrowheads="1"/>
            </p:cNvSpPr>
            <p:nvPr/>
          </p:nvSpPr>
          <p:spPr bwMode="auto">
            <a:xfrm>
              <a:off x="737594" y="4725144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故</a:t>
              </a:r>
            </a:p>
          </p:txBody>
        </p:sp>
        <p:graphicFrame>
          <p:nvGraphicFramePr>
            <p:cNvPr id="38925" name="对象 20"/>
            <p:cNvGraphicFramePr>
              <a:graphicFrameLocks noChangeAspect="1"/>
            </p:cNvGraphicFramePr>
            <p:nvPr/>
          </p:nvGraphicFramePr>
          <p:xfrm>
            <a:off x="1374185" y="4554642"/>
            <a:ext cx="4926031" cy="890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247840" imgH="406080" progId="Equation.DSMT4">
                    <p:embed/>
                  </p:oleObj>
                </mc:Choice>
                <mc:Fallback>
                  <p:oleObj name="Equation" r:id="rId14" imgW="224784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4185" y="4554642"/>
                          <a:ext cx="4926031" cy="8905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798373"/>
              </p:ext>
            </p:extLst>
          </p:nvPr>
        </p:nvGraphicFramePr>
        <p:xfrm>
          <a:off x="2347790" y="4746846"/>
          <a:ext cx="5148263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311200" imgH="711000" progId="Equation.DSMT4">
                  <p:embed/>
                </p:oleObj>
              </mc:Choice>
              <mc:Fallback>
                <p:oleObj name="Equation" r:id="rId16" imgW="23112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790" y="4746846"/>
                        <a:ext cx="5148263" cy="15843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10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/>
          <p:cNvSpPr>
            <a:spLocks noChangeArrowheads="1"/>
          </p:cNvSpPr>
          <p:nvPr/>
        </p:nvSpPr>
        <p:spPr bwMode="auto">
          <a:xfrm>
            <a:off x="1300025" y="1988840"/>
            <a:ext cx="9001000" cy="3132348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542718"/>
              </p:ext>
            </p:extLst>
          </p:nvPr>
        </p:nvGraphicFramePr>
        <p:xfrm>
          <a:off x="1803995" y="2429531"/>
          <a:ext cx="79930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71720" imgH="215640" progId="Equation.DSMT4">
                  <p:embed/>
                </p:oleObj>
              </mc:Choice>
              <mc:Fallback>
                <p:oleObj name="Equation" r:id="rId3" imgW="3771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995" y="2429531"/>
                        <a:ext cx="79930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872417"/>
              </p:ext>
            </p:extLst>
          </p:nvPr>
        </p:nvGraphicFramePr>
        <p:xfrm>
          <a:off x="1750019" y="3033232"/>
          <a:ext cx="81010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22480" imgH="215640" progId="Equation.DSMT4">
                  <p:embed/>
                </p:oleObj>
              </mc:Choice>
              <mc:Fallback>
                <p:oleObj name="Equation" r:id="rId5" imgW="3822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019" y="3033232"/>
                        <a:ext cx="81010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845314"/>
              </p:ext>
            </p:extLst>
          </p:nvPr>
        </p:nvGraphicFramePr>
        <p:xfrm>
          <a:off x="1750019" y="3639045"/>
          <a:ext cx="770413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29000" imgH="215640" progId="Equation.DSMT4">
                  <p:embed/>
                </p:oleObj>
              </mc:Choice>
              <mc:Fallback>
                <p:oleObj name="Equation" r:id="rId7" imgW="3429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019" y="3639045"/>
                        <a:ext cx="7704138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910332"/>
              </p:ext>
            </p:extLst>
          </p:nvPr>
        </p:nvGraphicFramePr>
        <p:xfrm>
          <a:off x="2279576" y="4343157"/>
          <a:ext cx="37369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63560" imgH="203040" progId="Equation.DSMT4">
                  <p:embed/>
                </p:oleObj>
              </mc:Choice>
              <mc:Fallback>
                <p:oleObj name="Equation" r:id="rId9" imgW="1663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4343157"/>
                        <a:ext cx="37369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999656" y="1333447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利用函数的最值证明不等式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903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9306</TotalTime>
  <Words>953</Words>
  <Application>Microsoft Office PowerPoint</Application>
  <PresentationFormat>宽屏</PresentationFormat>
  <Paragraphs>222</Paragraphs>
  <Slides>43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43</vt:i4>
      </vt:variant>
    </vt:vector>
  </HeadingPairs>
  <TitlesOfParts>
    <vt:vector size="59" baseType="lpstr">
      <vt:lpstr>等线</vt:lpstr>
      <vt:lpstr>黑体</vt:lpstr>
      <vt:lpstr>华文楷体</vt:lpstr>
      <vt:lpstr>楷体_GB2312</vt:lpstr>
      <vt:lpstr>宋体</vt:lpstr>
      <vt:lpstr>Microsoft Yahei</vt:lpstr>
      <vt:lpstr>Arial</vt:lpstr>
      <vt:lpstr>Brush Script MT</vt:lpstr>
      <vt:lpstr>Calibri</vt:lpstr>
      <vt:lpstr>Cambria Math</vt:lpstr>
      <vt:lpstr>Tahoma</vt:lpstr>
      <vt:lpstr>Times New Roman</vt:lpstr>
      <vt:lpstr>Office 主题</vt:lpstr>
      <vt:lpstr>Equation</vt:lpstr>
      <vt:lpstr>公式</vt:lpstr>
      <vt:lpstr>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二、函数的极值与最大值最小值</vt:lpstr>
      <vt:lpstr>A、函数极值的定义</vt:lpstr>
      <vt:lpstr>PowerPoint 演示文稿</vt:lpstr>
      <vt:lpstr>B、函数极值的求法</vt:lpstr>
      <vt:lpstr>PowerPoint 演示文稿</vt:lpstr>
      <vt:lpstr>PowerPoint 演示文稿</vt:lpstr>
      <vt:lpstr>PowerPoint 演示文稿</vt:lpstr>
      <vt:lpstr>例1 求函数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例3  求函数</vt:lpstr>
      <vt:lpstr>PowerPoint 演示文稿</vt:lpstr>
      <vt:lpstr>PowerPoint 演示文稿</vt:lpstr>
      <vt:lpstr>PowerPoint 演示文稿</vt:lpstr>
      <vt:lpstr>PowerPoint 演示文稿</vt:lpstr>
      <vt:lpstr>C、函数最值的求法</vt:lpstr>
      <vt:lpstr>PowerPoint 演示文稿</vt:lpstr>
      <vt:lpstr>D、应用举例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243</cp:revision>
  <dcterms:created xsi:type="dcterms:W3CDTF">2009-06-13T01:14:34Z</dcterms:created>
  <dcterms:modified xsi:type="dcterms:W3CDTF">2023-11-12T10:47:52Z</dcterms:modified>
</cp:coreProperties>
</file>