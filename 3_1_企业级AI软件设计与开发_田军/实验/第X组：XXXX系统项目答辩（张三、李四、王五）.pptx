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15051996" r:id="rId3"/>
    <p:sldId id="15051997" r:id="rId4"/>
    <p:sldId id="15051901" r:id="rId5"/>
    <p:sldId id="15052080" r:id="rId6"/>
    <p:sldId id="15052195" r:id="rId7"/>
    <p:sldId id="15052200" r:id="rId8"/>
    <p:sldId id="15052000" r:id="rId9"/>
    <p:sldId id="15052159" r:id="rId10"/>
    <p:sldId id="15052194" r:id="rId11"/>
    <p:sldId id="15052183" r:id="rId12"/>
    <p:sldId id="15052193" r:id="rId13"/>
    <p:sldId id="15052184" r:id="rId14"/>
    <p:sldId id="15052186" r:id="rId15"/>
    <p:sldId id="15052188" r:id="rId16"/>
    <p:sldId id="15052189" r:id="rId17"/>
    <p:sldId id="15052197" r:id="rId18"/>
    <p:sldId id="15052198" r:id="rId19"/>
    <p:sldId id="15052002" r:id="rId20"/>
    <p:sldId id="15052187" r:id="rId21"/>
    <p:sldId id="15052196" r:id="rId22"/>
    <p:sldId id="15052199" r:id="rId23"/>
    <p:sldId id="15051907" r:id="rId24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5EC29B2-0182-BA45-920F-082F96231AAE}">
          <p14:sldIdLst>
            <p14:sldId id="15051996"/>
            <p14:sldId id="15051997"/>
            <p14:sldId id="15051901"/>
            <p14:sldId id="15052080"/>
            <p14:sldId id="15052195"/>
            <p14:sldId id="15052200"/>
            <p14:sldId id="15052000"/>
            <p14:sldId id="15052159"/>
            <p14:sldId id="15052194"/>
            <p14:sldId id="15052183"/>
            <p14:sldId id="15052193"/>
            <p14:sldId id="15052184"/>
            <p14:sldId id="15052186"/>
            <p14:sldId id="15052188"/>
            <p14:sldId id="15052189"/>
            <p14:sldId id="15052197"/>
            <p14:sldId id="15052198"/>
            <p14:sldId id="15052002"/>
            <p14:sldId id="15052187"/>
            <p14:sldId id="15052196"/>
            <p14:sldId id="15052199"/>
            <p14:sldId id="150519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910" userDrawn="1">
          <p15:clr>
            <a:srgbClr val="A4A3A4"/>
          </p15:clr>
        </p15:guide>
        <p15:guide id="3" pos="323" userDrawn="1">
          <p15:clr>
            <a:srgbClr val="A4A3A4"/>
          </p15:clr>
        </p15:guide>
        <p15:guide id="4" pos="7496" userDrawn="1">
          <p15:clr>
            <a:srgbClr val="A4A3A4"/>
          </p15:clr>
        </p15:guide>
        <p15:guide id="5" orient="horz" pos="187" userDrawn="1">
          <p15:clr>
            <a:srgbClr val="A4A3A4"/>
          </p15:clr>
        </p15:guide>
        <p15:guide id="6" orient="horz" pos="413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DFF"/>
    <a:srgbClr val="DFE8FB"/>
    <a:srgbClr val="2970EB"/>
    <a:srgbClr val="2A70EB"/>
    <a:srgbClr val="A16EFF"/>
    <a:srgbClr val="08C8C8"/>
    <a:srgbClr val="22AAFE"/>
    <a:srgbClr val="2287F5"/>
    <a:srgbClr val="00BEEE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88"/>
    <p:restoredTop sz="97013"/>
  </p:normalViewPr>
  <p:slideViewPr>
    <p:cSldViewPr snapToGrid="0" snapToObjects="1" showGuides="1">
      <p:cViewPr varScale="1">
        <p:scale>
          <a:sx n="128" d="100"/>
          <a:sy n="128" d="100"/>
        </p:scale>
        <p:origin x="696" y="176"/>
      </p:cViewPr>
      <p:guideLst>
        <p:guide orient="horz" pos="2174"/>
        <p:guide pos="3910"/>
        <p:guide pos="323"/>
        <p:guide pos="7496"/>
        <p:guide orient="horz" pos="187"/>
        <p:guide orient="horz" pos="4133"/>
      </p:guideLst>
    </p:cSldViewPr>
  </p:slideViewPr>
  <p:outlineViewPr>
    <p:cViewPr>
      <p:scale>
        <a:sx n="33" d="100"/>
        <a:sy n="33" d="100"/>
      </p:scale>
      <p:origin x="0" y="-4744"/>
    </p:cViewPr>
  </p:outlineViewPr>
  <p:notesTextViewPr>
    <p:cViewPr>
      <p:scale>
        <a:sx n="95" d="100"/>
        <a:sy n="9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>
      <p:cViewPr varScale="1">
        <p:scale>
          <a:sx n="91" d="100"/>
          <a:sy n="91" d="100"/>
        </p:scale>
        <p:origin x="336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3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E19F4-DBB6-494E-8B80-C4CE2BCEE7EC}" type="datetimeFigureOut">
              <a:rPr kumimoji="1"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kumimoji="1"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32F7C6-D169-FA41-B673-4CE8B60BE24C}" type="slidenum">
              <a:rPr kumimoji="1"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kumimoji="1"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ECA5D1CA-E7AD-0541-B262-65F1E0DA9722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D740BD7-1B7C-F34E-AE28-38FEB5E5D81B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image" Target="../media/image9.jpeg"/><Relationship Id="rId4" Type="http://schemas.openxmlformats.org/officeDocument/2006/relationships/image" Target="../media/image6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679"/>
          </a:xfrm>
          <a:prstGeom prst="rect">
            <a:avLst/>
          </a:prstGeom>
        </p:spPr>
      </p:pic>
      <p:sp>
        <p:nvSpPr>
          <p:cNvPr id="5" name="标题占位符 1"/>
          <p:cNvSpPr>
            <a:spLocks noGrp="1"/>
          </p:cNvSpPr>
          <p:nvPr>
            <p:ph type="title" hasCustomPrompt="1"/>
          </p:nvPr>
        </p:nvSpPr>
        <p:spPr>
          <a:xfrm>
            <a:off x="838200" y="20543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单击此处编辑标题（</a:t>
            </a:r>
            <a:r>
              <a:rPr kumimoji="1" lang="en-US" altLang="zh-CN" dirty="0"/>
              <a:t>54</a:t>
            </a:r>
            <a:r>
              <a:rPr kumimoji="1" lang="zh-CN" altLang="en-US" dirty="0"/>
              <a:t>磅）</a:t>
            </a:r>
            <a:endParaRPr kumimoji="1"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838200" y="4804913"/>
            <a:ext cx="2750820" cy="405442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撰稿人</a:t>
            </a:r>
            <a:endParaRPr lang="zh-CN" altLang="en-US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838200" y="5226226"/>
            <a:ext cx="2745334" cy="432701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撰稿部门</a:t>
            </a:r>
            <a:endParaRPr lang="zh-CN" alt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832714" y="5667554"/>
            <a:ext cx="2750820" cy="301924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</a:lstStyle>
          <a:p>
            <a:pPr lvl="0"/>
            <a:r>
              <a:rPr lang="en-US" altLang="zh-CN" dirty="0"/>
              <a:t>2023.03.01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、提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2960" y="0"/>
            <a:ext cx="12186080" cy="6858000"/>
          </a:xfrm>
          <a:prstGeom prst="rect">
            <a:avLst/>
          </a:prstGeom>
        </p:spPr>
      </p:pic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11585575" y="6431915"/>
            <a:ext cx="352425" cy="137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i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i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3" hasCustomPrompt="1"/>
          </p:nvPr>
        </p:nvSpPr>
        <p:spPr>
          <a:xfrm>
            <a:off x="408475" y="2809762"/>
            <a:ext cx="1052336" cy="7514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20" name="文本占位符 18"/>
          <p:cNvSpPr>
            <a:spLocks noGrp="1"/>
          </p:cNvSpPr>
          <p:nvPr>
            <p:ph type="body" sz="quarter" idx="14" hasCustomPrompt="1"/>
          </p:nvPr>
        </p:nvSpPr>
        <p:spPr>
          <a:xfrm>
            <a:off x="408475" y="3889909"/>
            <a:ext cx="1052336" cy="673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5" hasCustomPrompt="1"/>
          </p:nvPr>
        </p:nvSpPr>
        <p:spPr>
          <a:xfrm>
            <a:off x="1637847" y="1688799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  <a:endParaRPr kumimoji="1" lang="zh-CN" altLang="en-US" dirty="0"/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1637847" y="2142501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1-1.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1-2.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1-3.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18" hasCustomPrompt="1"/>
          </p:nvPr>
        </p:nvSpPr>
        <p:spPr>
          <a:xfrm>
            <a:off x="1637847" y="3209303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2-1.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2-2.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2-3.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27" name="文本占位符 21"/>
          <p:cNvSpPr>
            <a:spLocks noGrp="1"/>
          </p:cNvSpPr>
          <p:nvPr>
            <p:ph type="body" sz="quarter" idx="20" hasCustomPrompt="1"/>
          </p:nvPr>
        </p:nvSpPr>
        <p:spPr>
          <a:xfrm>
            <a:off x="1637847" y="4278565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3-1.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3-2.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3-3.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28" name="文本占位符 18"/>
          <p:cNvSpPr>
            <a:spLocks noGrp="1"/>
          </p:cNvSpPr>
          <p:nvPr>
            <p:ph type="body" sz="quarter" idx="21" hasCustomPrompt="1"/>
          </p:nvPr>
        </p:nvSpPr>
        <p:spPr>
          <a:xfrm>
            <a:off x="408475" y="4957146"/>
            <a:ext cx="1052336" cy="673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637847" y="5345802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4-1.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4-2.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4-3.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31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10065781" y="1737455"/>
            <a:ext cx="1213281" cy="405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10065782" y="2816557"/>
            <a:ext cx="1213281" cy="405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3" name="文本占位符 21"/>
          <p:cNvSpPr>
            <a:spLocks noGrp="1"/>
          </p:cNvSpPr>
          <p:nvPr>
            <p:ph type="body" sz="quarter" idx="26" hasCustomPrompt="1"/>
          </p:nvPr>
        </p:nvSpPr>
        <p:spPr>
          <a:xfrm>
            <a:off x="10065782" y="3896705"/>
            <a:ext cx="1213281" cy="405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10065782" y="4974828"/>
            <a:ext cx="1213281" cy="405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2A71EC"/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7" name="文本占位符 5"/>
          <p:cNvSpPr>
            <a:spLocks noGrp="1"/>
          </p:cNvSpPr>
          <p:nvPr>
            <p:ph type="body" sz="quarter" idx="28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36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1637847" y="2799142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  <a:endParaRPr kumimoji="1" lang="zh-CN" altLang="en-US" dirty="0"/>
          </a:p>
        </p:txBody>
      </p:sp>
      <p:sp>
        <p:nvSpPr>
          <p:cNvPr id="38" name="文本占位符 21"/>
          <p:cNvSpPr>
            <a:spLocks noGrp="1"/>
          </p:cNvSpPr>
          <p:nvPr>
            <p:ph type="body" sz="quarter" idx="30" hasCustomPrompt="1"/>
          </p:nvPr>
        </p:nvSpPr>
        <p:spPr>
          <a:xfrm>
            <a:off x="1637847" y="3876827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  <a:endParaRPr kumimoji="1" lang="zh-CN" altLang="en-US" dirty="0"/>
          </a:p>
        </p:txBody>
      </p:sp>
      <p:sp>
        <p:nvSpPr>
          <p:cNvPr id="39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1637847" y="4938184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  <a:endParaRPr kumimoji="1"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8477549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42" name="文本占位符 18"/>
          <p:cNvSpPr>
            <a:spLocks noGrp="1"/>
          </p:cNvSpPr>
          <p:nvPr>
            <p:ph type="body" sz="quarter" idx="32" hasCustomPrompt="1"/>
          </p:nvPr>
        </p:nvSpPr>
        <p:spPr>
          <a:xfrm>
            <a:off x="392146" y="1650434"/>
            <a:ext cx="1052336" cy="830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11435715" y="6480810"/>
            <a:ext cx="360045" cy="114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97213" y="1374180"/>
            <a:ext cx="11206475" cy="4890199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单击此处编辑文本样式，内文行距</a:t>
            </a:r>
            <a:r>
              <a:rPr lang="en-US" altLang="zh-CN" dirty="0"/>
              <a:t>1.3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28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8913174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蓝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"/>
          <p:cNvSpPr/>
          <p:nvPr userDrawn="1"/>
        </p:nvSpPr>
        <p:spPr>
          <a:xfrm>
            <a:off x="0" y="0"/>
            <a:ext cx="12193588" cy="6858000"/>
          </a:xfrm>
          <a:prstGeom prst="rect">
            <a:avLst/>
          </a:prstGeom>
          <a:solidFill>
            <a:srgbClr val="2A71EC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3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20" b="0" i="0" dirty="0">
              <a:solidFill>
                <a:srgbClr val="FFC000"/>
              </a:solidFill>
              <a:latin typeface="微软雅黑" panose="020B0503020204020204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11585575" y="6442075"/>
            <a:ext cx="296545" cy="146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97213" y="1374180"/>
            <a:ext cx="11206475" cy="4890199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单击此处编辑文本样式，内文行距</a:t>
            </a:r>
            <a:r>
              <a:rPr lang="en-US" altLang="zh-CN" dirty="0"/>
              <a:t>1.3</a:t>
            </a:r>
            <a:endParaRPr lang="en-US" altLang="zh-CN" dirty="0"/>
          </a:p>
        </p:txBody>
      </p:sp>
      <p:sp>
        <p:nvSpPr>
          <p:cNvPr id="10" name="文本占位符 5"/>
          <p:cNvSpPr>
            <a:spLocks noGrp="1"/>
          </p:cNvSpPr>
          <p:nvPr>
            <p:ph type="body" sz="quarter" idx="28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副标题，微软雅黑粗体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8801662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文-单图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1" hasCustomPrompt="1"/>
          </p:nvPr>
        </p:nvSpPr>
        <p:spPr>
          <a:xfrm>
            <a:off x="504846" y="1185038"/>
            <a:ext cx="11158547" cy="3726207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23" hasCustomPrompt="1"/>
          </p:nvPr>
        </p:nvSpPr>
        <p:spPr>
          <a:xfrm>
            <a:off x="416646" y="5173428"/>
            <a:ext cx="2525485" cy="36280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25" name="文本占位符 3"/>
          <p:cNvSpPr>
            <a:spLocks noGrp="1"/>
          </p:cNvSpPr>
          <p:nvPr>
            <p:ph type="body" sz="quarter" idx="24" hasCustomPrompt="1"/>
          </p:nvPr>
        </p:nvSpPr>
        <p:spPr>
          <a:xfrm>
            <a:off x="416645" y="5530554"/>
            <a:ext cx="2525484" cy="84184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28" name="文本占位符 3"/>
          <p:cNvSpPr>
            <a:spLocks noGrp="1"/>
          </p:cNvSpPr>
          <p:nvPr>
            <p:ph type="body" sz="quarter" idx="25" hasCustomPrompt="1"/>
          </p:nvPr>
        </p:nvSpPr>
        <p:spPr>
          <a:xfrm>
            <a:off x="4788828" y="5173428"/>
            <a:ext cx="2525484" cy="36280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29" name="文本占位符 3"/>
          <p:cNvSpPr>
            <a:spLocks noGrp="1"/>
          </p:cNvSpPr>
          <p:nvPr>
            <p:ph type="body" sz="quarter" idx="26" hasCustomPrompt="1"/>
          </p:nvPr>
        </p:nvSpPr>
        <p:spPr>
          <a:xfrm>
            <a:off x="4788828" y="5530554"/>
            <a:ext cx="2525484" cy="84184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31" name="文本占位符 3"/>
          <p:cNvSpPr>
            <a:spLocks noGrp="1"/>
          </p:cNvSpPr>
          <p:nvPr>
            <p:ph type="body" sz="quarter" idx="28" hasCustomPrompt="1"/>
          </p:nvPr>
        </p:nvSpPr>
        <p:spPr>
          <a:xfrm>
            <a:off x="9159097" y="5530554"/>
            <a:ext cx="2525484" cy="84184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29" hasCustomPrompt="1"/>
          </p:nvPr>
        </p:nvSpPr>
        <p:spPr>
          <a:xfrm>
            <a:off x="9159097" y="5173428"/>
            <a:ext cx="2525484" cy="36280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21" name="Text Box 5"/>
          <p:cNvSpPr txBox="1">
            <a:spLocks noChangeArrowheads="1"/>
          </p:cNvSpPr>
          <p:nvPr userDrawn="1"/>
        </p:nvSpPr>
        <p:spPr bwMode="auto">
          <a:xfrm>
            <a:off x="11459845" y="6350635"/>
            <a:ext cx="335915" cy="245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19" name="文本占位符 5"/>
          <p:cNvSpPr>
            <a:spLocks noGrp="1"/>
          </p:cNvSpPr>
          <p:nvPr>
            <p:ph type="body" sz="quarter" idx="30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22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8957779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文-双图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3"/>
          <p:cNvSpPr>
            <a:spLocks noGrp="1"/>
          </p:cNvSpPr>
          <p:nvPr>
            <p:ph type="body" sz="quarter" idx="26" hasCustomPrompt="1"/>
          </p:nvPr>
        </p:nvSpPr>
        <p:spPr>
          <a:xfrm>
            <a:off x="6754765" y="4996033"/>
            <a:ext cx="4457828" cy="552822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  <p:sp>
        <p:nvSpPr>
          <p:cNvPr id="15" name="文本占位符 3"/>
          <p:cNvSpPr>
            <a:spLocks noGrp="1"/>
          </p:cNvSpPr>
          <p:nvPr>
            <p:ph type="body" sz="quarter" idx="24" hasCustomPrompt="1"/>
          </p:nvPr>
        </p:nvSpPr>
        <p:spPr>
          <a:xfrm>
            <a:off x="1203899" y="4996033"/>
            <a:ext cx="4457828" cy="552822"/>
          </a:xfrm>
          <a:prstGeom prst="rect">
            <a:avLst/>
          </a:prstGeom>
        </p:spPr>
        <p:txBody>
          <a:bodyPr anchor="t"/>
          <a:lstStyle>
            <a:lvl1pPr marL="0" marR="0" indent="0" algn="ctr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  <p:sp>
        <p:nvSpPr>
          <p:cNvPr id="16" name="文本占位符 3"/>
          <p:cNvSpPr>
            <a:spLocks noGrp="1"/>
          </p:cNvSpPr>
          <p:nvPr>
            <p:ph type="body" sz="quarter" idx="25" hasCustomPrompt="1"/>
          </p:nvPr>
        </p:nvSpPr>
        <p:spPr>
          <a:xfrm>
            <a:off x="7259429" y="1309146"/>
            <a:ext cx="3496022" cy="7223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23" hasCustomPrompt="1"/>
          </p:nvPr>
        </p:nvSpPr>
        <p:spPr>
          <a:xfrm>
            <a:off x="1704679" y="1309146"/>
            <a:ext cx="3496022" cy="7223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 hasCustomPrompt="1"/>
          </p:nvPr>
        </p:nvSpPr>
        <p:spPr>
          <a:xfrm>
            <a:off x="1293491" y="2008738"/>
            <a:ext cx="4318917" cy="2821048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 hasCustomPrompt="1"/>
          </p:nvPr>
        </p:nvSpPr>
        <p:spPr>
          <a:xfrm>
            <a:off x="6848241" y="2008738"/>
            <a:ext cx="4318917" cy="2821048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12" name="文本占位符 5"/>
          <p:cNvSpPr>
            <a:spLocks noGrp="1"/>
          </p:cNvSpPr>
          <p:nvPr>
            <p:ph type="body" sz="quarter" idx="30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8768208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23" name="Text Box 5"/>
          <p:cNvSpPr txBox="1">
            <a:spLocks noChangeArrowheads="1"/>
          </p:cNvSpPr>
          <p:nvPr userDrawn="1"/>
        </p:nvSpPr>
        <p:spPr bwMode="auto">
          <a:xfrm>
            <a:off x="11459845" y="6457950"/>
            <a:ext cx="335915" cy="137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文-双图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5551533" y="1725125"/>
            <a:ext cx="3608298" cy="368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8" hasCustomPrompt="1"/>
          </p:nvPr>
        </p:nvSpPr>
        <p:spPr>
          <a:xfrm>
            <a:off x="1394279" y="1492258"/>
            <a:ext cx="3419030" cy="2233612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marL="0" indent="0"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317500" lvl="0" indent="-317500" algn="ctr"/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17" name="Picture Placeholder 8"/>
          <p:cNvSpPr>
            <a:spLocks noGrp="1"/>
          </p:cNvSpPr>
          <p:nvPr>
            <p:ph type="pic" sz="quarter" idx="19" hasCustomPrompt="1"/>
          </p:nvPr>
        </p:nvSpPr>
        <p:spPr>
          <a:xfrm>
            <a:off x="1394279" y="4008438"/>
            <a:ext cx="3419030" cy="2233612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marL="0" indent="0" algn="ctr">
              <a:buFontTx/>
              <a:buNone/>
              <a:defRPr kumimoji="1" lang="en-US" altLang="en-US" sz="800" b="0" i="0" u="none" strike="noStrike" cap="none" spc="0" baseline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PingFang SC Regular"/>
              </a:defRPr>
            </a:lvl1pPr>
          </a:lstStyle>
          <a:p>
            <a:pPr lvl="0" algn="ctr"/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18" name="文本占位符 3"/>
          <p:cNvSpPr>
            <a:spLocks noGrp="1"/>
          </p:cNvSpPr>
          <p:nvPr>
            <p:ph type="body" sz="quarter" idx="20" hasCustomPrompt="1"/>
          </p:nvPr>
        </p:nvSpPr>
        <p:spPr>
          <a:xfrm>
            <a:off x="5551534" y="2110029"/>
            <a:ext cx="3608298" cy="84520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  <p:sp>
        <p:nvSpPr>
          <p:cNvPr id="15" name="文本占位符 5"/>
          <p:cNvSpPr>
            <a:spLocks noGrp="1"/>
          </p:cNvSpPr>
          <p:nvPr>
            <p:ph type="body" sz="quarter" idx="30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20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9024686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31" hasCustomPrompt="1"/>
          </p:nvPr>
        </p:nvSpPr>
        <p:spPr>
          <a:xfrm>
            <a:off x="5551533" y="4296047"/>
            <a:ext cx="3608298" cy="368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22" name="文本占位符 3"/>
          <p:cNvSpPr>
            <a:spLocks noGrp="1"/>
          </p:cNvSpPr>
          <p:nvPr>
            <p:ph type="body" sz="quarter" idx="32" hasCustomPrompt="1"/>
          </p:nvPr>
        </p:nvSpPr>
        <p:spPr>
          <a:xfrm>
            <a:off x="5551534" y="4680951"/>
            <a:ext cx="3608298" cy="84520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  <p:sp>
        <p:nvSpPr>
          <p:cNvPr id="25" name="Text Box 5"/>
          <p:cNvSpPr txBox="1">
            <a:spLocks noChangeArrowheads="1"/>
          </p:cNvSpPr>
          <p:nvPr userDrawn="1"/>
        </p:nvSpPr>
        <p:spPr bwMode="auto">
          <a:xfrm>
            <a:off x="11269980" y="6449695"/>
            <a:ext cx="525780" cy="146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文-双图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1" hasCustomPrompt="1"/>
          </p:nvPr>
        </p:nvSpPr>
        <p:spPr>
          <a:xfrm>
            <a:off x="-11846" y="-19250"/>
            <a:ext cx="6083207" cy="6886875"/>
          </a:xfrm>
          <a:prstGeom prst="rect">
            <a:avLst/>
          </a:prstGeom>
          <a:gradFill>
            <a:gsLst>
              <a:gs pos="0">
                <a:schemeClr val="tx1">
                  <a:alpha val="10691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marL="0" indent="0" algn="ctr">
              <a:buFontTx/>
              <a:buNone/>
              <a:defRPr kumimoji="1" lang="zh-CN" altLang="en-US" sz="800" dirty="0">
                <a:solidFill>
                  <a:schemeClr val="bg1"/>
                </a:solidFill>
              </a:defRPr>
            </a:lvl1pPr>
          </a:lstStyle>
          <a:p>
            <a:pPr marL="317500" lvl="0" indent="-317500" algn="ctr"/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 hasCustomPrompt="1"/>
          </p:nvPr>
        </p:nvSpPr>
        <p:spPr>
          <a:xfrm>
            <a:off x="6116683" y="-19250"/>
            <a:ext cx="6083207" cy="6886875"/>
          </a:xfrm>
          <a:prstGeom prst="rect">
            <a:avLst/>
          </a:prstGeom>
          <a:gradFill>
            <a:gsLst>
              <a:gs pos="0">
                <a:schemeClr val="tx1">
                  <a:alpha val="995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marL="0" indent="0" algn="ctr">
              <a:buFontTx/>
              <a:buNone/>
              <a:defRPr kumimoji="1" lang="zh-CN" altLang="en-US" sz="800">
                <a:solidFill>
                  <a:schemeClr val="bg1"/>
                </a:solidFill>
              </a:defRPr>
            </a:lvl1pPr>
          </a:lstStyle>
          <a:p>
            <a:pPr marL="317500" lvl="0" indent="-317500" algn="ctr"/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10" name="矩形"/>
          <p:cNvSpPr/>
          <p:nvPr userDrawn="1"/>
        </p:nvSpPr>
        <p:spPr>
          <a:xfrm>
            <a:off x="6128040" y="3983783"/>
            <a:ext cx="6066291" cy="287421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25397" tIns="25397" rIns="25397" bIns="25397" anchor="ctr"/>
          <a:lstStyle/>
          <a:p>
            <a:pPr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微软雅黑" panose="020B0503020204020204" charset="-122"/>
              <a:ea typeface="微软雅黑" panose="020B0503020204020204" charset="-122"/>
              <a:cs typeface="Helvetica Neue Medium"/>
              <a:sym typeface="Helvetica Neue Medium"/>
            </a:endParaRPr>
          </a:p>
        </p:txBody>
      </p:sp>
      <p:sp>
        <p:nvSpPr>
          <p:cNvPr id="11" name="矩形"/>
          <p:cNvSpPr/>
          <p:nvPr userDrawn="1"/>
        </p:nvSpPr>
        <p:spPr>
          <a:xfrm>
            <a:off x="726" y="3983783"/>
            <a:ext cx="6059276" cy="287421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25397" tIns="25397" rIns="25397" bIns="25397" anchor="ctr"/>
          <a:lstStyle/>
          <a:p>
            <a:pPr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微软雅黑" panose="020B0503020204020204" charset="-122"/>
              <a:ea typeface="微软雅黑" panose="020B0503020204020204" charset="-122"/>
              <a:cs typeface="Helvetica Neue Medium"/>
              <a:sym typeface="Helvetica Neue Medium"/>
            </a:endParaRPr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7128423" y="4761405"/>
            <a:ext cx="4039767" cy="7223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22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8" hasCustomPrompt="1"/>
          </p:nvPr>
        </p:nvSpPr>
        <p:spPr>
          <a:xfrm>
            <a:off x="1009873" y="4761405"/>
            <a:ext cx="4039767" cy="7223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22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5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867633" y="5523972"/>
            <a:ext cx="4324244" cy="93262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Tx/>
              <a:buNone/>
              <a:defRPr sz="16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ctr" defTabSz="2286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Tx/>
              <a:buNone/>
              <a:defRPr/>
            </a:pPr>
            <a:r>
              <a:rPr lang="zh-CN" altLang="en-US" sz="1600" dirty="0">
                <a:solidFill>
                  <a:schemeClr val="bg1"/>
                </a:solidFill>
                <a:latin typeface="FZLanTingHei-R-GBK" panose="02000000000000000000" pitchFamily="2" charset="-122"/>
                <a:ea typeface="FZLanTingHei-R-GBK" panose="02000000000000000000" pitchFamily="2" charset="-122"/>
              </a:rPr>
              <a:t>此处为正文，微软雅黑，字号</a:t>
            </a:r>
            <a:r>
              <a:rPr lang="en-US" altLang="zh-CN" sz="1600" dirty="0">
                <a:solidFill>
                  <a:schemeClr val="bg1"/>
                </a:solidFill>
                <a:latin typeface="FZLanTingHei-R-GBK" panose="02000000000000000000" pitchFamily="2" charset="-122"/>
                <a:ea typeface="FZLanTingHei-R-GBK" panose="02000000000000000000" pitchFamily="2" charset="-122"/>
              </a:rPr>
              <a:t>16</a:t>
            </a:r>
            <a:r>
              <a:rPr lang="zh-CN" altLang="en-US" sz="1600" dirty="0">
                <a:solidFill>
                  <a:schemeClr val="bg1"/>
                </a:solidFill>
                <a:latin typeface="FZLanTingHei-R-GBK" panose="02000000000000000000" pitchFamily="2" charset="-122"/>
                <a:ea typeface="FZLanTingHei-R-GBK" panose="02000000000000000000" pitchFamily="2" charset="-122"/>
              </a:rPr>
              <a:t>磅，行距</a:t>
            </a:r>
            <a:r>
              <a:rPr lang="en-US" altLang="zh-CN" sz="1600" dirty="0">
                <a:solidFill>
                  <a:schemeClr val="bg1"/>
                </a:solidFill>
                <a:latin typeface="FZLanTingHei-R-GBK" panose="02000000000000000000" pitchFamily="2" charset="-122"/>
                <a:ea typeface="FZLanTingHei-R-GBK" panose="02000000000000000000" pitchFamily="2" charset="-122"/>
              </a:rPr>
              <a:t>1.3</a:t>
            </a:r>
            <a:r>
              <a:rPr lang="zh-CN" altLang="en-US" sz="1600" dirty="0">
                <a:solidFill>
                  <a:schemeClr val="bg1"/>
                </a:solidFill>
                <a:latin typeface="FZLanTingHei-R-GBK" panose="02000000000000000000" pitchFamily="2" charset="-122"/>
                <a:ea typeface="FZLanTingHei-R-GBK" panose="02000000000000000000" pitchFamily="2" charset="-122"/>
              </a:rPr>
              <a:t>倍，</a:t>
            </a:r>
            <a:r>
              <a:rPr kumimoji="1" lang="zh-CN" altLang="en-US" dirty="0"/>
              <a:t> （图片为示意，请根据实际情况替换）</a:t>
            </a:r>
            <a:endParaRPr kumimoji="1" lang="zh-CN" altLang="en-US" dirty="0"/>
          </a:p>
        </p:txBody>
      </p:sp>
      <p:sp>
        <p:nvSpPr>
          <p:cNvPr id="17" name="文本占位符 5"/>
          <p:cNvSpPr>
            <a:spLocks noGrp="1"/>
          </p:cNvSpPr>
          <p:nvPr>
            <p:ph type="body" sz="quarter" idx="30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18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9693760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19" name="文本占位符 3"/>
          <p:cNvSpPr>
            <a:spLocks noGrp="1"/>
          </p:cNvSpPr>
          <p:nvPr>
            <p:ph type="body" sz="quarter" idx="31" hasCustomPrompt="1"/>
          </p:nvPr>
        </p:nvSpPr>
        <p:spPr>
          <a:xfrm>
            <a:off x="6990138" y="5523972"/>
            <a:ext cx="4324244" cy="93262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Tx/>
              <a:buNone/>
              <a:defRPr sz="16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ctr" defTabSz="2286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Tx/>
              <a:buNone/>
              <a:defRPr/>
            </a:pPr>
            <a:r>
              <a:rPr lang="zh-CN" altLang="en-US" sz="1600" dirty="0">
                <a:solidFill>
                  <a:schemeClr val="bg1"/>
                </a:solidFill>
                <a:latin typeface="FZLanTingHei-R-GBK" panose="02000000000000000000" pitchFamily="2" charset="-122"/>
                <a:ea typeface="FZLanTingHei-R-GBK" panose="02000000000000000000" pitchFamily="2" charset="-122"/>
              </a:rPr>
              <a:t>此处为正文，微软雅黑，字号</a:t>
            </a:r>
            <a:r>
              <a:rPr lang="en-US" altLang="zh-CN" sz="1600" dirty="0">
                <a:solidFill>
                  <a:schemeClr val="bg1"/>
                </a:solidFill>
                <a:latin typeface="FZLanTingHei-R-GBK" panose="02000000000000000000" pitchFamily="2" charset="-122"/>
                <a:ea typeface="FZLanTingHei-R-GBK" panose="02000000000000000000" pitchFamily="2" charset="-122"/>
              </a:rPr>
              <a:t>16</a:t>
            </a:r>
            <a:r>
              <a:rPr lang="zh-CN" altLang="en-US" sz="1600" dirty="0">
                <a:solidFill>
                  <a:schemeClr val="bg1"/>
                </a:solidFill>
                <a:latin typeface="FZLanTingHei-R-GBK" panose="02000000000000000000" pitchFamily="2" charset="-122"/>
                <a:ea typeface="FZLanTingHei-R-GBK" panose="02000000000000000000" pitchFamily="2" charset="-122"/>
              </a:rPr>
              <a:t>磅，行距</a:t>
            </a:r>
            <a:r>
              <a:rPr lang="en-US" altLang="zh-CN" sz="1600" dirty="0">
                <a:solidFill>
                  <a:schemeClr val="bg1"/>
                </a:solidFill>
                <a:latin typeface="FZLanTingHei-R-GBK" panose="02000000000000000000" pitchFamily="2" charset="-122"/>
                <a:ea typeface="FZLanTingHei-R-GBK" panose="02000000000000000000" pitchFamily="2" charset="-122"/>
              </a:rPr>
              <a:t>1.3</a:t>
            </a:r>
            <a:r>
              <a:rPr lang="zh-CN" altLang="en-US" sz="1600" dirty="0">
                <a:solidFill>
                  <a:schemeClr val="bg1"/>
                </a:solidFill>
                <a:latin typeface="FZLanTingHei-R-GBK" panose="02000000000000000000" pitchFamily="2" charset="-122"/>
                <a:ea typeface="FZLanTingHei-R-GBK" panose="02000000000000000000" pitchFamily="2" charset="-122"/>
              </a:rPr>
              <a:t>倍，</a:t>
            </a:r>
            <a:r>
              <a:rPr kumimoji="1" lang="zh-CN" altLang="en-US" dirty="0"/>
              <a:t> （图片为示意，请根据实际情况替换）</a:t>
            </a:r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文-三图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23" hasCustomPrompt="1"/>
          </p:nvPr>
        </p:nvSpPr>
        <p:spPr>
          <a:xfrm>
            <a:off x="1024369" y="1685052"/>
            <a:ext cx="2525485" cy="7223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 hasCustomPrompt="1"/>
          </p:nvPr>
        </p:nvSpPr>
        <p:spPr>
          <a:xfrm>
            <a:off x="666788" y="2457409"/>
            <a:ext cx="3240741" cy="21168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10" name="图片占位符 6"/>
          <p:cNvSpPr>
            <a:spLocks noGrp="1"/>
          </p:cNvSpPr>
          <p:nvPr>
            <p:ph type="pic" sz="quarter" idx="12" hasCustomPrompt="1"/>
          </p:nvPr>
        </p:nvSpPr>
        <p:spPr>
          <a:xfrm>
            <a:off x="4455924" y="2457409"/>
            <a:ext cx="3240741" cy="21168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11" name="图片占位符 6"/>
          <p:cNvSpPr>
            <a:spLocks noGrp="1"/>
          </p:cNvSpPr>
          <p:nvPr>
            <p:ph type="pic" sz="quarter" idx="13" hasCustomPrompt="1"/>
          </p:nvPr>
        </p:nvSpPr>
        <p:spPr>
          <a:xfrm>
            <a:off x="8284471" y="2457409"/>
            <a:ext cx="3240741" cy="21168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16" name="文本占位符 3"/>
          <p:cNvSpPr>
            <a:spLocks noGrp="1"/>
          </p:cNvSpPr>
          <p:nvPr>
            <p:ph type="body" sz="quarter" idx="26" hasCustomPrompt="1"/>
          </p:nvPr>
        </p:nvSpPr>
        <p:spPr>
          <a:xfrm>
            <a:off x="4813551" y="1685052"/>
            <a:ext cx="2525485" cy="7223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8" name="文本占位符 3"/>
          <p:cNvSpPr>
            <a:spLocks noGrp="1"/>
          </p:cNvSpPr>
          <p:nvPr>
            <p:ph type="body" sz="quarter" idx="28" hasCustomPrompt="1"/>
          </p:nvPr>
        </p:nvSpPr>
        <p:spPr>
          <a:xfrm>
            <a:off x="8642146" y="1685052"/>
            <a:ext cx="2525485" cy="7223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9" name="文本占位符 5"/>
          <p:cNvSpPr>
            <a:spLocks noGrp="1"/>
          </p:cNvSpPr>
          <p:nvPr>
            <p:ph type="body" sz="quarter" idx="30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20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8790511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22" name="文本占位符 3"/>
          <p:cNvSpPr>
            <a:spLocks noGrp="1"/>
          </p:cNvSpPr>
          <p:nvPr>
            <p:ph type="body" sz="quarter" idx="24" hasCustomPrompt="1"/>
          </p:nvPr>
        </p:nvSpPr>
        <p:spPr>
          <a:xfrm>
            <a:off x="612800" y="4790520"/>
            <a:ext cx="3348621" cy="552822"/>
          </a:xfrm>
          <a:prstGeom prst="rect">
            <a:avLst/>
          </a:prstGeom>
        </p:spPr>
        <p:txBody>
          <a:bodyPr anchor="t"/>
          <a:lstStyle>
            <a:lvl1pPr marL="0" marR="0" indent="0" algn="ctr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31" hasCustomPrompt="1"/>
          </p:nvPr>
        </p:nvSpPr>
        <p:spPr>
          <a:xfrm>
            <a:off x="4402922" y="4790520"/>
            <a:ext cx="3348621" cy="552822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32" hasCustomPrompt="1"/>
          </p:nvPr>
        </p:nvSpPr>
        <p:spPr>
          <a:xfrm>
            <a:off x="8272557" y="4790520"/>
            <a:ext cx="3348621" cy="552822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  <p:sp>
        <p:nvSpPr>
          <p:cNvPr id="26" name="Text Box 5"/>
          <p:cNvSpPr txBox="1">
            <a:spLocks noChangeArrowheads="1"/>
          </p:cNvSpPr>
          <p:nvPr userDrawn="1"/>
        </p:nvSpPr>
        <p:spPr bwMode="auto">
          <a:xfrm>
            <a:off x="11528425" y="6473825"/>
            <a:ext cx="267335" cy="12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文-三图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sz="quarter" idx="18" hasCustomPrompt="1"/>
          </p:nvPr>
        </p:nvSpPr>
        <p:spPr>
          <a:xfrm>
            <a:off x="416854" y="2533642"/>
            <a:ext cx="2521977" cy="43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22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9133840" y="176066"/>
            <a:ext cx="2910043" cy="3141913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6056725" y="176065"/>
            <a:ext cx="2910043" cy="6508712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9133840" y="3488363"/>
            <a:ext cx="2910043" cy="319641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10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5658631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24" hasCustomPrompt="1"/>
          </p:nvPr>
        </p:nvSpPr>
        <p:spPr>
          <a:xfrm>
            <a:off x="414057" y="3041568"/>
            <a:ext cx="3349560" cy="552822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  <p:sp>
        <p:nvSpPr>
          <p:cNvPr id="13" name="文本占位符 5"/>
          <p:cNvSpPr>
            <a:spLocks noGrp="1"/>
          </p:cNvSpPr>
          <p:nvPr>
            <p:ph type="body" sz="quarter" idx="30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文-三图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6062548" y="3488365"/>
            <a:ext cx="5959090" cy="3193571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6062548" y="176064"/>
            <a:ext cx="2986110" cy="3141913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9219022" y="176063"/>
            <a:ext cx="2802616" cy="314191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8" name="文本占位符 10"/>
          <p:cNvSpPr>
            <a:spLocks noGrp="1"/>
          </p:cNvSpPr>
          <p:nvPr>
            <p:ph type="body" sz="quarter" idx="18" hasCustomPrompt="1"/>
          </p:nvPr>
        </p:nvSpPr>
        <p:spPr>
          <a:xfrm>
            <a:off x="416854" y="2533642"/>
            <a:ext cx="2521977" cy="43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22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24" hasCustomPrompt="1"/>
          </p:nvPr>
        </p:nvSpPr>
        <p:spPr>
          <a:xfrm>
            <a:off x="414057" y="3041566"/>
            <a:ext cx="3349560" cy="552822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5658631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17" name="文本占位符 5"/>
          <p:cNvSpPr>
            <a:spLocks noGrp="1"/>
          </p:cNvSpPr>
          <p:nvPr>
            <p:ph type="body" sz="quarter" idx="30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文-四图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1" hasCustomPrompt="1"/>
          </p:nvPr>
        </p:nvSpPr>
        <p:spPr>
          <a:xfrm>
            <a:off x="574176" y="1682929"/>
            <a:ext cx="2519672" cy="164580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14" name="图片占位符 6"/>
          <p:cNvSpPr>
            <a:spLocks noGrp="1"/>
          </p:cNvSpPr>
          <p:nvPr>
            <p:ph type="pic" sz="quarter" idx="14" hasCustomPrompt="1"/>
          </p:nvPr>
        </p:nvSpPr>
        <p:spPr>
          <a:xfrm>
            <a:off x="574176" y="4022307"/>
            <a:ext cx="2519672" cy="164580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15" name="图片占位符 6"/>
          <p:cNvSpPr>
            <a:spLocks noGrp="1"/>
          </p:cNvSpPr>
          <p:nvPr>
            <p:ph type="pic" sz="quarter" idx="15" hasCustomPrompt="1"/>
          </p:nvPr>
        </p:nvSpPr>
        <p:spPr>
          <a:xfrm>
            <a:off x="6423428" y="1682929"/>
            <a:ext cx="2519672" cy="164580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16" name="图片占位符 6"/>
          <p:cNvSpPr>
            <a:spLocks noGrp="1"/>
          </p:cNvSpPr>
          <p:nvPr>
            <p:ph type="pic" sz="quarter" idx="16" hasCustomPrompt="1"/>
          </p:nvPr>
        </p:nvSpPr>
        <p:spPr>
          <a:xfrm>
            <a:off x="6423428" y="4022307"/>
            <a:ext cx="2519672" cy="164580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18" name="文本占位符 5"/>
          <p:cNvSpPr>
            <a:spLocks noGrp="1"/>
          </p:cNvSpPr>
          <p:nvPr>
            <p:ph type="body" sz="quarter" idx="33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19" name="Title 2"/>
          <p:cNvSpPr>
            <a:spLocks noGrp="1"/>
          </p:cNvSpPr>
          <p:nvPr>
            <p:ph type="title" hasCustomPrompt="1"/>
          </p:nvPr>
        </p:nvSpPr>
        <p:spPr>
          <a:xfrm>
            <a:off x="398093" y="210672"/>
            <a:ext cx="8639889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20" name="文本占位符 3"/>
          <p:cNvSpPr>
            <a:spLocks noGrp="1"/>
          </p:cNvSpPr>
          <p:nvPr>
            <p:ph type="body" sz="quarter" idx="34" hasCustomPrompt="1"/>
          </p:nvPr>
        </p:nvSpPr>
        <p:spPr>
          <a:xfrm>
            <a:off x="3193775" y="1895665"/>
            <a:ext cx="2646596" cy="368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29" name="文本占位符 3"/>
          <p:cNvSpPr>
            <a:spLocks noGrp="1"/>
          </p:cNvSpPr>
          <p:nvPr>
            <p:ph type="body" sz="quarter" idx="20" hasCustomPrompt="1"/>
          </p:nvPr>
        </p:nvSpPr>
        <p:spPr>
          <a:xfrm>
            <a:off x="3193776" y="2280569"/>
            <a:ext cx="2646596" cy="84520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  <p:sp>
        <p:nvSpPr>
          <p:cNvPr id="30" name="文本占位符 3"/>
          <p:cNvSpPr>
            <a:spLocks noGrp="1"/>
          </p:cNvSpPr>
          <p:nvPr>
            <p:ph type="body" sz="quarter" idx="35" hasCustomPrompt="1"/>
          </p:nvPr>
        </p:nvSpPr>
        <p:spPr>
          <a:xfrm>
            <a:off x="3193775" y="4267804"/>
            <a:ext cx="2646596" cy="368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31" name="文本占位符 3"/>
          <p:cNvSpPr>
            <a:spLocks noGrp="1"/>
          </p:cNvSpPr>
          <p:nvPr>
            <p:ph type="body" sz="quarter" idx="36" hasCustomPrompt="1"/>
          </p:nvPr>
        </p:nvSpPr>
        <p:spPr>
          <a:xfrm>
            <a:off x="3193776" y="4652708"/>
            <a:ext cx="2646596" cy="84520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  <p:sp>
        <p:nvSpPr>
          <p:cNvPr id="32" name="文本占位符 3"/>
          <p:cNvSpPr>
            <a:spLocks noGrp="1"/>
          </p:cNvSpPr>
          <p:nvPr>
            <p:ph type="body" sz="quarter" idx="37" hasCustomPrompt="1"/>
          </p:nvPr>
        </p:nvSpPr>
        <p:spPr>
          <a:xfrm>
            <a:off x="9037983" y="4267804"/>
            <a:ext cx="2646596" cy="368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33" name="文本占位符 3"/>
          <p:cNvSpPr>
            <a:spLocks noGrp="1"/>
          </p:cNvSpPr>
          <p:nvPr>
            <p:ph type="body" sz="quarter" idx="38" hasCustomPrompt="1"/>
          </p:nvPr>
        </p:nvSpPr>
        <p:spPr>
          <a:xfrm>
            <a:off x="9037984" y="4652708"/>
            <a:ext cx="2646596" cy="84520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  <p:sp>
        <p:nvSpPr>
          <p:cNvPr id="34" name="文本占位符 3"/>
          <p:cNvSpPr>
            <a:spLocks noGrp="1"/>
          </p:cNvSpPr>
          <p:nvPr>
            <p:ph type="body" sz="quarter" idx="39" hasCustomPrompt="1"/>
          </p:nvPr>
        </p:nvSpPr>
        <p:spPr>
          <a:xfrm>
            <a:off x="9037983" y="1895665"/>
            <a:ext cx="2646596" cy="368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35" name="文本占位符 3"/>
          <p:cNvSpPr>
            <a:spLocks noGrp="1"/>
          </p:cNvSpPr>
          <p:nvPr>
            <p:ph type="body" sz="quarter" idx="40" hasCustomPrompt="1"/>
          </p:nvPr>
        </p:nvSpPr>
        <p:spPr>
          <a:xfrm>
            <a:off x="9037984" y="2280569"/>
            <a:ext cx="2646596" cy="84520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  <p:sp>
        <p:nvSpPr>
          <p:cNvPr id="25" name="Text Box 5"/>
          <p:cNvSpPr txBox="1">
            <a:spLocks noChangeArrowheads="1"/>
          </p:cNvSpPr>
          <p:nvPr userDrawn="1"/>
        </p:nvSpPr>
        <p:spPr bwMode="auto">
          <a:xfrm>
            <a:off x="11443335" y="6464935"/>
            <a:ext cx="352425" cy="130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文-四图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1033773" y="1898032"/>
            <a:ext cx="2326460" cy="221013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3631563" y="1898032"/>
            <a:ext cx="2326460" cy="221013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6229354" y="1898032"/>
            <a:ext cx="2326460" cy="221013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8827144" y="1898032"/>
            <a:ext cx="2326460" cy="221013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marL="228600" indent="-228600"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20" name="文本占位符 3"/>
          <p:cNvSpPr>
            <a:spLocks noGrp="1"/>
          </p:cNvSpPr>
          <p:nvPr>
            <p:ph type="body" sz="quarter" idx="23" hasCustomPrompt="1"/>
          </p:nvPr>
        </p:nvSpPr>
        <p:spPr>
          <a:xfrm>
            <a:off x="1037416" y="4499032"/>
            <a:ext cx="2391524" cy="36280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22" name="文本占位符 5"/>
          <p:cNvSpPr>
            <a:spLocks noGrp="1"/>
          </p:cNvSpPr>
          <p:nvPr>
            <p:ph type="body" sz="quarter" idx="33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23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8723604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20" hasCustomPrompt="1"/>
          </p:nvPr>
        </p:nvSpPr>
        <p:spPr>
          <a:xfrm>
            <a:off x="1113183" y="4877788"/>
            <a:ext cx="2220546" cy="8820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倍（图片为示意，请根据实际情况替换）</a:t>
            </a:r>
            <a:endParaRPr lang="en-US" dirty="0"/>
          </a:p>
        </p:txBody>
      </p:sp>
      <p:sp>
        <p:nvSpPr>
          <p:cNvPr id="37" name="文本占位符 3"/>
          <p:cNvSpPr>
            <a:spLocks noGrp="1"/>
          </p:cNvSpPr>
          <p:nvPr>
            <p:ph type="body" sz="quarter" idx="34" hasCustomPrompt="1"/>
          </p:nvPr>
        </p:nvSpPr>
        <p:spPr>
          <a:xfrm>
            <a:off x="3621590" y="4499032"/>
            <a:ext cx="2391524" cy="36280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38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3697357" y="4877788"/>
            <a:ext cx="2220546" cy="8820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倍（图片为示意，请根据实际情况替换）</a:t>
            </a:r>
            <a:endParaRPr lang="en-US" dirty="0"/>
          </a:p>
        </p:txBody>
      </p:sp>
      <p:sp>
        <p:nvSpPr>
          <p:cNvPr id="39" name="文本占位符 3"/>
          <p:cNvSpPr>
            <a:spLocks noGrp="1"/>
          </p:cNvSpPr>
          <p:nvPr>
            <p:ph type="body" sz="quarter" idx="36" hasCustomPrompt="1"/>
          </p:nvPr>
        </p:nvSpPr>
        <p:spPr>
          <a:xfrm>
            <a:off x="6192512" y="4499032"/>
            <a:ext cx="2391524" cy="36280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40" name="文本占位符 21"/>
          <p:cNvSpPr>
            <a:spLocks noGrp="1"/>
          </p:cNvSpPr>
          <p:nvPr>
            <p:ph type="body" sz="quarter" idx="37" hasCustomPrompt="1"/>
          </p:nvPr>
        </p:nvSpPr>
        <p:spPr>
          <a:xfrm>
            <a:off x="6268279" y="4877788"/>
            <a:ext cx="2220546" cy="8820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倍（图片为示意，请根据实际情况替换）</a:t>
            </a:r>
            <a:endParaRPr lang="en-US" dirty="0"/>
          </a:p>
        </p:txBody>
      </p:sp>
      <p:sp>
        <p:nvSpPr>
          <p:cNvPr id="41" name="文本占位符 3"/>
          <p:cNvSpPr>
            <a:spLocks noGrp="1"/>
          </p:cNvSpPr>
          <p:nvPr>
            <p:ph type="body" sz="quarter" idx="38" hasCustomPrompt="1"/>
          </p:nvPr>
        </p:nvSpPr>
        <p:spPr>
          <a:xfrm>
            <a:off x="8803190" y="4499032"/>
            <a:ext cx="2391524" cy="36280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42" name="文本占位符 21"/>
          <p:cNvSpPr>
            <a:spLocks noGrp="1"/>
          </p:cNvSpPr>
          <p:nvPr>
            <p:ph type="body" sz="quarter" idx="39" hasCustomPrompt="1"/>
          </p:nvPr>
        </p:nvSpPr>
        <p:spPr>
          <a:xfrm>
            <a:off x="8878957" y="4877788"/>
            <a:ext cx="2220546" cy="8820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倍（图片为示意，请根据实际情况替换）</a:t>
            </a:r>
            <a:endParaRPr lang="en-US" dirty="0"/>
          </a:p>
        </p:txBody>
      </p:sp>
      <p:sp>
        <p:nvSpPr>
          <p:cNvPr id="25" name="Text Box 5"/>
          <p:cNvSpPr txBox="1">
            <a:spLocks noChangeArrowheads="1"/>
          </p:cNvSpPr>
          <p:nvPr userDrawn="1"/>
        </p:nvSpPr>
        <p:spPr bwMode="auto">
          <a:xfrm>
            <a:off x="11475085" y="6442075"/>
            <a:ext cx="320675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文-四图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9212453" y="171309"/>
            <a:ext cx="2809185" cy="314667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6056725" y="3488365"/>
            <a:ext cx="2979542" cy="321089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6056725" y="171309"/>
            <a:ext cx="2979542" cy="314667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9212453" y="3488363"/>
            <a:ext cx="2809185" cy="321089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10" name="文本占位符 10"/>
          <p:cNvSpPr>
            <a:spLocks noGrp="1"/>
          </p:cNvSpPr>
          <p:nvPr>
            <p:ph type="body" sz="quarter" idx="18" hasCustomPrompt="1"/>
          </p:nvPr>
        </p:nvSpPr>
        <p:spPr>
          <a:xfrm>
            <a:off x="416854" y="2533642"/>
            <a:ext cx="2521977" cy="43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0" i="0">
                <a:solidFill>
                  <a:srgbClr val="1771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22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5" name="文本占位符 3"/>
          <p:cNvSpPr>
            <a:spLocks noGrp="1"/>
          </p:cNvSpPr>
          <p:nvPr>
            <p:ph type="body" sz="quarter" idx="24" hasCustomPrompt="1"/>
          </p:nvPr>
        </p:nvSpPr>
        <p:spPr>
          <a:xfrm>
            <a:off x="414057" y="3041568"/>
            <a:ext cx="3349560" cy="552822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  <p:sp>
        <p:nvSpPr>
          <p:cNvPr id="11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5658631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12" name="文本占位符 5"/>
          <p:cNvSpPr>
            <a:spLocks noGrp="1"/>
          </p:cNvSpPr>
          <p:nvPr>
            <p:ph type="body" sz="quarter" idx="30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文-六图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2"/>
          <p:cNvSpPr>
            <a:spLocks noGrp="1"/>
          </p:cNvSpPr>
          <p:nvPr>
            <p:ph type="pic" sz="quarter" idx="15" hasCustomPrompt="1"/>
          </p:nvPr>
        </p:nvSpPr>
        <p:spPr>
          <a:xfrm>
            <a:off x="856451" y="1856208"/>
            <a:ext cx="3240741" cy="2075687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22" name="图片占位符 2"/>
          <p:cNvSpPr>
            <a:spLocks noGrp="1"/>
          </p:cNvSpPr>
          <p:nvPr>
            <p:ph type="pic" sz="quarter" idx="16" hasCustomPrompt="1"/>
          </p:nvPr>
        </p:nvSpPr>
        <p:spPr>
          <a:xfrm>
            <a:off x="4475630" y="1856207"/>
            <a:ext cx="3240741" cy="2075687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23" name="图片占位符 2"/>
          <p:cNvSpPr>
            <a:spLocks noGrp="1"/>
          </p:cNvSpPr>
          <p:nvPr>
            <p:ph type="pic" sz="quarter" idx="17" hasCustomPrompt="1"/>
          </p:nvPr>
        </p:nvSpPr>
        <p:spPr>
          <a:xfrm>
            <a:off x="8094809" y="1856206"/>
            <a:ext cx="3240741" cy="2075687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24" name="图片占位符 2"/>
          <p:cNvSpPr>
            <a:spLocks noGrp="1"/>
          </p:cNvSpPr>
          <p:nvPr>
            <p:ph type="pic" sz="quarter" idx="18" hasCustomPrompt="1"/>
          </p:nvPr>
        </p:nvSpPr>
        <p:spPr>
          <a:xfrm>
            <a:off x="856451" y="4300266"/>
            <a:ext cx="3240741" cy="2075687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marL="0" indent="0" algn="ctr">
              <a:buFontTx/>
              <a:buNone/>
              <a:defRPr kumimoji="1" lang="zh-CN" altLang="en-US" sz="800" dirty="0">
                <a:solidFill>
                  <a:schemeClr val="bg1"/>
                </a:solidFill>
              </a:defRPr>
            </a:lvl1pPr>
          </a:lstStyle>
          <a:p>
            <a:pPr marL="317500" lvl="0" indent="-317500" algn="ctr"/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26" name="图片占位符 2"/>
          <p:cNvSpPr>
            <a:spLocks noGrp="1"/>
          </p:cNvSpPr>
          <p:nvPr>
            <p:ph type="pic" sz="quarter" idx="19" hasCustomPrompt="1"/>
          </p:nvPr>
        </p:nvSpPr>
        <p:spPr>
          <a:xfrm>
            <a:off x="4475630" y="4300265"/>
            <a:ext cx="3240741" cy="2075687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27" name="图片占位符 2"/>
          <p:cNvSpPr>
            <a:spLocks noGrp="1"/>
          </p:cNvSpPr>
          <p:nvPr>
            <p:ph type="pic" sz="quarter" idx="20" hasCustomPrompt="1"/>
          </p:nvPr>
        </p:nvSpPr>
        <p:spPr>
          <a:xfrm>
            <a:off x="8094809" y="4300264"/>
            <a:ext cx="3240741" cy="2075687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13" name="文本占位符 5"/>
          <p:cNvSpPr>
            <a:spLocks noGrp="1"/>
          </p:cNvSpPr>
          <p:nvPr>
            <p:ph type="body" sz="quarter" idx="30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8779360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19" name="Text Box 5"/>
          <p:cNvSpPr txBox="1">
            <a:spLocks noChangeArrowheads="1"/>
          </p:cNvSpPr>
          <p:nvPr userDrawn="1"/>
        </p:nvSpPr>
        <p:spPr bwMode="auto">
          <a:xfrm>
            <a:off x="11475085" y="6480810"/>
            <a:ext cx="320675" cy="114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文-多图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3"/>
          <p:cNvSpPr/>
          <p:nvPr userDrawn="1"/>
        </p:nvSpPr>
        <p:spPr>
          <a:xfrm>
            <a:off x="3975945" y="1231556"/>
            <a:ext cx="2303162" cy="23034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7963" bIns="287963" rtlCol="0" anchor="b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Helvetica Neue"/>
            </a:endParaRPr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25" hasCustomPrompt="1"/>
          </p:nvPr>
        </p:nvSpPr>
        <p:spPr>
          <a:xfrm>
            <a:off x="4085359" y="1547479"/>
            <a:ext cx="2073381" cy="49240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5" name="文本占位符 3"/>
          <p:cNvSpPr>
            <a:spLocks noGrp="1"/>
          </p:cNvSpPr>
          <p:nvPr>
            <p:ph type="body" sz="quarter" idx="26" hasCustomPrompt="1"/>
          </p:nvPr>
        </p:nvSpPr>
        <p:spPr>
          <a:xfrm>
            <a:off x="4085359" y="2142412"/>
            <a:ext cx="2073381" cy="90558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50000"/>
              </a:lnSpc>
              <a:buNone/>
              <a:defRPr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倍（图片为示意，请根据实际替换）</a:t>
            </a:r>
            <a:endParaRPr lang="en-US" altLang="zh-CN" dirty="0"/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30" hasCustomPrompt="1"/>
          </p:nvPr>
        </p:nvSpPr>
        <p:spPr>
          <a:xfrm>
            <a:off x="1534674" y="1231556"/>
            <a:ext cx="2303462" cy="2303462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31" hasCustomPrompt="1"/>
          </p:nvPr>
        </p:nvSpPr>
        <p:spPr>
          <a:xfrm>
            <a:off x="1534675" y="3681977"/>
            <a:ext cx="2830450" cy="2697843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33" hasCustomPrompt="1"/>
          </p:nvPr>
        </p:nvSpPr>
        <p:spPr>
          <a:xfrm>
            <a:off x="7849748" y="3681977"/>
            <a:ext cx="2830450" cy="2697843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34" hasCustomPrompt="1"/>
          </p:nvPr>
        </p:nvSpPr>
        <p:spPr>
          <a:xfrm>
            <a:off x="6416917" y="1231556"/>
            <a:ext cx="4263283" cy="2303462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35" hasCustomPrompt="1"/>
          </p:nvPr>
        </p:nvSpPr>
        <p:spPr>
          <a:xfrm>
            <a:off x="4514638" y="3681977"/>
            <a:ext cx="3185597" cy="2697843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16" name="文本占位符 5"/>
          <p:cNvSpPr>
            <a:spLocks noGrp="1"/>
          </p:cNvSpPr>
          <p:nvPr>
            <p:ph type="body" sz="quarter" idx="36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17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8723604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22" name="Text Box 5"/>
          <p:cNvSpPr txBox="1">
            <a:spLocks noChangeArrowheads="1"/>
          </p:cNvSpPr>
          <p:nvPr userDrawn="1"/>
        </p:nvSpPr>
        <p:spPr bwMode="auto">
          <a:xfrm>
            <a:off x="11396345" y="6381750"/>
            <a:ext cx="399415" cy="2139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文-四图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1" hasCustomPrompt="1"/>
          </p:nvPr>
        </p:nvSpPr>
        <p:spPr>
          <a:xfrm>
            <a:off x="-7256" y="-9000"/>
            <a:ext cx="3023606" cy="68760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2" hasCustomPrompt="1"/>
          </p:nvPr>
        </p:nvSpPr>
        <p:spPr>
          <a:xfrm>
            <a:off x="3052122" y="-9000"/>
            <a:ext cx="3023606" cy="68760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3" hasCustomPrompt="1"/>
          </p:nvPr>
        </p:nvSpPr>
        <p:spPr>
          <a:xfrm>
            <a:off x="6111499" y="-9000"/>
            <a:ext cx="3023606" cy="68760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algn="ctr">
              <a:buFontTx/>
              <a:buNone/>
              <a:defRPr kumimoji="1" lang="zh-CN" altLang="en-US" sz="80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4" hasCustomPrompt="1"/>
          </p:nvPr>
        </p:nvSpPr>
        <p:spPr>
          <a:xfrm>
            <a:off x="9170878" y="-9000"/>
            <a:ext cx="3023606" cy="68760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 w="12700">
            <a:noFill/>
            <a:miter lim="400000"/>
          </a:ln>
        </p:spPr>
        <p:txBody>
          <a:bodyPr wrap="square" lIns="50800" tIns="540000" rIns="50800" bIns="50800" anchor="ctr">
            <a:noAutofit/>
          </a:bodyPr>
          <a:lstStyle>
            <a:lvl1pPr marL="0" indent="0" algn="ctr">
              <a:buNone/>
              <a:defRPr kumimoji="1" lang="zh-CN" altLang="en-US" sz="800">
                <a:solidFill>
                  <a:schemeClr val="bg1"/>
                </a:solidFill>
              </a:defRPr>
            </a:lvl1pPr>
          </a:lstStyle>
          <a:p>
            <a:pPr marL="317500" lvl="0" indent="-317500" algn="ctr"/>
            <a:r>
              <a:rPr kumimoji="1" lang="zh-CN" altLang="en-US" dirty="0"/>
              <a:t>点击添加图片</a:t>
            </a:r>
            <a:endParaRPr kumimoji="1" lang="zh-CN" altLang="en-US" dirty="0"/>
          </a:p>
        </p:txBody>
      </p:sp>
      <p:sp>
        <p:nvSpPr>
          <p:cNvPr id="7" name="矩形"/>
          <p:cNvSpPr/>
          <p:nvPr userDrawn="1"/>
        </p:nvSpPr>
        <p:spPr>
          <a:xfrm>
            <a:off x="794" y="3388466"/>
            <a:ext cx="12190412" cy="348141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25397" tIns="25397" rIns="25397" bIns="25397" anchor="ctr"/>
          <a:lstStyle/>
          <a:p>
            <a:pPr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微软雅黑" panose="020B0503020204020204" charset="-122"/>
              <a:ea typeface="微软雅黑" panose="020B0503020204020204" charset="-122"/>
              <a:cs typeface="Helvetica Neue Medium"/>
              <a:sym typeface="Helvetica Neue Medium"/>
            </a:endParaRPr>
          </a:p>
        </p:txBody>
      </p:sp>
      <p:sp>
        <p:nvSpPr>
          <p:cNvPr id="17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9693760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18" name="文本占位符 5"/>
          <p:cNvSpPr>
            <a:spLocks noGrp="1"/>
          </p:cNvSpPr>
          <p:nvPr>
            <p:ph type="body" sz="quarter" idx="31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19" name="文本占位符 3"/>
          <p:cNvSpPr>
            <a:spLocks noGrp="1"/>
          </p:cNvSpPr>
          <p:nvPr>
            <p:ph type="body" sz="quarter" idx="32" hasCustomPrompt="1"/>
          </p:nvPr>
        </p:nvSpPr>
        <p:spPr>
          <a:xfrm>
            <a:off x="525113" y="5006131"/>
            <a:ext cx="2073381" cy="49240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29" name="文本占位符 3"/>
          <p:cNvSpPr>
            <a:spLocks noGrp="1"/>
          </p:cNvSpPr>
          <p:nvPr>
            <p:ph type="body" sz="quarter" idx="33" hasCustomPrompt="1"/>
          </p:nvPr>
        </p:nvSpPr>
        <p:spPr>
          <a:xfrm>
            <a:off x="525113" y="5529989"/>
            <a:ext cx="2073381" cy="90558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50000"/>
              </a:lnSpc>
              <a:buNone/>
              <a:defRPr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倍（图片为示意，请根据实际替换）</a:t>
            </a:r>
            <a:endParaRPr lang="en-US" altLang="zh-CN" dirty="0"/>
          </a:p>
        </p:txBody>
      </p:sp>
      <p:sp>
        <p:nvSpPr>
          <p:cNvPr id="30" name="文本占位符 3"/>
          <p:cNvSpPr>
            <a:spLocks noGrp="1"/>
          </p:cNvSpPr>
          <p:nvPr>
            <p:ph type="body" sz="quarter" idx="34" hasCustomPrompt="1"/>
          </p:nvPr>
        </p:nvSpPr>
        <p:spPr>
          <a:xfrm>
            <a:off x="3525488" y="5006131"/>
            <a:ext cx="2073381" cy="49240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31" name="文本占位符 3"/>
          <p:cNvSpPr>
            <a:spLocks noGrp="1"/>
          </p:cNvSpPr>
          <p:nvPr>
            <p:ph type="body" sz="quarter" idx="35" hasCustomPrompt="1"/>
          </p:nvPr>
        </p:nvSpPr>
        <p:spPr>
          <a:xfrm>
            <a:off x="3525488" y="5529989"/>
            <a:ext cx="2073381" cy="90558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50000"/>
              </a:lnSpc>
              <a:buNone/>
              <a:defRPr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倍（图片为示意，请根据实际替换）</a:t>
            </a:r>
            <a:endParaRPr lang="en-US" altLang="zh-CN" dirty="0"/>
          </a:p>
        </p:txBody>
      </p:sp>
      <p:sp>
        <p:nvSpPr>
          <p:cNvPr id="32" name="文本占位符 3"/>
          <p:cNvSpPr>
            <a:spLocks noGrp="1"/>
          </p:cNvSpPr>
          <p:nvPr>
            <p:ph type="body" sz="quarter" idx="36" hasCustomPrompt="1"/>
          </p:nvPr>
        </p:nvSpPr>
        <p:spPr>
          <a:xfrm>
            <a:off x="6586611" y="5006131"/>
            <a:ext cx="2073381" cy="49240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33" name="文本占位符 3"/>
          <p:cNvSpPr>
            <a:spLocks noGrp="1"/>
          </p:cNvSpPr>
          <p:nvPr>
            <p:ph type="body" sz="quarter" idx="37" hasCustomPrompt="1"/>
          </p:nvPr>
        </p:nvSpPr>
        <p:spPr>
          <a:xfrm>
            <a:off x="6586611" y="5529989"/>
            <a:ext cx="2073381" cy="90558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50000"/>
              </a:lnSpc>
              <a:buNone/>
              <a:defRPr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倍（图片为示意，请根据实际替换）</a:t>
            </a:r>
            <a:endParaRPr lang="en-US" altLang="zh-CN" dirty="0"/>
          </a:p>
        </p:txBody>
      </p:sp>
      <p:sp>
        <p:nvSpPr>
          <p:cNvPr id="34" name="文本占位符 3"/>
          <p:cNvSpPr>
            <a:spLocks noGrp="1"/>
          </p:cNvSpPr>
          <p:nvPr>
            <p:ph type="body" sz="quarter" idx="38" hasCustomPrompt="1"/>
          </p:nvPr>
        </p:nvSpPr>
        <p:spPr>
          <a:xfrm>
            <a:off x="9644136" y="5006131"/>
            <a:ext cx="2073381" cy="49240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18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35" name="文本占位符 3"/>
          <p:cNvSpPr>
            <a:spLocks noGrp="1"/>
          </p:cNvSpPr>
          <p:nvPr>
            <p:ph type="body" sz="quarter" idx="39" hasCustomPrompt="1"/>
          </p:nvPr>
        </p:nvSpPr>
        <p:spPr>
          <a:xfrm>
            <a:off x="9644136" y="5529989"/>
            <a:ext cx="2073381" cy="90558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50000"/>
              </a:lnSpc>
              <a:buNone/>
              <a:defRPr sz="12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倍（图片为示意，请根据实际替换）</a:t>
            </a:r>
            <a:endParaRPr lang="en-US" altLang="zh-CN" dirty="0"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2784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68287" y="259692"/>
            <a:ext cx="2162772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500" b="1" dirty="0">
                <a:solidFill>
                  <a:srgbClr val="46CCF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kumimoji="1" lang="zh-CN" altLang="en-US" sz="12500" b="1" dirty="0">
              <a:solidFill>
                <a:srgbClr val="46CC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11468100" y="6456680"/>
            <a:ext cx="327660" cy="139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8" name="标题占位符 1"/>
          <p:cNvSpPr>
            <a:spLocks noGrp="1"/>
          </p:cNvSpPr>
          <p:nvPr>
            <p:ph type="title" hasCustomPrompt="1"/>
          </p:nvPr>
        </p:nvSpPr>
        <p:spPr>
          <a:xfrm>
            <a:off x="472055" y="2715567"/>
            <a:ext cx="9939958" cy="6098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2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单击此处编辑子标题文本，标题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磅，已备好</a:t>
            </a:r>
            <a:r>
              <a:rPr kumimoji="1" lang="en-US" altLang="zh-CN" dirty="0"/>
              <a:t>7</a:t>
            </a:r>
            <a:r>
              <a:rPr kumimoji="1" lang="zh-CN" altLang="en-US" dirty="0"/>
              <a:t>个章节的模版供选择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2055" y="3315219"/>
            <a:ext cx="4724718" cy="12766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1-1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1-2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1-3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en-US" altLang="zh-CN" dirty="0"/>
          </a:p>
        </p:txBody>
      </p:sp>
      <p:sp>
        <p:nvSpPr>
          <p:cNvPr id="10" name="矩形 9"/>
          <p:cNvSpPr/>
          <p:nvPr userDrawn="1"/>
        </p:nvSpPr>
        <p:spPr>
          <a:xfrm>
            <a:off x="551567" y="2275628"/>
            <a:ext cx="801317" cy="879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39"/>
            <a:ext cx="12192000" cy="6872784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68287" y="259692"/>
            <a:ext cx="2162772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500" b="1" i="0" dirty="0">
                <a:solidFill>
                  <a:srgbClr val="46CCF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kumimoji="1" lang="zh-CN" altLang="en-US" sz="12500" b="1" i="0" dirty="0">
              <a:solidFill>
                <a:srgbClr val="46CC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11325225" y="6435090"/>
            <a:ext cx="470535" cy="1606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472055" y="2715567"/>
            <a:ext cx="7267878" cy="6098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2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单击此处编辑子标题文本，标题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1" name="文本占位符 8"/>
          <p:cNvSpPr>
            <a:spLocks noGrp="1"/>
          </p:cNvSpPr>
          <p:nvPr>
            <p:ph type="body" sz="quarter" idx="18" hasCustomPrompt="1"/>
          </p:nvPr>
        </p:nvSpPr>
        <p:spPr>
          <a:xfrm>
            <a:off x="472055" y="3315219"/>
            <a:ext cx="4724718" cy="12766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2-1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2-2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2-3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en-US" altLang="zh-CN" dirty="0"/>
          </a:p>
        </p:txBody>
      </p:sp>
      <p:sp>
        <p:nvSpPr>
          <p:cNvPr id="9" name="矩形 8"/>
          <p:cNvSpPr/>
          <p:nvPr userDrawn="1"/>
        </p:nvSpPr>
        <p:spPr>
          <a:xfrm>
            <a:off x="551567" y="2275628"/>
            <a:ext cx="801317" cy="879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" y="0"/>
            <a:ext cx="12190730" cy="6872068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368287" y="259692"/>
            <a:ext cx="2162772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500" b="1" dirty="0">
                <a:solidFill>
                  <a:srgbClr val="46CCF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kumimoji="1" lang="zh-CN" altLang="en-US" sz="12500" b="1" dirty="0">
              <a:solidFill>
                <a:srgbClr val="46CC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11364595" y="6464935"/>
            <a:ext cx="431165" cy="130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10" name="标题占位符 1"/>
          <p:cNvSpPr>
            <a:spLocks noGrp="1"/>
          </p:cNvSpPr>
          <p:nvPr>
            <p:ph type="title" hasCustomPrompt="1"/>
          </p:nvPr>
        </p:nvSpPr>
        <p:spPr>
          <a:xfrm>
            <a:off x="472055" y="2715567"/>
            <a:ext cx="9228536" cy="6098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2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单击此处编辑子标题文本，标题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2" name="文本占位符 8"/>
          <p:cNvSpPr>
            <a:spLocks noGrp="1"/>
          </p:cNvSpPr>
          <p:nvPr>
            <p:ph type="body" sz="quarter" idx="18" hasCustomPrompt="1"/>
          </p:nvPr>
        </p:nvSpPr>
        <p:spPr>
          <a:xfrm>
            <a:off x="472055" y="3315219"/>
            <a:ext cx="4724718" cy="12766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3-1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3-2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3-3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en-US" altLang="zh-CN" dirty="0"/>
          </a:p>
        </p:txBody>
      </p:sp>
      <p:sp>
        <p:nvSpPr>
          <p:cNvPr id="9" name="矩形 8"/>
          <p:cNvSpPr/>
          <p:nvPr userDrawn="1"/>
        </p:nvSpPr>
        <p:spPr>
          <a:xfrm>
            <a:off x="551567" y="2275628"/>
            <a:ext cx="801317" cy="879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2784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68287" y="259692"/>
            <a:ext cx="2162772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500" b="1" dirty="0">
                <a:solidFill>
                  <a:srgbClr val="46CCF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kumimoji="1" lang="zh-CN" altLang="en-US" sz="12500" b="1" dirty="0">
              <a:solidFill>
                <a:srgbClr val="46CC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11420475" y="6464935"/>
            <a:ext cx="375285" cy="130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9" name="标题占位符 1"/>
          <p:cNvSpPr>
            <a:spLocks noGrp="1"/>
          </p:cNvSpPr>
          <p:nvPr>
            <p:ph type="title" hasCustomPrompt="1"/>
          </p:nvPr>
        </p:nvSpPr>
        <p:spPr>
          <a:xfrm>
            <a:off x="472055" y="2715567"/>
            <a:ext cx="7267878" cy="6098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2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单击此处编辑子标题文本，标题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1" name="文本占位符 8"/>
          <p:cNvSpPr>
            <a:spLocks noGrp="1"/>
          </p:cNvSpPr>
          <p:nvPr>
            <p:ph type="body" sz="quarter" idx="18" hasCustomPrompt="1"/>
          </p:nvPr>
        </p:nvSpPr>
        <p:spPr>
          <a:xfrm>
            <a:off x="472055" y="3315219"/>
            <a:ext cx="4724718" cy="12766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4-1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4-2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4-3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en-US" altLang="zh-CN" dirty="0"/>
          </a:p>
        </p:txBody>
      </p:sp>
      <p:sp>
        <p:nvSpPr>
          <p:cNvPr id="12" name="矩形 11"/>
          <p:cNvSpPr/>
          <p:nvPr userDrawn="1"/>
        </p:nvSpPr>
        <p:spPr>
          <a:xfrm>
            <a:off x="551567" y="2275628"/>
            <a:ext cx="801317" cy="879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39"/>
            <a:ext cx="12192000" cy="6872784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68287" y="259692"/>
            <a:ext cx="2162772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500" b="1" i="0" dirty="0">
                <a:solidFill>
                  <a:srgbClr val="46CCFE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kumimoji="1" lang="zh-CN" altLang="en-US" sz="12500" b="1" i="0" dirty="0">
              <a:solidFill>
                <a:srgbClr val="46CC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11435715" y="6456680"/>
            <a:ext cx="360045" cy="139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11" name="标题占位符 1"/>
          <p:cNvSpPr>
            <a:spLocks noGrp="1"/>
          </p:cNvSpPr>
          <p:nvPr>
            <p:ph type="title" hasCustomPrompt="1"/>
          </p:nvPr>
        </p:nvSpPr>
        <p:spPr>
          <a:xfrm>
            <a:off x="472055" y="2715567"/>
            <a:ext cx="7267878" cy="6098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2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单击此处编辑子标题文本，标题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3" name="文本占位符 8"/>
          <p:cNvSpPr>
            <a:spLocks noGrp="1"/>
          </p:cNvSpPr>
          <p:nvPr>
            <p:ph type="body" sz="quarter" idx="18" hasCustomPrompt="1"/>
          </p:nvPr>
        </p:nvSpPr>
        <p:spPr>
          <a:xfrm>
            <a:off x="472055" y="3315219"/>
            <a:ext cx="4724718" cy="12766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5-1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5-2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5-3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en-US" altLang="zh-CN" dirty="0"/>
          </a:p>
        </p:txBody>
      </p:sp>
      <p:sp>
        <p:nvSpPr>
          <p:cNvPr id="9" name="矩形 8"/>
          <p:cNvSpPr/>
          <p:nvPr userDrawn="1"/>
        </p:nvSpPr>
        <p:spPr>
          <a:xfrm>
            <a:off x="551567" y="2275628"/>
            <a:ext cx="801317" cy="879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" y="0"/>
            <a:ext cx="12190730" cy="6872068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368287" y="259692"/>
            <a:ext cx="2162772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500" b="1" dirty="0">
                <a:solidFill>
                  <a:srgbClr val="46CCFE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kumimoji="1" lang="zh-CN" altLang="en-US" sz="12500" b="1" dirty="0">
              <a:solidFill>
                <a:srgbClr val="46CC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11483340" y="6473825"/>
            <a:ext cx="312420" cy="12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10" name="标题占位符 1"/>
          <p:cNvSpPr>
            <a:spLocks noGrp="1"/>
          </p:cNvSpPr>
          <p:nvPr>
            <p:ph type="title" hasCustomPrompt="1"/>
          </p:nvPr>
        </p:nvSpPr>
        <p:spPr>
          <a:xfrm>
            <a:off x="472055" y="2715567"/>
            <a:ext cx="7267878" cy="6098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2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单击此处编辑子标题文本，标题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2" name="文本占位符 8"/>
          <p:cNvSpPr>
            <a:spLocks noGrp="1"/>
          </p:cNvSpPr>
          <p:nvPr>
            <p:ph type="body" sz="quarter" idx="18" hasCustomPrompt="1"/>
          </p:nvPr>
        </p:nvSpPr>
        <p:spPr>
          <a:xfrm>
            <a:off x="472055" y="3315219"/>
            <a:ext cx="4724718" cy="12766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6-1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6-2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6-3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en-US" altLang="zh-CN" dirty="0"/>
          </a:p>
        </p:txBody>
      </p:sp>
      <p:sp>
        <p:nvSpPr>
          <p:cNvPr id="9" name="矩形 8"/>
          <p:cNvSpPr/>
          <p:nvPr userDrawn="1"/>
        </p:nvSpPr>
        <p:spPr>
          <a:xfrm>
            <a:off x="551567" y="2275628"/>
            <a:ext cx="801317" cy="879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页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2784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68287" y="259692"/>
            <a:ext cx="2162772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500" b="1" dirty="0">
                <a:solidFill>
                  <a:srgbClr val="46CCFE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kumimoji="1" lang="zh-CN" altLang="en-US" sz="12500" b="1" dirty="0">
              <a:solidFill>
                <a:srgbClr val="46CC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11435715" y="6449695"/>
            <a:ext cx="360045" cy="146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9" name="标题占位符 1"/>
          <p:cNvSpPr>
            <a:spLocks noGrp="1"/>
          </p:cNvSpPr>
          <p:nvPr>
            <p:ph type="title" hasCustomPrompt="1"/>
          </p:nvPr>
        </p:nvSpPr>
        <p:spPr>
          <a:xfrm>
            <a:off x="472055" y="2715567"/>
            <a:ext cx="7267878" cy="6098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lnSpc>
                <a:spcPct val="12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单击此处编辑子标题文本，标题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1" name="文本占位符 8"/>
          <p:cNvSpPr>
            <a:spLocks noGrp="1"/>
          </p:cNvSpPr>
          <p:nvPr>
            <p:ph type="body" sz="quarter" idx="18" hasCustomPrompt="1"/>
          </p:nvPr>
        </p:nvSpPr>
        <p:spPr>
          <a:xfrm>
            <a:off x="472055" y="3315219"/>
            <a:ext cx="4724718" cy="127666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7-1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7-2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/>
              <a:t>7-3</a:t>
            </a:r>
            <a:r>
              <a:rPr kumimoji="1" lang="zh-CN" altLang="en-US" dirty="0"/>
              <a:t> 单击此处编辑文本样式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en-US" altLang="zh-CN" dirty="0"/>
          </a:p>
        </p:txBody>
      </p:sp>
      <p:sp>
        <p:nvSpPr>
          <p:cNvPr id="12" name="矩形 11"/>
          <p:cNvSpPr/>
          <p:nvPr userDrawn="1"/>
        </p:nvSpPr>
        <p:spPr>
          <a:xfrm>
            <a:off x="551567" y="2275628"/>
            <a:ext cx="801317" cy="879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行业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"/>
          <p:cNvSpPr/>
          <p:nvPr userDrawn="1"/>
        </p:nvSpPr>
        <p:spPr>
          <a:xfrm>
            <a:off x="0" y="0"/>
            <a:ext cx="12193588" cy="6858000"/>
          </a:xfrm>
          <a:prstGeom prst="rect">
            <a:avLst/>
          </a:prstGeom>
          <a:solidFill>
            <a:srgbClr val="2A71EC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3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20" b="0" i="0" dirty="0">
              <a:latin typeface="微软雅黑" panose="020B0503020204020204" charset="-122"/>
            </a:endParaRPr>
          </a:p>
        </p:txBody>
      </p:sp>
      <p:sp>
        <p:nvSpPr>
          <p:cNvPr id="21" name="Text Box 5"/>
          <p:cNvSpPr txBox="1">
            <a:spLocks noChangeArrowheads="1"/>
          </p:cNvSpPr>
          <p:nvPr userDrawn="1"/>
        </p:nvSpPr>
        <p:spPr bwMode="auto">
          <a:xfrm>
            <a:off x="11420475" y="6457950"/>
            <a:ext cx="375285" cy="137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i="0" kern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i="0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22" name="图片占位符 7"/>
          <p:cNvSpPr>
            <a:spLocks noGrp="1"/>
          </p:cNvSpPr>
          <p:nvPr>
            <p:ph type="pic" sz="quarter" idx="10" hasCustomPrompt="1"/>
          </p:nvPr>
        </p:nvSpPr>
        <p:spPr>
          <a:xfrm>
            <a:off x="4368258" y="0"/>
            <a:ext cx="7817394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拖拽到此处，插入图片</a:t>
            </a:r>
            <a:endParaRPr kumimoji="1" lang="zh-CN" altLang="en-US" dirty="0"/>
          </a:p>
        </p:txBody>
      </p:sp>
      <p:sp>
        <p:nvSpPr>
          <p:cNvPr id="23" name="标题 31"/>
          <p:cNvSpPr>
            <a:spLocks noGrp="1"/>
          </p:cNvSpPr>
          <p:nvPr>
            <p:ph type="title" hasCustomPrompt="1"/>
          </p:nvPr>
        </p:nvSpPr>
        <p:spPr>
          <a:xfrm>
            <a:off x="507774" y="419862"/>
            <a:ext cx="2366055" cy="6042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行业标题</a:t>
            </a:r>
            <a:endParaRPr kumimoji="1" lang="zh-CN" altLang="en-US" dirty="0"/>
          </a:p>
        </p:txBody>
      </p:sp>
      <p:sp>
        <p:nvSpPr>
          <p:cNvPr id="24" name="文本占位符 33"/>
          <p:cNvSpPr>
            <a:spLocks noGrp="1"/>
          </p:cNvSpPr>
          <p:nvPr>
            <p:ph type="body" sz="quarter" idx="14" hasCustomPrompt="1"/>
          </p:nvPr>
        </p:nvSpPr>
        <p:spPr>
          <a:xfrm>
            <a:off x="507774" y="1046203"/>
            <a:ext cx="2366055" cy="2851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副标题 </a:t>
            </a:r>
            <a:r>
              <a:rPr kumimoji="1" lang="en-US" altLang="zh-CN" dirty="0"/>
              <a:t>|</a:t>
            </a:r>
            <a:r>
              <a:rPr kumimoji="1" lang="zh-CN" altLang="en-US" dirty="0"/>
              <a:t> 副标题 </a:t>
            </a:r>
            <a:r>
              <a:rPr kumimoji="1" lang="en-US" altLang="zh-CN" dirty="0"/>
              <a:t>|</a:t>
            </a:r>
            <a:r>
              <a:rPr kumimoji="1" lang="zh-CN" altLang="en-US" dirty="0"/>
              <a:t> 副标题 </a:t>
            </a:r>
            <a:endParaRPr kumimoji="1" lang="zh-CN" altLang="en-US" dirty="0"/>
          </a:p>
        </p:txBody>
      </p:sp>
      <p:sp>
        <p:nvSpPr>
          <p:cNvPr id="25" name="文本占位符 17"/>
          <p:cNvSpPr>
            <a:spLocks noGrp="1"/>
          </p:cNvSpPr>
          <p:nvPr>
            <p:ph type="body" sz="quarter" idx="15" hasCustomPrompt="1"/>
          </p:nvPr>
        </p:nvSpPr>
        <p:spPr>
          <a:xfrm>
            <a:off x="507774" y="2055868"/>
            <a:ext cx="2525713" cy="2301587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此段文字旨在显示正确的字号和段落的位置，例文可替换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dirty="0"/>
              <a:t>此段文字旨在显示正确的字号和段落的位置，例文可替换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设备-手机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/>
          <p:cNvSpPr>
            <a:spLocks noGrp="1"/>
          </p:cNvSpPr>
          <p:nvPr>
            <p:ph type="pic" sz="quarter" idx="46" hasCustomPrompt="1"/>
          </p:nvPr>
        </p:nvSpPr>
        <p:spPr>
          <a:xfrm>
            <a:off x="6959084" y="1448436"/>
            <a:ext cx="2735644" cy="5914800"/>
          </a:xfrm>
          <a:custGeom>
            <a:avLst/>
            <a:gdLst>
              <a:gd name="connsiteX0" fmla="*/ 250164 w 2509837"/>
              <a:gd name="connsiteY0" fmla="*/ 0 h 5326062"/>
              <a:gd name="connsiteX1" fmla="*/ 524933 w 2509837"/>
              <a:gd name="connsiteY1" fmla="*/ 0 h 5326062"/>
              <a:gd name="connsiteX2" fmla="*/ 557742 w 2509837"/>
              <a:gd name="connsiteY2" fmla="*/ 36205 h 5326062"/>
              <a:gd name="connsiteX3" fmla="*/ 557742 w 2509837"/>
              <a:gd name="connsiteY3" fmla="*/ 64363 h 5326062"/>
              <a:gd name="connsiteX4" fmla="*/ 701278 w 2509837"/>
              <a:gd name="connsiteY4" fmla="*/ 197113 h 5326062"/>
              <a:gd name="connsiteX5" fmla="*/ 1816761 w 2509837"/>
              <a:gd name="connsiteY5" fmla="*/ 197113 h 5326062"/>
              <a:gd name="connsiteX6" fmla="*/ 1956197 w 2509837"/>
              <a:gd name="connsiteY6" fmla="*/ 60341 h 5326062"/>
              <a:gd name="connsiteX7" fmla="*/ 1956197 w 2509837"/>
              <a:gd name="connsiteY7" fmla="*/ 36205 h 5326062"/>
              <a:gd name="connsiteX8" fmla="*/ 1989005 w 2509837"/>
              <a:gd name="connsiteY8" fmla="*/ 0 h 5326062"/>
              <a:gd name="connsiteX9" fmla="*/ 2259673 w 2509837"/>
              <a:gd name="connsiteY9" fmla="*/ 0 h 5326062"/>
              <a:gd name="connsiteX10" fmla="*/ 2509837 w 2509837"/>
              <a:gd name="connsiteY10" fmla="*/ 249408 h 5326062"/>
              <a:gd name="connsiteX11" fmla="*/ 2509837 w 2509837"/>
              <a:gd name="connsiteY11" fmla="*/ 5080677 h 5326062"/>
              <a:gd name="connsiteX12" fmla="*/ 2259673 w 2509837"/>
              <a:gd name="connsiteY12" fmla="*/ 5326062 h 5326062"/>
              <a:gd name="connsiteX13" fmla="*/ 250164 w 2509837"/>
              <a:gd name="connsiteY13" fmla="*/ 5326062 h 5326062"/>
              <a:gd name="connsiteX14" fmla="*/ 0 w 2509837"/>
              <a:gd name="connsiteY14" fmla="*/ 5080677 h 5326062"/>
              <a:gd name="connsiteX15" fmla="*/ 0 w 2509837"/>
              <a:gd name="connsiteY15" fmla="*/ 249408 h 5326062"/>
              <a:gd name="connsiteX16" fmla="*/ 250164 w 2509837"/>
              <a:gd name="connsiteY16" fmla="*/ 0 h 532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9837" h="5326062">
                <a:moveTo>
                  <a:pt x="250164" y="0"/>
                </a:moveTo>
                <a:cubicBezTo>
                  <a:pt x="250164" y="0"/>
                  <a:pt x="250164" y="0"/>
                  <a:pt x="524933" y="0"/>
                </a:cubicBezTo>
                <a:cubicBezTo>
                  <a:pt x="541338" y="0"/>
                  <a:pt x="557742" y="16091"/>
                  <a:pt x="557742" y="36205"/>
                </a:cubicBezTo>
                <a:cubicBezTo>
                  <a:pt x="557742" y="36205"/>
                  <a:pt x="557742" y="36205"/>
                  <a:pt x="557742" y="64363"/>
                </a:cubicBezTo>
                <a:cubicBezTo>
                  <a:pt x="557742" y="104591"/>
                  <a:pt x="590550" y="197113"/>
                  <a:pt x="701278" y="197113"/>
                </a:cubicBezTo>
                <a:cubicBezTo>
                  <a:pt x="758693" y="197113"/>
                  <a:pt x="1718336" y="197113"/>
                  <a:pt x="1816761" y="197113"/>
                </a:cubicBezTo>
                <a:cubicBezTo>
                  <a:pt x="1915186" y="197113"/>
                  <a:pt x="1956197" y="108613"/>
                  <a:pt x="1956197" y="60341"/>
                </a:cubicBezTo>
                <a:cubicBezTo>
                  <a:pt x="1956197" y="60341"/>
                  <a:pt x="1956197" y="60341"/>
                  <a:pt x="1956197" y="36205"/>
                </a:cubicBezTo>
                <a:cubicBezTo>
                  <a:pt x="1956197" y="16091"/>
                  <a:pt x="1972601" y="0"/>
                  <a:pt x="1989005" y="0"/>
                </a:cubicBezTo>
                <a:cubicBezTo>
                  <a:pt x="1989005" y="0"/>
                  <a:pt x="1989005" y="0"/>
                  <a:pt x="2259673" y="0"/>
                </a:cubicBezTo>
                <a:cubicBezTo>
                  <a:pt x="2395008" y="0"/>
                  <a:pt x="2509837" y="112636"/>
                  <a:pt x="2509837" y="249408"/>
                </a:cubicBezTo>
                <a:cubicBezTo>
                  <a:pt x="2509837" y="249408"/>
                  <a:pt x="2509837" y="249408"/>
                  <a:pt x="2509837" y="5080677"/>
                </a:cubicBezTo>
                <a:cubicBezTo>
                  <a:pt x="2509837" y="5217449"/>
                  <a:pt x="2395008" y="5326062"/>
                  <a:pt x="2259673" y="5326062"/>
                </a:cubicBezTo>
                <a:cubicBezTo>
                  <a:pt x="2259673" y="5326062"/>
                  <a:pt x="2259673" y="5326062"/>
                  <a:pt x="250164" y="5326062"/>
                </a:cubicBezTo>
                <a:cubicBezTo>
                  <a:pt x="114829" y="5326062"/>
                  <a:pt x="0" y="5217449"/>
                  <a:pt x="0" y="5080677"/>
                </a:cubicBezTo>
                <a:cubicBezTo>
                  <a:pt x="0" y="5080677"/>
                  <a:pt x="0" y="5080677"/>
                  <a:pt x="0" y="249408"/>
                </a:cubicBezTo>
                <a:cubicBezTo>
                  <a:pt x="0" y="112636"/>
                  <a:pt x="114829" y="0"/>
                  <a:pt x="250164" y="0"/>
                </a:cubicBezTo>
                <a:close/>
              </a:path>
            </a:pathLst>
          </a:custGeom>
          <a:blipFill>
            <a:blip r:embed="rId2">
              <a:alphaModFix amt="0"/>
            </a:blip>
            <a:stretch>
              <a:fillRect/>
            </a:stretch>
          </a:blipFill>
          <a:ln>
            <a:noFill/>
          </a:ln>
        </p:spPr>
        <p:txBody>
          <a:bodyPr wrap="square" tIns="576000" anchor="ctr">
            <a:no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18" name="Text Box 5"/>
          <p:cNvSpPr txBox="1">
            <a:spLocks noChangeArrowheads="1"/>
          </p:cNvSpPr>
          <p:nvPr userDrawn="1"/>
        </p:nvSpPr>
        <p:spPr bwMode="auto">
          <a:xfrm>
            <a:off x="11451590" y="6464935"/>
            <a:ext cx="344170" cy="130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19" name="文本占位符 5"/>
          <p:cNvSpPr>
            <a:spLocks noGrp="1"/>
          </p:cNvSpPr>
          <p:nvPr>
            <p:ph type="body" sz="quarter" idx="28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20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8957779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5937813" y="24075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3" name="文本占位符 10"/>
          <p:cNvSpPr>
            <a:spLocks noGrp="1"/>
          </p:cNvSpPr>
          <p:nvPr>
            <p:ph type="body" sz="quarter" idx="18" hasCustomPrompt="1"/>
          </p:nvPr>
        </p:nvSpPr>
        <p:spPr>
          <a:xfrm>
            <a:off x="416854" y="1785406"/>
            <a:ext cx="2521977" cy="43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2A70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22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24" hasCustomPrompt="1"/>
          </p:nvPr>
        </p:nvSpPr>
        <p:spPr>
          <a:xfrm>
            <a:off x="416854" y="2323913"/>
            <a:ext cx="3348621" cy="552822"/>
          </a:xfrm>
          <a:prstGeom prst="rect">
            <a:avLst/>
          </a:prstGeom>
        </p:spPr>
        <p:txBody>
          <a:bodyPr anchor="t"/>
          <a:lstStyle>
            <a:lvl1pPr marL="0" marR="0" indent="0" algn="ctr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设备-电脑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6369415" y="2067592"/>
            <a:ext cx="4996292" cy="3175922"/>
          </a:xfrm>
          <a:prstGeom prst="rect">
            <a:avLst/>
          </a:prstGeom>
          <a:blipFill>
            <a:blip r:embed="rId2">
              <a:alphaModFix amt="0"/>
            </a:blip>
            <a:stretch>
              <a:fillRect/>
            </a:stretch>
          </a:blipFill>
          <a:ln>
            <a:noFill/>
          </a:ln>
        </p:spPr>
        <p:txBody>
          <a:bodyPr wrap="square" tIns="576000" anchor="ctr">
            <a:no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11369675" y="6449695"/>
            <a:ext cx="426085" cy="146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18" name="文本占位符 10"/>
          <p:cNvSpPr>
            <a:spLocks noGrp="1"/>
          </p:cNvSpPr>
          <p:nvPr>
            <p:ph type="body" sz="quarter" idx="18" hasCustomPrompt="1"/>
          </p:nvPr>
        </p:nvSpPr>
        <p:spPr>
          <a:xfrm>
            <a:off x="416854" y="1785406"/>
            <a:ext cx="2521977" cy="43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2A70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22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9" name="文本占位符 3"/>
          <p:cNvSpPr>
            <a:spLocks noGrp="1"/>
          </p:cNvSpPr>
          <p:nvPr>
            <p:ph type="body" sz="quarter" idx="24" hasCustomPrompt="1"/>
          </p:nvPr>
        </p:nvSpPr>
        <p:spPr>
          <a:xfrm>
            <a:off x="416854" y="2323913"/>
            <a:ext cx="3348621" cy="552822"/>
          </a:xfrm>
          <a:prstGeom prst="rect">
            <a:avLst/>
          </a:prstGeom>
        </p:spPr>
        <p:txBody>
          <a:bodyPr anchor="t"/>
          <a:lstStyle>
            <a:lvl1pPr marL="0" marR="0" indent="0" algn="ctr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  <p:sp>
        <p:nvSpPr>
          <p:cNvPr id="20" name="文本占位符 5"/>
          <p:cNvSpPr>
            <a:spLocks noGrp="1"/>
          </p:cNvSpPr>
          <p:nvPr>
            <p:ph type="body" sz="quarter" idx="28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21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8879721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设备-电脑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5121990" y="2375493"/>
            <a:ext cx="5217398" cy="3303788"/>
          </a:xfrm>
          <a:prstGeom prst="rect">
            <a:avLst/>
          </a:prstGeom>
          <a:blipFill>
            <a:blip r:embed="rId2">
              <a:alphaModFix amt="0"/>
            </a:blip>
            <a:stretch>
              <a:fillRect/>
            </a:stretch>
          </a:blipFill>
          <a:ln>
            <a:noFill/>
          </a:ln>
        </p:spPr>
        <p:txBody>
          <a:bodyPr wrap="square" tIns="576000" anchor="ctr">
            <a:no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54" hasCustomPrompt="1"/>
          </p:nvPr>
        </p:nvSpPr>
        <p:spPr>
          <a:xfrm>
            <a:off x="9915660" y="3686174"/>
            <a:ext cx="1174282" cy="2538943"/>
          </a:xfrm>
          <a:custGeom>
            <a:avLst/>
            <a:gdLst>
              <a:gd name="connsiteX0" fmla="*/ 250164 w 2509837"/>
              <a:gd name="connsiteY0" fmla="*/ 0 h 5326062"/>
              <a:gd name="connsiteX1" fmla="*/ 524933 w 2509837"/>
              <a:gd name="connsiteY1" fmla="*/ 0 h 5326062"/>
              <a:gd name="connsiteX2" fmla="*/ 557742 w 2509837"/>
              <a:gd name="connsiteY2" fmla="*/ 36205 h 5326062"/>
              <a:gd name="connsiteX3" fmla="*/ 557742 w 2509837"/>
              <a:gd name="connsiteY3" fmla="*/ 64363 h 5326062"/>
              <a:gd name="connsiteX4" fmla="*/ 701278 w 2509837"/>
              <a:gd name="connsiteY4" fmla="*/ 197113 h 5326062"/>
              <a:gd name="connsiteX5" fmla="*/ 1816761 w 2509837"/>
              <a:gd name="connsiteY5" fmla="*/ 197113 h 5326062"/>
              <a:gd name="connsiteX6" fmla="*/ 1956197 w 2509837"/>
              <a:gd name="connsiteY6" fmla="*/ 60341 h 5326062"/>
              <a:gd name="connsiteX7" fmla="*/ 1956197 w 2509837"/>
              <a:gd name="connsiteY7" fmla="*/ 36205 h 5326062"/>
              <a:gd name="connsiteX8" fmla="*/ 1989005 w 2509837"/>
              <a:gd name="connsiteY8" fmla="*/ 0 h 5326062"/>
              <a:gd name="connsiteX9" fmla="*/ 2259673 w 2509837"/>
              <a:gd name="connsiteY9" fmla="*/ 0 h 5326062"/>
              <a:gd name="connsiteX10" fmla="*/ 2509837 w 2509837"/>
              <a:gd name="connsiteY10" fmla="*/ 249408 h 5326062"/>
              <a:gd name="connsiteX11" fmla="*/ 2509837 w 2509837"/>
              <a:gd name="connsiteY11" fmla="*/ 5080677 h 5326062"/>
              <a:gd name="connsiteX12" fmla="*/ 2259673 w 2509837"/>
              <a:gd name="connsiteY12" fmla="*/ 5326062 h 5326062"/>
              <a:gd name="connsiteX13" fmla="*/ 250164 w 2509837"/>
              <a:gd name="connsiteY13" fmla="*/ 5326062 h 5326062"/>
              <a:gd name="connsiteX14" fmla="*/ 0 w 2509837"/>
              <a:gd name="connsiteY14" fmla="*/ 5080677 h 5326062"/>
              <a:gd name="connsiteX15" fmla="*/ 0 w 2509837"/>
              <a:gd name="connsiteY15" fmla="*/ 249408 h 5326062"/>
              <a:gd name="connsiteX16" fmla="*/ 250164 w 2509837"/>
              <a:gd name="connsiteY16" fmla="*/ 0 h 532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9837" h="5326062">
                <a:moveTo>
                  <a:pt x="250164" y="0"/>
                </a:moveTo>
                <a:cubicBezTo>
                  <a:pt x="250164" y="0"/>
                  <a:pt x="250164" y="0"/>
                  <a:pt x="524933" y="0"/>
                </a:cubicBezTo>
                <a:cubicBezTo>
                  <a:pt x="541338" y="0"/>
                  <a:pt x="557742" y="16091"/>
                  <a:pt x="557742" y="36205"/>
                </a:cubicBezTo>
                <a:cubicBezTo>
                  <a:pt x="557742" y="36205"/>
                  <a:pt x="557742" y="36205"/>
                  <a:pt x="557742" y="64363"/>
                </a:cubicBezTo>
                <a:cubicBezTo>
                  <a:pt x="557742" y="104591"/>
                  <a:pt x="590550" y="197113"/>
                  <a:pt x="701278" y="197113"/>
                </a:cubicBezTo>
                <a:cubicBezTo>
                  <a:pt x="758693" y="197113"/>
                  <a:pt x="1718336" y="197113"/>
                  <a:pt x="1816761" y="197113"/>
                </a:cubicBezTo>
                <a:cubicBezTo>
                  <a:pt x="1915186" y="197113"/>
                  <a:pt x="1956197" y="108613"/>
                  <a:pt x="1956197" y="60341"/>
                </a:cubicBezTo>
                <a:cubicBezTo>
                  <a:pt x="1956197" y="60341"/>
                  <a:pt x="1956197" y="60341"/>
                  <a:pt x="1956197" y="36205"/>
                </a:cubicBezTo>
                <a:cubicBezTo>
                  <a:pt x="1956197" y="16091"/>
                  <a:pt x="1972601" y="0"/>
                  <a:pt x="1989005" y="0"/>
                </a:cubicBezTo>
                <a:cubicBezTo>
                  <a:pt x="1989005" y="0"/>
                  <a:pt x="1989005" y="0"/>
                  <a:pt x="2259673" y="0"/>
                </a:cubicBezTo>
                <a:cubicBezTo>
                  <a:pt x="2395008" y="0"/>
                  <a:pt x="2509837" y="112636"/>
                  <a:pt x="2509837" y="249408"/>
                </a:cubicBezTo>
                <a:cubicBezTo>
                  <a:pt x="2509837" y="249408"/>
                  <a:pt x="2509837" y="249408"/>
                  <a:pt x="2509837" y="5080677"/>
                </a:cubicBezTo>
                <a:cubicBezTo>
                  <a:pt x="2509837" y="5217449"/>
                  <a:pt x="2395008" y="5326062"/>
                  <a:pt x="2259673" y="5326062"/>
                </a:cubicBezTo>
                <a:cubicBezTo>
                  <a:pt x="2259673" y="5326062"/>
                  <a:pt x="2259673" y="5326062"/>
                  <a:pt x="250164" y="5326062"/>
                </a:cubicBezTo>
                <a:cubicBezTo>
                  <a:pt x="114829" y="5326062"/>
                  <a:pt x="0" y="5217449"/>
                  <a:pt x="0" y="5080677"/>
                </a:cubicBezTo>
                <a:cubicBezTo>
                  <a:pt x="0" y="5080677"/>
                  <a:pt x="0" y="5080677"/>
                  <a:pt x="0" y="249408"/>
                </a:cubicBezTo>
                <a:cubicBezTo>
                  <a:pt x="0" y="112636"/>
                  <a:pt x="114829" y="0"/>
                  <a:pt x="250164" y="0"/>
                </a:cubicBezTo>
                <a:close/>
              </a:path>
            </a:pathLst>
          </a:custGeom>
          <a:blipFill>
            <a:blip r:embed="rId3">
              <a:alphaModFix amt="0"/>
            </a:blip>
            <a:stretch>
              <a:fillRect/>
            </a:stretch>
          </a:blipFill>
          <a:ln>
            <a:noFill/>
          </a:ln>
        </p:spPr>
        <p:txBody>
          <a:bodyPr wrap="square" tIns="576000" anchor="ctr">
            <a:no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55" hasCustomPrompt="1"/>
          </p:nvPr>
        </p:nvSpPr>
        <p:spPr>
          <a:xfrm>
            <a:off x="2592363" y="4257676"/>
            <a:ext cx="895395" cy="1935956"/>
          </a:xfrm>
          <a:custGeom>
            <a:avLst/>
            <a:gdLst>
              <a:gd name="connsiteX0" fmla="*/ 250164 w 2509837"/>
              <a:gd name="connsiteY0" fmla="*/ 0 h 5326062"/>
              <a:gd name="connsiteX1" fmla="*/ 524933 w 2509837"/>
              <a:gd name="connsiteY1" fmla="*/ 0 h 5326062"/>
              <a:gd name="connsiteX2" fmla="*/ 557742 w 2509837"/>
              <a:gd name="connsiteY2" fmla="*/ 36205 h 5326062"/>
              <a:gd name="connsiteX3" fmla="*/ 557742 w 2509837"/>
              <a:gd name="connsiteY3" fmla="*/ 64363 h 5326062"/>
              <a:gd name="connsiteX4" fmla="*/ 701278 w 2509837"/>
              <a:gd name="connsiteY4" fmla="*/ 197113 h 5326062"/>
              <a:gd name="connsiteX5" fmla="*/ 1816761 w 2509837"/>
              <a:gd name="connsiteY5" fmla="*/ 197113 h 5326062"/>
              <a:gd name="connsiteX6" fmla="*/ 1956197 w 2509837"/>
              <a:gd name="connsiteY6" fmla="*/ 60341 h 5326062"/>
              <a:gd name="connsiteX7" fmla="*/ 1956197 w 2509837"/>
              <a:gd name="connsiteY7" fmla="*/ 36205 h 5326062"/>
              <a:gd name="connsiteX8" fmla="*/ 1989005 w 2509837"/>
              <a:gd name="connsiteY8" fmla="*/ 0 h 5326062"/>
              <a:gd name="connsiteX9" fmla="*/ 2259673 w 2509837"/>
              <a:gd name="connsiteY9" fmla="*/ 0 h 5326062"/>
              <a:gd name="connsiteX10" fmla="*/ 2509837 w 2509837"/>
              <a:gd name="connsiteY10" fmla="*/ 249408 h 5326062"/>
              <a:gd name="connsiteX11" fmla="*/ 2509837 w 2509837"/>
              <a:gd name="connsiteY11" fmla="*/ 5080677 h 5326062"/>
              <a:gd name="connsiteX12" fmla="*/ 2259673 w 2509837"/>
              <a:gd name="connsiteY12" fmla="*/ 5326062 h 5326062"/>
              <a:gd name="connsiteX13" fmla="*/ 250164 w 2509837"/>
              <a:gd name="connsiteY13" fmla="*/ 5326062 h 5326062"/>
              <a:gd name="connsiteX14" fmla="*/ 0 w 2509837"/>
              <a:gd name="connsiteY14" fmla="*/ 5080677 h 5326062"/>
              <a:gd name="connsiteX15" fmla="*/ 0 w 2509837"/>
              <a:gd name="connsiteY15" fmla="*/ 249408 h 5326062"/>
              <a:gd name="connsiteX16" fmla="*/ 250164 w 2509837"/>
              <a:gd name="connsiteY16" fmla="*/ 0 h 532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9837" h="5326062">
                <a:moveTo>
                  <a:pt x="250164" y="0"/>
                </a:moveTo>
                <a:cubicBezTo>
                  <a:pt x="250164" y="0"/>
                  <a:pt x="250164" y="0"/>
                  <a:pt x="524933" y="0"/>
                </a:cubicBezTo>
                <a:cubicBezTo>
                  <a:pt x="541338" y="0"/>
                  <a:pt x="557742" y="16091"/>
                  <a:pt x="557742" y="36205"/>
                </a:cubicBezTo>
                <a:cubicBezTo>
                  <a:pt x="557742" y="36205"/>
                  <a:pt x="557742" y="36205"/>
                  <a:pt x="557742" y="64363"/>
                </a:cubicBezTo>
                <a:cubicBezTo>
                  <a:pt x="557742" y="104591"/>
                  <a:pt x="590550" y="197113"/>
                  <a:pt x="701278" y="197113"/>
                </a:cubicBezTo>
                <a:cubicBezTo>
                  <a:pt x="758693" y="197113"/>
                  <a:pt x="1718336" y="197113"/>
                  <a:pt x="1816761" y="197113"/>
                </a:cubicBezTo>
                <a:cubicBezTo>
                  <a:pt x="1915186" y="197113"/>
                  <a:pt x="1956197" y="108613"/>
                  <a:pt x="1956197" y="60341"/>
                </a:cubicBezTo>
                <a:cubicBezTo>
                  <a:pt x="1956197" y="60341"/>
                  <a:pt x="1956197" y="60341"/>
                  <a:pt x="1956197" y="36205"/>
                </a:cubicBezTo>
                <a:cubicBezTo>
                  <a:pt x="1956197" y="16091"/>
                  <a:pt x="1972601" y="0"/>
                  <a:pt x="1989005" y="0"/>
                </a:cubicBezTo>
                <a:cubicBezTo>
                  <a:pt x="1989005" y="0"/>
                  <a:pt x="1989005" y="0"/>
                  <a:pt x="2259673" y="0"/>
                </a:cubicBezTo>
                <a:cubicBezTo>
                  <a:pt x="2395008" y="0"/>
                  <a:pt x="2509837" y="112636"/>
                  <a:pt x="2509837" y="249408"/>
                </a:cubicBezTo>
                <a:cubicBezTo>
                  <a:pt x="2509837" y="249408"/>
                  <a:pt x="2509837" y="249408"/>
                  <a:pt x="2509837" y="5080677"/>
                </a:cubicBezTo>
                <a:cubicBezTo>
                  <a:pt x="2509837" y="5217449"/>
                  <a:pt x="2395008" y="5326062"/>
                  <a:pt x="2259673" y="5326062"/>
                </a:cubicBezTo>
                <a:cubicBezTo>
                  <a:pt x="2259673" y="5326062"/>
                  <a:pt x="2259673" y="5326062"/>
                  <a:pt x="250164" y="5326062"/>
                </a:cubicBezTo>
                <a:cubicBezTo>
                  <a:pt x="114829" y="5326062"/>
                  <a:pt x="0" y="5217449"/>
                  <a:pt x="0" y="5080677"/>
                </a:cubicBezTo>
                <a:cubicBezTo>
                  <a:pt x="0" y="5080677"/>
                  <a:pt x="0" y="5080677"/>
                  <a:pt x="0" y="249408"/>
                </a:cubicBezTo>
                <a:cubicBezTo>
                  <a:pt x="0" y="112636"/>
                  <a:pt x="114829" y="0"/>
                  <a:pt x="250164" y="0"/>
                </a:cubicBezTo>
                <a:close/>
              </a:path>
            </a:pathLst>
          </a:custGeom>
          <a:blipFill>
            <a:blip r:embed="rId4">
              <a:alphaModFix amt="0"/>
            </a:blip>
            <a:stretch>
              <a:fillRect/>
            </a:stretch>
          </a:blipFill>
          <a:ln>
            <a:noFill/>
          </a:ln>
        </p:spPr>
        <p:txBody>
          <a:bodyPr wrap="square" tIns="576000" anchor="ctr">
            <a:no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53" hasCustomPrompt="1"/>
          </p:nvPr>
        </p:nvSpPr>
        <p:spPr>
          <a:xfrm>
            <a:off x="3225540" y="3860089"/>
            <a:ext cx="3290316" cy="2258096"/>
          </a:xfrm>
          <a:prstGeom prst="rect">
            <a:avLst/>
          </a:prstGeom>
          <a:blipFill>
            <a:blip r:embed="rId5">
              <a:alphaModFix amt="0"/>
            </a:blip>
            <a:stretch>
              <a:fillRect/>
            </a:stretch>
          </a:blipFill>
          <a:ln>
            <a:noFill/>
          </a:ln>
        </p:spPr>
        <p:txBody>
          <a:bodyPr wrap="square" tIns="576000" anchor="ctr">
            <a:no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点击添加图片</a:t>
            </a:r>
            <a:endParaRPr lang="en-US" dirty="0"/>
          </a:p>
        </p:txBody>
      </p:sp>
      <p:sp>
        <p:nvSpPr>
          <p:cNvPr id="15" name="Text Box 5"/>
          <p:cNvSpPr txBox="1">
            <a:spLocks noChangeArrowheads="1"/>
          </p:cNvSpPr>
          <p:nvPr userDrawn="1"/>
        </p:nvSpPr>
        <p:spPr bwMode="auto">
          <a:xfrm>
            <a:off x="11443335" y="6464935"/>
            <a:ext cx="352425" cy="130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16" name="文本占位符 5"/>
          <p:cNvSpPr>
            <a:spLocks noGrp="1"/>
          </p:cNvSpPr>
          <p:nvPr>
            <p:ph type="body" sz="quarter" idx="28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23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8991233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13" name="文本占位符 10"/>
          <p:cNvSpPr>
            <a:spLocks noGrp="1"/>
          </p:cNvSpPr>
          <p:nvPr>
            <p:ph type="body" sz="quarter" idx="18" hasCustomPrompt="1"/>
          </p:nvPr>
        </p:nvSpPr>
        <p:spPr>
          <a:xfrm>
            <a:off x="416854" y="1785406"/>
            <a:ext cx="2521977" cy="43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2A70E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段落标题 </a:t>
            </a:r>
            <a:r>
              <a:rPr kumimoji="1" lang="en-US" altLang="zh-CN" dirty="0"/>
              <a:t>22</a:t>
            </a:r>
            <a:r>
              <a:rPr kumimoji="1" lang="zh-CN" altLang="en-US" dirty="0"/>
              <a:t>磅</a:t>
            </a:r>
            <a:endParaRPr kumimoji="1" lang="zh-CN" altLang="en-US" dirty="0"/>
          </a:p>
        </p:txBody>
      </p:sp>
      <p:sp>
        <p:nvSpPr>
          <p:cNvPr id="17" name="文本占位符 3"/>
          <p:cNvSpPr>
            <a:spLocks noGrp="1"/>
          </p:cNvSpPr>
          <p:nvPr>
            <p:ph type="body" sz="quarter" idx="24" hasCustomPrompt="1"/>
          </p:nvPr>
        </p:nvSpPr>
        <p:spPr>
          <a:xfrm>
            <a:off x="416854" y="2323913"/>
            <a:ext cx="3348621" cy="552822"/>
          </a:xfrm>
          <a:prstGeom prst="rect">
            <a:avLst/>
          </a:prstGeom>
        </p:spPr>
        <p:txBody>
          <a:bodyPr anchor="t"/>
          <a:lstStyle>
            <a:lvl1pPr marL="0" marR="0" indent="0" algn="ctr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3pPr marL="635000" indent="0">
              <a:buNone/>
              <a:defRPr/>
            </a:lvl3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此处为正文，微软雅黑，字号</a:t>
            </a:r>
            <a:r>
              <a:rPr kumimoji="1" lang="en-US" altLang="zh-CN" dirty="0"/>
              <a:t>12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1.3</a:t>
            </a:r>
            <a:r>
              <a:rPr kumimoji="1" lang="zh-CN" altLang="en-US" dirty="0"/>
              <a:t>倍。（图片为示意，请根据实际情况替换）</a:t>
            </a:r>
            <a:endParaRPr kumimoji="1" lang="zh-CN" altLang="en-US" dirty="0"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0" y="-8055"/>
            <a:ext cx="12202160" cy="68660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46" y="2021376"/>
            <a:ext cx="6012403" cy="3202537"/>
          </a:xfrm>
          <a:prstGeom prst="rect">
            <a:avLst/>
          </a:prstGeom>
        </p:spPr>
      </p:pic>
      <p:sp>
        <p:nvSpPr>
          <p:cNvPr id="6" name="Text Box 2"/>
          <p:cNvSpPr txBox="1"/>
          <p:nvPr userDrawn="1"/>
        </p:nvSpPr>
        <p:spPr>
          <a:xfrm>
            <a:off x="4786041" y="6290346"/>
            <a:ext cx="1252234" cy="171459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spAutoFit/>
          </a:bodyPr>
          <a:lstStyle/>
          <a:p>
            <a:pPr algn="r">
              <a:lnSpc>
                <a:spcPts val="1335"/>
              </a:lnSpc>
              <a:defRPr sz="70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sz="935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5" name="圆形"/>
          <p:cNvSpPr/>
          <p:nvPr userDrawn="1"/>
        </p:nvSpPr>
        <p:spPr>
          <a:xfrm>
            <a:off x="-806775" y="3292324"/>
            <a:ext cx="412720" cy="412720"/>
          </a:xfrm>
          <a:prstGeom prst="ellipse">
            <a:avLst/>
          </a:prstGeom>
          <a:solidFill>
            <a:srgbClr val="2971EB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615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rgbClr val="2386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形"/>
          <p:cNvSpPr/>
          <p:nvPr userDrawn="1"/>
        </p:nvSpPr>
        <p:spPr>
          <a:xfrm>
            <a:off x="-804772" y="4806477"/>
            <a:ext cx="412721" cy="412720"/>
          </a:xfrm>
          <a:prstGeom prst="ellipse">
            <a:avLst/>
          </a:prstGeom>
          <a:solidFill>
            <a:srgbClr val="00CCFE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615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rgbClr val="05C8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圆形"/>
          <p:cNvSpPr/>
          <p:nvPr userDrawn="1"/>
        </p:nvSpPr>
        <p:spPr>
          <a:xfrm>
            <a:off x="-1348384" y="4790261"/>
            <a:ext cx="412721" cy="41272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615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形"/>
          <p:cNvSpPr/>
          <p:nvPr userDrawn="1"/>
        </p:nvSpPr>
        <p:spPr>
          <a:xfrm>
            <a:off x="-1348384" y="5304965"/>
            <a:ext cx="412721" cy="4127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615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形"/>
          <p:cNvSpPr/>
          <p:nvPr userDrawn="1"/>
        </p:nvSpPr>
        <p:spPr>
          <a:xfrm>
            <a:off x="-804772" y="5872245"/>
            <a:ext cx="412721" cy="412720"/>
          </a:xfrm>
          <a:prstGeom prst="ellipse">
            <a:avLst/>
          </a:prstGeom>
          <a:solidFill>
            <a:srgbClr val="A06EFF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615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rgbClr val="A06E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形"/>
          <p:cNvSpPr/>
          <p:nvPr userDrawn="1"/>
        </p:nvSpPr>
        <p:spPr>
          <a:xfrm>
            <a:off x="-804772" y="5345152"/>
            <a:ext cx="412721" cy="412720"/>
          </a:xfrm>
          <a:prstGeom prst="ellipse">
            <a:avLst/>
          </a:prstGeom>
          <a:solidFill>
            <a:srgbClr val="05C8C8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615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rgbClr val="05C8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形"/>
          <p:cNvSpPr/>
          <p:nvPr userDrawn="1"/>
        </p:nvSpPr>
        <p:spPr>
          <a:xfrm>
            <a:off x="-1337419" y="3282897"/>
            <a:ext cx="412720" cy="412720"/>
          </a:xfrm>
          <a:prstGeom prst="ellipse">
            <a:avLst/>
          </a:prstGeom>
          <a:gradFill flip="none" rotWithShape="1">
            <a:gsLst>
              <a:gs pos="50000">
                <a:srgbClr val="238EF7"/>
              </a:gs>
              <a:gs pos="0">
                <a:srgbClr val="2372EF"/>
              </a:gs>
              <a:gs pos="100000">
                <a:srgbClr val="22AAFE"/>
              </a:gs>
            </a:gsLst>
            <a:lin ang="0" scaled="0"/>
            <a:tileRect/>
          </a:gra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615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rgbClr val="2386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形"/>
          <p:cNvSpPr/>
          <p:nvPr userDrawn="1"/>
        </p:nvSpPr>
        <p:spPr>
          <a:xfrm>
            <a:off x="-813916" y="6408704"/>
            <a:ext cx="412721" cy="412720"/>
          </a:xfrm>
          <a:prstGeom prst="ellipse">
            <a:avLst/>
          </a:prstGeom>
          <a:solidFill>
            <a:srgbClr val="FFB61A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615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形"/>
          <p:cNvSpPr/>
          <p:nvPr userDrawn="1"/>
        </p:nvSpPr>
        <p:spPr>
          <a:xfrm>
            <a:off x="-1348384" y="5806412"/>
            <a:ext cx="412721" cy="412720"/>
          </a:xfrm>
          <a:prstGeom prst="ellipse">
            <a:avLst/>
          </a:prstGeom>
          <a:solidFill>
            <a:srgbClr val="E7F1FF"/>
          </a:solidFill>
          <a:ln w="3175">
            <a:solidFill>
              <a:schemeClr val="bg1">
                <a:lumMod val="85000"/>
              </a:schemeClr>
            </a:solidFill>
            <a:miter lim="400000"/>
          </a:ln>
        </p:spPr>
        <p:txBody>
          <a:bodyPr lIns="38489" tIns="38489" rIns="38489" bIns="38489" anchor="ctr"/>
          <a:lstStyle/>
          <a:p>
            <a:pPr defTabSz="602615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形"/>
          <p:cNvSpPr/>
          <p:nvPr userDrawn="1"/>
        </p:nvSpPr>
        <p:spPr>
          <a:xfrm>
            <a:off x="-804772" y="4251104"/>
            <a:ext cx="412721" cy="412720"/>
          </a:xfrm>
          <a:prstGeom prst="ellipse">
            <a:avLst/>
          </a:prstGeom>
          <a:solidFill>
            <a:srgbClr val="22AAFE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615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rgbClr val="2386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形"/>
          <p:cNvSpPr/>
          <p:nvPr userDrawn="1"/>
        </p:nvSpPr>
        <p:spPr>
          <a:xfrm>
            <a:off x="-1348384" y="4279866"/>
            <a:ext cx="412721" cy="412720"/>
          </a:xfrm>
          <a:prstGeom prst="ellipse">
            <a:avLst/>
          </a:prstGeom>
          <a:solidFill>
            <a:srgbClr val="28235F"/>
          </a:solidFill>
          <a:ln w="3175">
            <a:miter lim="400000"/>
          </a:ln>
        </p:spPr>
        <p:txBody>
          <a:bodyPr lIns="38489" tIns="38489" rIns="38489" bIns="38489" anchor="ctr"/>
          <a:lstStyle/>
          <a:p>
            <a:pPr defTabSz="602615">
              <a:defRPr sz="58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320" b="0" i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-1395167" y="2953343"/>
            <a:ext cx="744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主色</a:t>
            </a:r>
            <a:endParaRPr kumimoji="1" lang="zh-CN" altLang="en-US" sz="1200" b="0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-1395167" y="3959257"/>
            <a:ext cx="650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辅助色</a:t>
            </a:r>
            <a:endParaRPr kumimoji="1" lang="zh-CN" altLang="en-US" sz="1200" b="0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395167" y="2125202"/>
            <a:ext cx="744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字体</a:t>
            </a:r>
            <a:endParaRPr kumimoji="1" lang="zh-CN" altLang="en-US" sz="1200" b="0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395167" y="2384599"/>
            <a:ext cx="1338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0" i="0" dirty="0">
                <a:latin typeface="微软雅黑" panose="020B0503020204020204" charset="-122"/>
                <a:ea typeface="微软雅黑" panose="020B0503020204020204" charset="-122"/>
              </a:rPr>
              <a:t>微软雅黑</a:t>
            </a:r>
            <a:endParaRPr kumimoji="1" lang="zh-CN" altLang="en-US" sz="16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XXX</a:t>
            </a:r>
            <a:r>
              <a:rPr kumimoji="1" lang="zh-CN" altLang="en-US" dirty="0"/>
              <a:t>系统项目</a:t>
            </a:r>
            <a:r>
              <a:rPr kumimoji="1" lang="zh-CN" altLang="en-US" dirty="0"/>
              <a:t>答辩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392146" y="2809762"/>
            <a:ext cx="1052336" cy="751494"/>
          </a:xfrm>
        </p:spPr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92146" y="3889909"/>
            <a:ext cx="1052336" cy="673771"/>
          </a:xfrm>
        </p:spPr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1637847" y="1860249"/>
            <a:ext cx="6602906" cy="410834"/>
          </a:xfrm>
        </p:spPr>
        <p:txBody>
          <a:bodyPr/>
          <a:lstStyle/>
          <a:p>
            <a:r>
              <a:rPr kumimoji="1" lang="zh-CN" altLang="en-US"/>
              <a:t>组员</a:t>
            </a:r>
            <a:r>
              <a:rPr kumimoji="1" lang="zh-CN" altLang="en-US"/>
              <a:t>介绍</a:t>
            </a:r>
            <a:endParaRPr kumimoji="1"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29"/>
          </p:nvPr>
        </p:nvSpPr>
        <p:spPr>
          <a:xfrm>
            <a:off x="1637847" y="2970592"/>
            <a:ext cx="6602906" cy="410834"/>
          </a:xfrm>
        </p:spPr>
        <p:txBody>
          <a:bodyPr/>
          <a:lstStyle/>
          <a:p>
            <a:r>
              <a:rPr kumimoji="1" lang="zh-CN" altLang="en-US"/>
              <a:t>项目整体介绍</a:t>
            </a:r>
            <a:endParaRPr kumimoji="1"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30"/>
          </p:nvPr>
        </p:nvSpPr>
        <p:spPr>
          <a:xfrm>
            <a:off x="1637847" y="4048277"/>
            <a:ext cx="6602906" cy="410834"/>
          </a:xfrm>
        </p:spPr>
        <p:txBody>
          <a:bodyPr/>
          <a:lstStyle/>
          <a:p>
            <a:r>
              <a:rPr kumimoji="1" lang="zh-CN" altLang="en-US"/>
              <a:t>项目功能介绍</a:t>
            </a:r>
            <a:endParaRPr kumimoji="1" lang="zh-CN" altLang="en-US"/>
          </a:p>
        </p:txBody>
      </p:sp>
      <p:sp>
        <p:nvSpPr>
          <p:cNvPr id="18" name="标题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 录</a:t>
            </a:r>
            <a:endParaRPr kumimoji="1" lang="zh-CN" altLang="en-US" dirty="0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32"/>
          </p:nvPr>
        </p:nvSpPr>
        <p:spPr>
          <a:xfrm>
            <a:off x="392146" y="1650434"/>
            <a:ext cx="1052336" cy="830674"/>
          </a:xfrm>
        </p:spPr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5" name="文本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92146" y="4919244"/>
            <a:ext cx="1052336" cy="673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i="0" kern="1200">
                <a:solidFill>
                  <a:srgbClr val="2A71EC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6" name="文本占位符 1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637847" y="5077612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/>
              <a:t>心得体会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054" y="2705628"/>
            <a:ext cx="9939958" cy="609812"/>
          </a:xfrm>
        </p:spPr>
        <p:txBody>
          <a:bodyPr/>
          <a:lstStyle/>
          <a:p>
            <a:r>
              <a:rPr kumimoji="1" lang="zh-CN" altLang="en-US">
                <a:sym typeface="+mn-ea"/>
              </a:rPr>
              <a:t>组员介绍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zh-CN" altLang="en-US"/>
              <a:t>张三</a:t>
            </a:r>
            <a:endParaRPr kumimoji="1"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组员介绍</a:t>
            </a:r>
            <a:endParaRPr kumimoji="1"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513080" y="1268095"/>
            <a:ext cx="1095248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zh-CN" altLang="en-US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组员情况介绍，包含分工</a:t>
            </a:r>
            <a:endParaRPr lang="zh-CN" altLang="en-US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zh-CN" altLang="en-US"/>
              <a:t>李四</a:t>
            </a:r>
            <a:endParaRPr kumimoji="1"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组员介绍</a:t>
            </a:r>
            <a:endParaRPr kumimoji="1"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513080" y="1268095"/>
            <a:ext cx="1095248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zh-CN" altLang="en-US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组员情况介绍，包含分工</a:t>
            </a:r>
            <a:endParaRPr lang="zh-CN" altLang="en-US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zh-CN" altLang="en-US"/>
              <a:t>王五</a:t>
            </a:r>
            <a:endParaRPr kumimoji="1"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组员介绍</a:t>
            </a:r>
            <a:endParaRPr kumimoji="1"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513080" y="1268095"/>
            <a:ext cx="1095248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zh-CN" altLang="en-US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组员情况介绍，包含分工</a:t>
            </a:r>
            <a:endParaRPr lang="zh-CN" altLang="en-US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项目整体介绍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zh-CN" altLang="en-US"/>
              <a:t>项目</a:t>
            </a:r>
            <a:r>
              <a:rPr kumimoji="1" lang="zh-CN" altLang="en-US"/>
              <a:t>背景介绍</a:t>
            </a:r>
            <a:endParaRPr kumimoji="1"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项目介绍</a:t>
            </a:r>
            <a:endParaRPr kumimoji="1"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513080" y="1268095"/>
            <a:ext cx="113880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en-US" altLang="zh-CN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</a:t>
            </a:r>
            <a:endParaRPr lang="en-US" altLang="zh-CN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en-US" altLang="zh-CN"/>
              <a:t>XXX</a:t>
            </a:r>
            <a:endParaRPr kumimoji="1" lang="en-US" altLang="zh-CN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项目组织</a:t>
            </a:r>
            <a:r>
              <a:rPr kumimoji="1" lang="zh-CN" altLang="en-US">
                <a:sym typeface="+mn-ea"/>
              </a:rPr>
              <a:t>结构图</a:t>
            </a:r>
            <a:endParaRPr kumimoji="1" lang="zh-CN" altLang="en-US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13080" y="1268095"/>
            <a:ext cx="113880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en-US" altLang="zh-CN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</a:t>
            </a:r>
            <a:endParaRPr lang="en-US" altLang="zh-CN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en-US" altLang="zh-CN"/>
              <a:t>XXX</a:t>
            </a:r>
            <a:endParaRPr kumimoji="1" lang="en-US" altLang="zh-CN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项目</a:t>
            </a:r>
            <a:r>
              <a:rPr kumimoji="1" lang="zh-CN" altLang="en-US">
                <a:sym typeface="+mn-ea"/>
              </a:rPr>
              <a:t>业务流程</a:t>
            </a:r>
            <a:r>
              <a:rPr kumimoji="1" lang="zh-CN" altLang="en-US">
                <a:sym typeface="+mn-ea"/>
              </a:rPr>
              <a:t>图</a:t>
            </a:r>
            <a:endParaRPr kumimoji="1" lang="zh-CN" altLang="en-US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13080" y="1268095"/>
            <a:ext cx="113880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en-US" altLang="zh-CN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 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可以截图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endParaRPr lang="zh-CN" altLang="en-US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en-US" altLang="zh-CN"/>
              <a:t>XXX</a:t>
            </a:r>
            <a:endParaRPr kumimoji="1" lang="en-US" altLang="zh-CN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项目总体</a:t>
            </a:r>
            <a:r>
              <a:rPr kumimoji="1" lang="zh-CN" altLang="en-US">
                <a:sym typeface="+mn-ea"/>
              </a:rPr>
              <a:t>数据流程</a:t>
            </a:r>
            <a:r>
              <a:rPr kumimoji="1" lang="zh-CN" altLang="en-US">
                <a:sym typeface="+mn-ea"/>
              </a:rPr>
              <a:t>图</a:t>
            </a:r>
            <a:endParaRPr kumimoji="1" lang="zh-CN" altLang="en-US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13080" y="1268095"/>
            <a:ext cx="113880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en-US" altLang="zh-CN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 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可以截图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endParaRPr lang="zh-CN" altLang="en-US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en-US" altLang="zh-CN"/>
              <a:t>XXX</a:t>
            </a:r>
            <a:endParaRPr kumimoji="1" lang="en-US" altLang="zh-CN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项目功能结构</a:t>
            </a:r>
            <a:r>
              <a:rPr kumimoji="1" lang="zh-CN" altLang="en-US">
                <a:sym typeface="+mn-ea"/>
              </a:rPr>
              <a:t>图</a:t>
            </a:r>
            <a:endParaRPr kumimoji="1" lang="zh-CN" altLang="en-US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13080" y="1268095"/>
            <a:ext cx="113880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en-US" altLang="zh-CN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</a:t>
            </a:r>
            <a:endParaRPr lang="en-US" altLang="zh-CN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en-US" altLang="zh-CN"/>
              <a:t>XXX</a:t>
            </a:r>
            <a:endParaRPr kumimoji="1" lang="en-US" altLang="zh-CN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项目功能</a:t>
            </a:r>
            <a:r>
              <a:rPr kumimoji="1" lang="zh-CN" altLang="en-US">
                <a:sym typeface="+mn-ea"/>
              </a:rPr>
              <a:t>介绍</a:t>
            </a:r>
            <a:endParaRPr kumimoji="1" lang="zh-CN" altLang="en-US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13080" y="1268095"/>
            <a:ext cx="113880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en-US" altLang="zh-CN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</a:t>
            </a:r>
            <a:endParaRPr lang="en-US" altLang="zh-CN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项目功能介绍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zh-CN" altLang="en-US"/>
              <a:t>张三</a:t>
            </a:r>
            <a:endParaRPr kumimoji="1"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项目功能</a:t>
            </a:r>
            <a:r>
              <a:rPr kumimoji="1" lang="zh-CN" altLang="en-US">
                <a:sym typeface="+mn-ea"/>
              </a:rPr>
              <a:t>介绍</a:t>
            </a:r>
            <a:endParaRPr kumimoji="1" lang="zh-CN" altLang="en-US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13080" y="1268095"/>
            <a:ext cx="113880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en-US" altLang="zh-CN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  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每个组员截图展示自己所完成的功能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endParaRPr lang="zh-CN" altLang="en-US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zh-CN" altLang="en-US"/>
              <a:t>李四</a:t>
            </a:r>
            <a:endParaRPr kumimoji="1"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项目功能</a:t>
            </a:r>
            <a:r>
              <a:rPr kumimoji="1" lang="zh-CN" altLang="en-US">
                <a:sym typeface="+mn-ea"/>
              </a:rPr>
              <a:t>介绍</a:t>
            </a:r>
            <a:endParaRPr kumimoji="1" lang="zh-CN" altLang="en-US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13080" y="1268095"/>
            <a:ext cx="113880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en-US" altLang="zh-CN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  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每个组员截图展示自己所完成的功能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endParaRPr lang="zh-CN" altLang="en-US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zh-CN" altLang="en-US"/>
              <a:t>王五</a:t>
            </a:r>
            <a:endParaRPr kumimoji="1"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项目功能</a:t>
            </a:r>
            <a:r>
              <a:rPr kumimoji="1" lang="zh-CN" altLang="en-US">
                <a:sym typeface="+mn-ea"/>
              </a:rPr>
              <a:t>介绍</a:t>
            </a:r>
            <a:endParaRPr kumimoji="1" lang="zh-CN" altLang="en-US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13080" y="1268095"/>
            <a:ext cx="113880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en-US" altLang="zh-CN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  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每个组员截图展示自己所完成的功能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endParaRPr lang="zh-CN" altLang="en-US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心得体会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zh-CN" altLang="en-US"/>
              <a:t>张三</a:t>
            </a:r>
            <a:endParaRPr kumimoji="1"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心得体会</a:t>
            </a:r>
            <a:endParaRPr kumimoji="1" lang="zh-CN" altLang="en-US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13080" y="1268095"/>
            <a:ext cx="113880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每个组员讲解自己在本次实训中的感受，所学知识点，心得体会，实训收获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zh-CN" altLang="en-US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zh-CN" altLang="en-US"/>
              <a:t>李四</a:t>
            </a:r>
            <a:endParaRPr kumimoji="1"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心得体会</a:t>
            </a:r>
            <a:endParaRPr kumimoji="1" lang="zh-CN" altLang="en-US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13080" y="1268095"/>
            <a:ext cx="113880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每个组员讲解自己在本次实训中的感受，所学知识点，心得体会，实训收获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zh-CN" altLang="en-US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kumimoji="1" lang="zh-CN" altLang="en-US"/>
              <a:t>王五</a:t>
            </a:r>
            <a:endParaRPr kumimoji="1"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ym typeface="+mn-ea"/>
              </a:rPr>
              <a:t>心得体会</a:t>
            </a:r>
            <a:endParaRPr kumimoji="1" lang="zh-CN" altLang="en-US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13080" y="1268095"/>
            <a:ext cx="113880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每个组员讲解自己在本次实训中的感受，所学知识点，心得体会，实训收获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zh-CN" altLang="en-US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YTc2ZGZiNzZiNDVlOGViOWVmM2JhOTY0NGJkNjUyYzgifQ=="/>
  <p:tag name="KSO_WPP_MARK_KEY" val="a32f24d8-5613-462d-9662-1bf1a6623b37"/>
</p:tagLst>
</file>

<file path=ppt/theme/theme1.xml><?xml version="1.0" encoding="utf-8"?>
<a:theme xmlns:a="http://schemas.openxmlformats.org/drawingml/2006/main" name="1_Office 主题​​">
  <a:themeElements>
    <a:clrScheme name="金蝶2022PPT">
      <a:dk1>
        <a:srgbClr val="000000"/>
      </a:dk1>
      <a:lt1>
        <a:srgbClr val="FFFFFF"/>
      </a:lt1>
      <a:dk2>
        <a:srgbClr val="005392"/>
      </a:dk2>
      <a:lt2>
        <a:srgbClr val="E7E6E6"/>
      </a:lt2>
      <a:accent1>
        <a:srgbClr val="1770EA"/>
      </a:accent1>
      <a:accent2>
        <a:srgbClr val="00CBFF"/>
      </a:accent2>
      <a:accent3>
        <a:srgbClr val="00C7C7"/>
      </a:accent3>
      <a:accent4>
        <a:srgbClr val="AF6EFF"/>
      </a:accent4>
      <a:accent5>
        <a:srgbClr val="FFC000"/>
      </a:accent5>
      <a:accent6>
        <a:srgbClr val="C6AE8F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WPS 演示</Application>
  <PresentationFormat>宽屏</PresentationFormat>
  <Paragraphs>120</Paragraphs>
  <Slides>22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Helvetica Light</vt:lpstr>
      <vt:lpstr>微软雅黑 Light</vt:lpstr>
      <vt:lpstr>Helvetica Neue</vt:lpstr>
      <vt:lpstr>Helvetica Neue Medium</vt:lpstr>
      <vt:lpstr>PingFang SC Regular</vt:lpstr>
      <vt:lpstr>FZLanTingHei-R-GBK</vt:lpstr>
      <vt:lpstr>Arial Unicode MS</vt:lpstr>
      <vt:lpstr>1_Office 主题​​</vt:lpstr>
      <vt:lpstr>XXX系统项目答辩</vt:lpstr>
      <vt:lpstr>目 录</vt:lpstr>
      <vt:lpstr>组员介绍</vt:lpstr>
      <vt:lpstr>组员介绍</vt:lpstr>
      <vt:lpstr>组员介绍</vt:lpstr>
      <vt:lpstr>组员介绍</vt:lpstr>
      <vt:lpstr>项目介绍</vt:lpstr>
      <vt:lpstr>项目介绍</vt:lpstr>
      <vt:lpstr>项目组织结构图</vt:lpstr>
      <vt:lpstr>项目业务流程图</vt:lpstr>
      <vt:lpstr>项目总体数据流程图</vt:lpstr>
      <vt:lpstr>项目功能结构图</vt:lpstr>
      <vt:lpstr>项目功能介绍</vt:lpstr>
      <vt:lpstr>项目演示</vt:lpstr>
      <vt:lpstr>项目功能介绍</vt:lpstr>
      <vt:lpstr>项目功能介绍</vt:lpstr>
      <vt:lpstr>项目功能介绍</vt:lpstr>
      <vt:lpstr>心得体会</vt:lpstr>
      <vt:lpstr>心得体会</vt:lpstr>
      <vt:lpstr>心得体会</vt:lpstr>
      <vt:lpstr>心得体会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传播推广：更垂直、更直接、更汇总，打造企业家的《管理内参》 我们不是在宣传金蝶，我们是在解决企业成长的问题。</dc:title>
  <dc:creator>Microsoft Office User</dc:creator>
  <cp:lastModifiedBy>young_ming</cp:lastModifiedBy>
  <cp:revision>673</cp:revision>
  <dcterms:created xsi:type="dcterms:W3CDTF">2022-05-26T11:12:00Z</dcterms:created>
  <dcterms:modified xsi:type="dcterms:W3CDTF">2025-09-23T03:04:29Z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22BB8284FB5B497A9F3516C9C43359B0</vt:lpwstr>
  </property>
  <property fmtid="{D5CDD505-2E9C-101B-9397-08002B2CF9AE}" pid="3" name="KSOProductBuildVer">
    <vt:lpwstr>2052-12.1.0.22529</vt:lpwstr>
  </property>
</Properties>
</file>