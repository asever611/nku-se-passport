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61" r:id="rId2"/>
    <p:sldId id="295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93" r:id="rId19"/>
    <p:sldId id="292" r:id="rId20"/>
    <p:sldId id="294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emf"/><Relationship Id="rId3" Type="http://schemas.openxmlformats.org/officeDocument/2006/relationships/image" Target="../media/image2.png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5" Type="http://schemas.openxmlformats.org/officeDocument/2006/relationships/image" Target="../media/image8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4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wmf"/><Relationship Id="rId18" Type="http://schemas.openxmlformats.org/officeDocument/2006/relationships/oleObject" Target="../embeddings/oleObject18.bin"/><Relationship Id="rId26" Type="http://schemas.openxmlformats.org/officeDocument/2006/relationships/oleObject" Target="../embeddings/oleObject22.bin"/><Relationship Id="rId3" Type="http://schemas.openxmlformats.org/officeDocument/2006/relationships/image" Target="../media/image9.wmf"/><Relationship Id="rId21" Type="http://schemas.openxmlformats.org/officeDocument/2006/relationships/image" Target="../media/image18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16.emf"/><Relationship Id="rId25" Type="http://schemas.openxmlformats.org/officeDocument/2006/relationships/image" Target="../media/image20.wmf"/><Relationship Id="rId33" Type="http://schemas.openxmlformats.org/officeDocument/2006/relationships/image" Target="../media/image24.wmf"/><Relationship Id="rId2" Type="http://schemas.openxmlformats.org/officeDocument/2006/relationships/oleObject" Target="../embeddings/oleObject10.bin"/><Relationship Id="rId16" Type="http://schemas.openxmlformats.org/officeDocument/2006/relationships/oleObject" Target="../embeddings/oleObject17.bin"/><Relationship Id="rId20" Type="http://schemas.openxmlformats.org/officeDocument/2006/relationships/oleObject" Target="../embeddings/oleObject19.bin"/><Relationship Id="rId29" Type="http://schemas.openxmlformats.org/officeDocument/2006/relationships/image" Target="../media/image2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3.wmf"/><Relationship Id="rId24" Type="http://schemas.openxmlformats.org/officeDocument/2006/relationships/oleObject" Target="../embeddings/oleObject21.bin"/><Relationship Id="rId32" Type="http://schemas.openxmlformats.org/officeDocument/2006/relationships/oleObject" Target="../embeddings/oleObject25.bin"/><Relationship Id="rId5" Type="http://schemas.openxmlformats.org/officeDocument/2006/relationships/image" Target="../media/image10.png"/><Relationship Id="rId15" Type="http://schemas.openxmlformats.org/officeDocument/2006/relationships/image" Target="../media/image15.wmf"/><Relationship Id="rId23" Type="http://schemas.openxmlformats.org/officeDocument/2006/relationships/image" Target="../media/image19.wmf"/><Relationship Id="rId28" Type="http://schemas.openxmlformats.org/officeDocument/2006/relationships/oleObject" Target="../embeddings/oleObject23.bin"/><Relationship Id="rId10" Type="http://schemas.openxmlformats.org/officeDocument/2006/relationships/oleObject" Target="../embeddings/oleObject14.bin"/><Relationship Id="rId19" Type="http://schemas.openxmlformats.org/officeDocument/2006/relationships/image" Target="../media/image17.wmf"/><Relationship Id="rId31" Type="http://schemas.openxmlformats.org/officeDocument/2006/relationships/image" Target="../media/image23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16.bin"/><Relationship Id="rId22" Type="http://schemas.openxmlformats.org/officeDocument/2006/relationships/oleObject" Target="../embeddings/oleObject20.bin"/><Relationship Id="rId27" Type="http://schemas.openxmlformats.org/officeDocument/2006/relationships/image" Target="../media/image21.wmf"/><Relationship Id="rId30" Type="http://schemas.openxmlformats.org/officeDocument/2006/relationships/oleObject" Target="../embeddings/oleObject24.bin"/><Relationship Id="rId8" Type="http://schemas.openxmlformats.org/officeDocument/2006/relationships/oleObject" Target="../embeddings/oleObject1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35.bin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40.emf"/><Relationship Id="rId18" Type="http://schemas.openxmlformats.org/officeDocument/2006/relationships/oleObject" Target="../embeddings/oleObject44.bin"/><Relationship Id="rId26" Type="http://schemas.openxmlformats.org/officeDocument/2006/relationships/oleObject" Target="../embeddings/oleObject48.bin"/><Relationship Id="rId3" Type="http://schemas.openxmlformats.org/officeDocument/2006/relationships/image" Target="../media/image35.emf"/><Relationship Id="rId21" Type="http://schemas.openxmlformats.org/officeDocument/2006/relationships/image" Target="../media/image44.emf"/><Relationship Id="rId7" Type="http://schemas.openxmlformats.org/officeDocument/2006/relationships/image" Target="../media/image37.e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42.emf"/><Relationship Id="rId25" Type="http://schemas.openxmlformats.org/officeDocument/2006/relationships/image" Target="../media/image46.emf"/><Relationship Id="rId2" Type="http://schemas.openxmlformats.org/officeDocument/2006/relationships/oleObject" Target="../embeddings/oleObject36.bin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39.emf"/><Relationship Id="rId24" Type="http://schemas.openxmlformats.org/officeDocument/2006/relationships/oleObject" Target="../embeddings/oleObject47.bin"/><Relationship Id="rId5" Type="http://schemas.openxmlformats.org/officeDocument/2006/relationships/image" Target="../media/image36.emf"/><Relationship Id="rId15" Type="http://schemas.openxmlformats.org/officeDocument/2006/relationships/image" Target="../media/image41.emf"/><Relationship Id="rId23" Type="http://schemas.openxmlformats.org/officeDocument/2006/relationships/image" Target="../media/image45.emf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43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8.emf"/><Relationship Id="rId14" Type="http://schemas.openxmlformats.org/officeDocument/2006/relationships/oleObject" Target="../embeddings/oleObject42.bin"/><Relationship Id="rId22" Type="http://schemas.openxmlformats.org/officeDocument/2006/relationships/oleObject" Target="../embeddings/oleObject46.bin"/><Relationship Id="rId27" Type="http://schemas.openxmlformats.org/officeDocument/2006/relationships/image" Target="../media/image4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53.emf"/><Relationship Id="rId18" Type="http://schemas.openxmlformats.org/officeDocument/2006/relationships/oleObject" Target="../embeddings/oleObject57.bin"/><Relationship Id="rId3" Type="http://schemas.openxmlformats.org/officeDocument/2006/relationships/image" Target="../media/image48.emf"/><Relationship Id="rId21" Type="http://schemas.openxmlformats.org/officeDocument/2006/relationships/image" Target="../media/image57.e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55.emf"/><Relationship Id="rId2" Type="http://schemas.openxmlformats.org/officeDocument/2006/relationships/oleObject" Target="../embeddings/oleObject49.bin"/><Relationship Id="rId16" Type="http://schemas.openxmlformats.org/officeDocument/2006/relationships/oleObject" Target="../embeddings/oleObject56.bin"/><Relationship Id="rId20" Type="http://schemas.openxmlformats.org/officeDocument/2006/relationships/oleObject" Target="../embeddings/oleObject5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52.emf"/><Relationship Id="rId5" Type="http://schemas.openxmlformats.org/officeDocument/2006/relationships/image" Target="../media/image49.wmf"/><Relationship Id="rId15" Type="http://schemas.openxmlformats.org/officeDocument/2006/relationships/image" Target="../media/image54.emf"/><Relationship Id="rId10" Type="http://schemas.openxmlformats.org/officeDocument/2006/relationships/oleObject" Target="../embeddings/oleObject53.bin"/><Relationship Id="rId19" Type="http://schemas.openxmlformats.org/officeDocument/2006/relationships/image" Target="../media/image56.emf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1.emf"/><Relationship Id="rId14" Type="http://schemas.openxmlformats.org/officeDocument/2006/relationships/oleObject" Target="../embeddings/oleObject5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63.emf"/><Relationship Id="rId18" Type="http://schemas.openxmlformats.org/officeDocument/2006/relationships/oleObject" Target="../embeddings/oleObject67.bin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65.wmf"/><Relationship Id="rId2" Type="http://schemas.openxmlformats.org/officeDocument/2006/relationships/oleObject" Target="../embeddings/oleObject59.bin"/><Relationship Id="rId16" Type="http://schemas.openxmlformats.org/officeDocument/2006/relationships/oleObject" Target="../embeddings/oleObject6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5" Type="http://schemas.openxmlformats.org/officeDocument/2006/relationships/image" Target="../media/image64.wmf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66.w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1.emf"/><Relationship Id="rId14" Type="http://schemas.openxmlformats.org/officeDocument/2006/relationships/oleObject" Target="../embeddings/oleObject65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7" Type="http://schemas.openxmlformats.org/officeDocument/2006/relationships/oleObject" Target="../embeddings/oleObject71.bin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0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6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1.wmf"/><Relationship Id="rId12" Type="http://schemas.openxmlformats.org/officeDocument/2006/relationships/oleObject" Target="../embeddings/oleObject77.bin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73.wmf"/><Relationship Id="rId5" Type="http://schemas.openxmlformats.org/officeDocument/2006/relationships/image" Target="../media/image70.wmf"/><Relationship Id="rId15" Type="http://schemas.openxmlformats.org/officeDocument/2006/relationships/image" Target="../media/image75.wmf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72.wmf"/><Relationship Id="rId14" Type="http://schemas.openxmlformats.org/officeDocument/2006/relationships/oleObject" Target="../embeddings/oleObject78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13" Type="http://schemas.openxmlformats.org/officeDocument/2006/relationships/image" Target="../media/image81.wmf"/><Relationship Id="rId18" Type="http://schemas.openxmlformats.org/officeDocument/2006/relationships/oleObject" Target="../embeddings/oleObject87.bin"/><Relationship Id="rId3" Type="http://schemas.openxmlformats.org/officeDocument/2006/relationships/image" Target="../media/image76.wmf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84.bin"/><Relationship Id="rId17" Type="http://schemas.openxmlformats.org/officeDocument/2006/relationships/image" Target="../media/image83.wmf"/><Relationship Id="rId2" Type="http://schemas.openxmlformats.org/officeDocument/2006/relationships/oleObject" Target="../embeddings/oleObject79.bin"/><Relationship Id="rId16" Type="http://schemas.openxmlformats.org/officeDocument/2006/relationships/oleObject" Target="../embeddings/oleObject8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80.wmf"/><Relationship Id="rId5" Type="http://schemas.openxmlformats.org/officeDocument/2006/relationships/image" Target="../media/image77.wmf"/><Relationship Id="rId15" Type="http://schemas.openxmlformats.org/officeDocument/2006/relationships/image" Target="../media/image82.wmf"/><Relationship Id="rId10" Type="http://schemas.openxmlformats.org/officeDocument/2006/relationships/oleObject" Target="../embeddings/oleObject83.bin"/><Relationship Id="rId19" Type="http://schemas.openxmlformats.org/officeDocument/2006/relationships/image" Target="../media/image84.wmf"/><Relationship Id="rId4" Type="http://schemas.openxmlformats.org/officeDocument/2006/relationships/oleObject" Target="../embeddings/oleObject80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8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3" Type="http://schemas.openxmlformats.org/officeDocument/2006/relationships/image" Target="../media/image85.wmf"/><Relationship Id="rId7" Type="http://schemas.openxmlformats.org/officeDocument/2006/relationships/image" Target="../media/image87.wmf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89.wmf"/><Relationship Id="rId5" Type="http://schemas.openxmlformats.org/officeDocument/2006/relationships/image" Target="../media/image86.wmf"/><Relationship Id="rId10" Type="http://schemas.openxmlformats.org/officeDocument/2006/relationships/oleObject" Target="../embeddings/oleObject92.bin"/><Relationship Id="rId4" Type="http://schemas.openxmlformats.org/officeDocument/2006/relationships/oleObject" Target="../embeddings/oleObject89.bin"/><Relationship Id="rId9" Type="http://schemas.openxmlformats.org/officeDocument/2006/relationships/image" Target="../media/image8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13" Type="http://schemas.openxmlformats.org/officeDocument/2006/relationships/image" Target="../media/image94.wmf"/><Relationship Id="rId18" Type="http://schemas.openxmlformats.org/officeDocument/2006/relationships/oleObject" Target="../embeddings/oleObject101.bin"/><Relationship Id="rId3" Type="http://schemas.openxmlformats.org/officeDocument/2006/relationships/image" Target="../media/image70.wmf"/><Relationship Id="rId21" Type="http://schemas.openxmlformats.org/officeDocument/2006/relationships/image" Target="../media/image98.wmf"/><Relationship Id="rId7" Type="http://schemas.openxmlformats.org/officeDocument/2006/relationships/image" Target="../media/image91.wmf"/><Relationship Id="rId12" Type="http://schemas.openxmlformats.org/officeDocument/2006/relationships/oleObject" Target="../embeddings/oleObject98.bin"/><Relationship Id="rId17" Type="http://schemas.openxmlformats.org/officeDocument/2006/relationships/image" Target="../media/image96.wmf"/><Relationship Id="rId2" Type="http://schemas.openxmlformats.org/officeDocument/2006/relationships/oleObject" Target="../embeddings/oleObject93.bin"/><Relationship Id="rId16" Type="http://schemas.openxmlformats.org/officeDocument/2006/relationships/oleObject" Target="../embeddings/oleObject100.bin"/><Relationship Id="rId20" Type="http://schemas.openxmlformats.org/officeDocument/2006/relationships/oleObject" Target="../embeddings/oleObject10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93.wmf"/><Relationship Id="rId5" Type="http://schemas.openxmlformats.org/officeDocument/2006/relationships/image" Target="../media/image90.emf"/><Relationship Id="rId15" Type="http://schemas.openxmlformats.org/officeDocument/2006/relationships/image" Target="../media/image95.wmf"/><Relationship Id="rId10" Type="http://schemas.openxmlformats.org/officeDocument/2006/relationships/oleObject" Target="../embeddings/oleObject97.bin"/><Relationship Id="rId19" Type="http://schemas.openxmlformats.org/officeDocument/2006/relationships/image" Target="../media/image97.wmf"/><Relationship Id="rId4" Type="http://schemas.openxmlformats.org/officeDocument/2006/relationships/oleObject" Target="../embeddings/oleObject94.bin"/><Relationship Id="rId9" Type="http://schemas.openxmlformats.org/officeDocument/2006/relationships/image" Target="../media/image92.wmf"/><Relationship Id="rId14" Type="http://schemas.openxmlformats.org/officeDocument/2006/relationships/oleObject" Target="../embeddings/oleObject9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3" Type="http://schemas.openxmlformats.org/officeDocument/2006/relationships/image" Target="../media/image87.wmf"/><Relationship Id="rId7" Type="http://schemas.openxmlformats.org/officeDocument/2006/relationships/image" Target="../media/image100.wmf"/><Relationship Id="rId2" Type="http://schemas.openxmlformats.org/officeDocument/2006/relationships/oleObject" Target="../embeddings/oleObject103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102.wmf"/><Relationship Id="rId5" Type="http://schemas.openxmlformats.org/officeDocument/2006/relationships/image" Target="../media/image99.wmf"/><Relationship Id="rId10" Type="http://schemas.openxmlformats.org/officeDocument/2006/relationships/oleObject" Target="../embeddings/oleObject107.bin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10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13" Type="http://schemas.openxmlformats.org/officeDocument/2006/relationships/image" Target="../media/image107.wmf"/><Relationship Id="rId3" Type="http://schemas.openxmlformats.org/officeDocument/2006/relationships/image" Target="../media/image103.wmf"/><Relationship Id="rId7" Type="http://schemas.openxmlformats.org/officeDocument/2006/relationships/image" Target="../media/image89.wmf"/><Relationship Id="rId12" Type="http://schemas.openxmlformats.org/officeDocument/2006/relationships/oleObject" Target="../embeddings/oleObject113.bin"/><Relationship Id="rId17" Type="http://schemas.openxmlformats.org/officeDocument/2006/relationships/image" Target="../media/image109.wmf"/><Relationship Id="rId2" Type="http://schemas.openxmlformats.org/officeDocument/2006/relationships/oleObject" Target="../embeddings/oleObject108.bin"/><Relationship Id="rId16" Type="http://schemas.openxmlformats.org/officeDocument/2006/relationships/oleObject" Target="../embeddings/oleObject1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0.bin"/><Relationship Id="rId11" Type="http://schemas.openxmlformats.org/officeDocument/2006/relationships/image" Target="../media/image106.wmf"/><Relationship Id="rId5" Type="http://schemas.openxmlformats.org/officeDocument/2006/relationships/image" Target="../media/image104.wmf"/><Relationship Id="rId15" Type="http://schemas.openxmlformats.org/officeDocument/2006/relationships/image" Target="../media/image108.wmf"/><Relationship Id="rId10" Type="http://schemas.openxmlformats.org/officeDocument/2006/relationships/oleObject" Target="../embeddings/oleObject112.bin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105.wmf"/><Relationship Id="rId14" Type="http://schemas.openxmlformats.org/officeDocument/2006/relationships/oleObject" Target="../embeddings/oleObject114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3" Type="http://schemas.openxmlformats.org/officeDocument/2006/relationships/image" Target="../media/image110.wmf"/><Relationship Id="rId7" Type="http://schemas.openxmlformats.org/officeDocument/2006/relationships/image" Target="../media/image112.wmf"/><Relationship Id="rId2" Type="http://schemas.openxmlformats.org/officeDocument/2006/relationships/oleObject" Target="../embeddings/oleObject116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14.wmf"/><Relationship Id="rId5" Type="http://schemas.openxmlformats.org/officeDocument/2006/relationships/image" Target="../media/image111.wmf"/><Relationship Id="rId10" Type="http://schemas.openxmlformats.org/officeDocument/2006/relationships/oleObject" Target="../embeddings/oleObject120.bin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1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4.bin"/><Relationship Id="rId13" Type="http://schemas.openxmlformats.org/officeDocument/2006/relationships/image" Target="../media/image120.wmf"/><Relationship Id="rId3" Type="http://schemas.openxmlformats.org/officeDocument/2006/relationships/image" Target="../media/image115.wmf"/><Relationship Id="rId7" Type="http://schemas.openxmlformats.org/officeDocument/2006/relationships/image" Target="../media/image117.wmf"/><Relationship Id="rId12" Type="http://schemas.openxmlformats.org/officeDocument/2006/relationships/oleObject" Target="../embeddings/oleObject126.bin"/><Relationship Id="rId17" Type="http://schemas.openxmlformats.org/officeDocument/2006/relationships/image" Target="../media/image122.wmf"/><Relationship Id="rId2" Type="http://schemas.openxmlformats.org/officeDocument/2006/relationships/oleObject" Target="../embeddings/oleObject121.bin"/><Relationship Id="rId16" Type="http://schemas.openxmlformats.org/officeDocument/2006/relationships/oleObject" Target="../embeddings/oleObject128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23.bin"/><Relationship Id="rId11" Type="http://schemas.openxmlformats.org/officeDocument/2006/relationships/image" Target="../media/image119.wmf"/><Relationship Id="rId5" Type="http://schemas.openxmlformats.org/officeDocument/2006/relationships/image" Target="../media/image116.wmf"/><Relationship Id="rId15" Type="http://schemas.openxmlformats.org/officeDocument/2006/relationships/image" Target="../media/image121.wmf"/><Relationship Id="rId10" Type="http://schemas.openxmlformats.org/officeDocument/2006/relationships/oleObject" Target="../embeddings/oleObject125.bin"/><Relationship Id="rId4" Type="http://schemas.openxmlformats.org/officeDocument/2006/relationships/oleObject" Target="../embeddings/oleObject122.bin"/><Relationship Id="rId9" Type="http://schemas.openxmlformats.org/officeDocument/2006/relationships/image" Target="../media/image118.wmf"/><Relationship Id="rId14" Type="http://schemas.openxmlformats.org/officeDocument/2006/relationships/oleObject" Target="../embeddings/oleObject127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13" Type="http://schemas.openxmlformats.org/officeDocument/2006/relationships/image" Target="../media/image128.wmf"/><Relationship Id="rId18" Type="http://schemas.openxmlformats.org/officeDocument/2006/relationships/oleObject" Target="../embeddings/oleObject137.bin"/><Relationship Id="rId26" Type="http://schemas.openxmlformats.org/officeDocument/2006/relationships/oleObject" Target="../embeddings/oleObject141.bin"/><Relationship Id="rId3" Type="http://schemas.openxmlformats.org/officeDocument/2006/relationships/image" Target="../media/image123.png"/><Relationship Id="rId21" Type="http://schemas.openxmlformats.org/officeDocument/2006/relationships/image" Target="../media/image132.wmf"/><Relationship Id="rId7" Type="http://schemas.openxmlformats.org/officeDocument/2006/relationships/image" Target="../media/image125.wmf"/><Relationship Id="rId12" Type="http://schemas.openxmlformats.org/officeDocument/2006/relationships/oleObject" Target="../embeddings/oleObject134.bin"/><Relationship Id="rId17" Type="http://schemas.openxmlformats.org/officeDocument/2006/relationships/image" Target="../media/image130.wmf"/><Relationship Id="rId25" Type="http://schemas.openxmlformats.org/officeDocument/2006/relationships/image" Target="../media/image134.emf"/><Relationship Id="rId2" Type="http://schemas.openxmlformats.org/officeDocument/2006/relationships/oleObject" Target="../embeddings/oleObject129.bin"/><Relationship Id="rId16" Type="http://schemas.openxmlformats.org/officeDocument/2006/relationships/oleObject" Target="../embeddings/oleObject136.bin"/><Relationship Id="rId20" Type="http://schemas.openxmlformats.org/officeDocument/2006/relationships/oleObject" Target="../embeddings/oleObject13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31.bin"/><Relationship Id="rId11" Type="http://schemas.openxmlformats.org/officeDocument/2006/relationships/image" Target="../media/image127.wmf"/><Relationship Id="rId24" Type="http://schemas.openxmlformats.org/officeDocument/2006/relationships/oleObject" Target="../embeddings/oleObject140.bin"/><Relationship Id="rId5" Type="http://schemas.openxmlformats.org/officeDocument/2006/relationships/image" Target="../media/image124.wmf"/><Relationship Id="rId15" Type="http://schemas.openxmlformats.org/officeDocument/2006/relationships/image" Target="../media/image129.wmf"/><Relationship Id="rId23" Type="http://schemas.openxmlformats.org/officeDocument/2006/relationships/image" Target="../media/image133.emf"/><Relationship Id="rId10" Type="http://schemas.openxmlformats.org/officeDocument/2006/relationships/oleObject" Target="../embeddings/oleObject133.bin"/><Relationship Id="rId19" Type="http://schemas.openxmlformats.org/officeDocument/2006/relationships/image" Target="../media/image131.wmf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26.wmf"/><Relationship Id="rId14" Type="http://schemas.openxmlformats.org/officeDocument/2006/relationships/oleObject" Target="../embeddings/oleObject135.bin"/><Relationship Id="rId22" Type="http://schemas.openxmlformats.org/officeDocument/2006/relationships/oleObject" Target="../embeddings/oleObject139.bin"/><Relationship Id="rId27" Type="http://schemas.openxmlformats.org/officeDocument/2006/relationships/image" Target="../media/image135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3" Type="http://schemas.openxmlformats.org/officeDocument/2006/relationships/image" Target="../media/image136.wmf"/><Relationship Id="rId7" Type="http://schemas.openxmlformats.org/officeDocument/2006/relationships/image" Target="../media/image138.wmf"/><Relationship Id="rId2" Type="http://schemas.openxmlformats.org/officeDocument/2006/relationships/oleObject" Target="../embeddings/oleObject1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4.bin"/><Relationship Id="rId11" Type="http://schemas.openxmlformats.org/officeDocument/2006/relationships/oleObject" Target="../embeddings/oleObject147.bin"/><Relationship Id="rId5" Type="http://schemas.openxmlformats.org/officeDocument/2006/relationships/image" Target="../media/image137.png"/><Relationship Id="rId10" Type="http://schemas.openxmlformats.org/officeDocument/2006/relationships/image" Target="../media/image139.wmf"/><Relationship Id="rId4" Type="http://schemas.openxmlformats.org/officeDocument/2006/relationships/oleObject" Target="../embeddings/oleObject143.bin"/><Relationship Id="rId9" Type="http://schemas.openxmlformats.org/officeDocument/2006/relationships/oleObject" Target="../embeddings/oleObject14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13" Type="http://schemas.openxmlformats.org/officeDocument/2006/relationships/image" Target="../media/image145.wmf"/><Relationship Id="rId3" Type="http://schemas.openxmlformats.org/officeDocument/2006/relationships/image" Target="../media/image140.wmf"/><Relationship Id="rId7" Type="http://schemas.openxmlformats.org/officeDocument/2006/relationships/image" Target="../media/image142.wmf"/><Relationship Id="rId12" Type="http://schemas.openxmlformats.org/officeDocument/2006/relationships/oleObject" Target="../embeddings/oleObject153.bin"/><Relationship Id="rId17" Type="http://schemas.openxmlformats.org/officeDocument/2006/relationships/image" Target="../media/image147.wmf"/><Relationship Id="rId2" Type="http://schemas.openxmlformats.org/officeDocument/2006/relationships/oleObject" Target="../embeddings/oleObject148.bin"/><Relationship Id="rId16" Type="http://schemas.openxmlformats.org/officeDocument/2006/relationships/oleObject" Target="../embeddings/oleObject15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0.bin"/><Relationship Id="rId11" Type="http://schemas.openxmlformats.org/officeDocument/2006/relationships/image" Target="../media/image144.wmf"/><Relationship Id="rId5" Type="http://schemas.openxmlformats.org/officeDocument/2006/relationships/image" Target="../media/image141.wmf"/><Relationship Id="rId15" Type="http://schemas.openxmlformats.org/officeDocument/2006/relationships/image" Target="../media/image146.wmf"/><Relationship Id="rId10" Type="http://schemas.openxmlformats.org/officeDocument/2006/relationships/oleObject" Target="../embeddings/oleObject152.bin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43.wmf"/><Relationship Id="rId14" Type="http://schemas.openxmlformats.org/officeDocument/2006/relationships/oleObject" Target="../embeddings/oleObject15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13" Type="http://schemas.openxmlformats.org/officeDocument/2006/relationships/image" Target="../media/image152.wmf"/><Relationship Id="rId3" Type="http://schemas.openxmlformats.org/officeDocument/2006/relationships/image" Target="../media/image148.wmf"/><Relationship Id="rId7" Type="http://schemas.openxmlformats.org/officeDocument/2006/relationships/image" Target="../media/image150.wmf"/><Relationship Id="rId12" Type="http://schemas.openxmlformats.org/officeDocument/2006/relationships/oleObject" Target="../embeddings/oleObject161.bin"/><Relationship Id="rId2" Type="http://schemas.openxmlformats.org/officeDocument/2006/relationships/oleObject" Target="../embeddings/oleObject15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151.wmf"/><Relationship Id="rId5" Type="http://schemas.openxmlformats.org/officeDocument/2006/relationships/image" Target="../media/image149.wmf"/><Relationship Id="rId10" Type="http://schemas.openxmlformats.org/officeDocument/2006/relationships/oleObject" Target="../embeddings/oleObject160.bin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45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13" Type="http://schemas.openxmlformats.org/officeDocument/2006/relationships/image" Target="../media/image158.wmf"/><Relationship Id="rId3" Type="http://schemas.openxmlformats.org/officeDocument/2006/relationships/image" Target="../media/image153.wmf"/><Relationship Id="rId7" Type="http://schemas.openxmlformats.org/officeDocument/2006/relationships/image" Target="../media/image155.wmf"/><Relationship Id="rId12" Type="http://schemas.openxmlformats.org/officeDocument/2006/relationships/oleObject" Target="../embeddings/oleObject167.bin"/><Relationship Id="rId2" Type="http://schemas.openxmlformats.org/officeDocument/2006/relationships/oleObject" Target="../embeddings/oleObject16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4.bin"/><Relationship Id="rId11" Type="http://schemas.openxmlformats.org/officeDocument/2006/relationships/image" Target="../media/image157.wmf"/><Relationship Id="rId5" Type="http://schemas.openxmlformats.org/officeDocument/2006/relationships/image" Target="../media/image154.wmf"/><Relationship Id="rId15" Type="http://schemas.openxmlformats.org/officeDocument/2006/relationships/image" Target="../media/image159.emf"/><Relationship Id="rId10" Type="http://schemas.openxmlformats.org/officeDocument/2006/relationships/oleObject" Target="../embeddings/oleObject166.bin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156.wmf"/><Relationship Id="rId14" Type="http://schemas.openxmlformats.org/officeDocument/2006/relationships/oleObject" Target="../embeddings/oleObject168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2.bin"/><Relationship Id="rId13" Type="http://schemas.openxmlformats.org/officeDocument/2006/relationships/image" Target="../media/image165.wmf"/><Relationship Id="rId18" Type="http://schemas.openxmlformats.org/officeDocument/2006/relationships/oleObject" Target="../embeddings/oleObject177.bin"/><Relationship Id="rId3" Type="http://schemas.openxmlformats.org/officeDocument/2006/relationships/image" Target="../media/image160.wmf"/><Relationship Id="rId7" Type="http://schemas.openxmlformats.org/officeDocument/2006/relationships/image" Target="../media/image162.wmf"/><Relationship Id="rId12" Type="http://schemas.openxmlformats.org/officeDocument/2006/relationships/oleObject" Target="../embeddings/oleObject174.bin"/><Relationship Id="rId17" Type="http://schemas.openxmlformats.org/officeDocument/2006/relationships/image" Target="../media/image167.wmf"/><Relationship Id="rId2" Type="http://schemas.openxmlformats.org/officeDocument/2006/relationships/oleObject" Target="../embeddings/oleObject169.bin"/><Relationship Id="rId16" Type="http://schemas.openxmlformats.org/officeDocument/2006/relationships/oleObject" Target="../embeddings/oleObject17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1.bin"/><Relationship Id="rId11" Type="http://schemas.openxmlformats.org/officeDocument/2006/relationships/image" Target="../media/image164.wmf"/><Relationship Id="rId5" Type="http://schemas.openxmlformats.org/officeDocument/2006/relationships/image" Target="../media/image161.wmf"/><Relationship Id="rId15" Type="http://schemas.openxmlformats.org/officeDocument/2006/relationships/image" Target="../media/image166.wmf"/><Relationship Id="rId10" Type="http://schemas.openxmlformats.org/officeDocument/2006/relationships/oleObject" Target="../embeddings/oleObject173.bin"/><Relationship Id="rId19" Type="http://schemas.openxmlformats.org/officeDocument/2006/relationships/image" Target="../media/image168.emf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163.wmf"/><Relationship Id="rId14" Type="http://schemas.openxmlformats.org/officeDocument/2006/relationships/oleObject" Target="../embeddings/oleObject175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13" Type="http://schemas.openxmlformats.org/officeDocument/2006/relationships/image" Target="../media/image174.wmf"/><Relationship Id="rId3" Type="http://schemas.openxmlformats.org/officeDocument/2006/relationships/image" Target="../media/image169.emf"/><Relationship Id="rId7" Type="http://schemas.openxmlformats.org/officeDocument/2006/relationships/image" Target="../media/image171.emf"/><Relationship Id="rId12" Type="http://schemas.openxmlformats.org/officeDocument/2006/relationships/oleObject" Target="../embeddings/oleObject183.bin"/><Relationship Id="rId2" Type="http://schemas.openxmlformats.org/officeDocument/2006/relationships/oleObject" Target="../embeddings/oleObject17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0.bin"/><Relationship Id="rId11" Type="http://schemas.openxmlformats.org/officeDocument/2006/relationships/image" Target="../media/image173.wmf"/><Relationship Id="rId5" Type="http://schemas.openxmlformats.org/officeDocument/2006/relationships/image" Target="../media/image170.emf"/><Relationship Id="rId10" Type="http://schemas.openxmlformats.org/officeDocument/2006/relationships/oleObject" Target="../embeddings/oleObject182.bin"/><Relationship Id="rId4" Type="http://schemas.openxmlformats.org/officeDocument/2006/relationships/oleObject" Target="../embeddings/oleObject179.bin"/><Relationship Id="rId9" Type="http://schemas.openxmlformats.org/officeDocument/2006/relationships/image" Target="../media/image172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13" Type="http://schemas.openxmlformats.org/officeDocument/2006/relationships/image" Target="../media/image180.wmf"/><Relationship Id="rId18" Type="http://schemas.openxmlformats.org/officeDocument/2006/relationships/oleObject" Target="../embeddings/oleObject192.bin"/><Relationship Id="rId3" Type="http://schemas.openxmlformats.org/officeDocument/2006/relationships/image" Target="../media/image175.emf"/><Relationship Id="rId7" Type="http://schemas.openxmlformats.org/officeDocument/2006/relationships/image" Target="../media/image177.wmf"/><Relationship Id="rId12" Type="http://schemas.openxmlformats.org/officeDocument/2006/relationships/oleObject" Target="../embeddings/oleObject189.bin"/><Relationship Id="rId17" Type="http://schemas.openxmlformats.org/officeDocument/2006/relationships/image" Target="../media/image182.wmf"/><Relationship Id="rId2" Type="http://schemas.openxmlformats.org/officeDocument/2006/relationships/oleObject" Target="../embeddings/oleObject184.bin"/><Relationship Id="rId16" Type="http://schemas.openxmlformats.org/officeDocument/2006/relationships/oleObject" Target="../embeddings/oleObject19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6.bin"/><Relationship Id="rId11" Type="http://schemas.openxmlformats.org/officeDocument/2006/relationships/image" Target="../media/image179.wmf"/><Relationship Id="rId5" Type="http://schemas.openxmlformats.org/officeDocument/2006/relationships/image" Target="../media/image176.wmf"/><Relationship Id="rId15" Type="http://schemas.openxmlformats.org/officeDocument/2006/relationships/image" Target="../media/image181.wmf"/><Relationship Id="rId10" Type="http://schemas.openxmlformats.org/officeDocument/2006/relationships/oleObject" Target="../embeddings/oleObject188.bin"/><Relationship Id="rId19" Type="http://schemas.openxmlformats.org/officeDocument/2006/relationships/image" Target="../media/image183.wmf"/><Relationship Id="rId4" Type="http://schemas.openxmlformats.org/officeDocument/2006/relationships/oleObject" Target="../embeddings/oleObject185.bin"/><Relationship Id="rId9" Type="http://schemas.openxmlformats.org/officeDocument/2006/relationships/image" Target="../media/image178.wmf"/><Relationship Id="rId14" Type="http://schemas.openxmlformats.org/officeDocument/2006/relationships/oleObject" Target="../embeddings/oleObject190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6.bin"/><Relationship Id="rId13" Type="http://schemas.openxmlformats.org/officeDocument/2006/relationships/image" Target="../media/image189.wmf"/><Relationship Id="rId3" Type="http://schemas.openxmlformats.org/officeDocument/2006/relationships/image" Target="../media/image184.emf"/><Relationship Id="rId7" Type="http://schemas.openxmlformats.org/officeDocument/2006/relationships/image" Target="../media/image186.wmf"/><Relationship Id="rId12" Type="http://schemas.openxmlformats.org/officeDocument/2006/relationships/oleObject" Target="../embeddings/oleObject198.bin"/><Relationship Id="rId2" Type="http://schemas.openxmlformats.org/officeDocument/2006/relationships/oleObject" Target="../embeddings/oleObject19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5.bin"/><Relationship Id="rId11" Type="http://schemas.openxmlformats.org/officeDocument/2006/relationships/image" Target="../media/image188.emf"/><Relationship Id="rId5" Type="http://schemas.openxmlformats.org/officeDocument/2006/relationships/image" Target="../media/image185.wmf"/><Relationship Id="rId10" Type="http://schemas.openxmlformats.org/officeDocument/2006/relationships/oleObject" Target="../embeddings/oleObject197.bin"/><Relationship Id="rId4" Type="http://schemas.openxmlformats.org/officeDocument/2006/relationships/oleObject" Target="../embeddings/oleObject194.bin"/><Relationship Id="rId9" Type="http://schemas.openxmlformats.org/officeDocument/2006/relationships/image" Target="../media/image187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13" Type="http://schemas.openxmlformats.org/officeDocument/2006/relationships/image" Target="../media/image195.wmf"/><Relationship Id="rId18" Type="http://schemas.openxmlformats.org/officeDocument/2006/relationships/oleObject" Target="../embeddings/oleObject207.bin"/><Relationship Id="rId3" Type="http://schemas.openxmlformats.org/officeDocument/2006/relationships/image" Target="../media/image190.wmf"/><Relationship Id="rId21" Type="http://schemas.openxmlformats.org/officeDocument/2006/relationships/image" Target="../media/image199.wmf"/><Relationship Id="rId7" Type="http://schemas.openxmlformats.org/officeDocument/2006/relationships/image" Target="../media/image192.wmf"/><Relationship Id="rId12" Type="http://schemas.openxmlformats.org/officeDocument/2006/relationships/oleObject" Target="../embeddings/oleObject204.bin"/><Relationship Id="rId17" Type="http://schemas.openxmlformats.org/officeDocument/2006/relationships/image" Target="../media/image197.wmf"/><Relationship Id="rId2" Type="http://schemas.openxmlformats.org/officeDocument/2006/relationships/oleObject" Target="../embeddings/oleObject199.bin"/><Relationship Id="rId16" Type="http://schemas.openxmlformats.org/officeDocument/2006/relationships/oleObject" Target="../embeddings/oleObject206.bin"/><Relationship Id="rId20" Type="http://schemas.openxmlformats.org/officeDocument/2006/relationships/oleObject" Target="../embeddings/oleObject20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1.bin"/><Relationship Id="rId11" Type="http://schemas.openxmlformats.org/officeDocument/2006/relationships/image" Target="../media/image194.emf"/><Relationship Id="rId5" Type="http://schemas.openxmlformats.org/officeDocument/2006/relationships/image" Target="../media/image191.wmf"/><Relationship Id="rId15" Type="http://schemas.openxmlformats.org/officeDocument/2006/relationships/image" Target="../media/image196.wmf"/><Relationship Id="rId10" Type="http://schemas.openxmlformats.org/officeDocument/2006/relationships/oleObject" Target="../embeddings/oleObject203.bin"/><Relationship Id="rId19" Type="http://schemas.openxmlformats.org/officeDocument/2006/relationships/image" Target="../media/image198.wmf"/><Relationship Id="rId4" Type="http://schemas.openxmlformats.org/officeDocument/2006/relationships/oleObject" Target="../embeddings/oleObject200.bin"/><Relationship Id="rId9" Type="http://schemas.openxmlformats.org/officeDocument/2006/relationships/image" Target="../media/image193.emf"/><Relationship Id="rId14" Type="http://schemas.openxmlformats.org/officeDocument/2006/relationships/oleObject" Target="../embeddings/oleObject205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2.bin"/><Relationship Id="rId13" Type="http://schemas.openxmlformats.org/officeDocument/2006/relationships/image" Target="../media/image205.wmf"/><Relationship Id="rId3" Type="http://schemas.openxmlformats.org/officeDocument/2006/relationships/image" Target="../media/image200.wmf"/><Relationship Id="rId7" Type="http://schemas.openxmlformats.org/officeDocument/2006/relationships/image" Target="../media/image202.wmf"/><Relationship Id="rId12" Type="http://schemas.openxmlformats.org/officeDocument/2006/relationships/oleObject" Target="../embeddings/oleObject214.bin"/><Relationship Id="rId17" Type="http://schemas.openxmlformats.org/officeDocument/2006/relationships/image" Target="../media/image207.wmf"/><Relationship Id="rId2" Type="http://schemas.openxmlformats.org/officeDocument/2006/relationships/oleObject" Target="../embeddings/oleObject209.bin"/><Relationship Id="rId16" Type="http://schemas.openxmlformats.org/officeDocument/2006/relationships/oleObject" Target="../embeddings/oleObject2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1.bin"/><Relationship Id="rId11" Type="http://schemas.openxmlformats.org/officeDocument/2006/relationships/image" Target="../media/image204.wmf"/><Relationship Id="rId5" Type="http://schemas.openxmlformats.org/officeDocument/2006/relationships/image" Target="../media/image201.wmf"/><Relationship Id="rId15" Type="http://schemas.openxmlformats.org/officeDocument/2006/relationships/image" Target="../media/image206.wmf"/><Relationship Id="rId10" Type="http://schemas.openxmlformats.org/officeDocument/2006/relationships/oleObject" Target="../embeddings/oleObject213.bin"/><Relationship Id="rId4" Type="http://schemas.openxmlformats.org/officeDocument/2006/relationships/oleObject" Target="../embeddings/oleObject210.bin"/><Relationship Id="rId9" Type="http://schemas.openxmlformats.org/officeDocument/2006/relationships/image" Target="../media/image203.wmf"/><Relationship Id="rId14" Type="http://schemas.openxmlformats.org/officeDocument/2006/relationships/oleObject" Target="../embeddings/oleObject215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0.bin"/><Relationship Id="rId3" Type="http://schemas.openxmlformats.org/officeDocument/2006/relationships/image" Target="../media/image208.emf"/><Relationship Id="rId7" Type="http://schemas.openxmlformats.org/officeDocument/2006/relationships/image" Target="../media/image210.wmf"/><Relationship Id="rId2" Type="http://schemas.openxmlformats.org/officeDocument/2006/relationships/oleObject" Target="../embeddings/oleObject2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9.bin"/><Relationship Id="rId11" Type="http://schemas.openxmlformats.org/officeDocument/2006/relationships/image" Target="../media/image212.emf"/><Relationship Id="rId5" Type="http://schemas.openxmlformats.org/officeDocument/2006/relationships/image" Target="../media/image209.wmf"/><Relationship Id="rId10" Type="http://schemas.openxmlformats.org/officeDocument/2006/relationships/oleObject" Target="../embeddings/oleObject221.bin"/><Relationship Id="rId4" Type="http://schemas.openxmlformats.org/officeDocument/2006/relationships/oleObject" Target="../embeddings/oleObject218.bin"/><Relationship Id="rId9" Type="http://schemas.openxmlformats.org/officeDocument/2006/relationships/image" Target="../media/image211.emf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8.png"/><Relationship Id="rId18" Type="http://schemas.openxmlformats.org/officeDocument/2006/relationships/oleObject" Target="../embeddings/oleObject230.bin"/><Relationship Id="rId26" Type="http://schemas.openxmlformats.org/officeDocument/2006/relationships/oleObject" Target="../embeddings/oleObject234.bin"/><Relationship Id="rId39" Type="http://schemas.openxmlformats.org/officeDocument/2006/relationships/image" Target="../media/image226.wmf"/><Relationship Id="rId21" Type="http://schemas.openxmlformats.org/officeDocument/2006/relationships/image" Target="../media/image11.wmf"/><Relationship Id="rId34" Type="http://schemas.openxmlformats.org/officeDocument/2006/relationships/oleObject" Target="../embeddings/oleObject238.bin"/><Relationship Id="rId7" Type="http://schemas.openxmlformats.org/officeDocument/2006/relationships/image" Target="../media/image215.wmf"/><Relationship Id="rId12" Type="http://schemas.openxmlformats.org/officeDocument/2006/relationships/oleObject" Target="../embeddings/oleObject227.bin"/><Relationship Id="rId17" Type="http://schemas.openxmlformats.org/officeDocument/2006/relationships/image" Target="../media/image14.wmf"/><Relationship Id="rId25" Type="http://schemas.openxmlformats.org/officeDocument/2006/relationships/image" Target="../media/image219.emf"/><Relationship Id="rId33" Type="http://schemas.openxmlformats.org/officeDocument/2006/relationships/image" Target="../media/image223.wmf"/><Relationship Id="rId38" Type="http://schemas.openxmlformats.org/officeDocument/2006/relationships/oleObject" Target="../embeddings/oleObject240.bin"/><Relationship Id="rId2" Type="http://schemas.openxmlformats.org/officeDocument/2006/relationships/oleObject" Target="../embeddings/oleObject222.bin"/><Relationship Id="rId16" Type="http://schemas.openxmlformats.org/officeDocument/2006/relationships/oleObject" Target="../embeddings/oleObject229.bin"/><Relationship Id="rId20" Type="http://schemas.openxmlformats.org/officeDocument/2006/relationships/oleObject" Target="../embeddings/oleObject231.bin"/><Relationship Id="rId29" Type="http://schemas.openxmlformats.org/officeDocument/2006/relationships/image" Target="../media/image22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4.bin"/><Relationship Id="rId11" Type="http://schemas.openxmlformats.org/officeDocument/2006/relationships/image" Target="../media/image217.wmf"/><Relationship Id="rId24" Type="http://schemas.openxmlformats.org/officeDocument/2006/relationships/oleObject" Target="../embeddings/oleObject233.bin"/><Relationship Id="rId32" Type="http://schemas.openxmlformats.org/officeDocument/2006/relationships/oleObject" Target="../embeddings/oleObject237.bin"/><Relationship Id="rId37" Type="http://schemas.openxmlformats.org/officeDocument/2006/relationships/image" Target="../media/image225.wmf"/><Relationship Id="rId5" Type="http://schemas.openxmlformats.org/officeDocument/2006/relationships/image" Target="../media/image214.wmf"/><Relationship Id="rId15" Type="http://schemas.openxmlformats.org/officeDocument/2006/relationships/image" Target="../media/image13.wmf"/><Relationship Id="rId23" Type="http://schemas.openxmlformats.org/officeDocument/2006/relationships/image" Target="../media/image12.wmf"/><Relationship Id="rId28" Type="http://schemas.openxmlformats.org/officeDocument/2006/relationships/oleObject" Target="../embeddings/oleObject235.bin"/><Relationship Id="rId36" Type="http://schemas.openxmlformats.org/officeDocument/2006/relationships/oleObject" Target="../embeddings/oleObject239.bin"/><Relationship Id="rId10" Type="http://schemas.openxmlformats.org/officeDocument/2006/relationships/oleObject" Target="../embeddings/oleObject226.bin"/><Relationship Id="rId19" Type="http://schemas.openxmlformats.org/officeDocument/2006/relationships/image" Target="../media/image15.wmf"/><Relationship Id="rId31" Type="http://schemas.openxmlformats.org/officeDocument/2006/relationships/image" Target="../media/image222.wmf"/><Relationship Id="rId4" Type="http://schemas.openxmlformats.org/officeDocument/2006/relationships/oleObject" Target="../embeddings/oleObject223.bin"/><Relationship Id="rId9" Type="http://schemas.openxmlformats.org/officeDocument/2006/relationships/image" Target="../media/image216.wmf"/><Relationship Id="rId14" Type="http://schemas.openxmlformats.org/officeDocument/2006/relationships/oleObject" Target="../embeddings/oleObject228.bin"/><Relationship Id="rId22" Type="http://schemas.openxmlformats.org/officeDocument/2006/relationships/oleObject" Target="../embeddings/oleObject232.bin"/><Relationship Id="rId27" Type="http://schemas.openxmlformats.org/officeDocument/2006/relationships/image" Target="../media/image220.emf"/><Relationship Id="rId30" Type="http://schemas.openxmlformats.org/officeDocument/2006/relationships/oleObject" Target="../embeddings/oleObject236.bin"/><Relationship Id="rId35" Type="http://schemas.openxmlformats.org/officeDocument/2006/relationships/image" Target="../media/image224.wmf"/><Relationship Id="rId8" Type="http://schemas.openxmlformats.org/officeDocument/2006/relationships/oleObject" Target="../embeddings/oleObject225.bin"/><Relationship Id="rId3" Type="http://schemas.openxmlformats.org/officeDocument/2006/relationships/image" Target="../media/image213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4.bin"/><Relationship Id="rId13" Type="http://schemas.openxmlformats.org/officeDocument/2006/relationships/image" Target="../media/image232.wmf"/><Relationship Id="rId18" Type="http://schemas.openxmlformats.org/officeDocument/2006/relationships/oleObject" Target="../embeddings/oleObject249.bin"/><Relationship Id="rId3" Type="http://schemas.openxmlformats.org/officeDocument/2006/relationships/image" Target="../media/image227.wmf"/><Relationship Id="rId21" Type="http://schemas.openxmlformats.org/officeDocument/2006/relationships/image" Target="../media/image236.wmf"/><Relationship Id="rId7" Type="http://schemas.openxmlformats.org/officeDocument/2006/relationships/image" Target="../media/image229.wmf"/><Relationship Id="rId12" Type="http://schemas.openxmlformats.org/officeDocument/2006/relationships/oleObject" Target="../embeddings/oleObject246.bin"/><Relationship Id="rId17" Type="http://schemas.openxmlformats.org/officeDocument/2006/relationships/image" Target="../media/image234.wmf"/><Relationship Id="rId2" Type="http://schemas.openxmlformats.org/officeDocument/2006/relationships/oleObject" Target="../embeddings/oleObject241.bin"/><Relationship Id="rId16" Type="http://schemas.openxmlformats.org/officeDocument/2006/relationships/oleObject" Target="../embeddings/oleObject248.bin"/><Relationship Id="rId20" Type="http://schemas.openxmlformats.org/officeDocument/2006/relationships/oleObject" Target="../embeddings/oleObject2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3.bin"/><Relationship Id="rId11" Type="http://schemas.openxmlformats.org/officeDocument/2006/relationships/image" Target="../media/image231.wmf"/><Relationship Id="rId5" Type="http://schemas.openxmlformats.org/officeDocument/2006/relationships/image" Target="../media/image228.wmf"/><Relationship Id="rId15" Type="http://schemas.openxmlformats.org/officeDocument/2006/relationships/image" Target="../media/image233.wmf"/><Relationship Id="rId10" Type="http://schemas.openxmlformats.org/officeDocument/2006/relationships/oleObject" Target="../embeddings/oleObject245.bin"/><Relationship Id="rId19" Type="http://schemas.openxmlformats.org/officeDocument/2006/relationships/image" Target="../media/image235.wmf"/><Relationship Id="rId4" Type="http://schemas.openxmlformats.org/officeDocument/2006/relationships/oleObject" Target="../embeddings/oleObject242.bin"/><Relationship Id="rId9" Type="http://schemas.openxmlformats.org/officeDocument/2006/relationships/image" Target="../media/image230.wmf"/><Relationship Id="rId14" Type="http://schemas.openxmlformats.org/officeDocument/2006/relationships/oleObject" Target="../embeddings/oleObject24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55640" y="2708920"/>
            <a:ext cx="6480720" cy="1080120"/>
          </a:xfrm>
          <a:ln w="57150" cmpd="thickThin"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zh-CN" altLang="en-US" sz="48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</a:t>
            </a:r>
            <a:r>
              <a:rPr lang="en-US" altLang="zh-CN" sz="48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48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章  定积分及其应用</a:t>
            </a:r>
          </a:p>
        </p:txBody>
      </p:sp>
    </p:spTree>
    <p:extLst>
      <p:ext uri="{BB962C8B-B14F-4D97-AF65-F5344CB8AC3E}">
        <p14:creationId xmlns:p14="http://schemas.microsoft.com/office/powerpoint/2010/main" val="3471132133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855640" y="2708920"/>
            <a:ext cx="6912768" cy="720080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bg2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bg2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bg2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第一节 定积分的概念与基本性质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768408" y="476672"/>
            <a:ext cx="1532792" cy="584775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5</a:t>
            </a:r>
            <a:endParaRPr lang="zh-CN" altLang="en-US" sz="32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0715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6632575" y="2593975"/>
            <a:ext cx="3195638" cy="2266950"/>
            <a:chOff x="3218" y="1634"/>
            <a:chExt cx="2013" cy="1428"/>
          </a:xfrm>
        </p:grpSpPr>
        <p:graphicFrame>
          <p:nvGraphicFramePr>
            <p:cNvPr id="3083" name="Object 3"/>
            <p:cNvGraphicFramePr>
              <a:graphicFrameLocks noChangeAspect="1"/>
            </p:cNvGraphicFramePr>
            <p:nvPr/>
          </p:nvGraphicFramePr>
          <p:xfrm>
            <a:off x="3596" y="1946"/>
            <a:ext cx="1200" cy="8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" imgW="1828571" imgH="1857143" progId="Paint.Picture">
                    <p:embed/>
                  </p:oleObj>
                </mc:Choice>
                <mc:Fallback>
                  <p:oleObj name="BMP 图象" r:id="rId2" imgW="1828571" imgH="1857143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6" y="1946"/>
                          <a:ext cx="1200" cy="8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4" name="Rectangle 4"/>
            <p:cNvSpPr>
              <a:spLocks noChangeArrowheads="1"/>
            </p:cNvSpPr>
            <p:nvPr/>
          </p:nvSpPr>
          <p:spPr bwMode="auto">
            <a:xfrm>
              <a:off x="3604" y="2749"/>
              <a:ext cx="188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085" name="Rectangle 5"/>
            <p:cNvSpPr>
              <a:spLocks noChangeArrowheads="1"/>
            </p:cNvSpPr>
            <p:nvPr/>
          </p:nvSpPr>
          <p:spPr bwMode="auto">
            <a:xfrm>
              <a:off x="3604" y="2762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086" name="Rectangle 6"/>
            <p:cNvSpPr>
              <a:spLocks noChangeArrowheads="1"/>
            </p:cNvSpPr>
            <p:nvPr/>
          </p:nvSpPr>
          <p:spPr bwMode="auto">
            <a:xfrm>
              <a:off x="4761" y="2789"/>
              <a:ext cx="18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087" name="Rectangle 7"/>
            <p:cNvSpPr>
              <a:spLocks noChangeArrowheads="1"/>
            </p:cNvSpPr>
            <p:nvPr/>
          </p:nvSpPr>
          <p:spPr bwMode="auto">
            <a:xfrm>
              <a:off x="4709" y="2790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grpSp>
          <p:nvGrpSpPr>
            <p:cNvPr id="3088" name="Group 8"/>
            <p:cNvGrpSpPr>
              <a:grpSpLocks/>
            </p:cNvGrpSpPr>
            <p:nvPr/>
          </p:nvGrpSpPr>
          <p:grpSpPr bwMode="auto">
            <a:xfrm>
              <a:off x="3218" y="1634"/>
              <a:ext cx="2013" cy="1427"/>
              <a:chOff x="3218" y="1634"/>
              <a:chExt cx="2013" cy="1427"/>
            </a:xfrm>
          </p:grpSpPr>
          <p:grpSp>
            <p:nvGrpSpPr>
              <p:cNvPr id="3089" name="Group 9"/>
              <p:cNvGrpSpPr>
                <a:grpSpLocks/>
              </p:cNvGrpSpPr>
              <p:nvPr/>
            </p:nvGrpSpPr>
            <p:grpSpPr bwMode="auto">
              <a:xfrm>
                <a:off x="3218" y="2771"/>
                <a:ext cx="1866" cy="80"/>
                <a:chOff x="3218" y="2771"/>
                <a:chExt cx="1866" cy="80"/>
              </a:xfrm>
            </p:grpSpPr>
            <p:sp>
              <p:nvSpPr>
                <p:cNvPr id="3099" name="Rectangle 10"/>
                <p:cNvSpPr>
                  <a:spLocks noChangeArrowheads="1"/>
                </p:cNvSpPr>
                <p:nvPr/>
              </p:nvSpPr>
              <p:spPr bwMode="auto">
                <a:xfrm>
                  <a:off x="3218" y="2803"/>
                  <a:ext cx="1789" cy="15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100" name="Freeform 11"/>
                <p:cNvSpPr>
                  <a:spLocks/>
                </p:cNvSpPr>
                <p:nvPr/>
              </p:nvSpPr>
              <p:spPr bwMode="auto">
                <a:xfrm>
                  <a:off x="5005" y="2771"/>
                  <a:ext cx="79" cy="80"/>
                </a:xfrm>
                <a:custGeom>
                  <a:avLst/>
                  <a:gdLst>
                    <a:gd name="T0" fmla="*/ 0 w 158"/>
                    <a:gd name="T1" fmla="*/ 3 h 159"/>
                    <a:gd name="T2" fmla="*/ 3 w 158"/>
                    <a:gd name="T3" fmla="*/ 2 h 159"/>
                    <a:gd name="T4" fmla="*/ 0 w 158"/>
                    <a:gd name="T5" fmla="*/ 0 h 159"/>
                    <a:gd name="T6" fmla="*/ 0 w 158"/>
                    <a:gd name="T7" fmla="*/ 3 h 15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8" h="159">
                      <a:moveTo>
                        <a:pt x="0" y="159"/>
                      </a:moveTo>
                      <a:lnTo>
                        <a:pt x="158" y="79"/>
                      </a:lnTo>
                      <a:lnTo>
                        <a:pt x="0" y="0"/>
                      </a:lnTo>
                      <a:lnTo>
                        <a:pt x="0" y="15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90" name="Group 12"/>
              <p:cNvGrpSpPr>
                <a:grpSpLocks/>
              </p:cNvGrpSpPr>
              <p:nvPr/>
            </p:nvGrpSpPr>
            <p:grpSpPr bwMode="auto">
              <a:xfrm>
                <a:off x="3361" y="1700"/>
                <a:ext cx="79" cy="1275"/>
                <a:chOff x="3361" y="1700"/>
                <a:chExt cx="79" cy="1275"/>
              </a:xfrm>
            </p:grpSpPr>
            <p:sp>
              <p:nvSpPr>
                <p:cNvPr id="3097" name="Rectangle 13"/>
                <p:cNvSpPr>
                  <a:spLocks noChangeArrowheads="1"/>
                </p:cNvSpPr>
                <p:nvPr/>
              </p:nvSpPr>
              <p:spPr bwMode="auto">
                <a:xfrm>
                  <a:off x="3392" y="1777"/>
                  <a:ext cx="16" cy="119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098" name="Freeform 14"/>
                <p:cNvSpPr>
                  <a:spLocks/>
                </p:cNvSpPr>
                <p:nvPr/>
              </p:nvSpPr>
              <p:spPr bwMode="auto">
                <a:xfrm>
                  <a:off x="3361" y="1700"/>
                  <a:ext cx="79" cy="79"/>
                </a:xfrm>
                <a:custGeom>
                  <a:avLst/>
                  <a:gdLst>
                    <a:gd name="T0" fmla="*/ 2 w 160"/>
                    <a:gd name="T1" fmla="*/ 3 h 157"/>
                    <a:gd name="T2" fmla="*/ 1 w 160"/>
                    <a:gd name="T3" fmla="*/ 0 h 157"/>
                    <a:gd name="T4" fmla="*/ 0 w 160"/>
                    <a:gd name="T5" fmla="*/ 3 h 157"/>
                    <a:gd name="T6" fmla="*/ 2 w 160"/>
                    <a:gd name="T7" fmla="*/ 3 h 15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60" h="157">
                      <a:moveTo>
                        <a:pt x="160" y="157"/>
                      </a:moveTo>
                      <a:lnTo>
                        <a:pt x="79" y="0"/>
                      </a:lnTo>
                      <a:lnTo>
                        <a:pt x="0" y="157"/>
                      </a:lnTo>
                      <a:lnTo>
                        <a:pt x="160" y="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091" name="Rectangle 15"/>
              <p:cNvSpPr>
                <a:spLocks noChangeArrowheads="1"/>
              </p:cNvSpPr>
              <p:nvPr/>
            </p:nvSpPr>
            <p:spPr bwMode="auto">
              <a:xfrm>
                <a:off x="5022" y="2786"/>
                <a:ext cx="209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092" name="Rectangle 16"/>
              <p:cNvSpPr>
                <a:spLocks noChangeArrowheads="1"/>
              </p:cNvSpPr>
              <p:nvPr/>
            </p:nvSpPr>
            <p:spPr bwMode="auto">
              <a:xfrm>
                <a:off x="5022" y="2799"/>
                <a:ext cx="1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6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kumimoji="1" lang="en-US" altLang="zh-CN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3" name="Rectangle 17"/>
              <p:cNvSpPr>
                <a:spLocks noChangeArrowheads="1"/>
              </p:cNvSpPr>
              <p:nvPr/>
            </p:nvSpPr>
            <p:spPr bwMode="auto">
              <a:xfrm>
                <a:off x="3236" y="1634"/>
                <a:ext cx="194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094" name="Rectangle 18"/>
              <p:cNvSpPr>
                <a:spLocks noChangeArrowheads="1"/>
              </p:cNvSpPr>
              <p:nvPr/>
            </p:nvSpPr>
            <p:spPr bwMode="auto">
              <a:xfrm>
                <a:off x="3236" y="1647"/>
                <a:ext cx="9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6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y</a:t>
                </a:r>
                <a:endParaRPr kumimoji="1" lang="en-US" altLang="zh-CN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5" name="Rectangle 19"/>
              <p:cNvSpPr>
                <a:spLocks noChangeArrowheads="1"/>
              </p:cNvSpPr>
              <p:nvPr/>
            </p:nvSpPr>
            <p:spPr bwMode="auto">
              <a:xfrm>
                <a:off x="3246" y="2762"/>
                <a:ext cx="230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096" name="Rectangle 20"/>
              <p:cNvSpPr>
                <a:spLocks noChangeArrowheads="1"/>
              </p:cNvSpPr>
              <p:nvPr/>
            </p:nvSpPr>
            <p:spPr bwMode="auto">
              <a:xfrm>
                <a:off x="3246" y="2779"/>
                <a:ext cx="11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o</a:t>
                </a:r>
                <a:endParaRPr kumimoji="1" lang="en-US" altLang="zh-CN" b="1">
                  <a:latin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5141" name="Object 21"/>
          <p:cNvGraphicFramePr>
            <a:graphicFrameLocks noChangeAspect="1"/>
          </p:cNvGraphicFramePr>
          <p:nvPr/>
        </p:nvGraphicFramePr>
        <p:xfrm>
          <a:off x="7772400" y="3886200"/>
          <a:ext cx="876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76300" imgH="330200" progId="Equation.3">
                  <p:embed/>
                </p:oleObj>
              </mc:Choice>
              <mc:Fallback>
                <p:oleObj name="公式" r:id="rId4" imgW="8763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3886200"/>
                        <a:ext cx="876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349376"/>
              </p:ext>
            </p:extLst>
          </p:nvPr>
        </p:nvGraphicFramePr>
        <p:xfrm>
          <a:off x="2168761" y="2803483"/>
          <a:ext cx="3495675" cy="588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3505966" imgH="592752" progId="Word.Document.8">
                  <p:embed/>
                </p:oleObj>
              </mc:Choice>
              <mc:Fallback>
                <p:oleObj name="文档" r:id="rId6" imgW="3505966" imgH="59275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761" y="2803483"/>
                        <a:ext cx="3495675" cy="588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3" name="Rectangle 23"/>
          <p:cNvSpPr>
            <a:spLocks noChangeArrowheads="1"/>
          </p:cNvSpPr>
          <p:nvPr/>
        </p:nvSpPr>
        <p:spPr bwMode="auto">
          <a:xfrm>
            <a:off x="2009094" y="1697763"/>
            <a:ext cx="554029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实例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（求曲边梯形的面积）</a:t>
            </a:r>
          </a:p>
        </p:txBody>
      </p:sp>
      <p:graphicFrame>
        <p:nvGraphicFramePr>
          <p:cNvPr id="514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146973"/>
              </p:ext>
            </p:extLst>
          </p:nvPr>
        </p:nvGraphicFramePr>
        <p:xfrm>
          <a:off x="2270127" y="3370195"/>
          <a:ext cx="39528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3653005" imgH="592752" progId="Word.Document.8">
                  <p:embed/>
                </p:oleObj>
              </mc:Choice>
              <mc:Fallback>
                <p:oleObj name="文档" r:id="rId8" imgW="3653005" imgH="59275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7" y="3370195"/>
                        <a:ext cx="39528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23066"/>
              </p:ext>
            </p:extLst>
          </p:nvPr>
        </p:nvGraphicFramePr>
        <p:xfrm>
          <a:off x="2168760" y="3998844"/>
          <a:ext cx="3711215" cy="612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3740310" imgH="624917" progId="Word.Document.8">
                  <p:embed/>
                </p:oleObj>
              </mc:Choice>
              <mc:Fallback>
                <p:oleObj name="文档" r:id="rId10" imgW="3740310" imgH="62491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760" y="3998844"/>
                        <a:ext cx="3711215" cy="612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761782"/>
              </p:ext>
            </p:extLst>
          </p:nvPr>
        </p:nvGraphicFramePr>
        <p:xfrm>
          <a:off x="2173489" y="4639521"/>
          <a:ext cx="3966168" cy="591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4107546" imgH="613102" progId="Word.Document.8">
                  <p:embed/>
                </p:oleObj>
              </mc:Choice>
              <mc:Fallback>
                <p:oleObj name="Document" r:id="rId12" imgW="4107546" imgH="6131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489" y="4639521"/>
                        <a:ext cx="3966168" cy="5916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Rectangle 27"/>
          <p:cNvSpPr>
            <a:spLocks noGrp="1" noChangeArrowheads="1"/>
          </p:cNvSpPr>
          <p:nvPr>
            <p:ph type="title"/>
          </p:nvPr>
        </p:nvSpPr>
        <p:spPr>
          <a:xfrm>
            <a:off x="2009094" y="543363"/>
            <a:ext cx="4032448" cy="1072357"/>
          </a:xfr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一、问题的提出</a:t>
            </a:r>
          </a:p>
        </p:txBody>
      </p:sp>
      <p:graphicFrame>
        <p:nvGraphicFramePr>
          <p:cNvPr id="5148" name="Object 28"/>
          <p:cNvGraphicFramePr>
            <a:graphicFrameLocks noChangeAspect="1"/>
          </p:cNvGraphicFramePr>
          <p:nvPr/>
        </p:nvGraphicFramePr>
        <p:xfrm>
          <a:off x="7620000" y="2825750"/>
          <a:ext cx="12954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390513" imgH="352399" progId="Equation.3">
                  <p:embed/>
                </p:oleObj>
              </mc:Choice>
              <mc:Fallback>
                <p:oleObj name="公式" r:id="rId14" imgW="1390513" imgH="3523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2825750"/>
                        <a:ext cx="12954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470611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6192838" y="1849438"/>
            <a:ext cx="3962400" cy="2476500"/>
            <a:chOff x="3218" y="1634"/>
            <a:chExt cx="2013" cy="1428"/>
          </a:xfrm>
        </p:grpSpPr>
        <p:graphicFrame>
          <p:nvGraphicFramePr>
            <p:cNvPr id="4135" name="Object 3"/>
            <p:cNvGraphicFramePr>
              <a:graphicFrameLocks noChangeAspect="1"/>
            </p:cNvGraphicFramePr>
            <p:nvPr/>
          </p:nvGraphicFramePr>
          <p:xfrm>
            <a:off x="3596" y="1946"/>
            <a:ext cx="1200" cy="8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" imgW="1828571" imgH="1857143" progId="Paint.Picture">
                    <p:embed/>
                  </p:oleObj>
                </mc:Choice>
                <mc:Fallback>
                  <p:oleObj name="BMP 图象" r:id="rId2" imgW="1828571" imgH="1857143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6" y="1946"/>
                          <a:ext cx="1200" cy="8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36" name="Rectangle 4"/>
            <p:cNvSpPr>
              <a:spLocks noChangeArrowheads="1"/>
            </p:cNvSpPr>
            <p:nvPr/>
          </p:nvSpPr>
          <p:spPr bwMode="auto">
            <a:xfrm>
              <a:off x="3604" y="2749"/>
              <a:ext cx="188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137" name="Rectangle 5"/>
            <p:cNvSpPr>
              <a:spLocks noChangeArrowheads="1"/>
            </p:cNvSpPr>
            <p:nvPr/>
          </p:nvSpPr>
          <p:spPr bwMode="auto">
            <a:xfrm>
              <a:off x="3604" y="2762"/>
              <a:ext cx="8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138" name="Rectangle 6"/>
            <p:cNvSpPr>
              <a:spLocks noChangeArrowheads="1"/>
            </p:cNvSpPr>
            <p:nvPr/>
          </p:nvSpPr>
          <p:spPr bwMode="auto">
            <a:xfrm>
              <a:off x="4761" y="2789"/>
              <a:ext cx="18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139" name="Rectangle 7"/>
            <p:cNvSpPr>
              <a:spLocks noChangeArrowheads="1"/>
            </p:cNvSpPr>
            <p:nvPr/>
          </p:nvSpPr>
          <p:spPr bwMode="auto">
            <a:xfrm>
              <a:off x="4709" y="2790"/>
              <a:ext cx="8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grpSp>
          <p:nvGrpSpPr>
            <p:cNvPr id="4140" name="Group 8"/>
            <p:cNvGrpSpPr>
              <a:grpSpLocks/>
            </p:cNvGrpSpPr>
            <p:nvPr/>
          </p:nvGrpSpPr>
          <p:grpSpPr bwMode="auto">
            <a:xfrm>
              <a:off x="3218" y="1634"/>
              <a:ext cx="2013" cy="1427"/>
              <a:chOff x="3218" y="1634"/>
              <a:chExt cx="2013" cy="1427"/>
            </a:xfrm>
          </p:grpSpPr>
          <p:grpSp>
            <p:nvGrpSpPr>
              <p:cNvPr id="4141" name="Group 9"/>
              <p:cNvGrpSpPr>
                <a:grpSpLocks/>
              </p:cNvGrpSpPr>
              <p:nvPr/>
            </p:nvGrpSpPr>
            <p:grpSpPr bwMode="auto">
              <a:xfrm>
                <a:off x="3218" y="2771"/>
                <a:ext cx="1866" cy="80"/>
                <a:chOff x="3218" y="2771"/>
                <a:chExt cx="1866" cy="80"/>
              </a:xfrm>
            </p:grpSpPr>
            <p:sp>
              <p:nvSpPr>
                <p:cNvPr id="4151" name="Rectangle 10"/>
                <p:cNvSpPr>
                  <a:spLocks noChangeArrowheads="1"/>
                </p:cNvSpPr>
                <p:nvPr/>
              </p:nvSpPr>
              <p:spPr bwMode="auto">
                <a:xfrm>
                  <a:off x="3218" y="2803"/>
                  <a:ext cx="1789" cy="15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4152" name="Freeform 11"/>
                <p:cNvSpPr>
                  <a:spLocks/>
                </p:cNvSpPr>
                <p:nvPr/>
              </p:nvSpPr>
              <p:spPr bwMode="auto">
                <a:xfrm>
                  <a:off x="5005" y="2771"/>
                  <a:ext cx="79" cy="80"/>
                </a:xfrm>
                <a:custGeom>
                  <a:avLst/>
                  <a:gdLst>
                    <a:gd name="T0" fmla="*/ 0 w 158"/>
                    <a:gd name="T1" fmla="*/ 3 h 159"/>
                    <a:gd name="T2" fmla="*/ 3 w 158"/>
                    <a:gd name="T3" fmla="*/ 2 h 159"/>
                    <a:gd name="T4" fmla="*/ 0 w 158"/>
                    <a:gd name="T5" fmla="*/ 0 h 159"/>
                    <a:gd name="T6" fmla="*/ 0 w 158"/>
                    <a:gd name="T7" fmla="*/ 3 h 15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8" h="159">
                      <a:moveTo>
                        <a:pt x="0" y="159"/>
                      </a:moveTo>
                      <a:lnTo>
                        <a:pt x="158" y="79"/>
                      </a:lnTo>
                      <a:lnTo>
                        <a:pt x="0" y="0"/>
                      </a:lnTo>
                      <a:lnTo>
                        <a:pt x="0" y="15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142" name="Group 12"/>
              <p:cNvGrpSpPr>
                <a:grpSpLocks/>
              </p:cNvGrpSpPr>
              <p:nvPr/>
            </p:nvGrpSpPr>
            <p:grpSpPr bwMode="auto">
              <a:xfrm>
                <a:off x="3361" y="1700"/>
                <a:ext cx="79" cy="1275"/>
                <a:chOff x="3361" y="1700"/>
                <a:chExt cx="79" cy="1275"/>
              </a:xfrm>
            </p:grpSpPr>
            <p:sp>
              <p:nvSpPr>
                <p:cNvPr id="4149" name="Rectangle 13"/>
                <p:cNvSpPr>
                  <a:spLocks noChangeArrowheads="1"/>
                </p:cNvSpPr>
                <p:nvPr/>
              </p:nvSpPr>
              <p:spPr bwMode="auto">
                <a:xfrm>
                  <a:off x="3392" y="1777"/>
                  <a:ext cx="16" cy="119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4150" name="Freeform 14"/>
                <p:cNvSpPr>
                  <a:spLocks/>
                </p:cNvSpPr>
                <p:nvPr/>
              </p:nvSpPr>
              <p:spPr bwMode="auto">
                <a:xfrm>
                  <a:off x="3361" y="1700"/>
                  <a:ext cx="79" cy="79"/>
                </a:xfrm>
                <a:custGeom>
                  <a:avLst/>
                  <a:gdLst>
                    <a:gd name="T0" fmla="*/ 2 w 160"/>
                    <a:gd name="T1" fmla="*/ 3 h 157"/>
                    <a:gd name="T2" fmla="*/ 1 w 160"/>
                    <a:gd name="T3" fmla="*/ 0 h 157"/>
                    <a:gd name="T4" fmla="*/ 0 w 160"/>
                    <a:gd name="T5" fmla="*/ 3 h 157"/>
                    <a:gd name="T6" fmla="*/ 2 w 160"/>
                    <a:gd name="T7" fmla="*/ 3 h 15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60" h="157">
                      <a:moveTo>
                        <a:pt x="160" y="157"/>
                      </a:moveTo>
                      <a:lnTo>
                        <a:pt x="79" y="0"/>
                      </a:lnTo>
                      <a:lnTo>
                        <a:pt x="0" y="157"/>
                      </a:lnTo>
                      <a:lnTo>
                        <a:pt x="160" y="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143" name="Rectangle 15"/>
              <p:cNvSpPr>
                <a:spLocks noChangeArrowheads="1"/>
              </p:cNvSpPr>
              <p:nvPr/>
            </p:nvSpPr>
            <p:spPr bwMode="auto">
              <a:xfrm>
                <a:off x="5022" y="2786"/>
                <a:ext cx="209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44" name="Rectangle 16"/>
              <p:cNvSpPr>
                <a:spLocks noChangeArrowheads="1"/>
              </p:cNvSpPr>
              <p:nvPr/>
            </p:nvSpPr>
            <p:spPr bwMode="auto">
              <a:xfrm>
                <a:off x="5022" y="2800"/>
                <a:ext cx="84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6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kumimoji="1" lang="en-US" altLang="zh-CN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45" name="Rectangle 17"/>
              <p:cNvSpPr>
                <a:spLocks noChangeArrowheads="1"/>
              </p:cNvSpPr>
              <p:nvPr/>
            </p:nvSpPr>
            <p:spPr bwMode="auto">
              <a:xfrm>
                <a:off x="3236" y="1634"/>
                <a:ext cx="194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46" name="Rectangle 18"/>
              <p:cNvSpPr>
                <a:spLocks noChangeArrowheads="1"/>
              </p:cNvSpPr>
              <p:nvPr/>
            </p:nvSpPr>
            <p:spPr bwMode="auto">
              <a:xfrm>
                <a:off x="3236" y="1647"/>
                <a:ext cx="7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6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y</a:t>
                </a:r>
                <a:endParaRPr kumimoji="1" lang="en-US" altLang="zh-CN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47" name="Rectangle 19"/>
              <p:cNvSpPr>
                <a:spLocks noChangeArrowheads="1"/>
              </p:cNvSpPr>
              <p:nvPr/>
            </p:nvSpPr>
            <p:spPr bwMode="auto">
              <a:xfrm>
                <a:off x="3246" y="2762"/>
                <a:ext cx="230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48" name="Rectangle 20"/>
              <p:cNvSpPr>
                <a:spLocks noChangeArrowheads="1"/>
              </p:cNvSpPr>
              <p:nvPr/>
            </p:nvSpPr>
            <p:spPr bwMode="auto">
              <a:xfrm>
                <a:off x="3246" y="2779"/>
                <a:ext cx="91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o</a:t>
                </a:r>
                <a:endParaRPr kumimoji="1" lang="en-US" altLang="zh-CN" b="1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6165" name="Group 21"/>
          <p:cNvGrpSpPr>
            <a:grpSpLocks/>
          </p:cNvGrpSpPr>
          <p:nvPr/>
        </p:nvGrpSpPr>
        <p:grpSpPr bwMode="auto">
          <a:xfrm>
            <a:off x="2397125" y="1828800"/>
            <a:ext cx="3962400" cy="2476500"/>
            <a:chOff x="3218" y="1634"/>
            <a:chExt cx="2013" cy="1428"/>
          </a:xfrm>
        </p:grpSpPr>
        <p:graphicFrame>
          <p:nvGraphicFramePr>
            <p:cNvPr id="4117" name="Object 22"/>
            <p:cNvGraphicFramePr>
              <a:graphicFrameLocks noChangeAspect="1"/>
            </p:cNvGraphicFramePr>
            <p:nvPr/>
          </p:nvGraphicFramePr>
          <p:xfrm>
            <a:off x="3596" y="1946"/>
            <a:ext cx="1200" cy="8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4" imgW="1828571" imgH="1857143" progId="Paint.Picture">
                    <p:embed/>
                  </p:oleObj>
                </mc:Choice>
                <mc:Fallback>
                  <p:oleObj name="BMP 图象" r:id="rId4" imgW="1828571" imgH="1857143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6" y="1946"/>
                          <a:ext cx="1200" cy="8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8" name="Rectangle 23"/>
            <p:cNvSpPr>
              <a:spLocks noChangeArrowheads="1"/>
            </p:cNvSpPr>
            <p:nvPr/>
          </p:nvSpPr>
          <p:spPr bwMode="auto">
            <a:xfrm>
              <a:off x="3604" y="2749"/>
              <a:ext cx="188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119" name="Rectangle 24"/>
            <p:cNvSpPr>
              <a:spLocks noChangeArrowheads="1"/>
            </p:cNvSpPr>
            <p:nvPr/>
          </p:nvSpPr>
          <p:spPr bwMode="auto">
            <a:xfrm>
              <a:off x="3604" y="2762"/>
              <a:ext cx="8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4120" name="Rectangle 25"/>
            <p:cNvSpPr>
              <a:spLocks noChangeArrowheads="1"/>
            </p:cNvSpPr>
            <p:nvPr/>
          </p:nvSpPr>
          <p:spPr bwMode="auto">
            <a:xfrm>
              <a:off x="4761" y="2789"/>
              <a:ext cx="18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121" name="Rectangle 26"/>
            <p:cNvSpPr>
              <a:spLocks noChangeArrowheads="1"/>
            </p:cNvSpPr>
            <p:nvPr/>
          </p:nvSpPr>
          <p:spPr bwMode="auto">
            <a:xfrm>
              <a:off x="4709" y="2790"/>
              <a:ext cx="8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  <p:grpSp>
          <p:nvGrpSpPr>
            <p:cNvPr id="4122" name="Group 27"/>
            <p:cNvGrpSpPr>
              <a:grpSpLocks/>
            </p:cNvGrpSpPr>
            <p:nvPr/>
          </p:nvGrpSpPr>
          <p:grpSpPr bwMode="auto">
            <a:xfrm>
              <a:off x="3218" y="1634"/>
              <a:ext cx="2013" cy="1427"/>
              <a:chOff x="3218" y="1634"/>
              <a:chExt cx="2013" cy="1427"/>
            </a:xfrm>
          </p:grpSpPr>
          <p:grpSp>
            <p:nvGrpSpPr>
              <p:cNvPr id="4123" name="Group 28"/>
              <p:cNvGrpSpPr>
                <a:grpSpLocks/>
              </p:cNvGrpSpPr>
              <p:nvPr/>
            </p:nvGrpSpPr>
            <p:grpSpPr bwMode="auto">
              <a:xfrm>
                <a:off x="3218" y="2771"/>
                <a:ext cx="1866" cy="80"/>
                <a:chOff x="3218" y="2771"/>
                <a:chExt cx="1866" cy="80"/>
              </a:xfrm>
            </p:grpSpPr>
            <p:sp>
              <p:nvSpPr>
                <p:cNvPr id="4133" name="Rectangle 29"/>
                <p:cNvSpPr>
                  <a:spLocks noChangeArrowheads="1"/>
                </p:cNvSpPr>
                <p:nvPr/>
              </p:nvSpPr>
              <p:spPr bwMode="auto">
                <a:xfrm>
                  <a:off x="3218" y="2803"/>
                  <a:ext cx="1789" cy="15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4134" name="Freeform 30"/>
                <p:cNvSpPr>
                  <a:spLocks/>
                </p:cNvSpPr>
                <p:nvPr/>
              </p:nvSpPr>
              <p:spPr bwMode="auto">
                <a:xfrm>
                  <a:off x="5005" y="2771"/>
                  <a:ext cx="79" cy="80"/>
                </a:xfrm>
                <a:custGeom>
                  <a:avLst/>
                  <a:gdLst>
                    <a:gd name="T0" fmla="*/ 0 w 158"/>
                    <a:gd name="T1" fmla="*/ 3 h 159"/>
                    <a:gd name="T2" fmla="*/ 3 w 158"/>
                    <a:gd name="T3" fmla="*/ 2 h 159"/>
                    <a:gd name="T4" fmla="*/ 0 w 158"/>
                    <a:gd name="T5" fmla="*/ 0 h 159"/>
                    <a:gd name="T6" fmla="*/ 0 w 158"/>
                    <a:gd name="T7" fmla="*/ 3 h 15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8" h="159">
                      <a:moveTo>
                        <a:pt x="0" y="159"/>
                      </a:moveTo>
                      <a:lnTo>
                        <a:pt x="158" y="79"/>
                      </a:lnTo>
                      <a:lnTo>
                        <a:pt x="0" y="0"/>
                      </a:lnTo>
                      <a:lnTo>
                        <a:pt x="0" y="15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124" name="Group 31"/>
              <p:cNvGrpSpPr>
                <a:grpSpLocks/>
              </p:cNvGrpSpPr>
              <p:nvPr/>
            </p:nvGrpSpPr>
            <p:grpSpPr bwMode="auto">
              <a:xfrm>
                <a:off x="3361" y="1700"/>
                <a:ext cx="79" cy="1275"/>
                <a:chOff x="3361" y="1700"/>
                <a:chExt cx="79" cy="1275"/>
              </a:xfrm>
            </p:grpSpPr>
            <p:sp>
              <p:nvSpPr>
                <p:cNvPr id="4131" name="Rectangle 32"/>
                <p:cNvSpPr>
                  <a:spLocks noChangeArrowheads="1"/>
                </p:cNvSpPr>
                <p:nvPr/>
              </p:nvSpPr>
              <p:spPr bwMode="auto">
                <a:xfrm>
                  <a:off x="3392" y="1777"/>
                  <a:ext cx="16" cy="119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4132" name="Freeform 33"/>
                <p:cNvSpPr>
                  <a:spLocks/>
                </p:cNvSpPr>
                <p:nvPr/>
              </p:nvSpPr>
              <p:spPr bwMode="auto">
                <a:xfrm>
                  <a:off x="3361" y="1700"/>
                  <a:ext cx="79" cy="79"/>
                </a:xfrm>
                <a:custGeom>
                  <a:avLst/>
                  <a:gdLst>
                    <a:gd name="T0" fmla="*/ 2 w 160"/>
                    <a:gd name="T1" fmla="*/ 3 h 157"/>
                    <a:gd name="T2" fmla="*/ 1 w 160"/>
                    <a:gd name="T3" fmla="*/ 0 h 157"/>
                    <a:gd name="T4" fmla="*/ 0 w 160"/>
                    <a:gd name="T5" fmla="*/ 3 h 157"/>
                    <a:gd name="T6" fmla="*/ 2 w 160"/>
                    <a:gd name="T7" fmla="*/ 3 h 15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60" h="157">
                      <a:moveTo>
                        <a:pt x="160" y="157"/>
                      </a:moveTo>
                      <a:lnTo>
                        <a:pt x="79" y="0"/>
                      </a:lnTo>
                      <a:lnTo>
                        <a:pt x="0" y="157"/>
                      </a:lnTo>
                      <a:lnTo>
                        <a:pt x="160" y="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125" name="Rectangle 34"/>
              <p:cNvSpPr>
                <a:spLocks noChangeArrowheads="1"/>
              </p:cNvSpPr>
              <p:nvPr/>
            </p:nvSpPr>
            <p:spPr bwMode="auto">
              <a:xfrm>
                <a:off x="5022" y="2786"/>
                <a:ext cx="209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26" name="Rectangle 35"/>
              <p:cNvSpPr>
                <a:spLocks noChangeArrowheads="1"/>
              </p:cNvSpPr>
              <p:nvPr/>
            </p:nvSpPr>
            <p:spPr bwMode="auto">
              <a:xfrm>
                <a:off x="5022" y="2800"/>
                <a:ext cx="84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6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kumimoji="1" lang="en-US" altLang="zh-CN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7" name="Rectangle 36"/>
              <p:cNvSpPr>
                <a:spLocks noChangeArrowheads="1"/>
              </p:cNvSpPr>
              <p:nvPr/>
            </p:nvSpPr>
            <p:spPr bwMode="auto">
              <a:xfrm>
                <a:off x="3236" y="1634"/>
                <a:ext cx="194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28" name="Rectangle 37"/>
              <p:cNvSpPr>
                <a:spLocks noChangeArrowheads="1"/>
              </p:cNvSpPr>
              <p:nvPr/>
            </p:nvSpPr>
            <p:spPr bwMode="auto">
              <a:xfrm>
                <a:off x="3236" y="1647"/>
                <a:ext cx="7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6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y</a:t>
                </a:r>
                <a:endParaRPr kumimoji="1" lang="en-US" altLang="zh-CN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9" name="Rectangle 38"/>
              <p:cNvSpPr>
                <a:spLocks noChangeArrowheads="1"/>
              </p:cNvSpPr>
              <p:nvPr/>
            </p:nvSpPr>
            <p:spPr bwMode="auto">
              <a:xfrm>
                <a:off x="3246" y="2762"/>
                <a:ext cx="230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30" name="Rectangle 39"/>
              <p:cNvSpPr>
                <a:spLocks noChangeArrowheads="1"/>
              </p:cNvSpPr>
              <p:nvPr/>
            </p:nvSpPr>
            <p:spPr bwMode="auto">
              <a:xfrm>
                <a:off x="3246" y="2779"/>
                <a:ext cx="91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o</a:t>
                </a:r>
                <a:endParaRPr kumimoji="1" lang="en-US" altLang="zh-CN" b="1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4100" name="Text Box 40"/>
          <p:cNvSpPr txBox="1">
            <a:spLocks noChangeArrowheads="1"/>
          </p:cNvSpPr>
          <p:nvPr/>
        </p:nvSpPr>
        <p:spPr bwMode="auto">
          <a:xfrm>
            <a:off x="2667000" y="1066801"/>
            <a:ext cx="571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用矩形面积近似取代曲边梯形面积</a:t>
            </a:r>
          </a:p>
        </p:txBody>
      </p:sp>
      <p:sp>
        <p:nvSpPr>
          <p:cNvPr id="6185" name="Rectangle 41"/>
          <p:cNvSpPr>
            <a:spLocks noChangeArrowheads="1"/>
          </p:cNvSpPr>
          <p:nvPr/>
        </p:nvSpPr>
        <p:spPr bwMode="auto">
          <a:xfrm>
            <a:off x="3165476" y="3081338"/>
            <a:ext cx="644525" cy="785812"/>
          </a:xfrm>
          <a:prstGeom prst="rect">
            <a:avLst/>
          </a:prstGeom>
          <a:solidFill>
            <a:srgbClr val="99FF33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86" name="Rectangle 42"/>
          <p:cNvSpPr>
            <a:spLocks noChangeArrowheads="1"/>
          </p:cNvSpPr>
          <p:nvPr/>
        </p:nvSpPr>
        <p:spPr bwMode="auto">
          <a:xfrm>
            <a:off x="3810000" y="3027364"/>
            <a:ext cx="685800" cy="839787"/>
          </a:xfrm>
          <a:prstGeom prst="rect">
            <a:avLst/>
          </a:prstGeom>
          <a:solidFill>
            <a:srgbClr val="FF00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87" name="Rectangle 43"/>
          <p:cNvSpPr>
            <a:spLocks noChangeArrowheads="1"/>
          </p:cNvSpPr>
          <p:nvPr/>
        </p:nvSpPr>
        <p:spPr bwMode="auto">
          <a:xfrm>
            <a:off x="4495800" y="2582864"/>
            <a:ext cx="477838" cy="1284287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88" name="Rectangle 44"/>
          <p:cNvSpPr>
            <a:spLocks noChangeArrowheads="1"/>
          </p:cNvSpPr>
          <p:nvPr/>
        </p:nvSpPr>
        <p:spPr bwMode="auto">
          <a:xfrm>
            <a:off x="4973638" y="2420938"/>
            <a:ext cx="501650" cy="1446212"/>
          </a:xfrm>
          <a:prstGeom prst="rect">
            <a:avLst/>
          </a:prstGeom>
          <a:solidFill>
            <a:srgbClr val="FF00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89" name="Rectangle 45"/>
          <p:cNvSpPr>
            <a:spLocks noChangeArrowheads="1"/>
          </p:cNvSpPr>
          <p:nvPr/>
        </p:nvSpPr>
        <p:spPr bwMode="auto">
          <a:xfrm>
            <a:off x="6954838" y="3132138"/>
            <a:ext cx="360362" cy="754062"/>
          </a:xfrm>
          <a:prstGeom prst="rect">
            <a:avLst/>
          </a:prstGeom>
          <a:solidFill>
            <a:srgbClr val="FF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90" name="Rectangle 46"/>
          <p:cNvSpPr>
            <a:spLocks noChangeArrowheads="1"/>
          </p:cNvSpPr>
          <p:nvPr/>
        </p:nvSpPr>
        <p:spPr bwMode="auto">
          <a:xfrm>
            <a:off x="7313613" y="3173414"/>
            <a:ext cx="195262" cy="712787"/>
          </a:xfrm>
          <a:prstGeom prst="rect">
            <a:avLst/>
          </a:prstGeom>
          <a:solidFill>
            <a:srgbClr val="FF00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91" name="Rectangle 47"/>
          <p:cNvSpPr>
            <a:spLocks noChangeArrowheads="1"/>
          </p:cNvSpPr>
          <p:nvPr/>
        </p:nvSpPr>
        <p:spPr bwMode="auto">
          <a:xfrm>
            <a:off x="7515226" y="3094038"/>
            <a:ext cx="207963" cy="792162"/>
          </a:xfrm>
          <a:prstGeom prst="rect">
            <a:avLst/>
          </a:prstGeom>
          <a:solidFill>
            <a:srgbClr val="FF99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92" name="Rectangle 48"/>
          <p:cNvSpPr>
            <a:spLocks noChangeArrowheads="1"/>
          </p:cNvSpPr>
          <p:nvPr/>
        </p:nvSpPr>
        <p:spPr bwMode="auto">
          <a:xfrm>
            <a:off x="7723188" y="2970214"/>
            <a:ext cx="222250" cy="915987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93" name="Rectangle 49"/>
          <p:cNvSpPr>
            <a:spLocks noChangeArrowheads="1"/>
          </p:cNvSpPr>
          <p:nvPr/>
        </p:nvSpPr>
        <p:spPr bwMode="auto">
          <a:xfrm>
            <a:off x="7937501" y="2819400"/>
            <a:ext cx="290513" cy="1066800"/>
          </a:xfrm>
          <a:prstGeom prst="rect">
            <a:avLst/>
          </a:prstGeom>
          <a:solidFill>
            <a:srgbClr val="99FF33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94" name="Rectangle 50"/>
          <p:cNvSpPr>
            <a:spLocks noChangeArrowheads="1"/>
          </p:cNvSpPr>
          <p:nvPr/>
        </p:nvSpPr>
        <p:spPr bwMode="auto">
          <a:xfrm>
            <a:off x="8229600" y="2633664"/>
            <a:ext cx="304800" cy="1252537"/>
          </a:xfrm>
          <a:prstGeom prst="rect">
            <a:avLst/>
          </a:prstGeom>
          <a:solidFill>
            <a:srgbClr val="CC99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95" name="Rectangle 51"/>
          <p:cNvSpPr>
            <a:spLocks noChangeArrowheads="1"/>
          </p:cNvSpPr>
          <p:nvPr/>
        </p:nvSpPr>
        <p:spPr bwMode="auto">
          <a:xfrm>
            <a:off x="8534400" y="2508250"/>
            <a:ext cx="304800" cy="1377950"/>
          </a:xfrm>
          <a:prstGeom prst="rect">
            <a:avLst/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96" name="Rectangle 52"/>
          <p:cNvSpPr>
            <a:spLocks noChangeArrowheads="1"/>
          </p:cNvSpPr>
          <p:nvPr/>
        </p:nvSpPr>
        <p:spPr bwMode="auto">
          <a:xfrm>
            <a:off x="8839200" y="2438400"/>
            <a:ext cx="228600" cy="1447800"/>
          </a:xfrm>
          <a:prstGeom prst="rect">
            <a:avLst/>
          </a:prstGeom>
          <a:solidFill>
            <a:srgbClr val="FF00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97" name="Rectangle 53"/>
          <p:cNvSpPr>
            <a:spLocks noChangeArrowheads="1"/>
          </p:cNvSpPr>
          <p:nvPr/>
        </p:nvSpPr>
        <p:spPr bwMode="auto">
          <a:xfrm>
            <a:off x="9067800" y="2471738"/>
            <a:ext cx="196850" cy="1414462"/>
          </a:xfrm>
          <a:prstGeom prst="rect">
            <a:avLst/>
          </a:prstGeom>
          <a:solidFill>
            <a:srgbClr val="99FF33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98" name="Text Box 54"/>
          <p:cNvSpPr txBox="1">
            <a:spLocks noChangeArrowheads="1"/>
          </p:cNvSpPr>
          <p:nvPr/>
        </p:nvSpPr>
        <p:spPr bwMode="auto">
          <a:xfrm>
            <a:off x="2376872" y="4619559"/>
            <a:ext cx="785042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显然，小矩形越多，矩形总面积越接近曲边梯形面积．</a:t>
            </a:r>
          </a:p>
        </p:txBody>
      </p:sp>
      <p:sp>
        <p:nvSpPr>
          <p:cNvPr id="6199" name="Text Box 55"/>
          <p:cNvSpPr txBox="1">
            <a:spLocks noChangeArrowheads="1"/>
          </p:cNvSpPr>
          <p:nvPr/>
        </p:nvSpPr>
        <p:spPr bwMode="auto">
          <a:xfrm>
            <a:off x="3276600" y="4114801"/>
            <a:ext cx="2438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（四个小矩形）</a:t>
            </a:r>
          </a:p>
        </p:txBody>
      </p:sp>
      <p:sp>
        <p:nvSpPr>
          <p:cNvPr id="6200" name="Text Box 56"/>
          <p:cNvSpPr txBox="1">
            <a:spLocks noChangeArrowheads="1"/>
          </p:cNvSpPr>
          <p:nvPr/>
        </p:nvSpPr>
        <p:spPr bwMode="auto">
          <a:xfrm>
            <a:off x="7315200" y="4114801"/>
            <a:ext cx="2438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（九个小矩形）</a:t>
            </a:r>
          </a:p>
        </p:txBody>
      </p:sp>
    </p:spTree>
    <p:extLst>
      <p:ext uri="{BB962C8B-B14F-4D97-AF65-F5344CB8AC3E}">
        <p14:creationId xmlns:p14="http://schemas.microsoft.com/office/powerpoint/2010/main" val="376753991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6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6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6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6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4" dur="500"/>
                                        <p:tgtEl>
                                          <p:spTgt spid="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6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6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2" dur="500"/>
                                        <p:tgtEl>
                                          <p:spTgt spid="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6" dur="500"/>
                                        <p:tgtEl>
                                          <p:spTgt spid="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0" dur="500"/>
                                        <p:tgtEl>
                                          <p:spTgt spid="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4" dur="500"/>
                                        <p:tgtEl>
                                          <p:spTgt spid="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75"/>
                                        <p:tgtEl>
                                          <p:spTgt spid="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5" grpId="0" animBg="1"/>
      <p:bldP spid="6186" grpId="0" animBg="1"/>
      <p:bldP spid="6187" grpId="0" animBg="1"/>
      <p:bldP spid="6188" grpId="0" animBg="1"/>
      <p:bldP spid="6189" grpId="0" animBg="1"/>
      <p:bldP spid="6190" grpId="0" animBg="1"/>
      <p:bldP spid="6191" grpId="0" animBg="1"/>
      <p:bldP spid="6192" grpId="0" animBg="1"/>
      <p:bldP spid="6193" grpId="0" animBg="1"/>
      <p:bldP spid="6194" grpId="0" animBg="1"/>
      <p:bldP spid="6195" grpId="0" animBg="1"/>
      <p:bldP spid="6196" grpId="0" animBg="1"/>
      <p:bldP spid="6197" grpId="0" animBg="1"/>
      <p:bldP spid="6198" grpId="0" autoUpdateAnimBg="0"/>
      <p:bldP spid="6199" grpId="0" autoUpdateAnimBg="0"/>
      <p:bldP spid="620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054351" y="463860"/>
            <a:ext cx="3816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曲边梯形如图所示，</a:t>
            </a:r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780299"/>
              </p:ext>
            </p:extLst>
          </p:nvPr>
        </p:nvGraphicFramePr>
        <p:xfrm>
          <a:off x="2438400" y="1031875"/>
          <a:ext cx="54864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4100" imgH="457200" progId="Equation.DSMT4">
                  <p:embed/>
                </p:oleObj>
              </mc:Choice>
              <mc:Fallback>
                <p:oleObj name="Equation" r:id="rId2" imgW="23241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031875"/>
                        <a:ext cx="5486400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4" name="Group 4"/>
          <p:cNvGrpSpPr>
            <a:grpSpLocks/>
          </p:cNvGrpSpPr>
          <p:nvPr/>
        </p:nvGrpSpPr>
        <p:grpSpPr bwMode="auto">
          <a:xfrm>
            <a:off x="5867400" y="2286001"/>
            <a:ext cx="4648200" cy="2438400"/>
            <a:chOff x="2736" y="1440"/>
            <a:chExt cx="2928" cy="1536"/>
          </a:xfrm>
        </p:grpSpPr>
        <p:graphicFrame>
          <p:nvGraphicFramePr>
            <p:cNvPr id="5162" name="Object 5"/>
            <p:cNvGraphicFramePr>
              <a:graphicFrameLocks noChangeAspect="1"/>
            </p:cNvGraphicFramePr>
            <p:nvPr/>
          </p:nvGraphicFramePr>
          <p:xfrm>
            <a:off x="3272" y="1559"/>
            <a:ext cx="1680" cy="1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4" imgW="1905266" imgH="1352381" progId="Paint.Picture">
                    <p:embed/>
                  </p:oleObj>
                </mc:Choice>
                <mc:Fallback>
                  <p:oleObj name="BMP 图象" r:id="rId4" imgW="1905266" imgH="1352381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2" y="1559"/>
                          <a:ext cx="1680" cy="11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3" name="Object 6"/>
            <p:cNvGraphicFramePr>
              <a:graphicFrameLocks noChangeAspect="1"/>
            </p:cNvGraphicFramePr>
            <p:nvPr/>
          </p:nvGraphicFramePr>
          <p:xfrm>
            <a:off x="3209" y="2784"/>
            <a:ext cx="151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41195" imgH="253890" progId="Equation.3">
                    <p:embed/>
                  </p:oleObj>
                </mc:Choice>
                <mc:Fallback>
                  <p:oleObj name="公式" r:id="rId6" imgW="241195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9" y="2784"/>
                          <a:ext cx="151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4" name="Object 7"/>
            <p:cNvGraphicFramePr>
              <a:graphicFrameLocks noChangeAspect="1"/>
            </p:cNvGraphicFramePr>
            <p:nvPr/>
          </p:nvGraphicFramePr>
          <p:xfrm>
            <a:off x="4944" y="2768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28600" imgH="330200" progId="Equation.3">
                    <p:embed/>
                  </p:oleObj>
                </mc:Choice>
                <mc:Fallback>
                  <p:oleObj name="公式" r:id="rId8" imgW="228600" imgH="330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2768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65" name="Line 8"/>
            <p:cNvSpPr>
              <a:spLocks noChangeShapeType="1"/>
            </p:cNvSpPr>
            <p:nvPr/>
          </p:nvSpPr>
          <p:spPr bwMode="auto">
            <a:xfrm>
              <a:off x="2769" y="2737"/>
              <a:ext cx="279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6" name="Line 9"/>
            <p:cNvSpPr>
              <a:spLocks noChangeShapeType="1"/>
            </p:cNvSpPr>
            <p:nvPr/>
          </p:nvSpPr>
          <p:spPr bwMode="auto">
            <a:xfrm flipV="1">
              <a:off x="3041" y="1440"/>
              <a:ext cx="0" cy="14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167" name="Object 10"/>
            <p:cNvGraphicFramePr>
              <a:graphicFrameLocks noChangeAspect="1"/>
            </p:cNvGraphicFramePr>
            <p:nvPr/>
          </p:nvGraphicFramePr>
          <p:xfrm>
            <a:off x="5427" y="2785"/>
            <a:ext cx="23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66469" imgH="253780" progId="Equation.3">
                    <p:embed/>
                  </p:oleObj>
                </mc:Choice>
                <mc:Fallback>
                  <p:oleObj name="公式" r:id="rId10" imgW="266469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7" y="2785"/>
                          <a:ext cx="23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8" name="Object 11"/>
            <p:cNvGraphicFramePr>
              <a:graphicFrameLocks noChangeAspect="1"/>
            </p:cNvGraphicFramePr>
            <p:nvPr/>
          </p:nvGraphicFramePr>
          <p:xfrm>
            <a:off x="2736" y="1440"/>
            <a:ext cx="23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66584" imgH="330057" progId="Equation.3">
                    <p:embed/>
                  </p:oleObj>
                </mc:Choice>
                <mc:Fallback>
                  <p:oleObj name="公式" r:id="rId12" imgW="266584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1440"/>
                          <a:ext cx="237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9" name="Object 12"/>
            <p:cNvGraphicFramePr>
              <a:graphicFrameLocks noChangeAspect="1"/>
            </p:cNvGraphicFramePr>
            <p:nvPr/>
          </p:nvGraphicFramePr>
          <p:xfrm>
            <a:off x="2797" y="2765"/>
            <a:ext cx="224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28501" imgH="253890" progId="Equation.3">
                    <p:embed/>
                  </p:oleObj>
                </mc:Choice>
                <mc:Fallback>
                  <p:oleObj name="公式" r:id="rId14" imgW="228501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7" y="2765"/>
                          <a:ext cx="224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81" name="Group 13"/>
          <p:cNvGrpSpPr>
            <a:grpSpLocks/>
          </p:cNvGrpSpPr>
          <p:nvPr/>
        </p:nvGrpSpPr>
        <p:grpSpPr bwMode="auto">
          <a:xfrm>
            <a:off x="7118350" y="2794001"/>
            <a:ext cx="1905000" cy="1560513"/>
            <a:chOff x="3620" y="1856"/>
            <a:chExt cx="1200" cy="983"/>
          </a:xfrm>
        </p:grpSpPr>
        <p:sp>
          <p:nvSpPr>
            <p:cNvPr id="5155" name="Line 14"/>
            <p:cNvSpPr>
              <a:spLocks noChangeShapeType="1"/>
            </p:cNvSpPr>
            <p:nvPr/>
          </p:nvSpPr>
          <p:spPr bwMode="auto">
            <a:xfrm>
              <a:off x="3620" y="1856"/>
              <a:ext cx="0" cy="9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6" name="Line 15"/>
            <p:cNvSpPr>
              <a:spLocks noChangeShapeType="1"/>
            </p:cNvSpPr>
            <p:nvPr/>
          </p:nvSpPr>
          <p:spPr bwMode="auto">
            <a:xfrm>
              <a:off x="3860" y="1872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7" name="Line 16"/>
            <p:cNvSpPr>
              <a:spLocks noChangeShapeType="1"/>
            </p:cNvSpPr>
            <p:nvPr/>
          </p:nvSpPr>
          <p:spPr bwMode="auto">
            <a:xfrm>
              <a:off x="4052" y="2064"/>
              <a:ext cx="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8" name="Line 17"/>
            <p:cNvSpPr>
              <a:spLocks noChangeShapeType="1"/>
            </p:cNvSpPr>
            <p:nvPr/>
          </p:nvSpPr>
          <p:spPr bwMode="auto">
            <a:xfrm>
              <a:off x="4244" y="2256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9" name="Line 18"/>
            <p:cNvSpPr>
              <a:spLocks noChangeShapeType="1"/>
            </p:cNvSpPr>
            <p:nvPr/>
          </p:nvSpPr>
          <p:spPr bwMode="auto">
            <a:xfrm>
              <a:off x="4484" y="2352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0" name="Line 19"/>
            <p:cNvSpPr>
              <a:spLocks noChangeShapeType="1"/>
            </p:cNvSpPr>
            <p:nvPr/>
          </p:nvSpPr>
          <p:spPr bwMode="auto">
            <a:xfrm flipH="1">
              <a:off x="4676" y="2180"/>
              <a:ext cx="0" cy="6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" name="Line 20"/>
            <p:cNvSpPr>
              <a:spLocks noChangeShapeType="1"/>
            </p:cNvSpPr>
            <p:nvPr/>
          </p:nvSpPr>
          <p:spPr bwMode="auto">
            <a:xfrm>
              <a:off x="4820" y="1968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189" name="Group 21"/>
          <p:cNvGrpSpPr>
            <a:grpSpLocks/>
          </p:cNvGrpSpPr>
          <p:nvPr/>
        </p:nvGrpSpPr>
        <p:grpSpPr bwMode="auto">
          <a:xfrm>
            <a:off x="6737350" y="2819400"/>
            <a:ext cx="2559050" cy="806450"/>
            <a:chOff x="3380" y="1872"/>
            <a:chExt cx="1612" cy="508"/>
          </a:xfrm>
        </p:grpSpPr>
        <p:sp>
          <p:nvSpPr>
            <p:cNvPr id="5147" name="Line 22"/>
            <p:cNvSpPr>
              <a:spLocks noChangeShapeType="1"/>
            </p:cNvSpPr>
            <p:nvPr/>
          </p:nvSpPr>
          <p:spPr bwMode="auto">
            <a:xfrm>
              <a:off x="3380" y="2160"/>
              <a:ext cx="240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8" name="Line 23"/>
            <p:cNvSpPr>
              <a:spLocks noChangeShapeType="1"/>
            </p:cNvSpPr>
            <p:nvPr/>
          </p:nvSpPr>
          <p:spPr bwMode="auto">
            <a:xfrm>
              <a:off x="3620" y="1872"/>
              <a:ext cx="240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9" name="Line 24"/>
            <p:cNvSpPr>
              <a:spLocks noChangeShapeType="1"/>
            </p:cNvSpPr>
            <p:nvPr/>
          </p:nvSpPr>
          <p:spPr bwMode="auto">
            <a:xfrm>
              <a:off x="3860" y="2092"/>
              <a:ext cx="200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0" name="Line 25"/>
            <p:cNvSpPr>
              <a:spLocks noChangeShapeType="1"/>
            </p:cNvSpPr>
            <p:nvPr/>
          </p:nvSpPr>
          <p:spPr bwMode="auto">
            <a:xfrm>
              <a:off x="4052" y="2304"/>
              <a:ext cx="200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1" name="Line 26"/>
            <p:cNvSpPr>
              <a:spLocks noChangeShapeType="1"/>
            </p:cNvSpPr>
            <p:nvPr/>
          </p:nvSpPr>
          <p:spPr bwMode="auto">
            <a:xfrm>
              <a:off x="4244" y="2380"/>
              <a:ext cx="288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2" name="Line 27"/>
            <p:cNvSpPr>
              <a:spLocks noChangeShapeType="1"/>
            </p:cNvSpPr>
            <p:nvPr/>
          </p:nvSpPr>
          <p:spPr bwMode="auto">
            <a:xfrm>
              <a:off x="4452" y="2380"/>
              <a:ext cx="240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3" name="Line 28"/>
            <p:cNvSpPr>
              <a:spLocks noChangeShapeType="1"/>
            </p:cNvSpPr>
            <p:nvPr/>
          </p:nvSpPr>
          <p:spPr bwMode="auto">
            <a:xfrm>
              <a:off x="4664" y="2168"/>
              <a:ext cx="172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4" name="Line 29"/>
            <p:cNvSpPr>
              <a:spLocks noChangeShapeType="1"/>
            </p:cNvSpPr>
            <p:nvPr/>
          </p:nvSpPr>
          <p:spPr bwMode="auto">
            <a:xfrm>
              <a:off x="4848" y="1968"/>
              <a:ext cx="144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198" name="Group 30"/>
          <p:cNvGrpSpPr>
            <a:grpSpLocks/>
          </p:cNvGrpSpPr>
          <p:nvPr/>
        </p:nvGrpSpPr>
        <p:grpSpPr bwMode="auto">
          <a:xfrm>
            <a:off x="6934200" y="2851150"/>
            <a:ext cx="2209800" cy="1873250"/>
            <a:chOff x="3504" y="1892"/>
            <a:chExt cx="1392" cy="1180"/>
          </a:xfrm>
        </p:grpSpPr>
        <p:sp>
          <p:nvSpPr>
            <p:cNvPr id="5138" name="Line 31"/>
            <p:cNvSpPr>
              <a:spLocks noChangeShapeType="1"/>
            </p:cNvSpPr>
            <p:nvPr/>
          </p:nvSpPr>
          <p:spPr bwMode="auto">
            <a:xfrm>
              <a:off x="3744" y="1892"/>
              <a:ext cx="0" cy="94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9" name="Line 32"/>
            <p:cNvSpPr>
              <a:spLocks noChangeShapeType="1"/>
            </p:cNvSpPr>
            <p:nvPr/>
          </p:nvSpPr>
          <p:spPr bwMode="auto">
            <a:xfrm>
              <a:off x="4128" y="2304"/>
              <a:ext cx="0" cy="528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0" name="Line 33"/>
            <p:cNvSpPr>
              <a:spLocks noChangeShapeType="1"/>
            </p:cNvSpPr>
            <p:nvPr/>
          </p:nvSpPr>
          <p:spPr bwMode="auto">
            <a:xfrm>
              <a:off x="4368" y="2400"/>
              <a:ext cx="0" cy="448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1" name="Line 34"/>
            <p:cNvSpPr>
              <a:spLocks noChangeShapeType="1"/>
            </p:cNvSpPr>
            <p:nvPr/>
          </p:nvSpPr>
          <p:spPr bwMode="auto">
            <a:xfrm flipH="1">
              <a:off x="4760" y="2180"/>
              <a:ext cx="0" cy="652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2" name="Line 35"/>
            <p:cNvSpPr>
              <a:spLocks noChangeShapeType="1"/>
            </p:cNvSpPr>
            <p:nvPr/>
          </p:nvSpPr>
          <p:spPr bwMode="auto">
            <a:xfrm>
              <a:off x="4560" y="2381"/>
              <a:ext cx="0" cy="428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3" name="Line 36"/>
            <p:cNvSpPr>
              <a:spLocks noChangeShapeType="1"/>
            </p:cNvSpPr>
            <p:nvPr/>
          </p:nvSpPr>
          <p:spPr bwMode="auto">
            <a:xfrm>
              <a:off x="3936" y="2084"/>
              <a:ext cx="0" cy="768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4" name="Line 37"/>
            <p:cNvSpPr>
              <a:spLocks noChangeShapeType="1"/>
            </p:cNvSpPr>
            <p:nvPr/>
          </p:nvSpPr>
          <p:spPr bwMode="auto">
            <a:xfrm flipH="1">
              <a:off x="3504" y="2160"/>
              <a:ext cx="0" cy="688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5" name="Line 38"/>
            <p:cNvSpPr>
              <a:spLocks noChangeShapeType="1"/>
            </p:cNvSpPr>
            <p:nvPr/>
          </p:nvSpPr>
          <p:spPr bwMode="auto">
            <a:xfrm>
              <a:off x="4896" y="1968"/>
              <a:ext cx="0" cy="864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146" name="Object 39"/>
            <p:cNvGraphicFramePr>
              <a:graphicFrameLocks noChangeAspect="1"/>
            </p:cNvGraphicFramePr>
            <p:nvPr/>
          </p:nvGraphicFramePr>
          <p:xfrm>
            <a:off x="4320" y="2859"/>
            <a:ext cx="141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47773" imgH="400011" progId="Equation.3">
                    <p:embed/>
                  </p:oleObj>
                </mc:Choice>
                <mc:Fallback>
                  <p:oleObj name="公式" r:id="rId16" imgW="247773" imgH="40001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859"/>
                          <a:ext cx="141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208" name="Group 40"/>
          <p:cNvGrpSpPr>
            <a:grpSpLocks/>
          </p:cNvGrpSpPr>
          <p:nvPr/>
        </p:nvGrpSpPr>
        <p:grpSpPr bwMode="auto">
          <a:xfrm>
            <a:off x="7031038" y="4343401"/>
            <a:ext cx="2341562" cy="339725"/>
            <a:chOff x="3565" y="2832"/>
            <a:chExt cx="1475" cy="214"/>
          </a:xfrm>
        </p:grpSpPr>
        <p:graphicFrame>
          <p:nvGraphicFramePr>
            <p:cNvPr id="5133" name="Object 41"/>
            <p:cNvGraphicFramePr>
              <a:graphicFrameLocks noChangeAspect="1"/>
            </p:cNvGraphicFramePr>
            <p:nvPr/>
          </p:nvGraphicFramePr>
          <p:xfrm>
            <a:off x="4441" y="2832"/>
            <a:ext cx="158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342751" imgH="457002" progId="Equation.3">
                    <p:embed/>
                  </p:oleObj>
                </mc:Choice>
                <mc:Fallback>
                  <p:oleObj name="公式" r:id="rId18" imgW="342751" imgH="457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1" y="2832"/>
                          <a:ext cx="158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134" name="Group 42"/>
            <p:cNvGrpSpPr>
              <a:grpSpLocks/>
            </p:cNvGrpSpPr>
            <p:nvPr/>
          </p:nvGrpSpPr>
          <p:grpSpPr bwMode="auto">
            <a:xfrm>
              <a:off x="3565" y="2832"/>
              <a:ext cx="1475" cy="214"/>
              <a:chOff x="3565" y="2832"/>
              <a:chExt cx="1475" cy="214"/>
            </a:xfrm>
          </p:grpSpPr>
          <p:graphicFrame>
            <p:nvGraphicFramePr>
              <p:cNvPr id="5135" name="Object 43"/>
              <p:cNvGraphicFramePr>
                <a:graphicFrameLocks noChangeAspect="1"/>
              </p:cNvGraphicFramePr>
              <p:nvPr/>
            </p:nvGraphicFramePr>
            <p:xfrm>
              <a:off x="3565" y="2834"/>
              <a:ext cx="164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355446" imgH="457002" progId="Equation.3">
                      <p:embed/>
                    </p:oleObj>
                  </mc:Choice>
                  <mc:Fallback>
                    <p:oleObj name="公式" r:id="rId20" imgW="355446" imgH="457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65" y="2834"/>
                            <a:ext cx="164" cy="2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6" name="Object 44"/>
              <p:cNvGraphicFramePr>
                <a:graphicFrameLocks noChangeAspect="1"/>
              </p:cNvGraphicFramePr>
              <p:nvPr/>
            </p:nvGraphicFramePr>
            <p:xfrm>
              <a:off x="4097" y="2832"/>
              <a:ext cx="270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583947" imgH="457002" progId="Equation.3">
                      <p:embed/>
                    </p:oleObj>
                  </mc:Choice>
                  <mc:Fallback>
                    <p:oleObj name="公式" r:id="rId22" imgW="583947" imgH="457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97" y="2832"/>
                            <a:ext cx="270" cy="2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7" name="Object 45"/>
              <p:cNvGraphicFramePr>
                <a:graphicFrameLocks noChangeAspect="1"/>
              </p:cNvGraphicFramePr>
              <p:nvPr/>
            </p:nvGraphicFramePr>
            <p:xfrm>
              <a:off x="4752" y="2832"/>
              <a:ext cx="288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622300" imgH="457200" progId="Equation.3">
                      <p:embed/>
                    </p:oleObj>
                  </mc:Choice>
                  <mc:Fallback>
                    <p:oleObj name="公式" r:id="rId24" imgW="622300" imgH="457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2" y="2832"/>
                            <a:ext cx="288" cy="2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7214" name="Object 46"/>
          <p:cNvGraphicFramePr>
            <a:graphicFrameLocks noChangeAspect="1"/>
          </p:cNvGraphicFramePr>
          <p:nvPr/>
        </p:nvGraphicFramePr>
        <p:xfrm>
          <a:off x="2438400" y="2095500"/>
          <a:ext cx="33274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3327400" imgH="1562100" progId="Equation.3">
                  <p:embed/>
                </p:oleObj>
              </mc:Choice>
              <mc:Fallback>
                <p:oleObj name="公式" r:id="rId26" imgW="3327400" imgH="156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095500"/>
                        <a:ext cx="33274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5" name="Object 47"/>
          <p:cNvGraphicFramePr>
            <a:graphicFrameLocks noChangeAspect="1"/>
          </p:cNvGraphicFramePr>
          <p:nvPr/>
        </p:nvGraphicFramePr>
        <p:xfrm>
          <a:off x="2438400" y="3886201"/>
          <a:ext cx="34290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3429000" imgH="1003300" progId="Equation.3">
                  <p:embed/>
                </p:oleObj>
              </mc:Choice>
              <mc:Fallback>
                <p:oleObj name="公式" r:id="rId28" imgW="3429000" imgH="1003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886201"/>
                        <a:ext cx="34290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6" name="Object 48"/>
          <p:cNvGraphicFramePr>
            <a:graphicFrameLocks noChangeAspect="1"/>
          </p:cNvGraphicFramePr>
          <p:nvPr/>
        </p:nvGraphicFramePr>
        <p:xfrm>
          <a:off x="3987800" y="5638800"/>
          <a:ext cx="2184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2184400" imgH="457200" progId="Equation.3">
                  <p:embed/>
                </p:oleObj>
              </mc:Choice>
              <mc:Fallback>
                <p:oleObj name="公式" r:id="rId30" imgW="2184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0" y="5638800"/>
                        <a:ext cx="2184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7" name="Object 49"/>
          <p:cNvGraphicFramePr>
            <a:graphicFrameLocks noChangeAspect="1"/>
          </p:cNvGraphicFramePr>
          <p:nvPr/>
        </p:nvGraphicFramePr>
        <p:xfrm>
          <a:off x="2454275" y="5064126"/>
          <a:ext cx="69738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6972300" imgH="444500" progId="Equation.3">
                  <p:embed/>
                </p:oleObj>
              </mc:Choice>
              <mc:Fallback>
                <p:oleObj name="公式" r:id="rId32" imgW="6972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5064126"/>
                        <a:ext cx="6973888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926598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4038600" y="1828800"/>
          <a:ext cx="2501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01900" imgH="939800" progId="Equation.DSMT4">
                  <p:embed/>
                </p:oleObj>
              </mc:Choice>
              <mc:Fallback>
                <p:oleObj name="Equation" r:id="rId2" imgW="25019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828800"/>
                        <a:ext cx="25019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438400" y="1219201"/>
            <a:ext cx="655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曲边梯形面积的近似值为</a:t>
            </a: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5181600" y="4546600"/>
          <a:ext cx="3073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073400" imgH="939800" progId="Equation.3">
                  <p:embed/>
                </p:oleObj>
              </mc:Choice>
              <mc:Fallback>
                <p:oleObj name="公式" r:id="rId4" imgW="30734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546600"/>
                        <a:ext cx="3073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2598914"/>
              </p:ext>
            </p:extLst>
          </p:nvPr>
        </p:nvGraphicFramePr>
        <p:xfrm>
          <a:off x="1841500" y="2768600"/>
          <a:ext cx="8443913" cy="174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9000" imgH="761760" progId="Equation.DSMT4">
                  <p:embed/>
                </p:oleObj>
              </mc:Choice>
              <mc:Fallback>
                <p:oleObj name="Equation" r:id="rId6" imgW="342900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0" y="2768600"/>
                        <a:ext cx="8443913" cy="174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2438400" y="4738688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曲边梯形面积为</a:t>
            </a:r>
          </a:p>
        </p:txBody>
      </p:sp>
    </p:spTree>
    <p:extLst>
      <p:ext uri="{BB962C8B-B14F-4D97-AF65-F5344CB8AC3E}">
        <p14:creationId xmlns:p14="http://schemas.microsoft.com/office/powerpoint/2010/main" val="285968947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2438401" y="1019176"/>
            <a:ext cx="56845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实例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(</a:t>
            </a:r>
            <a:r>
              <a:rPr kumimoji="1" lang="zh-CN" altLang="en-US" b="1" dirty="0">
                <a:latin typeface="Times New Roman" panose="02020603050405020304" pitchFamily="18" charset="0"/>
              </a:rPr>
              <a:t>求变速直线运动的路程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245373"/>
              </p:ext>
            </p:extLst>
          </p:nvPr>
        </p:nvGraphicFramePr>
        <p:xfrm>
          <a:off x="2464265" y="1764794"/>
          <a:ext cx="7462837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130056" imgH="1440682" progId="Word.Document.8">
                  <p:embed/>
                </p:oleObj>
              </mc:Choice>
              <mc:Fallback>
                <p:oleObj name="Document" r:id="rId2" imgW="7130056" imgH="144068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4265" y="1764794"/>
                        <a:ext cx="7462837" cy="151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2350659" y="3440112"/>
            <a:ext cx="7690047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思路：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把整段时间分割成若干小段，每小段上速度看作不变，求出各小段的路程再相加，便得到路程的近似值，最后通过对时间的无限细分过程求得路程的精确值．</a:t>
            </a:r>
          </a:p>
        </p:txBody>
      </p:sp>
    </p:spTree>
    <p:extLst>
      <p:ext uri="{BB962C8B-B14F-4D97-AF65-F5344CB8AC3E}">
        <p14:creationId xmlns:p14="http://schemas.microsoft.com/office/powerpoint/2010/main" val="60949817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2209800" y="838201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(1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分割</a:t>
            </a: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4267200" y="914400"/>
          <a:ext cx="5283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283200" imgH="457200" progId="Equation.3">
                  <p:embed/>
                </p:oleObj>
              </mc:Choice>
              <mc:Fallback>
                <p:oleObj name="公式" r:id="rId2" imgW="52832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914400"/>
                        <a:ext cx="5283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4089400" y="1676400"/>
          <a:ext cx="1930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30400" imgH="457200" progId="Equation.3">
                  <p:embed/>
                </p:oleObj>
              </mc:Choice>
              <mc:Fallback>
                <p:oleObj name="公式" r:id="rId4" imgW="1930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1676400"/>
                        <a:ext cx="1930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6858000" y="1676400"/>
          <a:ext cx="2120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20900" imgH="457200" progId="Equation.3">
                  <p:embed/>
                </p:oleObj>
              </mc:Choice>
              <mc:Fallback>
                <p:oleObj name="公式" r:id="rId6" imgW="21209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676400"/>
                        <a:ext cx="2120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6" name="Group 6"/>
          <p:cNvGrpSpPr>
            <a:grpSpLocks/>
          </p:cNvGrpSpPr>
          <p:nvPr/>
        </p:nvGrpSpPr>
        <p:grpSpPr bwMode="auto">
          <a:xfrm>
            <a:off x="4216401" y="2102644"/>
            <a:ext cx="3111500" cy="828675"/>
            <a:chOff x="1688" y="1248"/>
            <a:chExt cx="1960" cy="522"/>
          </a:xfrm>
        </p:grpSpPr>
        <p:sp>
          <p:nvSpPr>
            <p:cNvPr id="8209" name="Text Box 7"/>
            <p:cNvSpPr txBox="1">
              <a:spLocks noChangeArrowheads="1"/>
            </p:cNvSpPr>
            <p:nvPr/>
          </p:nvSpPr>
          <p:spPr bwMode="auto">
            <a:xfrm>
              <a:off x="1688" y="1440"/>
              <a:ext cx="1296" cy="330"/>
            </a:xfrm>
            <a:prstGeom prst="rect">
              <a:avLst/>
            </a:prstGeom>
            <a:noFill/>
            <a:ln w="38100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部分路程值</a:t>
              </a:r>
            </a:p>
          </p:txBody>
        </p:sp>
        <p:grpSp>
          <p:nvGrpSpPr>
            <p:cNvPr id="8210" name="Group 8"/>
            <p:cNvGrpSpPr>
              <a:grpSpLocks/>
            </p:cNvGrpSpPr>
            <p:nvPr/>
          </p:nvGrpSpPr>
          <p:grpSpPr bwMode="auto">
            <a:xfrm>
              <a:off x="2976" y="1248"/>
              <a:ext cx="672" cy="384"/>
              <a:chOff x="2976" y="1248"/>
              <a:chExt cx="672" cy="384"/>
            </a:xfrm>
          </p:grpSpPr>
          <p:sp>
            <p:nvSpPr>
              <p:cNvPr id="8211" name="Line 9"/>
              <p:cNvSpPr>
                <a:spLocks noChangeShapeType="1"/>
              </p:cNvSpPr>
              <p:nvPr/>
            </p:nvSpPr>
            <p:spPr bwMode="auto">
              <a:xfrm flipV="1">
                <a:off x="2976" y="1248"/>
                <a:ext cx="384" cy="384"/>
              </a:xfrm>
              <a:prstGeom prst="line">
                <a:avLst/>
              </a:prstGeom>
              <a:noFill/>
              <a:ln w="38100">
                <a:solidFill>
                  <a:srgbClr val="FF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12" name="Line 10"/>
              <p:cNvSpPr>
                <a:spLocks noChangeShapeType="1"/>
              </p:cNvSpPr>
              <p:nvPr/>
            </p:nvSpPr>
            <p:spPr bwMode="auto">
              <a:xfrm>
                <a:off x="3312" y="1248"/>
                <a:ext cx="336" cy="0"/>
              </a:xfrm>
              <a:prstGeom prst="line">
                <a:avLst/>
              </a:prstGeom>
              <a:noFill/>
              <a:ln w="3810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0251" name="Group 11"/>
          <p:cNvGrpSpPr>
            <a:grpSpLocks/>
          </p:cNvGrpSpPr>
          <p:nvPr/>
        </p:nvGrpSpPr>
        <p:grpSpPr bwMode="auto">
          <a:xfrm>
            <a:off x="7162800" y="2133600"/>
            <a:ext cx="2438400" cy="828675"/>
            <a:chOff x="3552" y="1248"/>
            <a:chExt cx="1536" cy="522"/>
          </a:xfrm>
        </p:grpSpPr>
        <p:sp>
          <p:nvSpPr>
            <p:cNvPr id="8206" name="Text Box 12"/>
            <p:cNvSpPr txBox="1">
              <a:spLocks noChangeArrowheads="1"/>
            </p:cNvSpPr>
            <p:nvPr/>
          </p:nvSpPr>
          <p:spPr bwMode="auto">
            <a:xfrm>
              <a:off x="3552" y="1440"/>
              <a:ext cx="1536" cy="33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某时刻的速度</a:t>
              </a:r>
            </a:p>
          </p:txBody>
        </p:sp>
        <p:sp>
          <p:nvSpPr>
            <p:cNvPr id="8207" name="Line 13"/>
            <p:cNvSpPr>
              <a:spLocks noChangeShapeType="1"/>
            </p:cNvSpPr>
            <p:nvPr/>
          </p:nvSpPr>
          <p:spPr bwMode="auto">
            <a:xfrm flipV="1">
              <a:off x="4176" y="1248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8" name="Line 14"/>
            <p:cNvSpPr>
              <a:spLocks noChangeShapeType="1"/>
            </p:cNvSpPr>
            <p:nvPr/>
          </p:nvSpPr>
          <p:spPr bwMode="auto">
            <a:xfrm>
              <a:off x="3984" y="1248"/>
              <a:ext cx="4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2209800" y="3440397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求和</a:t>
            </a:r>
          </a:p>
        </p:txBody>
      </p:sp>
      <p:graphicFrame>
        <p:nvGraphicFramePr>
          <p:cNvPr id="10256" name="Object 16"/>
          <p:cNvGraphicFramePr>
            <a:graphicFrameLocks noChangeAspect="1"/>
          </p:cNvGraphicFramePr>
          <p:nvPr/>
        </p:nvGraphicFramePr>
        <p:xfrm>
          <a:off x="4267200" y="3200400"/>
          <a:ext cx="2197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197100" imgH="939800" progId="Equation.3">
                  <p:embed/>
                </p:oleObj>
              </mc:Choice>
              <mc:Fallback>
                <p:oleObj name="公式" r:id="rId8" imgW="21971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200400"/>
                        <a:ext cx="21971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2209800" y="4307452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取极限</a:t>
            </a:r>
          </a:p>
        </p:txBody>
      </p:sp>
      <p:graphicFrame>
        <p:nvGraphicFramePr>
          <p:cNvPr id="10258" name="Object 18"/>
          <p:cNvGraphicFramePr>
            <a:graphicFrameLocks noChangeAspect="1"/>
          </p:cNvGraphicFramePr>
          <p:nvPr/>
        </p:nvGraphicFramePr>
        <p:xfrm>
          <a:off x="4572000" y="4329113"/>
          <a:ext cx="392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24300" imgH="457200" progId="Equation.DSMT4">
                  <p:embed/>
                </p:oleObj>
              </mc:Choice>
              <mc:Fallback>
                <p:oleObj name="Equation" r:id="rId10" imgW="3924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329113"/>
                        <a:ext cx="3924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9" name="Object 19"/>
          <p:cNvGraphicFramePr>
            <a:graphicFrameLocks noChangeAspect="1"/>
          </p:cNvGraphicFramePr>
          <p:nvPr/>
        </p:nvGraphicFramePr>
        <p:xfrm>
          <a:off x="5295900" y="4927600"/>
          <a:ext cx="2781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781300" imgH="939800" progId="Equation.3">
                  <p:embed/>
                </p:oleObj>
              </mc:Choice>
              <mc:Fallback>
                <p:oleObj name="公式" r:id="rId12" imgW="27813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5900" y="4927600"/>
                        <a:ext cx="27813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0" name="Rectangle 20"/>
          <p:cNvSpPr>
            <a:spLocks noChangeArrowheads="1"/>
          </p:cNvSpPr>
          <p:nvPr/>
        </p:nvSpPr>
        <p:spPr bwMode="auto">
          <a:xfrm>
            <a:off x="2819401" y="5105401"/>
            <a:ext cx="2328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路程的精确值</a:t>
            </a:r>
          </a:p>
        </p:txBody>
      </p:sp>
    </p:spTree>
    <p:extLst>
      <p:ext uri="{BB962C8B-B14F-4D97-AF65-F5344CB8AC3E}">
        <p14:creationId xmlns:p14="http://schemas.microsoft.com/office/powerpoint/2010/main" val="152540316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5" grpId="0" autoUpdateAnimBg="0"/>
      <p:bldP spid="10257" grpId="0" autoUpdateAnimBg="0"/>
      <p:bldP spid="10260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3793404"/>
              </p:ext>
            </p:extLst>
          </p:nvPr>
        </p:nvGraphicFramePr>
        <p:xfrm>
          <a:off x="3044825" y="1635125"/>
          <a:ext cx="47148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739394" imgH="568460" progId="Word.Document.8">
                  <p:embed/>
                </p:oleObj>
              </mc:Choice>
              <mc:Fallback>
                <p:oleObj name="Document" r:id="rId2" imgW="4739394" imgH="5684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5" y="1635125"/>
                        <a:ext cx="471487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067600"/>
              </p:ext>
            </p:extLst>
          </p:nvPr>
        </p:nvGraphicFramePr>
        <p:xfrm>
          <a:off x="2465554" y="5121893"/>
          <a:ext cx="5318125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347119" imgH="654143" progId="Word.Document.8">
                  <p:embed/>
                </p:oleObj>
              </mc:Choice>
              <mc:Fallback>
                <p:oleObj name="Document" r:id="rId4" imgW="5347119" imgH="65414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554" y="5121893"/>
                        <a:ext cx="5318125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553605"/>
              </p:ext>
            </p:extLst>
          </p:nvPr>
        </p:nvGraphicFramePr>
        <p:xfrm>
          <a:off x="7729050" y="5212380"/>
          <a:ext cx="273685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2617035" imgH="449296" progId="Word.Document.8">
                  <p:embed/>
                </p:oleObj>
              </mc:Choice>
              <mc:Fallback>
                <p:oleObj name="Document" r:id="rId6" imgW="2617035" imgH="44929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9050" y="5212380"/>
                        <a:ext cx="273685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674812"/>
              </p:ext>
            </p:extLst>
          </p:nvPr>
        </p:nvGraphicFramePr>
        <p:xfrm>
          <a:off x="7508875" y="1660525"/>
          <a:ext cx="28352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2906137" imgH="447856" progId="Word.Document.8">
                  <p:embed/>
                </p:oleObj>
              </mc:Choice>
              <mc:Fallback>
                <p:oleObj name="Document" r:id="rId8" imgW="2906137" imgH="44785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75" y="1660525"/>
                        <a:ext cx="28352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651532"/>
              </p:ext>
            </p:extLst>
          </p:nvPr>
        </p:nvGraphicFramePr>
        <p:xfrm>
          <a:off x="2566987" y="2198687"/>
          <a:ext cx="1829231" cy="439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1808055" imgH="434896" progId="Word.Document.8">
                  <p:embed/>
                </p:oleObj>
              </mc:Choice>
              <mc:Fallback>
                <p:oleObj name="Document" r:id="rId10" imgW="1808055" imgH="43489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7" y="2198687"/>
                        <a:ext cx="1829231" cy="4394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3109459"/>
              </p:ext>
            </p:extLst>
          </p:nvPr>
        </p:nvGraphicFramePr>
        <p:xfrm>
          <a:off x="4396481" y="2180903"/>
          <a:ext cx="541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353144" imgH="400011" progId="Equation.3">
                  <p:embed/>
                </p:oleObj>
              </mc:Choice>
              <mc:Fallback>
                <p:oleObj name="公式" r:id="rId12" imgW="5353144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6481" y="2180903"/>
                        <a:ext cx="5410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284131"/>
              </p:ext>
            </p:extLst>
          </p:nvPr>
        </p:nvGraphicFramePr>
        <p:xfrm>
          <a:off x="2513780" y="2731809"/>
          <a:ext cx="4706170" cy="449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4" imgW="4581342" imgH="457216" progId="Word.Document.8">
                  <p:embed/>
                </p:oleObj>
              </mc:Choice>
              <mc:Fallback>
                <p:oleObj name="Document" r:id="rId14" imgW="4581342" imgH="45721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780" y="2731809"/>
                        <a:ext cx="4706170" cy="449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162071"/>
              </p:ext>
            </p:extLst>
          </p:nvPr>
        </p:nvGraphicFramePr>
        <p:xfrm>
          <a:off x="6816080" y="2731809"/>
          <a:ext cx="33305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6" imgW="3414135" imgH="429135" progId="Word.Document.8">
                  <p:embed/>
                </p:oleObj>
              </mc:Choice>
              <mc:Fallback>
                <p:oleObj name="Document" r:id="rId16" imgW="3414135" imgH="4291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080" y="2731809"/>
                        <a:ext cx="33305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1076517"/>
              </p:ext>
            </p:extLst>
          </p:nvPr>
        </p:nvGraphicFramePr>
        <p:xfrm>
          <a:off x="2564192" y="3398566"/>
          <a:ext cx="548798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8" imgW="5486400" imgH="460248" progId="Word.Document.8">
                  <p:embed/>
                </p:oleObj>
              </mc:Choice>
              <mc:Fallback>
                <p:oleObj name="文档" r:id="rId18" imgW="5486400" imgH="46024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4192" y="3398566"/>
                        <a:ext cx="5487988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63963"/>
              </p:ext>
            </p:extLst>
          </p:nvPr>
        </p:nvGraphicFramePr>
        <p:xfrm>
          <a:off x="7219950" y="3413207"/>
          <a:ext cx="2692474" cy="421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0" imgW="2743405" imgH="429135" progId="Word.Document.8">
                  <p:embed/>
                </p:oleObj>
              </mc:Choice>
              <mc:Fallback>
                <p:oleObj name="Document" r:id="rId20" imgW="2743405" imgH="4291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9950" y="3413207"/>
                        <a:ext cx="2692474" cy="421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562006"/>
              </p:ext>
            </p:extLst>
          </p:nvPr>
        </p:nvGraphicFramePr>
        <p:xfrm>
          <a:off x="2449513" y="3924047"/>
          <a:ext cx="3725862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2" imgW="3747520" imgH="573141" progId="Word.Document.8">
                  <p:embed/>
                </p:oleObj>
              </mc:Choice>
              <mc:Fallback>
                <p:oleObj name="Document" r:id="rId22" imgW="3747520" imgH="57314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3" y="3924047"/>
                        <a:ext cx="3725862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087766"/>
              </p:ext>
            </p:extLst>
          </p:nvPr>
        </p:nvGraphicFramePr>
        <p:xfrm>
          <a:off x="5807968" y="4019729"/>
          <a:ext cx="4700463" cy="468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4" imgW="4630665" imgH="462977" progId="Word.Document.8">
                  <p:embed/>
                </p:oleObj>
              </mc:Choice>
              <mc:Fallback>
                <p:oleObj name="Document" r:id="rId24" imgW="4630665" imgH="46297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7968" y="4019729"/>
                        <a:ext cx="4700463" cy="4685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81499"/>
              </p:ext>
            </p:extLst>
          </p:nvPr>
        </p:nvGraphicFramePr>
        <p:xfrm>
          <a:off x="2449513" y="4384493"/>
          <a:ext cx="39433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6" imgW="4036981" imgH="939994" progId="Word.Document.8">
                  <p:embed/>
                </p:oleObj>
              </mc:Choice>
              <mc:Fallback>
                <p:oleObj name="Document" r:id="rId26" imgW="4036981" imgH="9399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3" y="4384493"/>
                        <a:ext cx="39433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1" name="Rectangle 15"/>
          <p:cNvSpPr>
            <a:spLocks noGrp="1" noChangeArrowheads="1"/>
          </p:cNvSpPr>
          <p:nvPr>
            <p:ph type="title"/>
          </p:nvPr>
        </p:nvSpPr>
        <p:spPr>
          <a:xfrm>
            <a:off x="2453159" y="647099"/>
            <a:ext cx="3888432" cy="754857"/>
          </a:xfrm>
        </p:spPr>
        <p:txBody>
          <a:bodyPr/>
          <a:lstStyle/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二、定积分的定义</a:t>
            </a:r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2135560" y="1576837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</a:p>
        </p:txBody>
      </p:sp>
    </p:spTree>
    <p:extLst>
      <p:ext uri="{BB962C8B-B14F-4D97-AF65-F5344CB8AC3E}">
        <p14:creationId xmlns:p14="http://schemas.microsoft.com/office/powerpoint/2010/main" val="32050189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512929"/>
              </p:ext>
            </p:extLst>
          </p:nvPr>
        </p:nvGraphicFramePr>
        <p:xfrm>
          <a:off x="2413794" y="892969"/>
          <a:ext cx="244157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355296" imgH="533539" progId="Word.Document.8">
                  <p:embed/>
                </p:oleObj>
              </mc:Choice>
              <mc:Fallback>
                <p:oleObj name="Document" r:id="rId2" imgW="2355296" imgH="53353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794" y="892969"/>
                        <a:ext cx="2441575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3200400" y="3016250"/>
          <a:ext cx="5791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5486400" imgH="941970" progId="Word.Document.8">
                  <p:embed/>
                </p:oleObj>
              </mc:Choice>
              <mc:Fallback>
                <p:oleObj name="文档" r:id="rId4" imgW="5486400" imgH="94197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016250"/>
                        <a:ext cx="5791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2" name="Group 4"/>
          <p:cNvGrpSpPr>
            <a:grpSpLocks/>
          </p:cNvGrpSpPr>
          <p:nvPr/>
        </p:nvGrpSpPr>
        <p:grpSpPr bwMode="auto">
          <a:xfrm>
            <a:off x="3581400" y="3810001"/>
            <a:ext cx="685800" cy="2286941"/>
            <a:chOff x="1296" y="2256"/>
            <a:chExt cx="432" cy="1144"/>
          </a:xfrm>
        </p:grpSpPr>
        <p:sp>
          <p:nvSpPr>
            <p:cNvPr id="10265" name="Text Box 5"/>
            <p:cNvSpPr txBox="1">
              <a:spLocks noChangeArrowheads="1"/>
            </p:cNvSpPr>
            <p:nvPr/>
          </p:nvSpPr>
          <p:spPr bwMode="auto">
            <a:xfrm>
              <a:off x="1311" y="2592"/>
              <a:ext cx="388" cy="808"/>
            </a:xfrm>
            <a:prstGeom prst="rect">
              <a:avLst/>
            </a:prstGeom>
            <a:noFill/>
            <a:ln w="28575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eaVert"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被积函数</a:t>
              </a:r>
            </a:p>
          </p:txBody>
        </p:sp>
        <p:sp>
          <p:nvSpPr>
            <p:cNvPr id="10266" name="Line 6"/>
            <p:cNvSpPr>
              <a:spLocks noChangeShapeType="1"/>
            </p:cNvSpPr>
            <p:nvPr/>
          </p:nvSpPr>
          <p:spPr bwMode="auto">
            <a:xfrm flipV="1">
              <a:off x="1488" y="2256"/>
              <a:ext cx="0" cy="336"/>
            </a:xfrm>
            <a:prstGeom prst="line">
              <a:avLst/>
            </a:prstGeom>
            <a:noFill/>
            <a:ln w="28575">
              <a:solidFill>
                <a:srgbClr val="33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7" name="Line 7"/>
            <p:cNvSpPr>
              <a:spLocks noChangeShapeType="1"/>
            </p:cNvSpPr>
            <p:nvPr/>
          </p:nvSpPr>
          <p:spPr bwMode="auto">
            <a:xfrm>
              <a:off x="1296" y="2256"/>
              <a:ext cx="432" cy="0"/>
            </a:xfrm>
            <a:prstGeom prst="line">
              <a:avLst/>
            </a:prstGeom>
            <a:noFill/>
            <a:ln w="28575">
              <a:solidFill>
                <a:srgbClr val="3399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296" name="Group 8"/>
          <p:cNvGrpSpPr>
            <a:grpSpLocks/>
          </p:cNvGrpSpPr>
          <p:nvPr/>
        </p:nvGrpSpPr>
        <p:grpSpPr bwMode="auto">
          <a:xfrm>
            <a:off x="3505200" y="3092450"/>
            <a:ext cx="1981200" cy="3003550"/>
            <a:chOff x="1248" y="1948"/>
            <a:chExt cx="1248" cy="1892"/>
          </a:xfrm>
        </p:grpSpPr>
        <p:sp>
          <p:nvSpPr>
            <p:cNvPr id="10262" name="Text Box 9"/>
            <p:cNvSpPr txBox="1">
              <a:spLocks noChangeArrowheads="1"/>
            </p:cNvSpPr>
            <p:nvPr/>
          </p:nvSpPr>
          <p:spPr bwMode="auto">
            <a:xfrm>
              <a:off x="2147" y="2736"/>
              <a:ext cx="349" cy="1104"/>
            </a:xfrm>
            <a:prstGeom prst="rect">
              <a:avLst/>
            </a:prstGeom>
            <a:noFill/>
            <a:ln w="28575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eaVer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被积表达式</a:t>
              </a:r>
              <a:endParaRPr kumimoji="1" lang="zh-CN" altLang="en-US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10263" name="Line 10"/>
            <p:cNvSpPr>
              <a:spLocks noChangeShapeType="1"/>
            </p:cNvSpPr>
            <p:nvPr/>
          </p:nvSpPr>
          <p:spPr bwMode="auto">
            <a:xfrm flipH="1" flipV="1">
              <a:off x="1949" y="2428"/>
              <a:ext cx="299" cy="296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4" name="Rectangle 11"/>
            <p:cNvSpPr>
              <a:spLocks noChangeArrowheads="1"/>
            </p:cNvSpPr>
            <p:nvPr/>
          </p:nvSpPr>
          <p:spPr bwMode="auto">
            <a:xfrm>
              <a:off x="1248" y="1948"/>
              <a:ext cx="816" cy="480"/>
            </a:xfrm>
            <a:prstGeom prst="rect">
              <a:avLst/>
            </a:prstGeom>
            <a:noFill/>
            <a:ln w="28575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2300" name="Group 12"/>
          <p:cNvGrpSpPr>
            <a:grpSpLocks/>
          </p:cNvGrpSpPr>
          <p:nvPr/>
        </p:nvGrpSpPr>
        <p:grpSpPr bwMode="auto">
          <a:xfrm>
            <a:off x="4591051" y="3657600"/>
            <a:ext cx="2144713" cy="2209800"/>
            <a:chOff x="2508" y="2208"/>
            <a:chExt cx="1351" cy="1392"/>
          </a:xfrm>
        </p:grpSpPr>
        <p:sp>
          <p:nvSpPr>
            <p:cNvPr id="10259" name="Text Box 13"/>
            <p:cNvSpPr txBox="1">
              <a:spLocks noChangeArrowheads="1"/>
            </p:cNvSpPr>
            <p:nvPr/>
          </p:nvSpPr>
          <p:spPr bwMode="auto">
            <a:xfrm>
              <a:off x="3471" y="2592"/>
              <a:ext cx="388" cy="1008"/>
            </a:xfrm>
            <a:prstGeom prst="rect">
              <a:avLst/>
            </a:prstGeom>
            <a:noFill/>
            <a:ln w="28575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eaVer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积分变量</a:t>
              </a:r>
            </a:p>
          </p:txBody>
        </p:sp>
        <p:sp>
          <p:nvSpPr>
            <p:cNvPr id="10260" name="Line 14"/>
            <p:cNvSpPr>
              <a:spLocks noChangeShapeType="1"/>
            </p:cNvSpPr>
            <p:nvPr/>
          </p:nvSpPr>
          <p:spPr bwMode="auto">
            <a:xfrm flipH="1" flipV="1">
              <a:off x="2640" y="2208"/>
              <a:ext cx="912" cy="384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0261" name="Line 15"/>
            <p:cNvSpPr>
              <a:spLocks noChangeShapeType="1"/>
            </p:cNvSpPr>
            <p:nvPr/>
          </p:nvSpPr>
          <p:spPr bwMode="auto">
            <a:xfrm>
              <a:off x="2508" y="2208"/>
              <a:ext cx="132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2304" name="Object 16"/>
          <p:cNvGraphicFramePr>
            <a:graphicFrameLocks noChangeAspect="1"/>
          </p:cNvGraphicFramePr>
          <p:nvPr/>
        </p:nvGraphicFramePr>
        <p:xfrm>
          <a:off x="7467600" y="4343401"/>
          <a:ext cx="22225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22500" imgH="431800" progId="Equation.3">
                  <p:embed/>
                </p:oleObj>
              </mc:Choice>
              <mc:Fallback>
                <p:oleObj name="公式" r:id="rId6" imgW="2222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343401"/>
                        <a:ext cx="22225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868005"/>
              </p:ext>
            </p:extLst>
          </p:nvPr>
        </p:nvGraphicFramePr>
        <p:xfrm>
          <a:off x="4391819" y="873124"/>
          <a:ext cx="42862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165871" imgH="465137" progId="Word.Document.8">
                  <p:embed/>
                </p:oleObj>
              </mc:Choice>
              <mc:Fallback>
                <p:oleObj name="Document" r:id="rId8" imgW="4165871" imgH="46513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819" y="873124"/>
                        <a:ext cx="428625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619799"/>
              </p:ext>
            </p:extLst>
          </p:nvPr>
        </p:nvGraphicFramePr>
        <p:xfrm>
          <a:off x="2421878" y="1446214"/>
          <a:ext cx="3095735" cy="484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2954380" imgH="465137" progId="Word.Document.8">
                  <p:embed/>
                </p:oleObj>
              </mc:Choice>
              <mc:Fallback>
                <p:oleObj name="Document" r:id="rId10" imgW="2954380" imgH="46513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1878" y="1446214"/>
                        <a:ext cx="3095735" cy="484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674645"/>
              </p:ext>
            </p:extLst>
          </p:nvPr>
        </p:nvGraphicFramePr>
        <p:xfrm>
          <a:off x="4957763" y="1350963"/>
          <a:ext cx="3154362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3092631" imgH="540019" progId="Word.Document.8">
                  <p:embed/>
                </p:oleObj>
              </mc:Choice>
              <mc:Fallback>
                <p:oleObj name="Document" r:id="rId12" imgW="3092631" imgH="54001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763" y="1350963"/>
                        <a:ext cx="3154362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75500"/>
              </p:ext>
            </p:extLst>
          </p:nvPr>
        </p:nvGraphicFramePr>
        <p:xfrm>
          <a:off x="7771606" y="1442114"/>
          <a:ext cx="18129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4" imgW="1828936" imgH="429135" progId="Word.Document.8">
                  <p:embed/>
                </p:oleObj>
              </mc:Choice>
              <mc:Fallback>
                <p:oleObj name="Document" r:id="rId14" imgW="1828936" imgH="4291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1606" y="1442114"/>
                        <a:ext cx="18129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74725"/>
              </p:ext>
            </p:extLst>
          </p:nvPr>
        </p:nvGraphicFramePr>
        <p:xfrm>
          <a:off x="2440781" y="1985963"/>
          <a:ext cx="2281238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6" imgW="2310292" imgH="454696" progId="Word.Document.8">
                  <p:embed/>
                </p:oleObj>
              </mc:Choice>
              <mc:Fallback>
                <p:oleObj name="Document" r:id="rId16" imgW="2310292" imgH="45469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0781" y="1985963"/>
                        <a:ext cx="2281238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013608"/>
              </p:ext>
            </p:extLst>
          </p:nvPr>
        </p:nvGraphicFramePr>
        <p:xfrm>
          <a:off x="4568044" y="1971675"/>
          <a:ext cx="4597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8" imgW="4640386" imgH="447496" progId="Word.Document.8">
                  <p:embed/>
                </p:oleObj>
              </mc:Choice>
              <mc:Fallback>
                <p:oleObj name="Document" r:id="rId18" imgW="4640386" imgH="44749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044" y="1971675"/>
                        <a:ext cx="4597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870810"/>
              </p:ext>
            </p:extLst>
          </p:nvPr>
        </p:nvGraphicFramePr>
        <p:xfrm>
          <a:off x="2438400" y="2433215"/>
          <a:ext cx="37671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0" imgW="3788563" imgH="447496" progId="Word.Document.8">
                  <p:embed/>
                </p:oleObj>
              </mc:Choice>
              <mc:Fallback>
                <p:oleObj name="Document" r:id="rId20" imgW="3788563" imgH="44749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433215"/>
                        <a:ext cx="376713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2" name="Text Box 24"/>
          <p:cNvSpPr txBox="1">
            <a:spLocks noChangeArrowheads="1"/>
          </p:cNvSpPr>
          <p:nvPr/>
        </p:nvSpPr>
        <p:spPr bwMode="auto">
          <a:xfrm>
            <a:off x="6071084" y="2370984"/>
            <a:ext cx="92772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600" b="1" dirty="0">
                <a:latin typeface="宋体" panose="02010600030101010101" pitchFamily="2" charset="-122"/>
              </a:rPr>
              <a:t>记为</a:t>
            </a:r>
          </a:p>
        </p:txBody>
      </p:sp>
      <p:sp>
        <p:nvSpPr>
          <p:cNvPr id="12313" name="AutoShape 25"/>
          <p:cNvSpPr>
            <a:spLocks noChangeArrowheads="1"/>
          </p:cNvSpPr>
          <p:nvPr/>
        </p:nvSpPr>
        <p:spPr bwMode="auto">
          <a:xfrm>
            <a:off x="2438400" y="2895600"/>
            <a:ext cx="838200" cy="304800"/>
          </a:xfrm>
          <a:prstGeom prst="wedgeRoundRectCallout">
            <a:avLst>
              <a:gd name="adj1" fmla="val 63449"/>
              <a:gd name="adj2" fmla="val 50000"/>
              <a:gd name="adj3" fmla="val 16667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600" b="1">
                <a:latin typeface="Times New Roman" panose="02020603050405020304" pitchFamily="18" charset="0"/>
              </a:rPr>
              <a:t>积分上限</a:t>
            </a:r>
          </a:p>
        </p:txBody>
      </p:sp>
      <p:sp>
        <p:nvSpPr>
          <p:cNvPr id="12314" name="AutoShape 26"/>
          <p:cNvSpPr>
            <a:spLocks noChangeArrowheads="1"/>
          </p:cNvSpPr>
          <p:nvPr/>
        </p:nvSpPr>
        <p:spPr bwMode="auto">
          <a:xfrm>
            <a:off x="2514600" y="4114800"/>
            <a:ext cx="838200" cy="304800"/>
          </a:xfrm>
          <a:prstGeom prst="wedgeRoundRectCallout">
            <a:avLst>
              <a:gd name="adj1" fmla="val 53787"/>
              <a:gd name="adj2" fmla="val -143231"/>
              <a:gd name="adj3" fmla="val 16667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600" b="1">
                <a:latin typeface="Times New Roman" panose="02020603050405020304" pitchFamily="18" charset="0"/>
              </a:rPr>
              <a:t>积分下限</a:t>
            </a:r>
          </a:p>
        </p:txBody>
      </p:sp>
      <p:sp>
        <p:nvSpPr>
          <p:cNvPr id="12315" name="AutoShape 27"/>
          <p:cNvSpPr>
            <a:spLocks noChangeArrowheads="1"/>
          </p:cNvSpPr>
          <p:nvPr/>
        </p:nvSpPr>
        <p:spPr bwMode="auto">
          <a:xfrm>
            <a:off x="8229600" y="2667000"/>
            <a:ext cx="1143000" cy="457200"/>
          </a:xfrm>
          <a:prstGeom prst="wedgeRectCallout">
            <a:avLst>
              <a:gd name="adj1" fmla="val -67500"/>
              <a:gd name="adj2" fmla="val 101042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积分和</a:t>
            </a:r>
          </a:p>
        </p:txBody>
      </p:sp>
    </p:spTree>
    <p:extLst>
      <p:ext uri="{BB962C8B-B14F-4D97-AF65-F5344CB8AC3E}">
        <p14:creationId xmlns:p14="http://schemas.microsoft.com/office/powerpoint/2010/main" val="161007470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2" grpId="0" autoUpdateAnimBg="0"/>
      <p:bldP spid="12313" grpId="0" animBg="1" autoUpdateAnimBg="0"/>
      <p:bldP spid="12314" grpId="0" animBg="1" autoUpdateAnimBg="0"/>
      <p:bldP spid="12315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2330064" y="729101"/>
            <a:ext cx="136807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注意：</a:t>
            </a: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107858"/>
              </p:ext>
            </p:extLst>
          </p:nvPr>
        </p:nvGraphicFramePr>
        <p:xfrm>
          <a:off x="2773213" y="3346730"/>
          <a:ext cx="15113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11300" imgH="660400" progId="Equation.3">
                  <p:embed/>
                </p:oleObj>
              </mc:Choice>
              <mc:Fallback>
                <p:oleObj name="公式" r:id="rId2" imgW="15113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213" y="3346730"/>
                        <a:ext cx="15113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804966"/>
              </p:ext>
            </p:extLst>
          </p:nvPr>
        </p:nvGraphicFramePr>
        <p:xfrm>
          <a:off x="4324415" y="3333526"/>
          <a:ext cx="1669019" cy="667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51000" imgH="660400" progId="Equation.3">
                  <p:embed/>
                </p:oleObj>
              </mc:Choice>
              <mc:Fallback>
                <p:oleObj name="公式" r:id="rId4" imgW="16510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415" y="3333526"/>
                        <a:ext cx="1669019" cy="667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403922"/>
              </p:ext>
            </p:extLst>
          </p:nvPr>
        </p:nvGraphicFramePr>
        <p:xfrm>
          <a:off x="5966545" y="3352036"/>
          <a:ext cx="1803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03400" imgH="660400" progId="Equation.3">
                  <p:embed/>
                </p:oleObj>
              </mc:Choice>
              <mc:Fallback>
                <p:oleObj name="公式" r:id="rId6" imgW="18034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6545" y="3352036"/>
                        <a:ext cx="18034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084225"/>
              </p:ext>
            </p:extLst>
          </p:nvPr>
        </p:nvGraphicFramePr>
        <p:xfrm>
          <a:off x="2495600" y="1414049"/>
          <a:ext cx="779462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7579712" imgH="475908" progId="Word.Document.8">
                  <p:embed/>
                </p:oleObj>
              </mc:Choice>
              <mc:Fallback>
                <p:oleObj name="Document" r:id="rId8" imgW="7579712" imgH="47590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1414049"/>
                        <a:ext cx="7794625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754761"/>
              </p:ext>
            </p:extLst>
          </p:nvPr>
        </p:nvGraphicFramePr>
        <p:xfrm>
          <a:off x="2567608" y="2885311"/>
          <a:ext cx="46005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4424680" imgH="462280" progId="Word.Document.8">
                  <p:embed/>
                </p:oleObj>
              </mc:Choice>
              <mc:Fallback>
                <p:oleObj name="文档" r:id="rId10" imgW="4424680" imgH="462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2885311"/>
                        <a:ext cx="46005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330041"/>
              </p:ext>
            </p:extLst>
          </p:nvPr>
        </p:nvGraphicFramePr>
        <p:xfrm>
          <a:off x="3071664" y="1901868"/>
          <a:ext cx="5113338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5162785" imgH="484937" progId="Word.Document.8">
                  <p:embed/>
                </p:oleObj>
              </mc:Choice>
              <mc:Fallback>
                <p:oleObj name="Document" r:id="rId12" imgW="5162785" imgH="48493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1901868"/>
                        <a:ext cx="5113338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365375" y="5367338"/>
            <a:ext cx="35798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(4)</a:t>
            </a:r>
            <a:r>
              <a:rPr lang="zh-CN" altLang="zh-CN" sz="2800" b="1" dirty="0">
                <a:latin typeface="Times New Roman" panose="02020603050405020304" pitchFamily="18" charset="0"/>
              </a:rPr>
              <a:t>可积函数一定有界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zh-CN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361520" y="3994931"/>
            <a:ext cx="6739994" cy="573115"/>
            <a:chOff x="2365375" y="3714068"/>
            <a:chExt cx="6739994" cy="573115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0000813"/>
                </p:ext>
              </p:extLst>
            </p:nvPr>
          </p:nvGraphicFramePr>
          <p:xfrm>
            <a:off x="7010563" y="3792682"/>
            <a:ext cx="895350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55138" imgH="177569" progId="Equation.DSMT4">
                    <p:embed/>
                  </p:oleObj>
                </mc:Choice>
                <mc:Fallback>
                  <p:oleObj name="Equation" r:id="rId14" imgW="355138" imgH="177569" progId="Equation.DSMT4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10563" y="3792682"/>
                          <a:ext cx="895350" cy="447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77"/>
            <p:cNvSpPr>
              <a:spLocks noChangeArrowheads="1"/>
            </p:cNvSpPr>
            <p:nvPr/>
          </p:nvSpPr>
          <p:spPr bwMode="auto">
            <a:xfrm>
              <a:off x="2365375" y="3763963"/>
              <a:ext cx="465584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为了使用方便，规定当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Rectangle 78"/>
            <p:cNvSpPr>
              <a:spLocks noChangeArrowheads="1"/>
            </p:cNvSpPr>
            <p:nvPr/>
          </p:nvSpPr>
          <p:spPr bwMode="auto">
            <a:xfrm>
              <a:off x="7905913" y="3714068"/>
              <a:ext cx="119945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时，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761252"/>
              </p:ext>
            </p:extLst>
          </p:nvPr>
        </p:nvGraphicFramePr>
        <p:xfrm>
          <a:off x="2741140" y="4643438"/>
          <a:ext cx="374173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76160" imgH="330120" progId="Equation.DSMT4">
                  <p:embed/>
                </p:oleObj>
              </mc:Choice>
              <mc:Fallback>
                <p:oleObj name="Equation" r:id="rId16" imgW="1676160" imgH="330120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140" y="4643438"/>
                        <a:ext cx="3741738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6525248" y="4643438"/>
            <a:ext cx="3003232" cy="781050"/>
            <a:chOff x="6560364" y="4397679"/>
            <a:chExt cx="3003232" cy="781050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164853"/>
                </p:ext>
              </p:extLst>
            </p:nvPr>
          </p:nvGraphicFramePr>
          <p:xfrm>
            <a:off x="7152183" y="4397679"/>
            <a:ext cx="2411413" cy="781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002960" imgH="330120" progId="Equation.DSMT4">
                    <p:embed/>
                  </p:oleObj>
                </mc:Choice>
                <mc:Fallback>
                  <p:oleObj name="Equation" r:id="rId18" imgW="1002960" imgH="330120" progId="Equation.DSMT4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52183" y="4397679"/>
                          <a:ext cx="2411413" cy="781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79"/>
            <p:cNvSpPr>
              <a:spLocks noChangeArrowheads="1"/>
            </p:cNvSpPr>
            <p:nvPr/>
          </p:nvSpPr>
          <p:spPr bwMode="auto">
            <a:xfrm>
              <a:off x="6560364" y="4498033"/>
              <a:ext cx="55138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而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2330064" y="2363359"/>
            <a:ext cx="67361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</a:rPr>
              <a:t>(2)</a:t>
            </a:r>
            <a:r>
              <a:rPr lang="zh-CN" altLang="zh-CN" sz="2800" b="1" dirty="0">
                <a:latin typeface="Times New Roman" panose="02020603050405020304" pitchFamily="18" charset="0"/>
              </a:rPr>
              <a:t>积分值仅与被积函数及积分区间有关，</a:t>
            </a:r>
            <a:endParaRPr lang="zh-CN" altLang="zh-CN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9292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1091444" y="1847102"/>
            <a:ext cx="10009112" cy="2680703"/>
          </a:xfrm>
          <a:prstGeom prst="rect">
            <a:avLst/>
          </a:prstGeom>
          <a:gradFill rotWithShape="0">
            <a:gsLst>
              <a:gs pos="89000">
                <a:schemeClr val="accent2">
                  <a:lumMod val="20000"/>
                  <a:lumOff val="80000"/>
                </a:schemeClr>
              </a:gs>
              <a:gs pos="89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1226373" y="1924894"/>
            <a:ext cx="9739254" cy="2525121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2182738" y="2124338"/>
            <a:ext cx="367346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定理 </a:t>
            </a:r>
            <a:r>
              <a:rPr kumimoji="1"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充分条件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title"/>
          </p:nvPr>
        </p:nvSpPr>
        <p:spPr>
          <a:xfrm>
            <a:off x="2242592" y="836712"/>
            <a:ext cx="3744416" cy="850900"/>
          </a:xfr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三、存在定理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6011037" y="2146454"/>
            <a:ext cx="3774776" cy="584775"/>
            <a:chOff x="6031706" y="2183236"/>
            <a:chExt cx="3774776" cy="584775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7019560"/>
                </p:ext>
              </p:extLst>
            </p:nvPr>
          </p:nvGraphicFramePr>
          <p:xfrm>
            <a:off x="7374960" y="2253985"/>
            <a:ext cx="931425" cy="455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37836" imgH="406224" progId="Equation.DSMT4">
                    <p:embed/>
                  </p:oleObj>
                </mc:Choice>
                <mc:Fallback>
                  <p:oleObj name="Equation" r:id="rId2" imgW="837836" imgH="406224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74960" y="2253985"/>
                          <a:ext cx="931425" cy="45512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20"/>
            <p:cNvSpPr>
              <a:spLocks noChangeArrowheads="1"/>
            </p:cNvSpPr>
            <p:nvPr/>
          </p:nvSpPr>
          <p:spPr bwMode="auto">
            <a:xfrm>
              <a:off x="6031706" y="2183236"/>
              <a:ext cx="1440160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当函数</a:t>
              </a:r>
              <a:endParaRPr kumimoji="0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5" name="Rectangle 21"/>
            <p:cNvSpPr>
              <a:spLocks noChangeArrowheads="1"/>
            </p:cNvSpPr>
            <p:nvPr/>
          </p:nvSpPr>
          <p:spPr bwMode="auto">
            <a:xfrm>
              <a:off x="8251883" y="2183236"/>
              <a:ext cx="1554599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在区间</a:t>
              </a:r>
              <a:endPara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210275" y="2863639"/>
            <a:ext cx="8044839" cy="584775"/>
            <a:chOff x="2210275" y="2863639"/>
            <a:chExt cx="8044839" cy="584775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0394062"/>
                </p:ext>
              </p:extLst>
            </p:nvPr>
          </p:nvGraphicFramePr>
          <p:xfrm>
            <a:off x="2210275" y="2978099"/>
            <a:ext cx="848859" cy="4506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74364" imgH="406224" progId="Equation.DSMT4">
                    <p:embed/>
                  </p:oleObj>
                </mc:Choice>
                <mc:Fallback>
                  <p:oleObj name="Equation" r:id="rId4" imgW="774364" imgH="406224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0275" y="2978099"/>
                          <a:ext cx="848859" cy="45062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22"/>
            <p:cNvSpPr>
              <a:spLocks noChangeArrowheads="1"/>
            </p:cNvSpPr>
            <p:nvPr/>
          </p:nvSpPr>
          <p:spPr bwMode="auto">
            <a:xfrm>
              <a:off x="2999656" y="2863639"/>
              <a:ext cx="7255458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上连续或只有有限个第一类间断点时，</a:t>
              </a:r>
              <a:endPara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</p:grpSp>
      <p:sp>
        <p:nvSpPr>
          <p:cNvPr id="10" name="Rectangle 2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2365584" y="3527020"/>
            <a:ext cx="4718260" cy="584776"/>
            <a:chOff x="2226887" y="4715607"/>
            <a:chExt cx="4718260" cy="584776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4002511"/>
                </p:ext>
              </p:extLst>
            </p:nvPr>
          </p:nvGraphicFramePr>
          <p:xfrm>
            <a:off x="2226887" y="4819032"/>
            <a:ext cx="922104" cy="450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37836" imgH="406224" progId="Equation.DSMT4">
                    <p:embed/>
                  </p:oleObj>
                </mc:Choice>
                <mc:Fallback>
                  <p:oleObj name="Equation" r:id="rId6" imgW="837836" imgH="406224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6887" y="4819032"/>
                          <a:ext cx="922104" cy="45057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1202869"/>
                </p:ext>
              </p:extLst>
            </p:nvPr>
          </p:nvGraphicFramePr>
          <p:xfrm>
            <a:off x="4492452" y="4828236"/>
            <a:ext cx="831417" cy="441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774364" imgH="406224" progId="Equation.DSMT4">
                    <p:embed/>
                  </p:oleObj>
                </mc:Choice>
                <mc:Fallback>
                  <p:oleObj name="Equation" r:id="rId7" imgW="774364" imgH="406224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2452" y="4828236"/>
                          <a:ext cx="831417" cy="44137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26"/>
            <p:cNvSpPr>
              <a:spLocks noChangeArrowheads="1"/>
            </p:cNvSpPr>
            <p:nvPr/>
          </p:nvSpPr>
          <p:spPr bwMode="auto">
            <a:xfrm>
              <a:off x="3065087" y="4715608"/>
              <a:ext cx="1420582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在区间</a:t>
              </a:r>
              <a:endPara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2" name="Rectangle 27"/>
            <p:cNvSpPr>
              <a:spLocks noChangeArrowheads="1"/>
            </p:cNvSpPr>
            <p:nvPr/>
          </p:nvSpPr>
          <p:spPr bwMode="auto">
            <a:xfrm>
              <a:off x="5263977" y="4715607"/>
              <a:ext cx="1681170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上可积</a:t>
              </a:r>
              <a:r>
                <a:rPr kumimoji="0" lang="en-US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077698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433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2438400" y="914401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利用定义计算定积分</a:t>
            </a:r>
          </a:p>
        </p:txBody>
      </p:sp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6616700" y="819150"/>
          <a:ext cx="11430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3000" imgH="698500" progId="Equation.3">
                  <p:embed/>
                </p:oleObj>
              </mc:Choice>
              <mc:Fallback>
                <p:oleObj name="公式" r:id="rId2" imgW="11430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6700" y="819150"/>
                        <a:ext cx="11430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2438400" y="1766888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3117850" y="1531939"/>
          <a:ext cx="7164388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6878677" imgH="1029274" progId="Word.Document.8">
                  <p:embed/>
                </p:oleObj>
              </mc:Choice>
              <mc:Fallback>
                <p:oleObj name="文档" r:id="rId4" imgW="6878677" imgH="102927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1531939"/>
                        <a:ext cx="7164388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2600326" y="2587625"/>
          <a:ext cx="7681913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7696583" imgH="1038464" progId="Word.Document.8">
                  <p:embed/>
                </p:oleObj>
              </mc:Choice>
              <mc:Fallback>
                <p:oleObj name="文档" r:id="rId6" imgW="7696583" imgH="103846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326" y="2587625"/>
                        <a:ext cx="7681913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>
          <a:off x="2662239" y="3582989"/>
          <a:ext cx="5259387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5275031" imgH="592752" progId="Word.Document.8">
                  <p:embed/>
                </p:oleObj>
              </mc:Choice>
              <mc:Fallback>
                <p:oleObj name="文档" r:id="rId8" imgW="5275031" imgH="59275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2239" y="3582989"/>
                        <a:ext cx="5259387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8"/>
          <p:cNvGraphicFramePr>
            <a:graphicFrameLocks noChangeAspect="1"/>
          </p:cNvGraphicFramePr>
          <p:nvPr/>
        </p:nvGraphicFramePr>
        <p:xfrm>
          <a:off x="2667000" y="4343400"/>
          <a:ext cx="1828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28800" imgH="939800" progId="Equation.3">
                  <p:embed/>
                </p:oleObj>
              </mc:Choice>
              <mc:Fallback>
                <p:oleObj name="公式" r:id="rId10" imgW="18288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343400"/>
                        <a:ext cx="18288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>
          <a:off x="4648200" y="4343400"/>
          <a:ext cx="1828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28800" imgH="939800" progId="Equation.3">
                  <p:embed/>
                </p:oleObj>
              </mc:Choice>
              <mc:Fallback>
                <p:oleObj name="公式" r:id="rId12" imgW="18288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343400"/>
                        <a:ext cx="18288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10"/>
          <p:cNvGraphicFramePr>
            <a:graphicFrameLocks noChangeAspect="1"/>
          </p:cNvGraphicFramePr>
          <p:nvPr/>
        </p:nvGraphicFramePr>
        <p:xfrm>
          <a:off x="6604000" y="4337050"/>
          <a:ext cx="1701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01800" imgH="952500" progId="Equation.3">
                  <p:embed/>
                </p:oleObj>
              </mc:Choice>
              <mc:Fallback>
                <p:oleObj name="公式" r:id="rId14" imgW="17018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4337050"/>
                        <a:ext cx="17018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269063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136138"/>
              </p:ext>
            </p:extLst>
          </p:nvPr>
        </p:nvGraphicFramePr>
        <p:xfrm>
          <a:off x="2673374" y="1446064"/>
          <a:ext cx="19812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81200" imgH="1041400" progId="Equation.3">
                  <p:embed/>
                </p:oleObj>
              </mc:Choice>
              <mc:Fallback>
                <p:oleObj name="公式" r:id="rId2" imgW="19812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74" y="1446064"/>
                        <a:ext cx="19812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004989"/>
              </p:ext>
            </p:extLst>
          </p:nvPr>
        </p:nvGraphicFramePr>
        <p:xfrm>
          <a:off x="4838700" y="1446064"/>
          <a:ext cx="1485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85900" imgH="939800" progId="Equation.3">
                  <p:embed/>
                </p:oleObj>
              </mc:Choice>
              <mc:Fallback>
                <p:oleObj name="公式" r:id="rId4" imgW="14859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0" y="1446064"/>
                        <a:ext cx="14859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206666"/>
              </p:ext>
            </p:extLst>
          </p:nvPr>
        </p:nvGraphicFramePr>
        <p:xfrm>
          <a:off x="6348983" y="1496864"/>
          <a:ext cx="3378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378200" imgH="889000" progId="Equation.3">
                  <p:embed/>
                </p:oleObj>
              </mc:Choice>
              <mc:Fallback>
                <p:oleObj name="公式" r:id="rId6" imgW="3378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8983" y="1496864"/>
                        <a:ext cx="33782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57387"/>
              </p:ext>
            </p:extLst>
          </p:nvPr>
        </p:nvGraphicFramePr>
        <p:xfrm>
          <a:off x="2644924" y="2708920"/>
          <a:ext cx="2984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984500" imgH="965200" progId="Equation.3">
                  <p:embed/>
                </p:oleObj>
              </mc:Choice>
              <mc:Fallback>
                <p:oleObj name="公式" r:id="rId8" imgW="29845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4924" y="2708920"/>
                        <a:ext cx="2984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422388"/>
              </p:ext>
            </p:extLst>
          </p:nvPr>
        </p:nvGraphicFramePr>
        <p:xfrm>
          <a:off x="6023992" y="2939156"/>
          <a:ext cx="3147534" cy="591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82680" imgH="241200" progId="Equation.DSMT4">
                  <p:embed/>
                </p:oleObj>
              </mc:Choice>
              <mc:Fallback>
                <p:oleObj name="Equation" r:id="rId10" imgW="1282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3992" y="2939156"/>
                        <a:ext cx="3147534" cy="591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57644"/>
              </p:ext>
            </p:extLst>
          </p:nvPr>
        </p:nvGraphicFramePr>
        <p:xfrm>
          <a:off x="2687637" y="3954016"/>
          <a:ext cx="1117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17600" imgH="660400" progId="Equation.3">
                  <p:embed/>
                </p:oleObj>
              </mc:Choice>
              <mc:Fallback>
                <p:oleObj name="公式" r:id="rId12" imgW="11176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7" y="3954016"/>
                        <a:ext cx="1117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336738"/>
              </p:ext>
            </p:extLst>
          </p:nvPr>
        </p:nvGraphicFramePr>
        <p:xfrm>
          <a:off x="3948683" y="3814316"/>
          <a:ext cx="2400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400300" imgH="939800" progId="Equation.3">
                  <p:embed/>
                </p:oleObj>
              </mc:Choice>
              <mc:Fallback>
                <p:oleObj name="公式" r:id="rId14" imgW="24003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8683" y="3814316"/>
                        <a:ext cx="24003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901417"/>
              </p:ext>
            </p:extLst>
          </p:nvPr>
        </p:nvGraphicFramePr>
        <p:xfrm>
          <a:off x="3962400" y="4908550"/>
          <a:ext cx="3467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467100" imgH="965200" progId="Equation.3">
                  <p:embed/>
                </p:oleObj>
              </mc:Choice>
              <mc:Fallback>
                <p:oleObj name="公式" r:id="rId16" imgW="34671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908550"/>
                        <a:ext cx="34671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315351"/>
              </p:ext>
            </p:extLst>
          </p:nvPr>
        </p:nvGraphicFramePr>
        <p:xfrm>
          <a:off x="7464152" y="4984750"/>
          <a:ext cx="6715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672808" imgH="888614" progId="Equation.3">
                  <p:embed/>
                </p:oleObj>
              </mc:Choice>
              <mc:Fallback>
                <p:oleObj name="公式" r:id="rId18" imgW="672808" imgH="8886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152" y="4984750"/>
                        <a:ext cx="6715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398868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2351584" y="1025296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利用定义计算极限</a:t>
            </a:r>
          </a:p>
        </p:txBody>
      </p:sp>
      <p:graphicFrame>
        <p:nvGraphicFramePr>
          <p:cNvPr id="153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18511"/>
              </p:ext>
            </p:extLst>
          </p:nvPr>
        </p:nvGraphicFramePr>
        <p:xfrm>
          <a:off x="6173423" y="845781"/>
          <a:ext cx="40386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30400" imgH="406400" progId="Equation.DSMT4">
                  <p:embed/>
                </p:oleObj>
              </mc:Choice>
              <mc:Fallback>
                <p:oleObj name="Equation" r:id="rId2" imgW="19304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3423" y="845781"/>
                        <a:ext cx="4038600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2351584" y="1925409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27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371319"/>
              </p:ext>
            </p:extLst>
          </p:nvPr>
        </p:nvGraphicFramePr>
        <p:xfrm>
          <a:off x="3071664" y="2843213"/>
          <a:ext cx="4392488" cy="1332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500" imgH="596900" progId="Equation.DSMT4">
                  <p:embed/>
                </p:oleObj>
              </mc:Choice>
              <mc:Fallback>
                <p:oleObj name="Equation" r:id="rId4" imgW="19685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2843213"/>
                        <a:ext cx="4392488" cy="13329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531201"/>
              </p:ext>
            </p:extLst>
          </p:nvPr>
        </p:nvGraphicFramePr>
        <p:xfrm>
          <a:off x="3287688" y="1735703"/>
          <a:ext cx="3478213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4117" imgH="406224" progId="Equation.DSMT4">
                  <p:embed/>
                </p:oleObj>
              </mc:Choice>
              <mc:Fallback>
                <p:oleObj name="Equation" r:id="rId6" imgW="1574117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8" y="1735703"/>
                        <a:ext cx="3478213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7222209"/>
              </p:ext>
            </p:extLst>
          </p:nvPr>
        </p:nvGraphicFramePr>
        <p:xfrm>
          <a:off x="3071663" y="4248922"/>
          <a:ext cx="1967215" cy="1340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76300" imgH="596900" progId="Equation.DSMT4">
                  <p:embed/>
                </p:oleObj>
              </mc:Choice>
              <mc:Fallback>
                <p:oleObj name="Equation" r:id="rId8" imgW="8763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3" y="4248922"/>
                        <a:ext cx="1967215" cy="1340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11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4151" imgH="215619" progId="Equation.3">
                  <p:embed/>
                </p:oleObj>
              </mc:Choice>
              <mc:Fallback>
                <p:oleObj name="公式" r:id="rId10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33569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070210"/>
              </p:ext>
            </p:extLst>
          </p:nvPr>
        </p:nvGraphicFramePr>
        <p:xfrm>
          <a:off x="2514601" y="721841"/>
          <a:ext cx="7164388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878677" imgH="1029274" progId="Word.Document.8">
                  <p:embed/>
                </p:oleObj>
              </mc:Choice>
              <mc:Fallback>
                <p:oleObj name="文档" r:id="rId2" imgW="6878677" imgH="102927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721841"/>
                        <a:ext cx="7164388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452974"/>
              </p:ext>
            </p:extLst>
          </p:nvPr>
        </p:nvGraphicFramePr>
        <p:xfrm>
          <a:off x="2493049" y="1634817"/>
          <a:ext cx="7872412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448307" imgH="990694" progId="Word.Document.8">
                  <p:embed/>
                </p:oleObj>
              </mc:Choice>
              <mc:Fallback>
                <p:oleObj name="Document" r:id="rId4" imgW="7448307" imgH="9906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049" y="1634817"/>
                        <a:ext cx="7872412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6271006"/>
              </p:ext>
            </p:extLst>
          </p:nvPr>
        </p:nvGraphicFramePr>
        <p:xfrm>
          <a:off x="8121130" y="3532406"/>
          <a:ext cx="20574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431800" progId="Equation.DSMT4">
                  <p:embed/>
                </p:oleObj>
              </mc:Choice>
              <mc:Fallback>
                <p:oleObj name="Equation" r:id="rId6" imgW="9144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1130" y="3532406"/>
                        <a:ext cx="205740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839170"/>
              </p:ext>
            </p:extLst>
          </p:nvPr>
        </p:nvGraphicFramePr>
        <p:xfrm>
          <a:off x="5893989" y="3517923"/>
          <a:ext cx="2241729" cy="980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15559" imgH="444307" progId="Equation.DSMT4">
                  <p:embed/>
                </p:oleObj>
              </mc:Choice>
              <mc:Fallback>
                <p:oleObj name="Equation" r:id="rId8" imgW="1015559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3989" y="3517923"/>
                        <a:ext cx="2241729" cy="9807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188344"/>
              </p:ext>
            </p:extLst>
          </p:nvPr>
        </p:nvGraphicFramePr>
        <p:xfrm>
          <a:off x="3927378" y="3543164"/>
          <a:ext cx="1916239" cy="930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444500" progId="Equation.DSMT4">
                  <p:embed/>
                </p:oleObj>
              </mc:Choice>
              <mc:Fallback>
                <p:oleObj name="Equation" r:id="rId10" imgW="9144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7378" y="3543164"/>
                        <a:ext cx="1916239" cy="9302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285113"/>
              </p:ext>
            </p:extLst>
          </p:nvPr>
        </p:nvGraphicFramePr>
        <p:xfrm>
          <a:off x="2285953" y="3460489"/>
          <a:ext cx="1641475" cy="140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500" imgH="596900" progId="Equation.DSMT4">
                  <p:embed/>
                </p:oleObj>
              </mc:Choice>
              <mc:Fallback>
                <p:oleObj name="Equation" r:id="rId12" imgW="6985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953" y="3460489"/>
                        <a:ext cx="1641475" cy="140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9609687"/>
              </p:ext>
            </p:extLst>
          </p:nvPr>
        </p:nvGraphicFramePr>
        <p:xfrm>
          <a:off x="2512533" y="4904431"/>
          <a:ext cx="20796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50680" imgH="330120" progId="Equation.DSMT4">
                  <p:embed/>
                </p:oleObj>
              </mc:Choice>
              <mc:Fallback>
                <p:oleObj name="Equation" r:id="rId14" imgW="8506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2533" y="4904431"/>
                        <a:ext cx="207962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0740644"/>
              </p:ext>
            </p:extLst>
          </p:nvPr>
        </p:nvGraphicFramePr>
        <p:xfrm>
          <a:off x="4611006" y="4877008"/>
          <a:ext cx="19145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50531" imgH="406224" progId="Equation.DSMT4">
                  <p:embed/>
                </p:oleObj>
              </mc:Choice>
              <mc:Fallback>
                <p:oleObj name="Equation" r:id="rId16" imgW="85053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1006" y="4877008"/>
                        <a:ext cx="19145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1095581"/>
              </p:ext>
            </p:extLst>
          </p:nvPr>
        </p:nvGraphicFramePr>
        <p:xfrm>
          <a:off x="6525531" y="2581188"/>
          <a:ext cx="2471000" cy="929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66680" imgH="406080" progId="Equation.DSMT4">
                  <p:embed/>
                </p:oleObj>
              </mc:Choice>
              <mc:Fallback>
                <p:oleObj name="Equation" r:id="rId18" imgW="1066680" imgH="406080" progId="Equation.DSMT4">
                  <p:embed/>
                  <p:pic>
                    <p:nvPicPr>
                      <p:cNvPr id="0" name="Object 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5531" y="2581188"/>
                        <a:ext cx="2471000" cy="9294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2514601" y="2733142"/>
            <a:ext cx="3990719" cy="553923"/>
            <a:chOff x="2514601" y="2733142"/>
            <a:chExt cx="3990719" cy="553923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8819256"/>
                </p:ext>
              </p:extLst>
            </p:nvPr>
          </p:nvGraphicFramePr>
          <p:xfrm>
            <a:off x="3145412" y="2748882"/>
            <a:ext cx="3359908" cy="538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422360" imgH="228600" progId="Equation.DSMT4">
                    <p:embed/>
                  </p:oleObj>
                </mc:Choice>
                <mc:Fallback>
                  <p:oleObj name="Equation" r:id="rId20" imgW="1422360" imgH="228600" progId="Equation.DSMT4">
                    <p:embed/>
                    <p:pic>
                      <p:nvPicPr>
                        <p:cNvPr id="0" name="Object 1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5412" y="2748882"/>
                          <a:ext cx="3359908" cy="53818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185"/>
            <p:cNvSpPr>
              <a:spLocks noChangeArrowheads="1"/>
            </p:cNvSpPr>
            <p:nvPr/>
          </p:nvSpPr>
          <p:spPr bwMode="auto">
            <a:xfrm>
              <a:off x="2514601" y="2733142"/>
              <a:ext cx="47937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取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8" name="Rectangle 188"/>
          <p:cNvSpPr>
            <a:spLocks noChangeArrowheads="1"/>
          </p:cNvSpPr>
          <p:nvPr/>
        </p:nvSpPr>
        <p:spPr bwMode="auto">
          <a:xfrm>
            <a:off x="9016742" y="2819750"/>
            <a:ext cx="57229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76322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21" name="Object 5"/>
          <p:cNvGraphicFramePr>
            <a:graphicFrameLocks noGrp="1" noChangeAspect="1"/>
          </p:cNvGraphicFramePr>
          <p:nvPr>
            <p:ph type="title"/>
          </p:nvPr>
        </p:nvGraphicFramePr>
        <p:xfrm>
          <a:off x="2438400" y="1295400"/>
          <a:ext cx="3200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74117" imgH="406224" progId="Equation.DSMT4">
                  <p:embed/>
                </p:oleObj>
              </mc:Choice>
              <mc:Fallback>
                <p:oleObj name="Equation" r:id="rId2" imgW="1574117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295400"/>
                        <a:ext cx="3200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7"/>
          <p:cNvGraphicFramePr>
            <a:graphicFrameLocks noGrp="1" noChangeAspect="1"/>
          </p:cNvGraphicFramePr>
          <p:nvPr>
            <p:ph sz="half" idx="1"/>
          </p:nvPr>
        </p:nvGraphicFramePr>
        <p:xfrm>
          <a:off x="5638801" y="1295401"/>
          <a:ext cx="157797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500" imgH="596900" progId="Equation.DSMT4">
                  <p:embed/>
                </p:oleObj>
              </mc:Choice>
              <mc:Fallback>
                <p:oleObj name="Equation" r:id="rId4" imgW="8255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1" y="1295401"/>
                        <a:ext cx="1577975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6"/>
          <p:cNvSpPr txBox="1">
            <a:spLocks noChangeArrowheads="1"/>
          </p:cNvSpPr>
          <p:nvPr/>
        </p:nvSpPr>
        <p:spPr bwMode="auto">
          <a:xfrm>
            <a:off x="2227902" y="669860"/>
            <a:ext cx="441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熟练以后直接写为</a:t>
            </a:r>
          </a:p>
        </p:txBody>
      </p:sp>
      <p:graphicFrame>
        <p:nvGraphicFramePr>
          <p:cNvPr id="34825" name="Object 9"/>
          <p:cNvGraphicFramePr>
            <a:graphicFrameLocks noGrp="1" noChangeAspect="1"/>
          </p:cNvGraphicFramePr>
          <p:nvPr>
            <p:ph sz="half" idx="2"/>
          </p:nvPr>
        </p:nvGraphicFramePr>
        <p:xfrm>
          <a:off x="7239000" y="1295401"/>
          <a:ext cx="236220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3000" imgH="406400" progId="Equation.DSMT4">
                  <p:embed/>
                </p:oleObj>
              </mc:Choice>
              <mc:Fallback>
                <p:oleObj name="Equation" r:id="rId6" imgW="11430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1295401"/>
                        <a:ext cx="2362200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对象 1"/>
          <p:cNvGraphicFramePr>
            <a:graphicFrameLocks noChangeAspect="1"/>
          </p:cNvGraphicFramePr>
          <p:nvPr/>
        </p:nvGraphicFramePr>
        <p:xfrm>
          <a:off x="2643189" y="3079751"/>
          <a:ext cx="601662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90800" imgH="444500" progId="Equation.DSMT4">
                  <p:embed/>
                </p:oleObj>
              </mc:Choice>
              <mc:Fallback>
                <p:oleObj name="Equation" r:id="rId8" imgW="25908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9" y="3079751"/>
                        <a:ext cx="6016625" cy="10318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Box 2"/>
          <p:cNvSpPr txBox="1">
            <a:spLocks noChangeArrowheads="1"/>
          </p:cNvSpPr>
          <p:nvPr/>
        </p:nvSpPr>
        <p:spPr bwMode="auto">
          <a:xfrm>
            <a:off x="1828800" y="4114801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特别地，</a:t>
            </a:r>
          </a:p>
        </p:txBody>
      </p:sp>
      <p:graphicFrame>
        <p:nvGraphicFramePr>
          <p:cNvPr id="17416" name="对象 3"/>
          <p:cNvGraphicFramePr>
            <a:graphicFrameLocks noChangeAspect="1"/>
          </p:cNvGraphicFramePr>
          <p:nvPr/>
        </p:nvGraphicFramePr>
        <p:xfrm>
          <a:off x="3455989" y="4267201"/>
          <a:ext cx="4217987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15312" imgH="444307" progId="Equation.DSMT4">
                  <p:embed/>
                </p:oleObj>
              </mc:Choice>
              <mc:Fallback>
                <p:oleObj name="Equation" r:id="rId10" imgW="1815312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989" y="4267201"/>
                        <a:ext cx="4217987" cy="10318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09801" y="2514601"/>
            <a:ext cx="3775075" cy="5238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Arial" charset="0"/>
              </a:rPr>
              <a:t>极限的另一种计算方法</a:t>
            </a:r>
          </a:p>
        </p:txBody>
      </p:sp>
    </p:spTree>
    <p:extLst>
      <p:ext uri="{BB962C8B-B14F-4D97-AF65-F5344CB8AC3E}">
        <p14:creationId xmlns:p14="http://schemas.microsoft.com/office/powerpoint/2010/main" val="321049900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434307" y="972345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计算极限</a:t>
            </a:r>
          </a:p>
        </p:txBody>
      </p:sp>
      <p:graphicFrame>
        <p:nvGraphicFramePr>
          <p:cNvPr id="153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176147"/>
              </p:ext>
            </p:extLst>
          </p:nvPr>
        </p:nvGraphicFramePr>
        <p:xfrm>
          <a:off x="4001294" y="735240"/>
          <a:ext cx="4595813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7080" imgH="444240" progId="Equation.DSMT4">
                  <p:embed/>
                </p:oleObj>
              </mc:Choice>
              <mc:Fallback>
                <p:oleObj name="Equation" r:id="rId2" imgW="2197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1294" y="735240"/>
                        <a:ext cx="4595813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1443273" y="1895873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27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991696"/>
              </p:ext>
            </p:extLst>
          </p:nvPr>
        </p:nvGraphicFramePr>
        <p:xfrm>
          <a:off x="1847528" y="3412600"/>
          <a:ext cx="2946010" cy="935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640" imgH="431640" progId="Equation.DSMT4">
                  <p:embed/>
                </p:oleObj>
              </mc:Choice>
              <mc:Fallback>
                <p:oleObj name="Equation" r:id="rId4" imgW="1358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3412600"/>
                        <a:ext cx="2946010" cy="9351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11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4151" imgH="215619" progId="Equation.3">
                  <p:embed/>
                </p:oleObj>
              </mc:Choice>
              <mc:Fallback>
                <p:oleObj name="公式" r:id="rId6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3678725"/>
              </p:ext>
            </p:extLst>
          </p:nvPr>
        </p:nvGraphicFramePr>
        <p:xfrm>
          <a:off x="2535238" y="1722438"/>
          <a:ext cx="451643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8920" imgH="444240" progId="Equation.DSMT4">
                  <p:embed/>
                </p:oleObj>
              </mc:Choice>
              <mc:Fallback>
                <p:oleObj name="Equation" r:id="rId8" imgW="21589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238" y="1722438"/>
                        <a:ext cx="4516437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311713"/>
              </p:ext>
            </p:extLst>
          </p:nvPr>
        </p:nvGraphicFramePr>
        <p:xfrm>
          <a:off x="1847528" y="2583352"/>
          <a:ext cx="60309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82880" imgH="406080" progId="Equation.DSMT4">
                  <p:embed/>
                </p:oleObj>
              </mc:Choice>
              <mc:Fallback>
                <p:oleObj name="Equation" r:id="rId10" imgW="2882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2583352"/>
                        <a:ext cx="60309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735791"/>
              </p:ext>
            </p:extLst>
          </p:nvPr>
        </p:nvGraphicFramePr>
        <p:xfrm>
          <a:off x="1874704" y="4347702"/>
          <a:ext cx="2193033" cy="686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54080" imgH="330120" progId="Equation.DSMT4">
                  <p:embed/>
                </p:oleObj>
              </mc:Choice>
              <mc:Fallback>
                <p:oleObj name="Equation" r:id="rId12" imgW="10540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74704" y="4347702"/>
                        <a:ext cx="2193033" cy="686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774666"/>
              </p:ext>
            </p:extLst>
          </p:nvPr>
        </p:nvGraphicFramePr>
        <p:xfrm>
          <a:off x="1847528" y="5013176"/>
          <a:ext cx="1620728" cy="690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74360" imgH="330120" progId="Equation.DSMT4">
                  <p:embed/>
                </p:oleObj>
              </mc:Choice>
              <mc:Fallback>
                <p:oleObj name="Equation" r:id="rId14" imgW="7743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47528" y="5013176"/>
                        <a:ext cx="1620728" cy="6902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484904"/>
              </p:ext>
            </p:extLst>
          </p:nvPr>
        </p:nvGraphicFramePr>
        <p:xfrm>
          <a:off x="3431704" y="5169330"/>
          <a:ext cx="1597530" cy="385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36560" imgH="177480" progId="Equation.DSMT4">
                  <p:embed/>
                </p:oleObj>
              </mc:Choice>
              <mc:Fallback>
                <p:oleObj name="Equation" r:id="rId16" imgW="7365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431704" y="5169330"/>
                        <a:ext cx="1597530" cy="385611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11369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386801" y="930752"/>
            <a:ext cx="271747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 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计算极限</a:t>
            </a: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640793"/>
              </p:ext>
            </p:extLst>
          </p:nvPr>
        </p:nvGraphicFramePr>
        <p:xfrm>
          <a:off x="4093425" y="366397"/>
          <a:ext cx="4541838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520" imgH="787320" progId="Equation.DSMT4">
                  <p:embed/>
                </p:oleObj>
              </mc:Choice>
              <mc:Fallback>
                <p:oleObj name="Equation" r:id="rId2" imgW="217152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3425" y="366397"/>
                        <a:ext cx="4541838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348260" y="2687110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1977076"/>
              </p:ext>
            </p:extLst>
          </p:nvPr>
        </p:nvGraphicFramePr>
        <p:xfrm>
          <a:off x="2169128" y="2157205"/>
          <a:ext cx="7888288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71720" imgH="761760" progId="Equation.DSMT4">
                  <p:embed/>
                </p:oleObj>
              </mc:Choice>
              <mc:Fallback>
                <p:oleObj name="Equation" r:id="rId4" imgW="377172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9128" y="2157205"/>
                        <a:ext cx="7888288" cy="159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9284400"/>
              </p:ext>
            </p:extLst>
          </p:nvPr>
        </p:nvGraphicFramePr>
        <p:xfrm>
          <a:off x="2144979" y="3796763"/>
          <a:ext cx="1817241" cy="882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8840" imgH="431640" progId="Equation.DSMT4">
                  <p:embed/>
                </p:oleObj>
              </mc:Choice>
              <mc:Fallback>
                <p:oleObj name="Equation" r:id="rId6" imgW="888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44979" y="3796763"/>
                        <a:ext cx="1817241" cy="882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681202" y="496258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而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328522"/>
              </p:ext>
            </p:extLst>
          </p:nvPr>
        </p:nvGraphicFramePr>
        <p:xfrm>
          <a:off x="2423592" y="4782865"/>
          <a:ext cx="376396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41400" imgH="431640" progId="Equation.DSMT4">
                  <p:embed/>
                </p:oleObj>
              </mc:Choice>
              <mc:Fallback>
                <p:oleObj name="Equation" r:id="rId8" imgW="18414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23592" y="4782865"/>
                        <a:ext cx="3763962" cy="882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151242"/>
              </p:ext>
            </p:extLst>
          </p:nvPr>
        </p:nvGraphicFramePr>
        <p:xfrm>
          <a:off x="6195532" y="4779072"/>
          <a:ext cx="701675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406080" progId="Equation.DSMT4">
                  <p:embed/>
                </p:oleObj>
              </mc:Choice>
              <mc:Fallback>
                <p:oleObj name="Equation" r:id="rId10" imgW="342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95532" y="4779072"/>
                        <a:ext cx="701675" cy="8302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267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582661"/>
              </p:ext>
            </p:extLst>
          </p:nvPr>
        </p:nvGraphicFramePr>
        <p:xfrm>
          <a:off x="1736995" y="126278"/>
          <a:ext cx="8313738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74760" imgH="761760" progId="Equation.DSMT4">
                  <p:embed/>
                </p:oleObj>
              </mc:Choice>
              <mc:Fallback>
                <p:oleObj name="Equation" r:id="rId2" imgW="397476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995" y="126278"/>
                        <a:ext cx="8313738" cy="1593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3051323"/>
              </p:ext>
            </p:extLst>
          </p:nvPr>
        </p:nvGraphicFramePr>
        <p:xfrm>
          <a:off x="1540934" y="1608655"/>
          <a:ext cx="262255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680" imgH="431640" progId="Equation.DSMT4">
                  <p:embed/>
                </p:oleObj>
              </mc:Choice>
              <mc:Fallback>
                <p:oleObj name="Equation" r:id="rId4" imgW="12826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40934" y="1608655"/>
                        <a:ext cx="2622550" cy="882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346391" y="266702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且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384101"/>
              </p:ext>
            </p:extLst>
          </p:nvPr>
        </p:nvGraphicFramePr>
        <p:xfrm>
          <a:off x="2063552" y="2430081"/>
          <a:ext cx="4878387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87520" imgH="457200" progId="Equation.DSMT4">
                  <p:embed/>
                </p:oleObj>
              </mc:Choice>
              <mc:Fallback>
                <p:oleObj name="Equation" r:id="rId6" imgW="23875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63552" y="2430081"/>
                        <a:ext cx="4878387" cy="935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093413" y="3646293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于是由夹挤定理，</a:t>
            </a:r>
          </a:p>
        </p:txBody>
      </p:sp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7617607"/>
              </p:ext>
            </p:extLst>
          </p:nvPr>
        </p:nvGraphicFramePr>
        <p:xfrm>
          <a:off x="4173383" y="3274486"/>
          <a:ext cx="5073650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25680" imgH="787320" progId="Equation.DSMT4">
                  <p:embed/>
                </p:oleObj>
              </mc:Choice>
              <mc:Fallback>
                <p:oleObj name="Equation" r:id="rId8" imgW="242568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383" y="3274486"/>
                        <a:ext cx="5073650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1346391" y="4625860"/>
            <a:ext cx="9143809" cy="1241425"/>
            <a:chOff x="1346391" y="4625860"/>
            <a:chExt cx="9143809" cy="1241425"/>
          </a:xfrm>
        </p:grpSpPr>
        <p:graphicFrame>
          <p:nvGraphicFramePr>
            <p:cNvPr id="14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219805"/>
                </p:ext>
              </p:extLst>
            </p:nvPr>
          </p:nvGraphicFramePr>
          <p:xfrm>
            <a:off x="6154738" y="4859338"/>
            <a:ext cx="4335462" cy="931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070000" imgH="444240" progId="Equation.DSMT4">
                    <p:embed/>
                  </p:oleObj>
                </mc:Choice>
                <mc:Fallback>
                  <p:oleObj name="Equation" r:id="rId10" imgW="207000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4738" y="4859338"/>
                          <a:ext cx="4335462" cy="9318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6"/>
            <p:cNvSpPr txBox="1">
              <a:spLocks noChangeArrowheads="1"/>
            </p:cNvSpPr>
            <p:nvPr/>
          </p:nvSpPr>
          <p:spPr bwMode="auto">
            <a:xfrm>
              <a:off x="1346391" y="5062891"/>
              <a:ext cx="12666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练习：</a:t>
              </a:r>
              <a:endParaRPr lang="zh-CN" altLang="en-US" sz="2800" b="1" dirty="0"/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2595273"/>
                </p:ext>
              </p:extLst>
            </p:nvPr>
          </p:nvGraphicFramePr>
          <p:xfrm>
            <a:off x="2364756" y="4625860"/>
            <a:ext cx="3667125" cy="1241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12800" imgH="545760" progId="Equation.DSMT4">
                    <p:embed/>
                  </p:oleObj>
                </mc:Choice>
                <mc:Fallback>
                  <p:oleObj name="Equation" r:id="rId12" imgW="1612800" imgH="5457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364756" y="4625860"/>
                          <a:ext cx="3667125" cy="1241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6031881" y="5665770"/>
            <a:ext cx="5301251" cy="1011237"/>
            <a:chOff x="6031881" y="5665770"/>
            <a:chExt cx="5301251" cy="1011237"/>
          </a:xfrm>
        </p:grpSpPr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1843520"/>
                </p:ext>
              </p:extLst>
            </p:nvPr>
          </p:nvGraphicFramePr>
          <p:xfrm>
            <a:off x="6031881" y="5665770"/>
            <a:ext cx="3579812" cy="1011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74640" imgH="444240" progId="Equation.DSMT4">
                    <p:embed/>
                  </p:oleObj>
                </mc:Choice>
                <mc:Fallback>
                  <p:oleObj name="Equation" r:id="rId14" imgW="157464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031881" y="5665770"/>
                          <a:ext cx="3579812" cy="10112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文本框 4"/>
            <p:cNvSpPr txBox="1"/>
            <p:nvPr/>
          </p:nvSpPr>
          <p:spPr>
            <a:xfrm>
              <a:off x="9840416" y="5986722"/>
              <a:ext cx="1492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(2017</a:t>
              </a:r>
              <a:r>
                <a:rPr lang="zh-CN" altLang="en-US" b="1" dirty="0">
                  <a:solidFill>
                    <a:srgbClr val="0000CC"/>
                  </a:solidFill>
                </a:rPr>
                <a:t>高数二</a:t>
              </a:r>
              <a:r>
                <a:rPr lang="en-US" altLang="zh-CN" b="1" dirty="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619468"/>
              </p:ext>
            </p:extLst>
          </p:nvPr>
        </p:nvGraphicFramePr>
        <p:xfrm>
          <a:off x="6922291" y="2463587"/>
          <a:ext cx="7016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42720" imgH="406080" progId="Equation.DSMT4">
                  <p:embed/>
                </p:oleObj>
              </mc:Choice>
              <mc:Fallback>
                <p:oleObj name="Equation" r:id="rId16" imgW="342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922291" y="2463587"/>
                        <a:ext cx="701675" cy="831850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657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3200400" y="3657600"/>
          <a:ext cx="51816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" imgW="2819794" imgH="1867161" progId="Paint.Picture">
                  <p:embed/>
                </p:oleObj>
              </mc:Choice>
              <mc:Fallback>
                <p:oleObj name="BMP 图象" r:id="rId2" imgW="2819794" imgH="186716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657600"/>
                        <a:ext cx="5181600" cy="2133600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rgbClr val="00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2743200" y="1981201"/>
          <a:ext cx="14986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97950" imgH="406224" progId="Equation.3">
                  <p:embed/>
                </p:oleObj>
              </mc:Choice>
              <mc:Fallback>
                <p:oleObj name="公式" r:id="rId4" imgW="149795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981201"/>
                        <a:ext cx="14986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4572000" y="1752600"/>
          <a:ext cx="2184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84400" imgH="660400" progId="Equation.3">
                  <p:embed/>
                </p:oleObj>
              </mc:Choice>
              <mc:Fallback>
                <p:oleObj name="公式" r:id="rId6" imgW="21844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752600"/>
                        <a:ext cx="21844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7086600" y="1820094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曲边梯形的面积</a:t>
            </a:r>
          </a:p>
        </p:txBody>
      </p:sp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2743200" y="2787651"/>
          <a:ext cx="14986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97950" imgH="406224" progId="Equation.3">
                  <p:embed/>
                </p:oleObj>
              </mc:Choice>
              <mc:Fallback>
                <p:oleObj name="公式" r:id="rId8" imgW="149795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787651"/>
                        <a:ext cx="14986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4533900" y="2559050"/>
          <a:ext cx="24130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413000" imgH="660400" progId="Equation.3">
                  <p:embed/>
                </p:oleObj>
              </mc:Choice>
              <mc:Fallback>
                <p:oleObj name="公式" r:id="rId10" imgW="24130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2559050"/>
                        <a:ext cx="24130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7086600" y="2618044"/>
            <a:ext cx="2971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曲边梯形的面积的负值</a:t>
            </a:r>
          </a:p>
        </p:txBody>
      </p:sp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3698875" y="4530725"/>
          <a:ext cx="2619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93529" imgH="457002" progId="Equation.3">
                  <p:embed/>
                </p:oleObj>
              </mc:Choice>
              <mc:Fallback>
                <p:oleObj name="公式" r:id="rId12" imgW="393529" imgH="45700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75" y="4530725"/>
                        <a:ext cx="26193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10"/>
          <p:cNvGraphicFramePr>
            <a:graphicFrameLocks noChangeAspect="1"/>
          </p:cNvGraphicFramePr>
          <p:nvPr/>
        </p:nvGraphicFramePr>
        <p:xfrm>
          <a:off x="4668838" y="4779963"/>
          <a:ext cx="279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19100" imgH="457200" progId="Equation.3">
                  <p:embed/>
                </p:oleObj>
              </mc:Choice>
              <mc:Fallback>
                <p:oleObj name="公式" r:id="rId14" imgW="419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8838" y="4779963"/>
                        <a:ext cx="279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1"/>
          <p:cNvGraphicFramePr>
            <a:graphicFrameLocks noChangeAspect="1"/>
          </p:cNvGraphicFramePr>
          <p:nvPr/>
        </p:nvGraphicFramePr>
        <p:xfrm>
          <a:off x="5969000" y="4495800"/>
          <a:ext cx="279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19100" imgH="457200" progId="Equation.3">
                  <p:embed/>
                </p:oleObj>
              </mc:Choice>
              <mc:Fallback>
                <p:oleObj name="公式" r:id="rId16" imgW="419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0" y="4495800"/>
                        <a:ext cx="279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7086601" y="4876800"/>
          <a:ext cx="2698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06224" imgH="457002" progId="Equation.3">
                  <p:embed/>
                </p:oleObj>
              </mc:Choice>
              <mc:Fallback>
                <p:oleObj name="公式" r:id="rId18" imgW="406224" imgH="45700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1" y="4876800"/>
                        <a:ext cx="26987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047409"/>
              </p:ext>
            </p:extLst>
          </p:nvPr>
        </p:nvGraphicFramePr>
        <p:xfrm>
          <a:off x="3391124" y="5767388"/>
          <a:ext cx="45720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572000" imgH="660400" progId="Equation.3">
                  <p:embed/>
                </p:oleObj>
              </mc:Choice>
              <mc:Fallback>
                <p:oleObj name="公式" r:id="rId20" imgW="45720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1124" y="5767388"/>
                        <a:ext cx="45720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909680"/>
              </p:ext>
            </p:extLst>
          </p:nvPr>
        </p:nvGraphicFramePr>
        <p:xfrm>
          <a:off x="5664200" y="6043613"/>
          <a:ext cx="298450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81145" imgH="28498" progId="Equation.3">
                  <p:embed/>
                </p:oleObj>
              </mc:Choice>
              <mc:Fallback>
                <p:oleObj name="公式" r:id="rId22" imgW="181145" imgH="2849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6043613"/>
                        <a:ext cx="298450" cy="10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191726"/>
              </p:ext>
            </p:extLst>
          </p:nvPr>
        </p:nvGraphicFramePr>
        <p:xfrm>
          <a:off x="6425329" y="5971382"/>
          <a:ext cx="265113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09601" imgH="200179" progId="Equation.3">
                  <p:embed/>
                </p:oleObj>
              </mc:Choice>
              <mc:Fallback>
                <p:oleObj name="公式" r:id="rId24" imgW="209601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5329" y="5971382"/>
                        <a:ext cx="265113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715469"/>
              </p:ext>
            </p:extLst>
          </p:nvPr>
        </p:nvGraphicFramePr>
        <p:xfrm>
          <a:off x="7228913" y="6013625"/>
          <a:ext cx="307247" cy="11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81145" imgH="28498" progId="Equation.3">
                  <p:embed/>
                </p:oleObj>
              </mc:Choice>
              <mc:Fallback>
                <p:oleObj name="公式" r:id="rId26" imgW="181145" imgH="2849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8913" y="6013625"/>
                        <a:ext cx="307247" cy="11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9" name="Rectangle 17"/>
          <p:cNvSpPr>
            <a:spLocks noGrp="1" noChangeArrowheads="1"/>
          </p:cNvSpPr>
          <p:nvPr>
            <p:ph type="title"/>
          </p:nvPr>
        </p:nvSpPr>
        <p:spPr>
          <a:xfrm>
            <a:off x="2542134" y="764877"/>
            <a:ext cx="5472608" cy="706884"/>
          </a:xfr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四、定积分的几何意义</a:t>
            </a:r>
          </a:p>
        </p:txBody>
      </p:sp>
    </p:spTree>
    <p:extLst>
      <p:ext uri="{BB962C8B-B14F-4D97-AF65-F5344CB8AC3E}">
        <p14:creationId xmlns:p14="http://schemas.microsoft.com/office/powerpoint/2010/main" val="24284980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autoUpdateAnimBg="0"/>
      <p:bldP spid="1741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2423592" y="874399"/>
            <a:ext cx="2433464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几何意义：</a:t>
            </a: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604818"/>
              </p:ext>
            </p:extLst>
          </p:nvPr>
        </p:nvGraphicFramePr>
        <p:xfrm>
          <a:off x="2770336" y="1548061"/>
          <a:ext cx="7050088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048500" imgH="2032000" progId="Equation.3">
                  <p:embed/>
                </p:oleObj>
              </mc:Choice>
              <mc:Fallback>
                <p:oleObj name="公式" r:id="rId2" imgW="7048500" imgH="203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336" y="1548061"/>
                        <a:ext cx="7050088" cy="20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36" name="Group 4"/>
          <p:cNvGrpSpPr>
            <a:grpSpLocks/>
          </p:cNvGrpSpPr>
          <p:nvPr/>
        </p:nvGrpSpPr>
        <p:grpSpPr bwMode="auto">
          <a:xfrm>
            <a:off x="4511824" y="3643717"/>
            <a:ext cx="5638800" cy="2192338"/>
            <a:chOff x="912" y="2544"/>
            <a:chExt cx="3552" cy="1381"/>
          </a:xfrm>
        </p:grpSpPr>
        <p:graphicFrame>
          <p:nvGraphicFramePr>
            <p:cNvPr id="19461" name="Object 5"/>
            <p:cNvGraphicFramePr>
              <a:graphicFrameLocks noChangeAspect="1"/>
            </p:cNvGraphicFramePr>
            <p:nvPr/>
          </p:nvGraphicFramePr>
          <p:xfrm>
            <a:off x="912" y="2544"/>
            <a:ext cx="3552" cy="1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4" imgW="2819794" imgH="1867161" progId="Paint.Picture">
                    <p:embed/>
                  </p:oleObj>
                </mc:Choice>
                <mc:Fallback>
                  <p:oleObj name="BMP 图象" r:id="rId4" imgW="2819794" imgH="1867161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544"/>
                          <a:ext cx="3552" cy="1381"/>
                        </a:xfrm>
                        <a:prstGeom prst="rect">
                          <a:avLst/>
                        </a:prstGeom>
                        <a:noFill/>
                        <a:ln w="6350">
                          <a:solidFill>
                            <a:srgbClr val="0099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2" name="Object 6"/>
            <p:cNvGraphicFramePr>
              <a:graphicFrameLocks noChangeAspect="1"/>
            </p:cNvGraphicFramePr>
            <p:nvPr/>
          </p:nvGraphicFramePr>
          <p:xfrm>
            <a:off x="2736" y="3067"/>
            <a:ext cx="144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53890" imgH="241195" progId="Equation.3">
                    <p:embed/>
                  </p:oleObj>
                </mc:Choice>
                <mc:Fallback>
                  <p:oleObj name="公式" r:id="rId6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067"/>
                          <a:ext cx="144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3" name="Object 7"/>
            <p:cNvGraphicFramePr>
              <a:graphicFrameLocks noChangeAspect="1"/>
            </p:cNvGraphicFramePr>
            <p:nvPr/>
          </p:nvGraphicFramePr>
          <p:xfrm>
            <a:off x="1235" y="2971"/>
            <a:ext cx="144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53890" imgH="241195" progId="Equation.3">
                    <p:embed/>
                  </p:oleObj>
                </mc:Choice>
                <mc:Fallback>
                  <p:oleObj name="公式" r:id="rId8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5" y="2971"/>
                          <a:ext cx="144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4" name="Object 8"/>
            <p:cNvGraphicFramePr>
              <a:graphicFrameLocks noChangeAspect="1"/>
            </p:cNvGraphicFramePr>
            <p:nvPr/>
          </p:nvGraphicFramePr>
          <p:xfrm>
            <a:off x="1968" y="3345"/>
            <a:ext cx="135" cy="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40986" imgH="88784" progId="Equation.3">
                    <p:embed/>
                  </p:oleObj>
                </mc:Choice>
                <mc:Fallback>
                  <p:oleObj name="公式" r:id="rId9" imgW="240986" imgH="8878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3345"/>
                          <a:ext cx="135" cy="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5" name="Object 9"/>
            <p:cNvGraphicFramePr>
              <a:graphicFrameLocks noChangeAspect="1"/>
            </p:cNvGraphicFramePr>
            <p:nvPr/>
          </p:nvGraphicFramePr>
          <p:xfrm>
            <a:off x="3566" y="3441"/>
            <a:ext cx="135" cy="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40986" imgH="88784" progId="Equation.3">
                    <p:embed/>
                  </p:oleObj>
                </mc:Choice>
                <mc:Fallback>
                  <p:oleObj name="公式" r:id="rId11" imgW="240986" imgH="8878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6" y="3441"/>
                          <a:ext cx="135" cy="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0854846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1"/>
          <p:cNvSpPr txBox="1">
            <a:spLocks noChangeArrowheads="1"/>
          </p:cNvSpPr>
          <p:nvPr/>
        </p:nvSpPr>
        <p:spPr bwMode="auto">
          <a:xfrm>
            <a:off x="2590801" y="838201"/>
            <a:ext cx="7007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利用定积分的几何意义可得下列有用的公式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667000" y="1427163"/>
          <a:ext cx="3048000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172" imgH="406224" progId="Equation.DSMT4">
                  <p:embed/>
                </p:oleObj>
              </mc:Choice>
              <mc:Fallback>
                <p:oleObj name="Equation" r:id="rId2" imgW="1447172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427163"/>
                        <a:ext cx="3048000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511426" y="4210051"/>
          <a:ext cx="2968625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09088" imgH="406224" progId="Equation.DSMT4">
                  <p:embed/>
                </p:oleObj>
              </mc:Choice>
              <mc:Fallback>
                <p:oleObj name="Equation" r:id="rId4" imgW="1409088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6" y="4210051"/>
                        <a:ext cx="2968625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121400" y="1693864"/>
            <a:ext cx="2578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/>
              <a:t>上半圆的面积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884864" y="4395789"/>
            <a:ext cx="3309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/>
              <a:t>四分之一圆的面积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410200" y="2776538"/>
          <a:ext cx="16002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531" imgH="266584" progId="Equation.DSMT4">
                  <p:embed/>
                </p:oleObj>
              </mc:Choice>
              <mc:Fallback>
                <p:oleObj name="Equation" r:id="rId6" imgW="850531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776538"/>
                        <a:ext cx="16002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3638551" y="3995738"/>
            <a:ext cx="1992313" cy="284162"/>
            <a:chOff x="4841408" y="3512542"/>
            <a:chExt cx="1992056" cy="282921"/>
          </a:xfrm>
        </p:grpSpPr>
        <p:graphicFrame>
          <p:nvGraphicFramePr>
            <p:cNvPr id="20500" name="对象 36"/>
            <p:cNvGraphicFramePr>
              <a:graphicFrameLocks noChangeAspect="1"/>
            </p:cNvGraphicFramePr>
            <p:nvPr/>
          </p:nvGraphicFramePr>
          <p:xfrm>
            <a:off x="4841408" y="3512542"/>
            <a:ext cx="421986" cy="273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15713" imgH="139579" progId="Equation.DSMT4">
                    <p:embed/>
                  </p:oleObj>
                </mc:Choice>
                <mc:Fallback>
                  <p:oleObj name="Equation" r:id="rId8" imgW="215713" imgH="13957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1408" y="3512542"/>
                          <a:ext cx="421986" cy="273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1" name="对象 37"/>
            <p:cNvGraphicFramePr>
              <a:graphicFrameLocks noChangeAspect="1"/>
            </p:cNvGraphicFramePr>
            <p:nvPr/>
          </p:nvGraphicFramePr>
          <p:xfrm>
            <a:off x="6591009" y="3528763"/>
            <a:ext cx="242455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6835" imgH="139518" progId="Equation.DSMT4">
                    <p:embed/>
                  </p:oleObj>
                </mc:Choice>
                <mc:Fallback>
                  <p:oleObj name="Equation" r:id="rId10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1009" y="3528763"/>
                          <a:ext cx="242455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8" name="直接连接符 47"/>
          <p:cNvCxnSpPr/>
          <p:nvPr/>
        </p:nvCxnSpPr>
        <p:spPr>
          <a:xfrm>
            <a:off x="4768850" y="3065464"/>
            <a:ext cx="0" cy="892175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3497264" y="2263775"/>
            <a:ext cx="2625725" cy="2478088"/>
            <a:chOff x="4868008" y="2331588"/>
            <a:chExt cx="2625997" cy="2478678"/>
          </a:xfrm>
        </p:grpSpPr>
        <p:grpSp>
          <p:nvGrpSpPr>
            <p:cNvPr id="20491" name="组合 38"/>
            <p:cNvGrpSpPr>
              <a:grpSpLocks/>
            </p:cNvGrpSpPr>
            <p:nvPr/>
          </p:nvGrpSpPr>
          <p:grpSpPr bwMode="auto">
            <a:xfrm>
              <a:off x="4868008" y="2331588"/>
              <a:ext cx="2625997" cy="2478678"/>
              <a:chOff x="1820008" y="2164432"/>
              <a:chExt cx="2625997" cy="2478678"/>
            </a:xfrm>
          </p:grpSpPr>
          <p:sp>
            <p:nvSpPr>
              <p:cNvPr id="40" name="弦形 39"/>
              <p:cNvSpPr/>
              <p:nvPr/>
            </p:nvSpPr>
            <p:spPr>
              <a:xfrm>
                <a:off x="2201047" y="2966311"/>
                <a:ext cx="1752782" cy="1676799"/>
              </a:xfrm>
              <a:prstGeom prst="chord">
                <a:avLst>
                  <a:gd name="adj1" fmla="val 10675624"/>
                  <a:gd name="adj2" fmla="val 134462"/>
                </a:avLst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grpSp>
            <p:nvGrpSpPr>
              <p:cNvPr id="20494" name="组合 40"/>
              <p:cNvGrpSpPr>
                <a:grpSpLocks/>
              </p:cNvGrpSpPr>
              <p:nvPr/>
            </p:nvGrpSpPr>
            <p:grpSpPr bwMode="auto">
              <a:xfrm>
                <a:off x="1820008" y="2164432"/>
                <a:ext cx="2625997" cy="2052459"/>
                <a:chOff x="2136515" y="2310485"/>
                <a:chExt cx="2625997" cy="2052459"/>
              </a:xfrm>
            </p:grpSpPr>
            <p:cxnSp>
              <p:nvCxnSpPr>
                <p:cNvPr id="42" name="直接箭头连接符 41"/>
                <p:cNvCxnSpPr/>
                <p:nvPr/>
              </p:nvCxnSpPr>
              <p:spPr>
                <a:xfrm flipV="1">
                  <a:off x="3401883" y="2486740"/>
                  <a:ext cx="0" cy="16767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496" name="组合 42"/>
                <p:cNvGrpSpPr>
                  <a:grpSpLocks/>
                </p:cNvGrpSpPr>
                <p:nvPr/>
              </p:nvGrpSpPr>
              <p:grpSpPr bwMode="auto">
                <a:xfrm>
                  <a:off x="2136515" y="2310485"/>
                  <a:ext cx="2625997" cy="2052459"/>
                  <a:chOff x="1199158" y="2214741"/>
                  <a:chExt cx="2625997" cy="2052459"/>
                </a:xfrm>
              </p:grpSpPr>
              <p:cxnSp>
                <p:nvCxnSpPr>
                  <p:cNvPr id="44" name="直接箭头连接符 43"/>
                  <p:cNvCxnSpPr/>
                  <p:nvPr/>
                </p:nvCxnSpPr>
                <p:spPr>
                  <a:xfrm>
                    <a:off x="1199158" y="3901068"/>
                    <a:ext cx="2514860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aphicFrame>
                <p:nvGraphicFramePr>
                  <p:cNvPr id="20498" name="对象 44"/>
                  <p:cNvGraphicFramePr>
                    <a:graphicFrameLocks noChangeAspect="1"/>
                  </p:cNvGraphicFramePr>
                  <p:nvPr/>
                </p:nvGraphicFramePr>
                <p:xfrm>
                  <a:off x="3515464" y="3957509"/>
                  <a:ext cx="309691" cy="30969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2" imgW="139700" imgH="139700" progId="Equation.DSMT4">
                          <p:embed/>
                        </p:oleObj>
                      </mc:Choice>
                      <mc:Fallback>
                        <p:oleObj name="Equation" r:id="rId12" imgW="139700" imgH="13970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515464" y="3957509"/>
                                <a:ext cx="309691" cy="30969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20499" name="对象 45"/>
                  <p:cNvGraphicFramePr>
                    <a:graphicFrameLocks noChangeAspect="1"/>
                  </p:cNvGraphicFramePr>
                  <p:nvPr/>
                </p:nvGraphicFramePr>
                <p:xfrm>
                  <a:off x="2503350" y="2214741"/>
                  <a:ext cx="304800" cy="35353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14" imgW="139579" imgH="164957" progId="Equation.DSMT4">
                          <p:embed/>
                        </p:oleObj>
                      </mc:Choice>
                      <mc:Fallback>
                        <p:oleObj name="Equation" r:id="rId14" imgW="139579" imgH="164957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503350" y="2214741"/>
                                <a:ext cx="304800" cy="35353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</p:grpSp>
        <p:graphicFrame>
          <p:nvGraphicFramePr>
            <p:cNvPr id="20492" name="对象 6"/>
            <p:cNvGraphicFramePr>
              <a:graphicFrameLocks noChangeAspect="1"/>
            </p:cNvGraphicFramePr>
            <p:nvPr/>
          </p:nvGraphicFramePr>
          <p:xfrm>
            <a:off x="6248400" y="4047238"/>
            <a:ext cx="271236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4814" imgH="177492" progId="Equation.DSMT4">
                    <p:embed/>
                  </p:oleObj>
                </mc:Choice>
                <mc:Fallback>
                  <p:oleObj name="Equation" r:id="rId16" imgW="164814" imgH="17749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8400" y="4047238"/>
                          <a:ext cx="271236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1894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099050" y="2987675"/>
          <a:ext cx="16716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8614" imgH="266584" progId="Equation.DSMT4">
                  <p:embed/>
                </p:oleObj>
              </mc:Choice>
              <mc:Fallback>
                <p:oleObj name="Equation" r:id="rId2" imgW="888614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9050" y="2987675"/>
                        <a:ext cx="167163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弦形 39"/>
          <p:cNvSpPr/>
          <p:nvPr/>
        </p:nvSpPr>
        <p:spPr>
          <a:xfrm>
            <a:off x="3333452" y="3200400"/>
            <a:ext cx="1676400" cy="1752600"/>
          </a:xfrm>
          <a:prstGeom prst="chord">
            <a:avLst>
              <a:gd name="adj1" fmla="val 10675624"/>
              <a:gd name="adj2" fmla="val 134462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64" name="组合 63"/>
          <p:cNvGrpSpPr>
            <a:grpSpLocks/>
          </p:cNvGrpSpPr>
          <p:nvPr/>
        </p:nvGrpSpPr>
        <p:grpSpPr bwMode="auto">
          <a:xfrm>
            <a:off x="2057401" y="2481263"/>
            <a:ext cx="3876675" cy="2138362"/>
            <a:chOff x="533400" y="2819399"/>
            <a:chExt cx="3877408" cy="2137821"/>
          </a:xfrm>
        </p:grpSpPr>
        <p:grpSp>
          <p:nvGrpSpPr>
            <p:cNvPr id="21513" name="组合 33"/>
            <p:cNvGrpSpPr>
              <a:grpSpLocks/>
            </p:cNvGrpSpPr>
            <p:nvPr/>
          </p:nvGrpSpPr>
          <p:grpSpPr bwMode="auto">
            <a:xfrm>
              <a:off x="533400" y="2819399"/>
              <a:ext cx="3877408" cy="1800239"/>
              <a:chOff x="2145307" y="2363413"/>
              <a:chExt cx="3877408" cy="1800239"/>
            </a:xfrm>
          </p:grpSpPr>
          <p:cxnSp>
            <p:nvCxnSpPr>
              <p:cNvPr id="12" name="直接箭头连接符 11"/>
              <p:cNvCxnSpPr/>
              <p:nvPr/>
            </p:nvCxnSpPr>
            <p:spPr>
              <a:xfrm flipV="1">
                <a:off x="3402845" y="2487207"/>
                <a:ext cx="0" cy="167597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517" name="组合 31"/>
              <p:cNvGrpSpPr>
                <a:grpSpLocks/>
              </p:cNvGrpSpPr>
              <p:nvPr/>
            </p:nvGrpSpPr>
            <p:grpSpPr bwMode="auto">
              <a:xfrm>
                <a:off x="2145307" y="2363413"/>
                <a:ext cx="3877408" cy="1632438"/>
                <a:chOff x="1207950" y="2267669"/>
                <a:chExt cx="3877408" cy="1632438"/>
              </a:xfrm>
            </p:grpSpPr>
            <p:cxnSp>
              <p:nvCxnSpPr>
                <p:cNvPr id="8" name="直接箭头连接符 7"/>
                <p:cNvCxnSpPr/>
                <p:nvPr/>
              </p:nvCxnSpPr>
              <p:spPr>
                <a:xfrm>
                  <a:off x="1207950" y="3897619"/>
                  <a:ext cx="3877408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21519" name="对象 24"/>
                <p:cNvGraphicFramePr>
                  <a:graphicFrameLocks noChangeAspect="1"/>
                </p:cNvGraphicFramePr>
                <p:nvPr/>
              </p:nvGraphicFramePr>
              <p:xfrm>
                <a:off x="2476500" y="2267669"/>
                <a:ext cx="304800" cy="3535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139579" imgH="164957" progId="Equation.DSMT4">
                        <p:embed/>
                      </p:oleObj>
                    </mc:Choice>
                    <mc:Fallback>
                      <p:oleObj name="Equation" r:id="rId4" imgW="139579" imgH="164957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76500" y="2267669"/>
                              <a:ext cx="304800" cy="35353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21514" name="对象 36"/>
            <p:cNvGraphicFramePr>
              <a:graphicFrameLocks noChangeAspect="1"/>
            </p:cNvGraphicFramePr>
            <p:nvPr/>
          </p:nvGraphicFramePr>
          <p:xfrm>
            <a:off x="1433446" y="4572000"/>
            <a:ext cx="322262" cy="347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4814" imgH="177492" progId="Equation.DSMT4">
                    <p:embed/>
                  </p:oleObj>
                </mc:Choice>
                <mc:Fallback>
                  <p:oleObj name="Equation" r:id="rId6" imgW="164814" imgH="17749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3446" y="4572000"/>
                          <a:ext cx="322262" cy="347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5" name="对象 44"/>
            <p:cNvGraphicFramePr>
              <a:graphicFrameLocks noChangeAspect="1"/>
            </p:cNvGraphicFramePr>
            <p:nvPr/>
          </p:nvGraphicFramePr>
          <p:xfrm>
            <a:off x="3999034" y="4572000"/>
            <a:ext cx="296226" cy="385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9700" imgH="139700" progId="Equation.DSMT4">
                    <p:embed/>
                  </p:oleObj>
                </mc:Choice>
                <mc:Fallback>
                  <p:oleObj name="Equation" r:id="rId8" imgW="139700" imgH="139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9034" y="4572000"/>
                          <a:ext cx="296226" cy="385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09" name="TextBox 51"/>
          <p:cNvSpPr txBox="1">
            <a:spLocks noChangeArrowheads="1"/>
          </p:cNvSpPr>
          <p:nvPr/>
        </p:nvSpPr>
        <p:spPr bwMode="auto">
          <a:xfrm>
            <a:off x="2207570" y="1205707"/>
            <a:ext cx="12668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练习：</a:t>
            </a:r>
          </a:p>
        </p:txBody>
      </p:sp>
      <p:graphicFrame>
        <p:nvGraphicFramePr>
          <p:cNvPr id="21510" name="对象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103900"/>
              </p:ext>
            </p:extLst>
          </p:nvPr>
        </p:nvGraphicFramePr>
        <p:xfrm>
          <a:off x="3474395" y="1102520"/>
          <a:ext cx="4437063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9000" imgH="330200" progId="Equation.DSMT4">
                  <p:embed/>
                </p:oleObj>
              </mc:Choice>
              <mc:Fallback>
                <p:oleObj name="Equation" r:id="rId10" imgW="21590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4395" y="1102520"/>
                        <a:ext cx="4437063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6" name="直接连接符 55"/>
          <p:cNvCxnSpPr/>
          <p:nvPr/>
        </p:nvCxnSpPr>
        <p:spPr>
          <a:xfrm>
            <a:off x="4133850" y="3238500"/>
            <a:ext cx="19050" cy="838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对象 64"/>
          <p:cNvGraphicFramePr>
            <a:graphicFrameLocks noChangeAspect="1"/>
          </p:cNvGraphicFramePr>
          <p:nvPr/>
        </p:nvGraphicFramePr>
        <p:xfrm>
          <a:off x="4038600" y="4114801"/>
          <a:ext cx="104933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1252" imgH="203112" progId="Equation.DSMT4">
                  <p:embed/>
                </p:oleObj>
              </mc:Choice>
              <mc:Fallback>
                <p:oleObj name="Equation" r:id="rId12" imgW="571252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114801"/>
                        <a:ext cx="1049338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8024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91744" y="2636912"/>
            <a:ext cx="4608512" cy="792088"/>
          </a:xfrm>
          <a:ln w="53975" cmpd="thickThin"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五、定积分的性质</a:t>
            </a:r>
          </a:p>
        </p:txBody>
      </p:sp>
    </p:spTree>
    <p:extLst>
      <p:ext uri="{BB962C8B-B14F-4D97-AF65-F5344CB8AC3E}">
        <p14:creationId xmlns:p14="http://schemas.microsoft.com/office/powerpoint/2010/main" val="3289745523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/>
          <p:cNvGrpSpPr>
            <a:grpSpLocks/>
          </p:cNvGrpSpPr>
          <p:nvPr/>
        </p:nvGrpSpPr>
        <p:grpSpPr bwMode="auto">
          <a:xfrm>
            <a:off x="1783878" y="764703"/>
            <a:ext cx="8992641" cy="1452501"/>
            <a:chOff x="474" y="368"/>
            <a:chExt cx="5341" cy="4118"/>
          </a:xfrm>
        </p:grpSpPr>
        <p:sp>
          <p:nvSpPr>
            <p:cNvPr id="13" name="Rectangle 3"/>
            <p:cNvSpPr>
              <a:spLocks noChangeArrowheads="1"/>
            </p:cNvSpPr>
            <p:nvPr/>
          </p:nvSpPr>
          <p:spPr bwMode="auto">
            <a:xfrm>
              <a:off x="474" y="368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83" cy="3746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2362200" y="22098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3352800" y="2133600"/>
          <a:ext cx="35052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59866" imgH="330057" progId="Equation.DSMT4">
                  <p:embed/>
                </p:oleObj>
              </mc:Choice>
              <mc:Fallback>
                <p:oleObj name="Equation" r:id="rId2" imgW="1459866" imgH="3300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50520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3352800" y="2971800"/>
          <a:ext cx="449580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43100" imgH="431800" progId="Equation.DSMT4">
                  <p:embed/>
                </p:oleObj>
              </mc:Choice>
              <mc:Fallback>
                <p:oleObj name="Equation" r:id="rId4" imgW="1943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971800"/>
                        <a:ext cx="4495800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/>
        </p:nvGraphicFramePr>
        <p:xfrm>
          <a:off x="3352800" y="3886200"/>
          <a:ext cx="2895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95400" imgH="431800" progId="Equation.DSMT4">
                  <p:embed/>
                </p:oleObj>
              </mc:Choice>
              <mc:Fallback>
                <p:oleObj name="Equation" r:id="rId6" imgW="12954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886200"/>
                        <a:ext cx="2895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6172200" y="3962400"/>
          <a:ext cx="259080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57300" imgH="431800" progId="Equation.DSMT4">
                  <p:embed/>
                </p:oleObj>
              </mc:Choice>
              <mc:Fallback>
                <p:oleObj name="Equation" r:id="rId8" imgW="12573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3962400"/>
                        <a:ext cx="2590800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7"/>
          <p:cNvGraphicFramePr>
            <a:graphicFrameLocks noChangeAspect="1"/>
          </p:cNvGraphicFramePr>
          <p:nvPr/>
        </p:nvGraphicFramePr>
        <p:xfrm>
          <a:off x="3429000" y="4800601"/>
          <a:ext cx="19812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39392" imgH="330057" progId="Equation.DSMT4">
                  <p:embed/>
                </p:oleObj>
              </mc:Choice>
              <mc:Fallback>
                <p:oleObj name="Equation" r:id="rId10" imgW="939392" imgH="3300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800601"/>
                        <a:ext cx="198120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5410200" y="4800601"/>
          <a:ext cx="18288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27100" imgH="330200" progId="Equation.DSMT4">
                  <p:embed/>
                </p:oleObj>
              </mc:Choice>
              <mc:Fallback>
                <p:oleObj name="Equation" r:id="rId12" imgW="9271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800601"/>
                        <a:ext cx="18288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3124200" y="1219201"/>
          <a:ext cx="7272338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4" imgW="7014749" imgH="806184" progId="Word.Document.8">
                  <p:embed/>
                </p:oleObj>
              </mc:Choice>
              <mc:Fallback>
                <p:oleObj name="文档" r:id="rId14" imgW="7014749" imgH="8061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219201"/>
                        <a:ext cx="7272338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2278064" y="5424488"/>
            <a:ext cx="72779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此性质可以推广到有限多个函数作和的情况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2278064" y="806450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性质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线性性质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41773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9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/>
          <p:cNvGrpSpPr>
            <a:grpSpLocks/>
          </p:cNvGrpSpPr>
          <p:nvPr/>
        </p:nvGrpSpPr>
        <p:grpSpPr bwMode="auto">
          <a:xfrm>
            <a:off x="1919536" y="627066"/>
            <a:ext cx="8640960" cy="1463672"/>
            <a:chOff x="474" y="368"/>
            <a:chExt cx="5341" cy="4118"/>
          </a:xfrm>
        </p:grpSpPr>
        <p:sp>
          <p:nvSpPr>
            <p:cNvPr id="18" name="Rectangle 3"/>
            <p:cNvSpPr>
              <a:spLocks noChangeArrowheads="1"/>
            </p:cNvSpPr>
            <p:nvPr/>
          </p:nvSpPr>
          <p:spPr bwMode="auto">
            <a:xfrm>
              <a:off x="474" y="368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83" cy="3746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2940050" y="1227138"/>
          <a:ext cx="559435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610464" imgH="831690" progId="Word.Document.8">
                  <p:embed/>
                </p:oleObj>
              </mc:Choice>
              <mc:Fallback>
                <p:oleObj name="文档" r:id="rId2" imgW="5610464" imgH="83169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1227138"/>
                        <a:ext cx="5594350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07" name="Group 3"/>
          <p:cNvGrpSpPr>
            <a:grpSpLocks/>
          </p:cNvGrpSpPr>
          <p:nvPr/>
        </p:nvGrpSpPr>
        <p:grpSpPr bwMode="auto">
          <a:xfrm>
            <a:off x="2399542" y="2399545"/>
            <a:ext cx="8001000" cy="519113"/>
            <a:chOff x="720" y="1632"/>
            <a:chExt cx="5040" cy="327"/>
          </a:xfrm>
        </p:grpSpPr>
        <p:sp>
          <p:nvSpPr>
            <p:cNvPr id="24591" name="Text Box 4"/>
            <p:cNvSpPr txBox="1">
              <a:spLocks noChangeArrowheads="1"/>
            </p:cNvSpPr>
            <p:nvPr/>
          </p:nvSpPr>
          <p:spPr bwMode="auto">
            <a:xfrm>
              <a:off x="720" y="1632"/>
              <a:ext cx="50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补充：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不论           的相对位置如何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上式总成立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24592" name="Object 5"/>
            <p:cNvGraphicFramePr>
              <a:graphicFrameLocks noChangeAspect="1"/>
            </p:cNvGraphicFramePr>
            <p:nvPr/>
          </p:nvGraphicFramePr>
          <p:xfrm>
            <a:off x="1972" y="1700"/>
            <a:ext cx="55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875920" imgH="393529" progId="Equation.3">
                    <p:embed/>
                  </p:oleObj>
                </mc:Choice>
                <mc:Fallback>
                  <p:oleObj name="公式" r:id="rId4" imgW="875920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2" y="1700"/>
                          <a:ext cx="55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2466976" y="2987215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例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  若</a:t>
            </a:r>
          </a:p>
        </p:txBody>
      </p:sp>
      <p:graphicFrame>
        <p:nvGraphicFramePr>
          <p:cNvPr id="215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500026"/>
              </p:ext>
            </p:extLst>
          </p:nvPr>
        </p:nvGraphicFramePr>
        <p:xfrm>
          <a:off x="3754934" y="3067680"/>
          <a:ext cx="14605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59866" imgH="393529" progId="Equation.3">
                  <p:embed/>
                </p:oleObj>
              </mc:Choice>
              <mc:Fallback>
                <p:oleObj name="公式" r:id="rId6" imgW="1459866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4934" y="3067680"/>
                        <a:ext cx="14605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267598"/>
              </p:ext>
            </p:extLst>
          </p:nvPr>
        </p:nvGraphicFramePr>
        <p:xfrm>
          <a:off x="3089301" y="3552864"/>
          <a:ext cx="15113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11300" imgH="660400" progId="Equation.3">
                  <p:embed/>
                </p:oleObj>
              </mc:Choice>
              <mc:Fallback>
                <p:oleObj name="公式" r:id="rId8" imgW="15113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9301" y="3552864"/>
                        <a:ext cx="15113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5681874"/>
              </p:ext>
            </p:extLst>
          </p:nvPr>
        </p:nvGraphicFramePr>
        <p:xfrm>
          <a:off x="4600601" y="3552864"/>
          <a:ext cx="3657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657600" imgH="660400" progId="Equation.3">
                  <p:embed/>
                </p:oleObj>
              </mc:Choice>
              <mc:Fallback>
                <p:oleObj name="公式" r:id="rId10" imgW="36576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0601" y="3552864"/>
                        <a:ext cx="3657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634513"/>
              </p:ext>
            </p:extLst>
          </p:nvPr>
        </p:nvGraphicFramePr>
        <p:xfrm>
          <a:off x="3580607" y="4344194"/>
          <a:ext cx="15113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11300" imgH="660400" progId="Equation.3">
                  <p:embed/>
                </p:oleObj>
              </mc:Choice>
              <mc:Fallback>
                <p:oleObj name="公式" r:id="rId12" imgW="15113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0607" y="4344194"/>
                        <a:ext cx="15113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728584"/>
              </p:ext>
            </p:extLst>
          </p:nvPr>
        </p:nvGraphicFramePr>
        <p:xfrm>
          <a:off x="5157788" y="4321891"/>
          <a:ext cx="36449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644900" imgH="660400" progId="Equation.3">
                  <p:embed/>
                </p:oleObj>
              </mc:Choice>
              <mc:Fallback>
                <p:oleObj name="公式" r:id="rId14" imgW="36449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7788" y="4321891"/>
                        <a:ext cx="36449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553393"/>
              </p:ext>
            </p:extLst>
          </p:nvPr>
        </p:nvGraphicFramePr>
        <p:xfrm>
          <a:off x="5155775" y="5169509"/>
          <a:ext cx="3797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797300" imgH="685800" progId="Equation.3">
                  <p:embed/>
                </p:oleObj>
              </mc:Choice>
              <mc:Fallback>
                <p:oleObj name="公式" r:id="rId16" imgW="37973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5775" y="5169509"/>
                        <a:ext cx="37973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3494817" y="709382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区间可加性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1518" name="Rectangle 14"/>
          <p:cNvSpPr>
            <a:spLocks noChangeArrowheads="1"/>
          </p:cNvSpPr>
          <p:nvPr/>
        </p:nvSpPr>
        <p:spPr bwMode="auto">
          <a:xfrm>
            <a:off x="2927281" y="4414838"/>
            <a:ext cx="542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则</a:t>
            </a:r>
          </a:p>
        </p:txBody>
      </p:sp>
      <p:graphicFrame>
        <p:nvGraphicFramePr>
          <p:cNvPr id="2151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730469"/>
              </p:ext>
            </p:extLst>
          </p:nvPr>
        </p:nvGraphicFramePr>
        <p:xfrm>
          <a:off x="6400800" y="766763"/>
          <a:ext cx="23860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8" imgW="2357456" imgH="429135" progId="Word.Document.8">
                  <p:embed/>
                </p:oleObj>
              </mc:Choice>
              <mc:Fallback>
                <p:oleObj name="Document" r:id="rId18" imgW="2357456" imgH="4291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766763"/>
                        <a:ext cx="2386013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0" name="Text Box 16"/>
          <p:cNvSpPr txBox="1">
            <a:spLocks noChangeArrowheads="1"/>
          </p:cNvSpPr>
          <p:nvPr/>
        </p:nvSpPr>
        <p:spPr bwMode="auto">
          <a:xfrm>
            <a:off x="2495576" y="692633"/>
            <a:ext cx="2105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性质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508080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 autoUpdateAnimBg="0"/>
      <p:bldP spid="21517" grpId="0" autoUpdateAnimBg="0"/>
      <p:bldP spid="21518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/>
          <p:cNvGrpSpPr>
            <a:grpSpLocks/>
          </p:cNvGrpSpPr>
          <p:nvPr/>
        </p:nvGrpSpPr>
        <p:grpSpPr bwMode="auto">
          <a:xfrm>
            <a:off x="1631502" y="4214917"/>
            <a:ext cx="8992641" cy="1452501"/>
            <a:chOff x="474" y="368"/>
            <a:chExt cx="5341" cy="4118"/>
          </a:xfrm>
        </p:grpSpPr>
        <p:sp>
          <p:nvSpPr>
            <p:cNvPr id="18" name="Rectangle 3"/>
            <p:cNvSpPr>
              <a:spLocks noChangeArrowheads="1"/>
            </p:cNvSpPr>
            <p:nvPr/>
          </p:nvSpPr>
          <p:spPr bwMode="auto">
            <a:xfrm>
              <a:off x="474" y="368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83" cy="3746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4" name="Group 2"/>
          <p:cNvGrpSpPr>
            <a:grpSpLocks/>
          </p:cNvGrpSpPr>
          <p:nvPr/>
        </p:nvGrpSpPr>
        <p:grpSpPr bwMode="auto">
          <a:xfrm>
            <a:off x="1631503" y="2531915"/>
            <a:ext cx="8992641" cy="1452501"/>
            <a:chOff x="474" y="368"/>
            <a:chExt cx="5341" cy="4118"/>
          </a:xfrm>
        </p:grpSpPr>
        <p:sp>
          <p:nvSpPr>
            <p:cNvPr id="15" name="Rectangle 3"/>
            <p:cNvSpPr>
              <a:spLocks noChangeArrowheads="1"/>
            </p:cNvSpPr>
            <p:nvPr/>
          </p:nvSpPr>
          <p:spPr bwMode="auto">
            <a:xfrm>
              <a:off x="474" y="368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83" cy="3746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1" name="Group 2"/>
          <p:cNvGrpSpPr>
            <a:grpSpLocks/>
          </p:cNvGrpSpPr>
          <p:nvPr/>
        </p:nvGrpSpPr>
        <p:grpSpPr bwMode="auto">
          <a:xfrm>
            <a:off x="1631504" y="852549"/>
            <a:ext cx="8992641" cy="1452501"/>
            <a:chOff x="474" y="368"/>
            <a:chExt cx="5341" cy="4118"/>
          </a:xfrm>
        </p:grpSpPr>
        <p:sp>
          <p:nvSpPr>
            <p:cNvPr id="12" name="Rectangle 3"/>
            <p:cNvSpPr>
              <a:spLocks noChangeArrowheads="1"/>
            </p:cNvSpPr>
            <p:nvPr/>
          </p:nvSpPr>
          <p:spPr bwMode="auto">
            <a:xfrm>
              <a:off x="474" y="368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83" cy="3746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25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088898"/>
              </p:ext>
            </p:extLst>
          </p:nvPr>
        </p:nvGraphicFramePr>
        <p:xfrm>
          <a:off x="3265212" y="3109867"/>
          <a:ext cx="4900397" cy="774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697270" imgH="744507" progId="Word.Document.8">
                  <p:embed/>
                </p:oleObj>
              </mc:Choice>
              <mc:Fallback>
                <p:oleObj name="Document" r:id="rId2" imgW="4697270" imgH="74450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212" y="3109867"/>
                        <a:ext cx="4900397" cy="7740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2210211" y="952500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性质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保序性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225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477282"/>
              </p:ext>
            </p:extLst>
          </p:nvPr>
        </p:nvGraphicFramePr>
        <p:xfrm>
          <a:off x="3437419" y="2639761"/>
          <a:ext cx="5380806" cy="567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079619" imgH="542899" progId="Word.Document.8">
                  <p:embed/>
                </p:oleObj>
              </mc:Choice>
              <mc:Fallback>
                <p:oleObj name="Document" r:id="rId4" imgW="5079619" imgH="54289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7419" y="2639761"/>
                        <a:ext cx="5380806" cy="5671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812405"/>
              </p:ext>
            </p:extLst>
          </p:nvPr>
        </p:nvGraphicFramePr>
        <p:xfrm>
          <a:off x="5186018" y="1000864"/>
          <a:ext cx="5040560" cy="43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423445" imgH="473057" progId="Word.Document.8">
                  <p:embed/>
                </p:oleObj>
              </mc:Choice>
              <mc:Fallback>
                <p:oleObj name="Document" r:id="rId6" imgW="5423445" imgH="4730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6018" y="1000864"/>
                        <a:ext cx="5040560" cy="43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2143849" y="2632566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推论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2163914" y="4268398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推论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225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231630"/>
              </p:ext>
            </p:extLst>
          </p:nvPr>
        </p:nvGraphicFramePr>
        <p:xfrm>
          <a:off x="3459314" y="4782482"/>
          <a:ext cx="4246984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4043578" imgH="790336" progId="Word.Document.8">
                  <p:embed/>
                </p:oleObj>
              </mc:Choice>
              <mc:Fallback>
                <p:oleObj name="文档" r:id="rId8" imgW="4043578" imgH="79033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9314" y="4782482"/>
                        <a:ext cx="4246984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3439249" y="4227496"/>
            <a:ext cx="2152695" cy="573208"/>
            <a:chOff x="-79" y="-57125"/>
            <a:chExt cx="2152695" cy="573208"/>
          </a:xfrm>
        </p:grpSpPr>
        <p:sp>
          <p:nvSpPr>
            <p:cNvPr id="2" name="Rectangle 57"/>
            <p:cNvSpPr>
              <a:spLocks noChangeArrowheads="1"/>
            </p:cNvSpPr>
            <p:nvPr/>
          </p:nvSpPr>
          <p:spPr bwMode="auto">
            <a:xfrm>
              <a:off x="-79" y="-57125"/>
              <a:ext cx="54534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5820294"/>
                </p:ext>
              </p:extLst>
            </p:nvPr>
          </p:nvGraphicFramePr>
          <p:xfrm>
            <a:off x="545264" y="20965"/>
            <a:ext cx="1607352" cy="495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23600" imgH="203040" progId="Equation.DSMT4">
                    <p:embed/>
                  </p:oleObj>
                </mc:Choice>
                <mc:Fallback>
                  <p:oleObj name="Equation" r:id="rId10" imgW="723600" imgH="203040" progId="Equation.DSMT4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5264" y="20965"/>
                          <a:ext cx="1607352" cy="49511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Rectangle 58"/>
          <p:cNvSpPr>
            <a:spLocks noChangeArrowheads="1"/>
          </p:cNvSpPr>
          <p:nvPr/>
        </p:nvSpPr>
        <p:spPr bwMode="auto">
          <a:xfrm>
            <a:off x="0" y="885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354321"/>
              </p:ext>
            </p:extLst>
          </p:nvPr>
        </p:nvGraphicFramePr>
        <p:xfrm>
          <a:off x="3285604" y="1421586"/>
          <a:ext cx="5620792" cy="78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49360" imgH="330120" progId="Equation.DSMT4">
                  <p:embed/>
                </p:oleObj>
              </mc:Choice>
              <mc:Fallback>
                <p:oleObj name="Equation" r:id="rId12" imgW="2349360" imgH="330120" progId="Equation.DSMT4">
                  <p:embed/>
                  <p:pic>
                    <p:nvPicPr>
                      <p:cNvPr id="0" name="Object 1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5604" y="1421586"/>
                        <a:ext cx="5620792" cy="786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71"/>
          <p:cNvSpPr>
            <a:spLocks noChangeArrowheads="1"/>
          </p:cNvSpPr>
          <p:nvPr/>
        </p:nvSpPr>
        <p:spPr bwMode="auto">
          <a:xfrm>
            <a:off x="0" y="11144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173"/>
          <p:cNvSpPr>
            <a:spLocks noChangeArrowheads="1"/>
          </p:cNvSpPr>
          <p:nvPr/>
        </p:nvSpPr>
        <p:spPr bwMode="auto">
          <a:xfrm>
            <a:off x="0" y="2181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53816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utoUpdateAnimBg="0"/>
      <p:bldP spid="22535" grpId="0" autoUpdateAnimBg="0"/>
      <p:bldP spid="22536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903955"/>
              </p:ext>
            </p:extLst>
          </p:nvPr>
        </p:nvGraphicFramePr>
        <p:xfrm>
          <a:off x="2574925" y="906463"/>
          <a:ext cx="724852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54704" imgH="849218" progId="Word.Document.8">
                  <p:embed/>
                </p:oleObj>
              </mc:Choice>
              <mc:Fallback>
                <p:oleObj name="Document" r:id="rId2" imgW="7354704" imgH="84921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925" y="906463"/>
                        <a:ext cx="7248525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2438400" y="1905001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3505200" y="19050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令</a:t>
            </a:r>
          </a:p>
        </p:txBody>
      </p:sp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3960813" y="1946276"/>
          <a:ext cx="22733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73300" imgH="482600" progId="Equation.3">
                  <p:embed/>
                </p:oleObj>
              </mc:Choice>
              <mc:Fallback>
                <p:oleObj name="公式" r:id="rId4" imgW="22733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813" y="1946276"/>
                        <a:ext cx="22733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6527800" y="2057401"/>
          <a:ext cx="16256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24895" imgH="406224" progId="Equation.3">
                  <p:embed/>
                </p:oleObj>
              </mc:Choice>
              <mc:Fallback>
                <p:oleObj name="公式" r:id="rId6" imgW="1624895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2057401"/>
                        <a:ext cx="16256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/>
        </p:nvGraphicFramePr>
        <p:xfrm>
          <a:off x="3581400" y="2795588"/>
          <a:ext cx="19050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04174" imgH="406224" progId="Equation.3">
                  <p:embed/>
                </p:oleObj>
              </mc:Choice>
              <mc:Fallback>
                <p:oleObj name="公式" r:id="rId8" imgW="1904174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795588"/>
                        <a:ext cx="19050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/>
        </p:nvGraphicFramePr>
        <p:xfrm>
          <a:off x="5969000" y="2603500"/>
          <a:ext cx="3149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149600" imgH="685800" progId="Equation.3">
                  <p:embed/>
                </p:oleObj>
              </mc:Choice>
              <mc:Fallback>
                <p:oleObj name="公式" r:id="rId10" imgW="31496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0" y="2603500"/>
                        <a:ext cx="31496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3530600" y="3581400"/>
          <a:ext cx="16002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600200" imgH="660400" progId="Equation.3">
                  <p:embed/>
                </p:oleObj>
              </mc:Choice>
              <mc:Fallback>
                <p:oleObj name="公式" r:id="rId12" imgW="16002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0" y="3581400"/>
                        <a:ext cx="16002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10"/>
          <p:cNvGraphicFramePr>
            <a:graphicFrameLocks noChangeAspect="1"/>
          </p:cNvGraphicFramePr>
          <p:nvPr/>
        </p:nvGraphicFramePr>
        <p:xfrm>
          <a:off x="5251450" y="3568700"/>
          <a:ext cx="1371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371600" imgH="685800" progId="Equation.3">
                  <p:embed/>
                </p:oleObj>
              </mc:Choice>
              <mc:Fallback>
                <p:oleObj name="公式" r:id="rId14" imgW="13716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1450" y="3568700"/>
                        <a:ext cx="13716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3429000" y="47244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于是</a:t>
            </a:r>
          </a:p>
        </p:txBody>
      </p:sp>
      <p:grpSp>
        <p:nvGrpSpPr>
          <p:cNvPr id="23564" name="Group 12"/>
          <p:cNvGrpSpPr>
            <a:grpSpLocks/>
          </p:cNvGrpSpPr>
          <p:nvPr/>
        </p:nvGrpSpPr>
        <p:grpSpPr bwMode="auto">
          <a:xfrm>
            <a:off x="4419600" y="4660900"/>
            <a:ext cx="2863850" cy="685800"/>
            <a:chOff x="1824" y="2936"/>
            <a:chExt cx="1804" cy="432"/>
          </a:xfrm>
        </p:grpSpPr>
        <p:graphicFrame>
          <p:nvGraphicFramePr>
            <p:cNvPr id="26637" name="Object 13"/>
            <p:cNvGraphicFramePr>
              <a:graphicFrameLocks noChangeAspect="1"/>
            </p:cNvGraphicFramePr>
            <p:nvPr/>
          </p:nvGraphicFramePr>
          <p:xfrm>
            <a:off x="1824" y="2944"/>
            <a:ext cx="784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244600" imgH="660400" progId="Equation.3">
                    <p:embed/>
                  </p:oleObj>
                </mc:Choice>
                <mc:Fallback>
                  <p:oleObj name="公式" r:id="rId16" imgW="1244600" imgH="660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944"/>
                          <a:ext cx="784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8" name="Object 14"/>
            <p:cNvGraphicFramePr>
              <a:graphicFrameLocks noChangeAspect="1"/>
            </p:cNvGraphicFramePr>
            <p:nvPr/>
          </p:nvGraphicFramePr>
          <p:xfrm>
            <a:off x="2684" y="2936"/>
            <a:ext cx="944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498600" imgH="685800" progId="Equation.3">
                    <p:embed/>
                  </p:oleObj>
                </mc:Choice>
                <mc:Fallback>
                  <p:oleObj name="公式" r:id="rId18" imgW="1498600" imgH="685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4" y="2936"/>
                          <a:ext cx="944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8608956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/>
      <p:bldP spid="23556" grpId="0" autoUpdateAnimBg="0"/>
      <p:bldP spid="2356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/>
          <p:cNvGrpSpPr>
            <a:grpSpLocks/>
          </p:cNvGrpSpPr>
          <p:nvPr/>
        </p:nvGrpSpPr>
        <p:grpSpPr bwMode="auto">
          <a:xfrm>
            <a:off x="1783878" y="764703"/>
            <a:ext cx="8776618" cy="2359497"/>
            <a:chOff x="474" y="368"/>
            <a:chExt cx="5341" cy="4118"/>
          </a:xfrm>
        </p:grpSpPr>
        <p:sp>
          <p:nvSpPr>
            <p:cNvPr id="13" name="Rectangle 3"/>
            <p:cNvSpPr>
              <a:spLocks noChangeArrowheads="1"/>
            </p:cNvSpPr>
            <p:nvPr/>
          </p:nvSpPr>
          <p:spPr bwMode="auto">
            <a:xfrm>
              <a:off x="474" y="368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83" cy="3746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76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605957"/>
              </p:ext>
            </p:extLst>
          </p:nvPr>
        </p:nvGraphicFramePr>
        <p:xfrm>
          <a:off x="5637213" y="838200"/>
          <a:ext cx="359886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591988" imgH="594381" progId="Word.Document.8">
                  <p:embed/>
                </p:oleObj>
              </mc:Choice>
              <mc:Fallback>
                <p:oleObj name="Document" r:id="rId2" imgW="3591988" imgH="59438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7213" y="838200"/>
                        <a:ext cx="3598862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362200" y="31242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857622"/>
              </p:ext>
            </p:extLst>
          </p:nvPr>
        </p:nvGraphicFramePr>
        <p:xfrm>
          <a:off x="3181400" y="3210769"/>
          <a:ext cx="28194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19400" imgH="406400" progId="Equation.3">
                  <p:embed/>
                </p:oleObj>
              </mc:Choice>
              <mc:Fallback>
                <p:oleObj name="公式" r:id="rId4" imgW="28194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400" y="3210769"/>
                        <a:ext cx="28194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680913"/>
              </p:ext>
            </p:extLst>
          </p:nvPr>
        </p:nvGraphicFramePr>
        <p:xfrm>
          <a:off x="3109453" y="3612972"/>
          <a:ext cx="4902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902200" imgH="685800" progId="Equation.3">
                  <p:embed/>
                </p:oleObj>
              </mc:Choice>
              <mc:Fallback>
                <p:oleObj name="公式" r:id="rId6" imgW="49022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9453" y="3612972"/>
                        <a:ext cx="4902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533773"/>
              </p:ext>
            </p:extLst>
          </p:nvPr>
        </p:nvGraphicFramePr>
        <p:xfrm>
          <a:off x="3359696" y="4276636"/>
          <a:ext cx="5092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092700" imgH="685800" progId="Equation.3">
                  <p:embed/>
                </p:oleObj>
              </mc:Choice>
              <mc:Fallback>
                <p:oleObj name="公式" r:id="rId8" imgW="50927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696" y="4276636"/>
                        <a:ext cx="50927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2495600" y="4922043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此性质可用于估计积分值的大致范围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76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925018"/>
              </p:ext>
            </p:extLst>
          </p:nvPr>
        </p:nvGraphicFramePr>
        <p:xfrm>
          <a:off x="3054350" y="1611313"/>
          <a:ext cx="678656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6824045" imgH="496787" progId="Word.Document.8">
                  <p:embed/>
                </p:oleObj>
              </mc:Choice>
              <mc:Fallback>
                <p:oleObj name="Document" r:id="rId10" imgW="6824045" imgH="49678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350" y="1611313"/>
                        <a:ext cx="678656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2390776" y="854076"/>
            <a:ext cx="3019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性质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4(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估值定理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3479057" y="5465623"/>
            <a:ext cx="59450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曲边梯形的面积  夹在两个矩形之间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985662"/>
              </p:ext>
            </p:extLst>
          </p:nvPr>
        </p:nvGraphicFramePr>
        <p:xfrm>
          <a:off x="2933502" y="2111544"/>
          <a:ext cx="5945088" cy="832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49360" imgH="330120" progId="Equation.DSMT4">
                  <p:embed/>
                </p:oleObj>
              </mc:Choice>
              <mc:Fallback>
                <p:oleObj name="Equation" r:id="rId12" imgW="2349360" imgH="330120" progId="Equation.DSMT4">
                  <p:embed/>
                  <p:pic>
                    <p:nvPicPr>
                      <p:cNvPr id="0" name="Object 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502" y="2111544"/>
                        <a:ext cx="5945088" cy="8320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752956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utoUpdateAnimBg="0"/>
      <p:bldP spid="24583" grpId="0" autoUpdateAnimBg="0"/>
      <p:bldP spid="2458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917734" y="1379204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232220"/>
              </p:ext>
            </p:extLst>
          </p:nvPr>
        </p:nvGraphicFramePr>
        <p:xfrm>
          <a:off x="2705407" y="1213940"/>
          <a:ext cx="18288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08200" imgH="889000" progId="Equation.3">
                  <p:embed/>
                </p:oleObj>
              </mc:Choice>
              <mc:Fallback>
                <p:oleObj name="公式" r:id="rId2" imgW="2108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407" y="1213940"/>
                        <a:ext cx="18288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807308"/>
              </p:ext>
            </p:extLst>
          </p:nvPr>
        </p:nvGraphicFramePr>
        <p:xfrm>
          <a:off x="2289939" y="1993353"/>
          <a:ext cx="6650995" cy="898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44720" imgH="406080" progId="Equation.DSMT4">
                  <p:embed/>
                </p:oleObj>
              </mc:Choice>
              <mc:Fallback>
                <p:oleObj name="Equation" r:id="rId4" imgW="2844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939" y="1993353"/>
                        <a:ext cx="6650995" cy="8988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871978"/>
              </p:ext>
            </p:extLst>
          </p:nvPr>
        </p:nvGraphicFramePr>
        <p:xfrm>
          <a:off x="4557625" y="1139750"/>
          <a:ext cx="1541463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197" imgH="406224" progId="Equation.DSMT4">
                  <p:embed/>
                </p:oleObj>
              </mc:Choice>
              <mc:Fallback>
                <p:oleObj name="Equation" r:id="rId6" imgW="698197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7625" y="1139750"/>
                        <a:ext cx="1541463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261099"/>
              </p:ext>
            </p:extLst>
          </p:nvPr>
        </p:nvGraphicFramePr>
        <p:xfrm>
          <a:off x="6240016" y="1192950"/>
          <a:ext cx="4402991" cy="1005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493495" imgH="1031437" progId="Word.Document.8">
                  <p:embed/>
                </p:oleObj>
              </mc:Choice>
              <mc:Fallback>
                <p:oleObj name="Document" r:id="rId8" imgW="4493495" imgH="103143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016" y="1192950"/>
                        <a:ext cx="4402991" cy="1005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4236973"/>
              </p:ext>
            </p:extLst>
          </p:nvPr>
        </p:nvGraphicFramePr>
        <p:xfrm>
          <a:off x="1917734" y="2636853"/>
          <a:ext cx="5816566" cy="989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57854" imgH="1019133" progId="Word.Document.8">
                  <p:embed/>
                </p:oleObj>
              </mc:Choice>
              <mc:Fallback>
                <p:oleObj name="Document" r:id="rId10" imgW="5957854" imgH="10191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34" y="2636853"/>
                        <a:ext cx="5816566" cy="9893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1970621" y="652782"/>
            <a:ext cx="6515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不计算定积分 估计                  的大小</a:t>
            </a:r>
            <a:endParaRPr kumimoji="1"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86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205464"/>
              </p:ext>
            </p:extLst>
          </p:nvPr>
        </p:nvGraphicFramePr>
        <p:xfrm>
          <a:off x="5825811" y="385079"/>
          <a:ext cx="1295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11300" imgH="1041400" progId="Equation.DSMT4">
                  <p:embed/>
                </p:oleObj>
              </mc:Choice>
              <mc:Fallback>
                <p:oleObj name="Equation" r:id="rId12" imgW="1511300" imgH="1041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5811" y="385079"/>
                        <a:ext cx="1295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357690"/>
              </p:ext>
            </p:extLst>
          </p:nvPr>
        </p:nvGraphicFramePr>
        <p:xfrm>
          <a:off x="3619807" y="3487263"/>
          <a:ext cx="5321127" cy="932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09680" imgH="431640" progId="Equation.DSMT4">
                  <p:embed/>
                </p:oleObj>
              </mc:Choice>
              <mc:Fallback>
                <p:oleObj name="Equation" r:id="rId14" imgW="2209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807" y="3487263"/>
                        <a:ext cx="5321127" cy="9329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729369"/>
              </p:ext>
            </p:extLst>
          </p:nvPr>
        </p:nvGraphicFramePr>
        <p:xfrm>
          <a:off x="1976970" y="4389246"/>
          <a:ext cx="3520054" cy="953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46040" imgH="406080" progId="Equation.DSMT4">
                  <p:embed/>
                </p:oleObj>
              </mc:Choice>
              <mc:Fallback>
                <p:oleObj name="Equation" r:id="rId16" imgW="1346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970" y="4389246"/>
                        <a:ext cx="3520054" cy="953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798962"/>
              </p:ext>
            </p:extLst>
          </p:nvPr>
        </p:nvGraphicFramePr>
        <p:xfrm>
          <a:off x="5497024" y="4389246"/>
          <a:ext cx="5145983" cy="1034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95200" imgH="469800" progId="Equation.DSMT4">
                  <p:embed/>
                </p:oleObj>
              </mc:Choice>
              <mc:Fallback>
                <p:oleObj name="Equation" r:id="rId18" imgW="20952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7024" y="4389246"/>
                        <a:ext cx="5145983" cy="1034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704182"/>
              </p:ext>
            </p:extLst>
          </p:nvPr>
        </p:nvGraphicFramePr>
        <p:xfrm>
          <a:off x="5272992" y="5322149"/>
          <a:ext cx="3740944" cy="994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587240" imgH="469800" progId="Equation.DSMT4">
                  <p:embed/>
                </p:oleObj>
              </mc:Choice>
              <mc:Fallback>
                <p:oleObj name="Equation" r:id="rId20" imgW="15872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2992" y="5322149"/>
                        <a:ext cx="3740944" cy="994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563952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862959"/>
              </p:ext>
            </p:extLst>
          </p:nvPr>
        </p:nvGraphicFramePr>
        <p:xfrm>
          <a:off x="2794920" y="602269"/>
          <a:ext cx="61087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440" imgH="406080" progId="Equation.DSMT4">
                  <p:embed/>
                </p:oleObj>
              </mc:Choice>
              <mc:Fallback>
                <p:oleObj name="Equation" r:id="rId2" imgW="2476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920" y="602269"/>
                        <a:ext cx="61087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2289852" y="1568425"/>
            <a:ext cx="25264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利用估值定理，</a:t>
            </a: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845771"/>
              </p:ext>
            </p:extLst>
          </p:nvPr>
        </p:nvGraphicFramePr>
        <p:xfrm>
          <a:off x="5015880" y="1560554"/>
          <a:ext cx="4189013" cy="560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89100" imgH="228600" progId="Equation.3">
                  <p:embed/>
                </p:oleObj>
              </mc:Choice>
              <mc:Fallback>
                <p:oleObj name="公式" r:id="rId4" imgW="1689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880" y="1560554"/>
                        <a:ext cx="4189013" cy="5602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365935"/>
              </p:ext>
            </p:extLst>
          </p:nvPr>
        </p:nvGraphicFramePr>
        <p:xfrm>
          <a:off x="1815920" y="2211825"/>
          <a:ext cx="3450704" cy="568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60500" imgH="228600" progId="Equation.3">
                  <p:embed/>
                </p:oleObj>
              </mc:Choice>
              <mc:Fallback>
                <p:oleObj name="公式" r:id="rId6" imgW="1460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5920" y="2211825"/>
                        <a:ext cx="3450704" cy="5681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605120"/>
              </p:ext>
            </p:extLst>
          </p:nvPr>
        </p:nvGraphicFramePr>
        <p:xfrm>
          <a:off x="5266624" y="2109857"/>
          <a:ext cx="4516248" cy="809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43100" imgH="342900" progId="Equation.3">
                  <p:embed/>
                </p:oleObj>
              </mc:Choice>
              <mc:Fallback>
                <p:oleObj name="公式" r:id="rId8" imgW="19431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6624" y="2109857"/>
                        <a:ext cx="4516248" cy="8091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454665"/>
              </p:ext>
            </p:extLst>
          </p:nvPr>
        </p:nvGraphicFramePr>
        <p:xfrm>
          <a:off x="2289852" y="2666618"/>
          <a:ext cx="4992216" cy="9842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15312" imgH="406224" progId="Equation.3">
                  <p:embed/>
                </p:oleObj>
              </mc:Choice>
              <mc:Fallback>
                <p:oleObj name="公式" r:id="rId10" imgW="181531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852" y="2666618"/>
                        <a:ext cx="4992216" cy="9842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760394"/>
              </p:ext>
            </p:extLst>
          </p:nvPr>
        </p:nvGraphicFramePr>
        <p:xfrm>
          <a:off x="1815920" y="3519549"/>
          <a:ext cx="2844552" cy="71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67893" imgH="291973" progId="Equation.3">
                  <p:embed/>
                </p:oleObj>
              </mc:Choice>
              <mc:Fallback>
                <p:oleObj name="公式" r:id="rId12" imgW="1167893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5920" y="3519549"/>
                        <a:ext cx="2844552" cy="711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328603"/>
              </p:ext>
            </p:extLst>
          </p:nvPr>
        </p:nvGraphicFramePr>
        <p:xfrm>
          <a:off x="1761431" y="4126695"/>
          <a:ext cx="6700837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17640" imgH="342720" progId="Equation.DSMT4">
                  <p:embed/>
                </p:oleObj>
              </mc:Choice>
              <mc:Fallback>
                <p:oleObj name="Equation" r:id="rId14" imgW="27176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1431" y="4126695"/>
                        <a:ext cx="6700837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744510" y="1568425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  <a:endParaRPr lang="zh-CN" altLang="en-US" sz="280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83782" y="837546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744510" y="5075129"/>
            <a:ext cx="4711530" cy="761744"/>
            <a:chOff x="1744510" y="5075129"/>
            <a:chExt cx="4711530" cy="761744"/>
          </a:xfrm>
        </p:grpSpPr>
        <p:sp>
          <p:nvSpPr>
            <p:cNvPr id="4" name="文本框 3"/>
            <p:cNvSpPr txBox="1"/>
            <p:nvPr/>
          </p:nvSpPr>
          <p:spPr>
            <a:xfrm>
              <a:off x="1744510" y="5154349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练习</a:t>
              </a: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5507463"/>
                </p:ext>
              </p:extLst>
            </p:nvPr>
          </p:nvGraphicFramePr>
          <p:xfrm>
            <a:off x="2647321" y="5075129"/>
            <a:ext cx="3808719" cy="7617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14320" imgH="342720" progId="Equation.DSMT4">
                    <p:embed/>
                  </p:oleObj>
                </mc:Choice>
                <mc:Fallback>
                  <p:oleObj name="Equation" r:id="rId16" imgW="17143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647321" y="5075129"/>
                          <a:ext cx="3808719" cy="76174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737997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2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/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2"/>
          <p:cNvGrpSpPr>
            <a:grpSpLocks/>
          </p:cNvGrpSpPr>
          <p:nvPr/>
        </p:nvGrpSpPr>
        <p:grpSpPr bwMode="auto">
          <a:xfrm>
            <a:off x="1783879" y="620688"/>
            <a:ext cx="8632601" cy="2778561"/>
            <a:chOff x="474" y="368"/>
            <a:chExt cx="5341" cy="4118"/>
          </a:xfrm>
        </p:grpSpPr>
        <p:sp>
          <p:nvSpPr>
            <p:cNvPr id="12" name="Rectangle 3"/>
            <p:cNvSpPr>
              <a:spLocks noChangeArrowheads="1"/>
            </p:cNvSpPr>
            <p:nvPr/>
          </p:nvSpPr>
          <p:spPr bwMode="auto">
            <a:xfrm>
              <a:off x="474" y="368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83" cy="3746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706762"/>
              </p:ext>
            </p:extLst>
          </p:nvPr>
        </p:nvGraphicFramePr>
        <p:xfrm>
          <a:off x="3160714" y="1371600"/>
          <a:ext cx="6211887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224624" imgH="594344" progId="Word.Document.8">
                  <p:embed/>
                </p:oleObj>
              </mc:Choice>
              <mc:Fallback>
                <p:oleObj name="Document" r:id="rId2" imgW="6224624" imgH="59434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0714" y="1371600"/>
                        <a:ext cx="6211887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2340077" y="4006850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27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209380"/>
              </p:ext>
            </p:extLst>
          </p:nvPr>
        </p:nvGraphicFramePr>
        <p:xfrm>
          <a:off x="3219450" y="4609021"/>
          <a:ext cx="4229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229100" imgH="889000" progId="Equation.3">
                  <p:embed/>
                </p:oleObj>
              </mc:Choice>
              <mc:Fallback>
                <p:oleObj name="公式" r:id="rId4" imgW="4229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450" y="4609021"/>
                        <a:ext cx="4229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986428"/>
              </p:ext>
            </p:extLst>
          </p:nvPr>
        </p:nvGraphicFramePr>
        <p:xfrm>
          <a:off x="3200400" y="3935413"/>
          <a:ext cx="54102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410200" imgH="660400" progId="Equation.3">
                  <p:embed/>
                </p:oleObj>
              </mc:Choice>
              <mc:Fallback>
                <p:oleObj name="公式" r:id="rId6" imgW="54102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935413"/>
                        <a:ext cx="54102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3124200" y="5499101"/>
            <a:ext cx="571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由闭区间上连续函数的介值定理知</a:t>
            </a:r>
          </a:p>
        </p:txBody>
      </p:sp>
      <p:graphicFrame>
        <p:nvGraphicFramePr>
          <p:cNvPr id="30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292178"/>
              </p:ext>
            </p:extLst>
          </p:nvPr>
        </p:nvGraphicFramePr>
        <p:xfrm>
          <a:off x="2516188" y="1987550"/>
          <a:ext cx="661035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6829805" imgH="698382" progId="Word.Document.8">
                  <p:embed/>
                </p:oleObj>
              </mc:Choice>
              <mc:Fallback>
                <p:oleObj name="Document" r:id="rId8" imgW="6829805" imgH="69838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1987550"/>
                        <a:ext cx="661035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6286636"/>
              </p:ext>
            </p:extLst>
          </p:nvPr>
        </p:nvGraphicFramePr>
        <p:xfrm>
          <a:off x="2516188" y="2498137"/>
          <a:ext cx="6602412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6636118" imgH="792339" progId="Word.Document.8">
                  <p:embed/>
                </p:oleObj>
              </mc:Choice>
              <mc:Fallback>
                <p:oleObj name="Document" r:id="rId10" imgW="6636118" imgH="79233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2498137"/>
                        <a:ext cx="6602412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2362200" y="762001"/>
            <a:ext cx="708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性质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(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积分中值定理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658" name="AutoShape 10"/>
          <p:cNvSpPr>
            <a:spLocks noChangeArrowheads="1"/>
          </p:cNvSpPr>
          <p:nvPr/>
        </p:nvSpPr>
        <p:spPr bwMode="auto">
          <a:xfrm>
            <a:off x="6343650" y="3418196"/>
            <a:ext cx="2209800" cy="457200"/>
          </a:xfrm>
          <a:prstGeom prst="wedgeRectCallout">
            <a:avLst>
              <a:gd name="adj1" fmla="val -65875"/>
              <a:gd name="adj2" fmla="val -96875"/>
            </a:avLst>
          </a:prstGeom>
          <a:noFill/>
          <a:ln w="158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积分中值公式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66670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utoUpdateAnimBg="0"/>
      <p:bldP spid="27654" grpId="0" autoUpdateAnimBg="0"/>
      <p:bldP spid="27658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2711450" y="692150"/>
          <a:ext cx="551973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524623" imgH="475099" progId="Word.Document.8">
                  <p:embed/>
                </p:oleObj>
              </mc:Choice>
              <mc:Fallback>
                <p:oleObj name="文档" r:id="rId2" imgW="5524623" imgH="47509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692150"/>
                        <a:ext cx="5519738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2667000" y="1414463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使</a:t>
            </a:r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3476625" y="1235075"/>
          <a:ext cx="3335338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56000" imgH="889000" progId="Equation.3">
                  <p:embed/>
                </p:oleObj>
              </mc:Choice>
              <mc:Fallback>
                <p:oleObj name="公式" r:id="rId4" imgW="35560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25" y="1235075"/>
                        <a:ext cx="3335338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3429000" y="2157414"/>
          <a:ext cx="5360988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5486400" imgH="661676" progId="Word.Document.8">
                  <p:embed/>
                </p:oleObj>
              </mc:Choice>
              <mc:Fallback>
                <p:oleObj name="文档" r:id="rId6" imgW="5486400" imgH="66167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157414"/>
                        <a:ext cx="5360988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7345363" y="2314575"/>
          <a:ext cx="1663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63700" imgH="419100" progId="Equation.3">
                  <p:embed/>
                </p:oleObj>
              </mc:Choice>
              <mc:Fallback>
                <p:oleObj name="公式" r:id="rId8" imgW="16637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5363" y="2314575"/>
                        <a:ext cx="1663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5924550" y="3352800"/>
          <a:ext cx="3962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3810000" imgH="949960" progId="Word.Document.8">
                  <p:embed/>
                </p:oleObj>
              </mc:Choice>
              <mc:Fallback>
                <p:oleObj name="文档" r:id="rId10" imgW="3810000" imgH="9499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4550" y="3352800"/>
                        <a:ext cx="39624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2667001" y="2184401"/>
            <a:ext cx="54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即</a:t>
            </a: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2614613" y="2833687"/>
            <a:ext cx="556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积分中值公式的几何解释：</a:t>
            </a:r>
          </a:p>
        </p:txBody>
      </p:sp>
      <p:grpSp>
        <p:nvGrpSpPr>
          <p:cNvPr id="28682" name="Group 10"/>
          <p:cNvGrpSpPr>
            <a:grpSpLocks/>
          </p:cNvGrpSpPr>
          <p:nvPr/>
        </p:nvGrpSpPr>
        <p:grpSpPr bwMode="auto">
          <a:xfrm>
            <a:off x="2820988" y="3657601"/>
            <a:ext cx="2944812" cy="2265363"/>
            <a:chOff x="817" y="2304"/>
            <a:chExt cx="1855" cy="1427"/>
          </a:xfrm>
        </p:grpSpPr>
        <p:graphicFrame>
          <p:nvGraphicFramePr>
            <p:cNvPr id="31766" name="Object 11"/>
            <p:cNvGraphicFramePr>
              <a:graphicFrameLocks noChangeAspect="1"/>
            </p:cNvGraphicFramePr>
            <p:nvPr/>
          </p:nvGraphicFramePr>
          <p:xfrm>
            <a:off x="1449" y="2564"/>
            <a:ext cx="834" cy="9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12" imgW="1324160" imgH="1504762" progId="Paint.Picture">
                    <p:embed/>
                  </p:oleObj>
                </mc:Choice>
                <mc:Fallback>
                  <p:oleObj name="BMP 图象" r:id="rId12" imgW="1324160" imgH="1504762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9" y="2564"/>
                          <a:ext cx="834" cy="9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7" name="Line 12"/>
            <p:cNvSpPr>
              <a:spLocks noChangeShapeType="1"/>
            </p:cNvSpPr>
            <p:nvPr/>
          </p:nvSpPr>
          <p:spPr bwMode="auto">
            <a:xfrm>
              <a:off x="1017" y="3504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8" name="Line 13"/>
            <p:cNvSpPr>
              <a:spLocks noChangeShapeType="1"/>
            </p:cNvSpPr>
            <p:nvPr/>
          </p:nvSpPr>
          <p:spPr bwMode="auto">
            <a:xfrm flipV="1">
              <a:off x="1017" y="2304"/>
              <a:ext cx="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769" name="Object 14"/>
            <p:cNvGraphicFramePr>
              <a:graphicFrameLocks noChangeAspect="1"/>
            </p:cNvGraphicFramePr>
            <p:nvPr/>
          </p:nvGraphicFramePr>
          <p:xfrm>
            <a:off x="2505" y="3552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66469" imgH="253780" progId="Equation.3">
                    <p:embed/>
                  </p:oleObj>
                </mc:Choice>
                <mc:Fallback>
                  <p:oleObj name="公式" r:id="rId14" imgW="266469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5" y="3552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0" name="Object 15"/>
            <p:cNvGraphicFramePr>
              <a:graphicFrameLocks noChangeAspect="1"/>
            </p:cNvGraphicFramePr>
            <p:nvPr/>
          </p:nvGraphicFramePr>
          <p:xfrm>
            <a:off x="817" y="2304"/>
            <a:ext cx="16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66584" imgH="330057" progId="Equation.3">
                    <p:embed/>
                  </p:oleObj>
                </mc:Choice>
                <mc:Fallback>
                  <p:oleObj name="公式" r:id="rId16" imgW="266584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" y="2304"/>
                          <a:ext cx="167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1" name="Object 16"/>
            <p:cNvGraphicFramePr>
              <a:graphicFrameLocks noChangeAspect="1"/>
            </p:cNvGraphicFramePr>
            <p:nvPr/>
          </p:nvGraphicFramePr>
          <p:xfrm>
            <a:off x="912" y="3537"/>
            <a:ext cx="144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28501" imgH="253890" progId="Equation.3">
                    <p:embed/>
                  </p:oleObj>
                </mc:Choice>
                <mc:Fallback>
                  <p:oleObj name="公式" r:id="rId18" imgW="228501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537"/>
                          <a:ext cx="144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2" name="Object 17"/>
            <p:cNvGraphicFramePr>
              <a:graphicFrameLocks noChangeAspect="1"/>
            </p:cNvGraphicFramePr>
            <p:nvPr/>
          </p:nvGraphicFramePr>
          <p:xfrm>
            <a:off x="1394" y="3552"/>
            <a:ext cx="151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41195" imgH="253890" progId="Equation.3">
                    <p:embed/>
                  </p:oleObj>
                </mc:Choice>
                <mc:Fallback>
                  <p:oleObj name="公式" r:id="rId20" imgW="241195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4" y="3552"/>
                          <a:ext cx="151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3" name="Object 18"/>
            <p:cNvGraphicFramePr>
              <a:graphicFrameLocks noChangeAspect="1"/>
            </p:cNvGraphicFramePr>
            <p:nvPr/>
          </p:nvGraphicFramePr>
          <p:xfrm>
            <a:off x="2217" y="3523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228600" imgH="330200" progId="Equation.3">
                    <p:embed/>
                  </p:oleObj>
                </mc:Choice>
                <mc:Fallback>
                  <p:oleObj name="公式" r:id="rId22" imgW="228600" imgH="330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7" y="3523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91" name="Rectangle 19"/>
          <p:cNvSpPr>
            <a:spLocks noChangeArrowheads="1"/>
          </p:cNvSpPr>
          <p:nvPr/>
        </p:nvSpPr>
        <p:spPr bwMode="auto">
          <a:xfrm>
            <a:off x="3829050" y="4298950"/>
            <a:ext cx="1295400" cy="1250950"/>
          </a:xfrm>
          <a:prstGeom prst="rect">
            <a:avLst/>
          </a:prstGeom>
          <a:solidFill>
            <a:srgbClr val="00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8692" name="Line 20"/>
          <p:cNvSpPr>
            <a:spLocks noChangeShapeType="1"/>
          </p:cNvSpPr>
          <p:nvPr/>
        </p:nvSpPr>
        <p:spPr bwMode="auto">
          <a:xfrm>
            <a:off x="4394200" y="4343400"/>
            <a:ext cx="0" cy="1219200"/>
          </a:xfrm>
          <a:prstGeom prst="line">
            <a:avLst/>
          </a:prstGeom>
          <a:noFill/>
          <a:ln w="38100">
            <a:solidFill>
              <a:srgbClr val="FF00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93" name="Object 21"/>
          <p:cNvGraphicFramePr>
            <a:graphicFrameLocks noChangeAspect="1"/>
          </p:cNvGraphicFramePr>
          <p:nvPr/>
        </p:nvGraphicFramePr>
        <p:xfrm>
          <a:off x="4279900" y="5624514"/>
          <a:ext cx="2159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81145" imgH="361783" progId="Equation.3">
                  <p:embed/>
                </p:oleObj>
              </mc:Choice>
              <mc:Fallback>
                <p:oleObj name="公式" r:id="rId24" imgW="181145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9900" y="5624514"/>
                        <a:ext cx="21590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4" name="Line 22"/>
          <p:cNvSpPr>
            <a:spLocks noChangeShapeType="1"/>
          </p:cNvSpPr>
          <p:nvPr/>
        </p:nvSpPr>
        <p:spPr bwMode="auto">
          <a:xfrm flipH="1">
            <a:off x="3130550" y="4298950"/>
            <a:ext cx="1295400" cy="0"/>
          </a:xfrm>
          <a:prstGeom prst="line">
            <a:avLst/>
          </a:prstGeom>
          <a:noFill/>
          <a:ln w="38100">
            <a:solidFill>
              <a:srgbClr val="FF00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95" name="Object 23"/>
          <p:cNvGraphicFramePr>
            <a:graphicFrameLocks noChangeAspect="1"/>
          </p:cNvGraphicFramePr>
          <p:nvPr/>
        </p:nvGraphicFramePr>
        <p:xfrm>
          <a:off x="2439988" y="4143376"/>
          <a:ext cx="6842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752341" imgH="361783" progId="Equation.3">
                  <p:embed/>
                </p:oleObj>
              </mc:Choice>
              <mc:Fallback>
                <p:oleObj name="公式" r:id="rId26" imgW="752341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4143376"/>
                        <a:ext cx="684212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6" name="Object 24"/>
          <p:cNvGraphicFramePr>
            <a:graphicFrameLocks noChangeAspect="1"/>
          </p:cNvGraphicFramePr>
          <p:nvPr/>
        </p:nvGraphicFramePr>
        <p:xfrm>
          <a:off x="7143750" y="3810000"/>
          <a:ext cx="31432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8" imgW="3149600" imgH="447040" progId="Word.Document.8">
                  <p:embed/>
                </p:oleObj>
              </mc:Choice>
              <mc:Fallback>
                <p:oleObj name="文档" r:id="rId28" imgW="3149600" imgH="4470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3810000"/>
                        <a:ext cx="314325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7" name="Object 25"/>
          <p:cNvGraphicFramePr>
            <a:graphicFrameLocks noChangeAspect="1"/>
          </p:cNvGraphicFramePr>
          <p:nvPr/>
        </p:nvGraphicFramePr>
        <p:xfrm>
          <a:off x="7239000" y="4267200"/>
          <a:ext cx="27241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0" imgW="2722880" imgH="447040" progId="Word.Document.8">
                  <p:embed/>
                </p:oleObj>
              </mc:Choice>
              <mc:Fallback>
                <p:oleObj name="文档" r:id="rId30" imgW="2722880" imgH="4470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4267200"/>
                        <a:ext cx="272415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8" name="Object 26"/>
          <p:cNvGraphicFramePr>
            <a:graphicFrameLocks noChangeAspect="1"/>
          </p:cNvGraphicFramePr>
          <p:nvPr/>
        </p:nvGraphicFramePr>
        <p:xfrm>
          <a:off x="6057900" y="4191000"/>
          <a:ext cx="11620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2" imgW="1193800" imgH="619760" progId="Word.Document.8">
                  <p:embed/>
                </p:oleObj>
              </mc:Choice>
              <mc:Fallback>
                <p:oleObj name="文档" r:id="rId32" imgW="1193800" imgH="6197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0" y="4191000"/>
                        <a:ext cx="11620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9" name="Object 27"/>
          <p:cNvGraphicFramePr>
            <a:graphicFrameLocks noChangeAspect="1"/>
          </p:cNvGraphicFramePr>
          <p:nvPr/>
        </p:nvGraphicFramePr>
        <p:xfrm>
          <a:off x="6057900" y="4667250"/>
          <a:ext cx="38862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4" imgW="3891280" imgH="594360" progId="Word.Document.8">
                  <p:embed/>
                </p:oleObj>
              </mc:Choice>
              <mc:Fallback>
                <p:oleObj name="文档" r:id="rId34" imgW="3891280" imgH="5943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0" y="4667250"/>
                        <a:ext cx="38862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0" name="Object 28"/>
          <p:cNvGraphicFramePr>
            <a:graphicFrameLocks noChangeAspect="1"/>
          </p:cNvGraphicFramePr>
          <p:nvPr/>
        </p:nvGraphicFramePr>
        <p:xfrm>
          <a:off x="6057900" y="5143500"/>
          <a:ext cx="38862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6" imgW="3891280" imgH="594360" progId="Word.Document.8">
                  <p:embed/>
                </p:oleObj>
              </mc:Choice>
              <mc:Fallback>
                <p:oleObj name="文档" r:id="rId36" imgW="3891280" imgH="5943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0" y="5143500"/>
                        <a:ext cx="38862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1" name="Object 29"/>
          <p:cNvGraphicFramePr>
            <a:graphicFrameLocks noChangeAspect="1"/>
          </p:cNvGraphicFramePr>
          <p:nvPr/>
        </p:nvGraphicFramePr>
        <p:xfrm>
          <a:off x="6134100" y="5715000"/>
          <a:ext cx="3124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8" imgW="3129280" imgH="426720" progId="Word.Document.8">
                  <p:embed/>
                </p:oleObj>
              </mc:Choice>
              <mc:Fallback>
                <p:oleObj name="文档" r:id="rId38" imgW="3129280" imgH="4267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0" y="5715000"/>
                        <a:ext cx="3124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591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2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2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5" dur="5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autoUpdateAnimBg="0"/>
      <p:bldP spid="28680" grpId="0" autoUpdateAnimBg="0"/>
      <p:bldP spid="28681" grpId="0" autoUpdateAnimBg="0"/>
      <p:bldP spid="28691" grpId="0" animBg="1"/>
      <p:bldP spid="28692" grpId="0" animBg="1"/>
      <p:bldP spid="2869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1"/>
          <p:cNvSpPr txBox="1">
            <a:spLocks noChangeArrowheads="1"/>
          </p:cNvSpPr>
          <p:nvPr/>
        </p:nvSpPr>
        <p:spPr bwMode="auto">
          <a:xfrm>
            <a:off x="2235848" y="664341"/>
            <a:ext cx="1204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zh-CN" altLang="en-US" sz="2800" b="1" dirty="0"/>
              <a:t>   求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534640"/>
              </p:ext>
            </p:extLst>
          </p:nvPr>
        </p:nvGraphicFramePr>
        <p:xfrm>
          <a:off x="2176464" y="1977088"/>
          <a:ext cx="4639616" cy="912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7100" imgH="431800" progId="Equation.DSMT4">
                  <p:embed/>
                </p:oleObj>
              </mc:Choice>
              <mc:Fallback>
                <p:oleObj name="Equation" r:id="rId2" imgW="2197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464" y="1977088"/>
                        <a:ext cx="4639616" cy="9123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176464" y="1388531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888457" y="1399864"/>
            <a:ext cx="269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由积分中值定理</a:t>
            </a:r>
          </a:p>
        </p:txBody>
      </p:sp>
      <p:graphicFrame>
        <p:nvGraphicFramePr>
          <p:cNvPr id="32774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1710765"/>
              </p:ext>
            </p:extLst>
          </p:nvPr>
        </p:nvGraphicFramePr>
        <p:xfrm>
          <a:off x="3459037" y="466961"/>
          <a:ext cx="2183227" cy="86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254" imgH="406224" progId="Equation.DSMT4">
                  <p:embed/>
                </p:oleObj>
              </mc:Choice>
              <mc:Fallback>
                <p:oleObj name="Equation" r:id="rId4" imgW="1028254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9037" y="466961"/>
                        <a:ext cx="2183227" cy="86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604580"/>
              </p:ext>
            </p:extLst>
          </p:nvPr>
        </p:nvGraphicFramePr>
        <p:xfrm>
          <a:off x="6816080" y="1977088"/>
          <a:ext cx="3888432" cy="918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28800" imgH="431800" progId="Equation.DSMT4">
                  <p:embed/>
                </p:oleObj>
              </mc:Choice>
              <mc:Fallback>
                <p:oleObj name="Equation" r:id="rId6" imgW="18288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080" y="1977088"/>
                        <a:ext cx="3888432" cy="9183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814432"/>
              </p:ext>
            </p:extLst>
          </p:nvPr>
        </p:nvGraphicFramePr>
        <p:xfrm>
          <a:off x="2922617" y="2805386"/>
          <a:ext cx="1946247" cy="919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431800" progId="Equation.DSMT4">
                  <p:embed/>
                </p:oleObj>
              </mc:Choice>
              <mc:Fallback>
                <p:oleObj name="Equation" r:id="rId8" imgW="9144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2617" y="2805386"/>
                        <a:ext cx="1946247" cy="9193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028796"/>
              </p:ext>
            </p:extLst>
          </p:nvPr>
        </p:nvGraphicFramePr>
        <p:xfrm>
          <a:off x="4650317" y="3048482"/>
          <a:ext cx="1517691" cy="458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72808" imgH="203112" progId="Equation.DSMT4">
                  <p:embed/>
                </p:oleObj>
              </mc:Choice>
              <mc:Fallback>
                <p:oleObj name="Equation" r:id="rId10" imgW="672808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0317" y="3048482"/>
                        <a:ext cx="1517691" cy="458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66431" y="3898248"/>
            <a:ext cx="20714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例</a:t>
            </a:r>
            <a:r>
              <a:rPr lang="zh-CN" altLang="en-US" sz="2800" b="1" dirty="0">
                <a:latin typeface="Arial" charset="0"/>
              </a:rPr>
              <a:t>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(1991.1)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32779" name="对象 15"/>
          <p:cNvGraphicFramePr>
            <a:graphicFrameLocks noChangeAspect="1"/>
          </p:cNvGraphicFramePr>
          <p:nvPr/>
        </p:nvGraphicFramePr>
        <p:xfrm>
          <a:off x="7670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37454" imgH="680484" progId="Equation.DSMT4">
                  <p:embed/>
                </p:oleObj>
              </mc:Choice>
              <mc:Fallback>
                <p:oleObj name="Equation" r:id="rId12" imgW="437454" imgH="6804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3352800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2150045" y="3921054"/>
            <a:ext cx="8035925" cy="1676400"/>
            <a:chOff x="623988" y="3429000"/>
            <a:chExt cx="8035090" cy="1676400"/>
          </a:xfrm>
        </p:grpSpPr>
        <p:grpSp>
          <p:nvGrpSpPr>
            <p:cNvPr id="32781" name="组合 12"/>
            <p:cNvGrpSpPr>
              <a:grpSpLocks/>
            </p:cNvGrpSpPr>
            <p:nvPr/>
          </p:nvGrpSpPr>
          <p:grpSpPr bwMode="auto">
            <a:xfrm>
              <a:off x="2715478" y="3429000"/>
              <a:ext cx="5943600" cy="523220"/>
              <a:chOff x="2935838" y="3886200"/>
              <a:chExt cx="5943600" cy="523220"/>
            </a:xfrm>
          </p:grpSpPr>
          <p:sp>
            <p:nvSpPr>
              <p:cNvPr id="32787" name="TextBox 10"/>
              <p:cNvSpPr txBox="1">
                <a:spLocks noChangeArrowheads="1"/>
              </p:cNvSpPr>
              <p:nvPr/>
            </p:nvSpPr>
            <p:spPr bwMode="auto">
              <a:xfrm>
                <a:off x="2935838" y="3886200"/>
                <a:ext cx="59436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b="1"/>
                  <a:t>设函数        在</a:t>
                </a:r>
                <a:r>
                  <a:rPr lang="en-US" altLang="zh-CN" sz="2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[0,1]</a:t>
                </a:r>
                <a:r>
                  <a:rPr lang="zh-CN" altLang="en-US" sz="2800" b="1"/>
                  <a:t>上连续，在</a:t>
                </a:r>
                <a:r>
                  <a:rPr lang="en-US" altLang="zh-CN" sz="2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(0,1)</a:t>
                </a:r>
                <a:r>
                  <a:rPr lang="zh-CN" altLang="en-US" sz="2800" b="1"/>
                  <a:t>内</a:t>
                </a:r>
              </a:p>
            </p:txBody>
          </p:sp>
          <p:graphicFrame>
            <p:nvGraphicFramePr>
              <p:cNvPr id="32788" name="对象 11"/>
              <p:cNvGraphicFramePr>
                <a:graphicFrameLocks noChangeAspect="1"/>
              </p:cNvGraphicFramePr>
              <p:nvPr/>
            </p:nvGraphicFramePr>
            <p:xfrm>
              <a:off x="4038600" y="3924300"/>
              <a:ext cx="810223" cy="4470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368140" imgH="203112" progId="Equation.DSMT4">
                      <p:embed/>
                    </p:oleObj>
                  </mc:Choice>
                  <mc:Fallback>
                    <p:oleObj name="Equation" r:id="rId14" imgW="368140" imgH="20311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38600" y="3924300"/>
                            <a:ext cx="810223" cy="4470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2782" name="TextBox 13"/>
            <p:cNvSpPr txBox="1">
              <a:spLocks noChangeArrowheads="1"/>
            </p:cNvSpPr>
            <p:nvPr/>
          </p:nvSpPr>
          <p:spPr bwMode="auto">
            <a:xfrm>
              <a:off x="623988" y="4053254"/>
              <a:ext cx="162736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可导，且</a:t>
              </a:r>
            </a:p>
          </p:txBody>
        </p:sp>
        <p:graphicFrame>
          <p:nvGraphicFramePr>
            <p:cNvPr id="32783" name="对象 14"/>
            <p:cNvGraphicFramePr>
              <a:graphicFrameLocks noChangeAspect="1"/>
            </p:cNvGraphicFramePr>
            <p:nvPr/>
          </p:nvGraphicFramePr>
          <p:xfrm>
            <a:off x="2251357" y="3972735"/>
            <a:ext cx="2575039" cy="7620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244600" imgH="368300" progId="Equation.DSMT4">
                    <p:embed/>
                  </p:oleObj>
                </mc:Choice>
                <mc:Fallback>
                  <p:oleObj name="Equation" r:id="rId16" imgW="1244600" imgH="3683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1357" y="3972735"/>
                          <a:ext cx="2575039" cy="7620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4" name="TextBox 16"/>
            <p:cNvSpPr txBox="1">
              <a:spLocks noChangeArrowheads="1"/>
            </p:cNvSpPr>
            <p:nvPr/>
          </p:nvSpPr>
          <p:spPr bwMode="auto">
            <a:xfrm>
              <a:off x="4876799" y="4069451"/>
              <a:ext cx="162095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证明存在</a:t>
              </a:r>
            </a:p>
          </p:txBody>
        </p:sp>
        <p:graphicFrame>
          <p:nvGraphicFramePr>
            <p:cNvPr id="32785" name="对象 17"/>
            <p:cNvGraphicFramePr>
              <a:graphicFrameLocks noChangeAspect="1"/>
            </p:cNvGraphicFramePr>
            <p:nvPr/>
          </p:nvGraphicFramePr>
          <p:xfrm>
            <a:off x="6400800" y="4100793"/>
            <a:ext cx="1427044" cy="4756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09336" imgH="203112" progId="Equation.DSMT4">
                    <p:embed/>
                  </p:oleObj>
                </mc:Choice>
                <mc:Fallback>
                  <p:oleObj name="Equation" r:id="rId18" imgW="609336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00800" y="4100793"/>
                          <a:ext cx="1427044" cy="4756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6" name="对象 18"/>
            <p:cNvGraphicFramePr>
              <a:graphicFrameLocks noChangeAspect="1"/>
            </p:cNvGraphicFramePr>
            <p:nvPr/>
          </p:nvGraphicFramePr>
          <p:xfrm>
            <a:off x="652015" y="4648200"/>
            <a:ext cx="208597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926698" imgH="203112" progId="Equation.DSMT4">
                    <p:embed/>
                  </p:oleObj>
                </mc:Choice>
                <mc:Fallback>
                  <p:oleObj name="Equation" r:id="rId20" imgW="926698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015" y="4648200"/>
                          <a:ext cx="2085975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1407932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2263</TotalTime>
  <Words>525</Words>
  <Application>Microsoft Office PowerPoint</Application>
  <PresentationFormat>宽屏</PresentationFormat>
  <Paragraphs>125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35</vt:i4>
      </vt:variant>
    </vt:vector>
  </HeadingPairs>
  <TitlesOfParts>
    <vt:vector size="48" baseType="lpstr">
      <vt:lpstr>黑体</vt:lpstr>
      <vt:lpstr>华文楷体</vt:lpstr>
      <vt:lpstr>华文行楷</vt:lpstr>
      <vt:lpstr>宋体</vt:lpstr>
      <vt:lpstr>Arial</vt:lpstr>
      <vt:lpstr>Calibri</vt:lpstr>
      <vt:lpstr>Times New Roman</vt:lpstr>
      <vt:lpstr>Office 主题</vt:lpstr>
      <vt:lpstr>BMP 图象</vt:lpstr>
      <vt:lpstr>公式</vt:lpstr>
      <vt:lpstr>文档</vt:lpstr>
      <vt:lpstr>Document</vt:lpstr>
      <vt:lpstr>Equation</vt:lpstr>
      <vt:lpstr>第5章  定积分及其应用</vt:lpstr>
      <vt:lpstr>PowerPoint 演示文稿</vt:lpstr>
      <vt:lpstr>一、问题的提出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二、定积分的定义</vt:lpstr>
      <vt:lpstr>PowerPoint 演示文稿</vt:lpstr>
      <vt:lpstr>PowerPoint 演示文稿</vt:lpstr>
      <vt:lpstr>三、存在定理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四、定积分的几何意义</vt:lpstr>
      <vt:lpstr>PowerPoint 演示文稿</vt:lpstr>
      <vt:lpstr>PowerPoint 演示文稿</vt:lpstr>
      <vt:lpstr>PowerPoint 演示文稿</vt:lpstr>
      <vt:lpstr>五、定积分的性质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116</cp:revision>
  <dcterms:created xsi:type="dcterms:W3CDTF">2009-06-13T01:14:34Z</dcterms:created>
  <dcterms:modified xsi:type="dcterms:W3CDTF">2023-12-12T10:52:30Z</dcterms:modified>
</cp:coreProperties>
</file>