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60" r:id="rId2"/>
    <p:sldId id="261" r:id="rId3"/>
    <p:sldId id="262" r:id="rId4"/>
    <p:sldId id="263" r:id="rId5"/>
    <p:sldId id="264" r:id="rId6"/>
    <p:sldId id="31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311" r:id="rId16"/>
    <p:sldId id="312" r:id="rId17"/>
    <p:sldId id="314" r:id="rId18"/>
    <p:sldId id="315" r:id="rId19"/>
    <p:sldId id="273" r:id="rId20"/>
    <p:sldId id="310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238" autoAdjust="0"/>
  </p:normalViewPr>
  <p:slideViewPr>
    <p:cSldViewPr>
      <p:cViewPr varScale="1">
        <p:scale>
          <a:sx n="72" d="100"/>
          <a:sy n="72" d="100"/>
        </p:scale>
        <p:origin x="26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19.bin"/><Relationship Id="rId26" Type="http://schemas.openxmlformats.org/officeDocument/2006/relationships/oleObject" Target="../embeddings/oleObject24.bin"/><Relationship Id="rId3" Type="http://schemas.openxmlformats.org/officeDocument/2006/relationships/image" Target="../media/image12.wmf"/><Relationship Id="rId21" Type="http://schemas.openxmlformats.org/officeDocument/2006/relationships/image" Target="../media/image21.e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19.wmf"/><Relationship Id="rId25" Type="http://schemas.openxmlformats.org/officeDocument/2006/relationships/oleObject" Target="../embeddings/oleObject23.bin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29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22.bin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23" Type="http://schemas.openxmlformats.org/officeDocument/2006/relationships/image" Target="../media/image22.wmf"/><Relationship Id="rId28" Type="http://schemas.openxmlformats.org/officeDocument/2006/relationships/image" Target="../media/image23.e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20.emf"/><Relationship Id="rId31" Type="http://schemas.openxmlformats.org/officeDocument/2006/relationships/oleObject" Target="../embeddings/oleObject27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1.bin"/><Relationship Id="rId27" Type="http://schemas.openxmlformats.org/officeDocument/2006/relationships/oleObject" Target="../embeddings/oleObject25.bin"/><Relationship Id="rId30" Type="http://schemas.openxmlformats.org/officeDocument/2006/relationships/image" Target="../media/image2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3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30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2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45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.wmf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63.bin"/><Relationship Id="rId39" Type="http://schemas.openxmlformats.org/officeDocument/2006/relationships/image" Target="../media/image64.wmf"/><Relationship Id="rId21" Type="http://schemas.openxmlformats.org/officeDocument/2006/relationships/image" Target="../media/image55.wmf"/><Relationship Id="rId34" Type="http://schemas.openxmlformats.org/officeDocument/2006/relationships/oleObject" Target="../embeddings/oleObject67.bin"/><Relationship Id="rId42" Type="http://schemas.openxmlformats.org/officeDocument/2006/relationships/oleObject" Target="../embeddings/oleObject71.bin"/><Relationship Id="rId7" Type="http://schemas.openxmlformats.org/officeDocument/2006/relationships/image" Target="../media/image48.w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29" Type="http://schemas.openxmlformats.org/officeDocument/2006/relationships/image" Target="../media/image5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0.wmf"/><Relationship Id="rId24" Type="http://schemas.openxmlformats.org/officeDocument/2006/relationships/oleObject" Target="../embeddings/oleObject62.bin"/><Relationship Id="rId32" Type="http://schemas.openxmlformats.org/officeDocument/2006/relationships/oleObject" Target="../embeddings/oleObject66.bin"/><Relationship Id="rId37" Type="http://schemas.openxmlformats.org/officeDocument/2006/relationships/image" Target="../media/image63.wmf"/><Relationship Id="rId40" Type="http://schemas.openxmlformats.org/officeDocument/2006/relationships/oleObject" Target="../embeddings/oleObject70.bin"/><Relationship Id="rId45" Type="http://schemas.openxmlformats.org/officeDocument/2006/relationships/image" Target="../media/image67.wmf"/><Relationship Id="rId5" Type="http://schemas.openxmlformats.org/officeDocument/2006/relationships/image" Target="../media/image47.wmf"/><Relationship Id="rId15" Type="http://schemas.openxmlformats.org/officeDocument/2006/relationships/image" Target="../media/image52.wmf"/><Relationship Id="rId23" Type="http://schemas.openxmlformats.org/officeDocument/2006/relationships/image" Target="../media/image56.wmf"/><Relationship Id="rId28" Type="http://schemas.openxmlformats.org/officeDocument/2006/relationships/oleObject" Target="../embeddings/oleObject64.bin"/><Relationship Id="rId36" Type="http://schemas.openxmlformats.org/officeDocument/2006/relationships/oleObject" Target="../embeddings/oleObject68.bin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54.wmf"/><Relationship Id="rId31" Type="http://schemas.openxmlformats.org/officeDocument/2006/relationships/image" Target="../media/image60.wmf"/><Relationship Id="rId44" Type="http://schemas.openxmlformats.org/officeDocument/2006/relationships/oleObject" Target="../embeddings/oleObject72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57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58.wmf"/><Relationship Id="rId30" Type="http://schemas.openxmlformats.org/officeDocument/2006/relationships/oleObject" Target="../embeddings/oleObject65.bin"/><Relationship Id="rId35" Type="http://schemas.openxmlformats.org/officeDocument/2006/relationships/image" Target="../media/image62.wmf"/><Relationship Id="rId43" Type="http://schemas.openxmlformats.org/officeDocument/2006/relationships/image" Target="../media/image66.wmf"/><Relationship Id="rId8" Type="http://schemas.openxmlformats.org/officeDocument/2006/relationships/oleObject" Target="../embeddings/oleObject54.bin"/><Relationship Id="rId3" Type="http://schemas.openxmlformats.org/officeDocument/2006/relationships/image" Target="../media/image46.w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53.wmf"/><Relationship Id="rId25" Type="http://schemas.openxmlformats.org/officeDocument/2006/relationships/image" Target="../media/image57.wmf"/><Relationship Id="rId33" Type="http://schemas.openxmlformats.org/officeDocument/2006/relationships/image" Target="../media/image61.wmf"/><Relationship Id="rId38" Type="http://schemas.openxmlformats.org/officeDocument/2006/relationships/oleObject" Target="../embeddings/oleObject69.bin"/><Relationship Id="rId20" Type="http://schemas.openxmlformats.org/officeDocument/2006/relationships/oleObject" Target="../embeddings/oleObject60.bin"/><Relationship Id="rId41" Type="http://schemas.openxmlformats.org/officeDocument/2006/relationships/image" Target="../media/image6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81.bin"/><Relationship Id="rId26" Type="http://schemas.openxmlformats.org/officeDocument/2006/relationships/oleObject" Target="../embeddings/oleObject85.bin"/><Relationship Id="rId3" Type="http://schemas.openxmlformats.org/officeDocument/2006/relationships/image" Target="../media/image68.wmf"/><Relationship Id="rId21" Type="http://schemas.openxmlformats.org/officeDocument/2006/relationships/image" Target="../media/image77.wmf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75.wmf"/><Relationship Id="rId25" Type="http://schemas.openxmlformats.org/officeDocument/2006/relationships/image" Target="../media/image79.wmf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29" Type="http://schemas.openxmlformats.org/officeDocument/2006/relationships/image" Target="../media/image8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72.wmf"/><Relationship Id="rId24" Type="http://schemas.openxmlformats.org/officeDocument/2006/relationships/oleObject" Target="../embeddings/oleObject84.bin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23" Type="http://schemas.openxmlformats.org/officeDocument/2006/relationships/image" Target="../media/image78.wmf"/><Relationship Id="rId28" Type="http://schemas.openxmlformats.org/officeDocument/2006/relationships/oleObject" Target="../embeddings/oleObject86.bin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76.wmf"/><Relationship Id="rId31" Type="http://schemas.openxmlformats.org/officeDocument/2006/relationships/image" Target="../media/image82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80.wmf"/><Relationship Id="rId30" Type="http://schemas.openxmlformats.org/officeDocument/2006/relationships/oleObject" Target="../embeddings/oleObject8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88.wmf"/><Relationship Id="rId18" Type="http://schemas.openxmlformats.org/officeDocument/2006/relationships/oleObject" Target="../embeddings/oleObject96.bin"/><Relationship Id="rId3" Type="http://schemas.openxmlformats.org/officeDocument/2006/relationships/image" Target="../media/image83.wmf"/><Relationship Id="rId21" Type="http://schemas.openxmlformats.org/officeDocument/2006/relationships/oleObject" Target="../embeddings/oleObject98.bin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90.wmf"/><Relationship Id="rId2" Type="http://schemas.openxmlformats.org/officeDocument/2006/relationships/oleObject" Target="../embeddings/oleObject88.bin"/><Relationship Id="rId16" Type="http://schemas.openxmlformats.org/officeDocument/2006/relationships/oleObject" Target="../embeddings/oleObject95.bin"/><Relationship Id="rId20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87.wmf"/><Relationship Id="rId5" Type="http://schemas.openxmlformats.org/officeDocument/2006/relationships/image" Target="../media/image84.wmf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92.bin"/><Relationship Id="rId19" Type="http://schemas.openxmlformats.org/officeDocument/2006/relationships/image" Target="../media/image91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94.bin"/><Relationship Id="rId22" Type="http://schemas.openxmlformats.org/officeDocument/2006/relationships/image" Target="../media/image92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image" Target="../media/image94.wmf"/><Relationship Id="rId7" Type="http://schemas.openxmlformats.org/officeDocument/2006/relationships/image" Target="../media/image96.w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97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04.wmf"/><Relationship Id="rId3" Type="http://schemas.openxmlformats.org/officeDocument/2006/relationships/image" Target="../media/image99.wmf"/><Relationship Id="rId7" Type="http://schemas.openxmlformats.org/officeDocument/2006/relationships/image" Target="../media/image101.emf"/><Relationship Id="rId12" Type="http://schemas.openxmlformats.org/officeDocument/2006/relationships/oleObject" Target="../embeddings/oleObject109.bin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03.emf"/><Relationship Id="rId5" Type="http://schemas.openxmlformats.org/officeDocument/2006/relationships/image" Target="../media/image100.wmf"/><Relationship Id="rId15" Type="http://schemas.openxmlformats.org/officeDocument/2006/relationships/image" Target="../media/image105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2.emf"/><Relationship Id="rId14" Type="http://schemas.openxmlformats.org/officeDocument/2006/relationships/oleObject" Target="../embeddings/oleObject11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11.emf"/><Relationship Id="rId18" Type="http://schemas.openxmlformats.org/officeDocument/2006/relationships/oleObject" Target="../embeddings/oleObject119.bin"/><Relationship Id="rId26" Type="http://schemas.openxmlformats.org/officeDocument/2006/relationships/oleObject" Target="../embeddings/oleObject123.bin"/><Relationship Id="rId3" Type="http://schemas.openxmlformats.org/officeDocument/2006/relationships/image" Target="../media/image106.wmf"/><Relationship Id="rId21" Type="http://schemas.openxmlformats.org/officeDocument/2006/relationships/image" Target="../media/image115.e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13.emf"/><Relationship Id="rId25" Type="http://schemas.openxmlformats.org/officeDocument/2006/relationships/image" Target="../media/image117.w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0.bin"/><Relationship Id="rId29" Type="http://schemas.openxmlformats.org/officeDocument/2006/relationships/image" Target="../media/image11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0.wmf"/><Relationship Id="rId24" Type="http://schemas.openxmlformats.org/officeDocument/2006/relationships/oleObject" Target="../embeddings/oleObject122.bin"/><Relationship Id="rId5" Type="http://schemas.openxmlformats.org/officeDocument/2006/relationships/image" Target="../media/image107.emf"/><Relationship Id="rId15" Type="http://schemas.openxmlformats.org/officeDocument/2006/relationships/image" Target="../media/image112.wmf"/><Relationship Id="rId23" Type="http://schemas.openxmlformats.org/officeDocument/2006/relationships/image" Target="../media/image116.wmf"/><Relationship Id="rId28" Type="http://schemas.openxmlformats.org/officeDocument/2006/relationships/oleObject" Target="../embeddings/oleObject124.bin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14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09.emf"/><Relationship Id="rId14" Type="http://schemas.openxmlformats.org/officeDocument/2006/relationships/oleObject" Target="../embeddings/oleObject117.bin"/><Relationship Id="rId22" Type="http://schemas.openxmlformats.org/officeDocument/2006/relationships/oleObject" Target="../embeddings/oleObject121.bin"/><Relationship Id="rId27" Type="http://schemas.openxmlformats.org/officeDocument/2006/relationships/image" Target="../media/image11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7" Type="http://schemas.openxmlformats.org/officeDocument/2006/relationships/image" Target="../media/image73.png"/><Relationship Id="rId2" Type="http://schemas.openxmlformats.org/officeDocument/2006/relationships/oleObject" Target="../embeddings/oleObject12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12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35.bin"/><Relationship Id="rId26" Type="http://schemas.openxmlformats.org/officeDocument/2006/relationships/oleObject" Target="../embeddings/oleObject139.bin"/><Relationship Id="rId3" Type="http://schemas.openxmlformats.org/officeDocument/2006/relationships/image" Target="../media/image122.wmf"/><Relationship Id="rId21" Type="http://schemas.openxmlformats.org/officeDocument/2006/relationships/image" Target="../media/image131.wmf"/><Relationship Id="rId7" Type="http://schemas.openxmlformats.org/officeDocument/2006/relationships/image" Target="../media/image124.e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29.emf"/><Relationship Id="rId25" Type="http://schemas.openxmlformats.org/officeDocument/2006/relationships/image" Target="../media/image133.emf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6.bin"/><Relationship Id="rId29" Type="http://schemas.openxmlformats.org/officeDocument/2006/relationships/image" Target="../media/image13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26.wmf"/><Relationship Id="rId24" Type="http://schemas.openxmlformats.org/officeDocument/2006/relationships/oleObject" Target="../embeddings/oleObject138.bin"/><Relationship Id="rId5" Type="http://schemas.openxmlformats.org/officeDocument/2006/relationships/image" Target="../media/image123.emf"/><Relationship Id="rId15" Type="http://schemas.openxmlformats.org/officeDocument/2006/relationships/image" Target="../media/image128.wmf"/><Relationship Id="rId23" Type="http://schemas.openxmlformats.org/officeDocument/2006/relationships/image" Target="../media/image132.emf"/><Relationship Id="rId28" Type="http://schemas.openxmlformats.org/officeDocument/2006/relationships/oleObject" Target="../embeddings/oleObject140.bin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30.wmf"/><Relationship Id="rId31" Type="http://schemas.openxmlformats.org/officeDocument/2006/relationships/image" Target="../media/image136.e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7.bin"/><Relationship Id="rId27" Type="http://schemas.openxmlformats.org/officeDocument/2006/relationships/image" Target="../media/image134.emf"/><Relationship Id="rId30" Type="http://schemas.openxmlformats.org/officeDocument/2006/relationships/oleObject" Target="../embeddings/oleObject141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50.bin"/><Relationship Id="rId26" Type="http://schemas.openxmlformats.org/officeDocument/2006/relationships/oleObject" Target="../embeddings/oleObject154.bin"/><Relationship Id="rId39" Type="http://schemas.openxmlformats.org/officeDocument/2006/relationships/image" Target="../media/image153.emf"/><Relationship Id="rId21" Type="http://schemas.openxmlformats.org/officeDocument/2006/relationships/image" Target="../media/image144.emf"/><Relationship Id="rId34" Type="http://schemas.openxmlformats.org/officeDocument/2006/relationships/oleObject" Target="../embeddings/oleObject158.bin"/><Relationship Id="rId42" Type="http://schemas.openxmlformats.org/officeDocument/2006/relationships/oleObject" Target="../embeddings/oleObject162.bin"/><Relationship Id="rId47" Type="http://schemas.openxmlformats.org/officeDocument/2006/relationships/image" Target="../media/image157.emf"/><Relationship Id="rId50" Type="http://schemas.openxmlformats.org/officeDocument/2006/relationships/oleObject" Target="../embeddings/oleObject166.bin"/><Relationship Id="rId7" Type="http://schemas.openxmlformats.org/officeDocument/2006/relationships/image" Target="../media/image139.emf"/><Relationship Id="rId2" Type="http://schemas.openxmlformats.org/officeDocument/2006/relationships/oleObject" Target="../embeddings/oleObject142.bin"/><Relationship Id="rId16" Type="http://schemas.openxmlformats.org/officeDocument/2006/relationships/oleObject" Target="../embeddings/oleObject149.bin"/><Relationship Id="rId29" Type="http://schemas.openxmlformats.org/officeDocument/2006/relationships/image" Target="../media/image148.wmf"/><Relationship Id="rId11" Type="http://schemas.openxmlformats.org/officeDocument/2006/relationships/image" Target="../media/image141.wmf"/><Relationship Id="rId24" Type="http://schemas.openxmlformats.org/officeDocument/2006/relationships/oleObject" Target="../embeddings/oleObject153.bin"/><Relationship Id="rId32" Type="http://schemas.openxmlformats.org/officeDocument/2006/relationships/oleObject" Target="../embeddings/oleObject157.bin"/><Relationship Id="rId37" Type="http://schemas.openxmlformats.org/officeDocument/2006/relationships/image" Target="../media/image152.emf"/><Relationship Id="rId40" Type="http://schemas.openxmlformats.org/officeDocument/2006/relationships/oleObject" Target="../embeddings/oleObject161.bin"/><Relationship Id="rId45" Type="http://schemas.openxmlformats.org/officeDocument/2006/relationships/image" Target="../media/image156.emf"/><Relationship Id="rId53" Type="http://schemas.openxmlformats.org/officeDocument/2006/relationships/image" Target="../media/image160.emf"/><Relationship Id="rId5" Type="http://schemas.openxmlformats.org/officeDocument/2006/relationships/image" Target="../media/image138.emf"/><Relationship Id="rId10" Type="http://schemas.openxmlformats.org/officeDocument/2006/relationships/oleObject" Target="../embeddings/oleObject146.bin"/><Relationship Id="rId19" Type="http://schemas.openxmlformats.org/officeDocument/2006/relationships/image" Target="../media/image143.wmf"/><Relationship Id="rId31" Type="http://schemas.openxmlformats.org/officeDocument/2006/relationships/image" Target="../media/image149.wmf"/><Relationship Id="rId44" Type="http://schemas.openxmlformats.org/officeDocument/2006/relationships/oleObject" Target="../embeddings/oleObject163.bin"/><Relationship Id="rId52" Type="http://schemas.openxmlformats.org/officeDocument/2006/relationships/oleObject" Target="../embeddings/oleObject167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40.emf"/><Relationship Id="rId14" Type="http://schemas.openxmlformats.org/officeDocument/2006/relationships/oleObject" Target="../embeddings/oleObject148.bin"/><Relationship Id="rId22" Type="http://schemas.openxmlformats.org/officeDocument/2006/relationships/oleObject" Target="../embeddings/oleObject152.bin"/><Relationship Id="rId27" Type="http://schemas.openxmlformats.org/officeDocument/2006/relationships/image" Target="../media/image147.wmf"/><Relationship Id="rId30" Type="http://schemas.openxmlformats.org/officeDocument/2006/relationships/oleObject" Target="../embeddings/oleObject156.bin"/><Relationship Id="rId35" Type="http://schemas.openxmlformats.org/officeDocument/2006/relationships/image" Target="../media/image151.wmf"/><Relationship Id="rId43" Type="http://schemas.openxmlformats.org/officeDocument/2006/relationships/image" Target="../media/image155.emf"/><Relationship Id="rId48" Type="http://schemas.openxmlformats.org/officeDocument/2006/relationships/oleObject" Target="../embeddings/oleObject165.bin"/><Relationship Id="rId8" Type="http://schemas.openxmlformats.org/officeDocument/2006/relationships/oleObject" Target="../embeddings/oleObject145.bin"/><Relationship Id="rId51" Type="http://schemas.openxmlformats.org/officeDocument/2006/relationships/image" Target="../media/image159.emf"/><Relationship Id="rId3" Type="http://schemas.openxmlformats.org/officeDocument/2006/relationships/image" Target="../media/image137.w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25.wmf"/><Relationship Id="rId25" Type="http://schemas.openxmlformats.org/officeDocument/2006/relationships/image" Target="../media/image146.wmf"/><Relationship Id="rId33" Type="http://schemas.openxmlformats.org/officeDocument/2006/relationships/image" Target="../media/image150.wmf"/><Relationship Id="rId38" Type="http://schemas.openxmlformats.org/officeDocument/2006/relationships/oleObject" Target="../embeddings/oleObject160.bin"/><Relationship Id="rId46" Type="http://schemas.openxmlformats.org/officeDocument/2006/relationships/oleObject" Target="../embeddings/oleObject164.bin"/><Relationship Id="rId20" Type="http://schemas.openxmlformats.org/officeDocument/2006/relationships/oleObject" Target="../embeddings/oleObject151.bin"/><Relationship Id="rId41" Type="http://schemas.openxmlformats.org/officeDocument/2006/relationships/image" Target="../media/image15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4.bin"/><Relationship Id="rId15" Type="http://schemas.openxmlformats.org/officeDocument/2006/relationships/image" Target="../media/image142.wmf"/><Relationship Id="rId23" Type="http://schemas.openxmlformats.org/officeDocument/2006/relationships/image" Target="../media/image145.wmf"/><Relationship Id="rId28" Type="http://schemas.openxmlformats.org/officeDocument/2006/relationships/oleObject" Target="../embeddings/oleObject155.bin"/><Relationship Id="rId36" Type="http://schemas.openxmlformats.org/officeDocument/2006/relationships/oleObject" Target="../embeddings/oleObject159.bin"/><Relationship Id="rId49" Type="http://schemas.openxmlformats.org/officeDocument/2006/relationships/image" Target="../media/image15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166.emf"/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73.bin"/><Relationship Id="rId17" Type="http://schemas.openxmlformats.org/officeDocument/2006/relationships/image" Target="../media/image168.emf"/><Relationship Id="rId2" Type="http://schemas.openxmlformats.org/officeDocument/2006/relationships/oleObject" Target="../embeddings/oleObject168.bin"/><Relationship Id="rId16" Type="http://schemas.openxmlformats.org/officeDocument/2006/relationships/oleObject" Target="../embeddings/oleObject1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165.wmf"/><Relationship Id="rId5" Type="http://schemas.openxmlformats.org/officeDocument/2006/relationships/image" Target="../media/image162.wmf"/><Relationship Id="rId15" Type="http://schemas.openxmlformats.org/officeDocument/2006/relationships/image" Target="../media/image167.emf"/><Relationship Id="rId10" Type="http://schemas.openxmlformats.org/officeDocument/2006/relationships/oleObject" Target="../embeddings/oleObject172.bin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164.wmf"/><Relationship Id="rId14" Type="http://schemas.openxmlformats.org/officeDocument/2006/relationships/oleObject" Target="../embeddings/oleObject174.bin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8.emf"/><Relationship Id="rId21" Type="http://schemas.openxmlformats.org/officeDocument/2006/relationships/image" Target="../media/image177.wmf"/><Relationship Id="rId42" Type="http://schemas.openxmlformats.org/officeDocument/2006/relationships/oleObject" Target="../embeddings/oleObject200.bin"/><Relationship Id="rId47" Type="http://schemas.openxmlformats.org/officeDocument/2006/relationships/image" Target="../media/image185.wmf"/><Relationship Id="rId63" Type="http://schemas.openxmlformats.org/officeDocument/2006/relationships/oleObject" Target="../embeddings/oleObject213.bin"/><Relationship Id="rId68" Type="http://schemas.openxmlformats.org/officeDocument/2006/relationships/image" Target="../media/image195.emf"/><Relationship Id="rId84" Type="http://schemas.openxmlformats.org/officeDocument/2006/relationships/image" Target="../media/image203.emf"/><Relationship Id="rId16" Type="http://schemas.openxmlformats.org/officeDocument/2006/relationships/oleObject" Target="../embeddings/oleObject184.bin"/><Relationship Id="rId11" Type="http://schemas.openxmlformats.org/officeDocument/2006/relationships/image" Target="../media/image173.wmf"/><Relationship Id="rId32" Type="http://schemas.openxmlformats.org/officeDocument/2006/relationships/oleObject" Target="../embeddings/oleObject194.bin"/><Relationship Id="rId37" Type="http://schemas.openxmlformats.org/officeDocument/2006/relationships/image" Target="../media/image182.wmf"/><Relationship Id="rId53" Type="http://schemas.openxmlformats.org/officeDocument/2006/relationships/image" Target="../media/image188.wmf"/><Relationship Id="rId58" Type="http://schemas.openxmlformats.org/officeDocument/2006/relationships/image" Target="../media/image190.emf"/><Relationship Id="rId74" Type="http://schemas.openxmlformats.org/officeDocument/2006/relationships/image" Target="../media/image198.emf"/><Relationship Id="rId79" Type="http://schemas.openxmlformats.org/officeDocument/2006/relationships/oleObject" Target="../embeddings/oleObject221.bin"/><Relationship Id="rId5" Type="http://schemas.openxmlformats.org/officeDocument/2006/relationships/image" Target="../media/image170.wmf"/><Relationship Id="rId19" Type="http://schemas.openxmlformats.org/officeDocument/2006/relationships/image" Target="../media/image176.emf"/><Relationship Id="rId14" Type="http://schemas.openxmlformats.org/officeDocument/2006/relationships/oleObject" Target="../embeddings/oleObject183.bin"/><Relationship Id="rId22" Type="http://schemas.openxmlformats.org/officeDocument/2006/relationships/oleObject" Target="../embeddings/oleObject187.bin"/><Relationship Id="rId27" Type="http://schemas.openxmlformats.org/officeDocument/2006/relationships/oleObject" Target="../embeddings/oleObject191.bin"/><Relationship Id="rId30" Type="http://schemas.openxmlformats.org/officeDocument/2006/relationships/image" Target="../media/image180.wmf"/><Relationship Id="rId35" Type="http://schemas.openxmlformats.org/officeDocument/2006/relationships/image" Target="../media/image181.wmf"/><Relationship Id="rId43" Type="http://schemas.openxmlformats.org/officeDocument/2006/relationships/oleObject" Target="../embeddings/oleObject201.bin"/><Relationship Id="rId48" Type="http://schemas.openxmlformats.org/officeDocument/2006/relationships/oleObject" Target="../embeddings/oleObject205.bin"/><Relationship Id="rId56" Type="http://schemas.openxmlformats.org/officeDocument/2006/relationships/oleObject" Target="../embeddings/oleObject209.bin"/><Relationship Id="rId64" Type="http://schemas.openxmlformats.org/officeDocument/2006/relationships/image" Target="../media/image193.emf"/><Relationship Id="rId69" Type="http://schemas.openxmlformats.org/officeDocument/2006/relationships/oleObject" Target="../embeddings/oleObject216.bin"/><Relationship Id="rId77" Type="http://schemas.openxmlformats.org/officeDocument/2006/relationships/oleObject" Target="../embeddings/oleObject220.bin"/><Relationship Id="rId8" Type="http://schemas.openxmlformats.org/officeDocument/2006/relationships/oleObject" Target="../embeddings/oleObject179.bin"/><Relationship Id="rId51" Type="http://schemas.openxmlformats.org/officeDocument/2006/relationships/image" Target="../media/image187.wmf"/><Relationship Id="rId72" Type="http://schemas.openxmlformats.org/officeDocument/2006/relationships/image" Target="../media/image197.emf"/><Relationship Id="rId80" Type="http://schemas.openxmlformats.org/officeDocument/2006/relationships/image" Target="../media/image201.emf"/><Relationship Id="rId85" Type="http://schemas.openxmlformats.org/officeDocument/2006/relationships/oleObject" Target="../embeddings/oleObject224.bin"/><Relationship Id="rId3" Type="http://schemas.openxmlformats.org/officeDocument/2006/relationships/image" Target="../media/image169.wmf"/><Relationship Id="rId12" Type="http://schemas.openxmlformats.org/officeDocument/2006/relationships/oleObject" Target="../embeddings/oleObject181.bin"/><Relationship Id="rId17" Type="http://schemas.openxmlformats.org/officeDocument/2006/relationships/image" Target="../media/image175.wmf"/><Relationship Id="rId25" Type="http://schemas.openxmlformats.org/officeDocument/2006/relationships/oleObject" Target="../embeddings/oleObject190.bin"/><Relationship Id="rId33" Type="http://schemas.openxmlformats.org/officeDocument/2006/relationships/oleObject" Target="../embeddings/oleObject195.bin"/><Relationship Id="rId38" Type="http://schemas.openxmlformats.org/officeDocument/2006/relationships/oleObject" Target="../embeddings/oleObject198.bin"/><Relationship Id="rId46" Type="http://schemas.openxmlformats.org/officeDocument/2006/relationships/oleObject" Target="../embeddings/oleObject204.bin"/><Relationship Id="rId59" Type="http://schemas.openxmlformats.org/officeDocument/2006/relationships/oleObject" Target="../embeddings/oleObject211.bin"/><Relationship Id="rId67" Type="http://schemas.openxmlformats.org/officeDocument/2006/relationships/oleObject" Target="../embeddings/oleObject215.bin"/><Relationship Id="rId20" Type="http://schemas.openxmlformats.org/officeDocument/2006/relationships/oleObject" Target="../embeddings/oleObject186.bin"/><Relationship Id="rId41" Type="http://schemas.openxmlformats.org/officeDocument/2006/relationships/image" Target="../media/image184.wmf"/><Relationship Id="rId54" Type="http://schemas.openxmlformats.org/officeDocument/2006/relationships/oleObject" Target="../embeddings/oleObject208.bin"/><Relationship Id="rId62" Type="http://schemas.openxmlformats.org/officeDocument/2006/relationships/image" Target="../media/image192.emf"/><Relationship Id="rId70" Type="http://schemas.openxmlformats.org/officeDocument/2006/relationships/image" Target="../media/image196.emf"/><Relationship Id="rId75" Type="http://schemas.openxmlformats.org/officeDocument/2006/relationships/oleObject" Target="../embeddings/oleObject219.bin"/><Relationship Id="rId83" Type="http://schemas.openxmlformats.org/officeDocument/2006/relationships/oleObject" Target="../embeddings/oleObject2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8.bin"/><Relationship Id="rId15" Type="http://schemas.openxmlformats.org/officeDocument/2006/relationships/image" Target="../media/image174.wmf"/><Relationship Id="rId23" Type="http://schemas.openxmlformats.org/officeDocument/2006/relationships/oleObject" Target="../embeddings/oleObject188.bin"/><Relationship Id="rId28" Type="http://schemas.openxmlformats.org/officeDocument/2006/relationships/image" Target="../media/image179.wmf"/><Relationship Id="rId36" Type="http://schemas.openxmlformats.org/officeDocument/2006/relationships/oleObject" Target="../embeddings/oleObject197.bin"/><Relationship Id="rId49" Type="http://schemas.openxmlformats.org/officeDocument/2006/relationships/image" Target="../media/image186.wmf"/><Relationship Id="rId57" Type="http://schemas.openxmlformats.org/officeDocument/2006/relationships/oleObject" Target="../embeddings/oleObject210.bin"/><Relationship Id="rId10" Type="http://schemas.openxmlformats.org/officeDocument/2006/relationships/oleObject" Target="../embeddings/oleObject180.bin"/><Relationship Id="rId31" Type="http://schemas.openxmlformats.org/officeDocument/2006/relationships/oleObject" Target="../embeddings/oleObject193.bin"/><Relationship Id="rId44" Type="http://schemas.openxmlformats.org/officeDocument/2006/relationships/oleObject" Target="../embeddings/oleObject202.bin"/><Relationship Id="rId52" Type="http://schemas.openxmlformats.org/officeDocument/2006/relationships/oleObject" Target="../embeddings/oleObject207.bin"/><Relationship Id="rId60" Type="http://schemas.openxmlformats.org/officeDocument/2006/relationships/image" Target="../media/image191.emf"/><Relationship Id="rId65" Type="http://schemas.openxmlformats.org/officeDocument/2006/relationships/oleObject" Target="../embeddings/oleObject214.bin"/><Relationship Id="rId73" Type="http://schemas.openxmlformats.org/officeDocument/2006/relationships/oleObject" Target="../embeddings/oleObject218.bin"/><Relationship Id="rId78" Type="http://schemas.openxmlformats.org/officeDocument/2006/relationships/image" Target="../media/image200.emf"/><Relationship Id="rId81" Type="http://schemas.openxmlformats.org/officeDocument/2006/relationships/oleObject" Target="../embeddings/oleObject222.bin"/><Relationship Id="rId86" Type="http://schemas.openxmlformats.org/officeDocument/2006/relationships/image" Target="../media/image204.emf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72.emf"/><Relationship Id="rId13" Type="http://schemas.openxmlformats.org/officeDocument/2006/relationships/oleObject" Target="../embeddings/oleObject182.bin"/><Relationship Id="rId18" Type="http://schemas.openxmlformats.org/officeDocument/2006/relationships/oleObject" Target="../embeddings/oleObject185.bin"/><Relationship Id="rId39" Type="http://schemas.openxmlformats.org/officeDocument/2006/relationships/image" Target="../media/image183.emf"/><Relationship Id="rId34" Type="http://schemas.openxmlformats.org/officeDocument/2006/relationships/oleObject" Target="../embeddings/oleObject196.bin"/><Relationship Id="rId50" Type="http://schemas.openxmlformats.org/officeDocument/2006/relationships/oleObject" Target="../embeddings/oleObject206.bin"/><Relationship Id="rId55" Type="http://schemas.openxmlformats.org/officeDocument/2006/relationships/image" Target="../media/image189.wmf"/><Relationship Id="rId76" Type="http://schemas.openxmlformats.org/officeDocument/2006/relationships/image" Target="../media/image199.emf"/><Relationship Id="rId7" Type="http://schemas.openxmlformats.org/officeDocument/2006/relationships/image" Target="../media/image171.emf"/><Relationship Id="rId71" Type="http://schemas.openxmlformats.org/officeDocument/2006/relationships/oleObject" Target="../embeddings/oleObject217.bin"/><Relationship Id="rId2" Type="http://schemas.openxmlformats.org/officeDocument/2006/relationships/oleObject" Target="../embeddings/oleObject176.bin"/><Relationship Id="rId29" Type="http://schemas.openxmlformats.org/officeDocument/2006/relationships/oleObject" Target="../embeddings/oleObject192.bin"/><Relationship Id="rId24" Type="http://schemas.openxmlformats.org/officeDocument/2006/relationships/oleObject" Target="../embeddings/oleObject189.bin"/><Relationship Id="rId40" Type="http://schemas.openxmlformats.org/officeDocument/2006/relationships/oleObject" Target="../embeddings/oleObject199.bin"/><Relationship Id="rId45" Type="http://schemas.openxmlformats.org/officeDocument/2006/relationships/oleObject" Target="../embeddings/oleObject203.bin"/><Relationship Id="rId66" Type="http://schemas.openxmlformats.org/officeDocument/2006/relationships/image" Target="../media/image194.emf"/><Relationship Id="rId61" Type="http://schemas.openxmlformats.org/officeDocument/2006/relationships/oleObject" Target="../embeddings/oleObject212.bin"/><Relationship Id="rId82" Type="http://schemas.openxmlformats.org/officeDocument/2006/relationships/image" Target="../media/image202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3" Type="http://schemas.openxmlformats.org/officeDocument/2006/relationships/image" Target="../media/image205.wmf"/><Relationship Id="rId7" Type="http://schemas.openxmlformats.org/officeDocument/2006/relationships/image" Target="../media/image207.wmf"/><Relationship Id="rId2" Type="http://schemas.openxmlformats.org/officeDocument/2006/relationships/oleObject" Target="../embeddings/oleObject2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7.bin"/><Relationship Id="rId11" Type="http://schemas.openxmlformats.org/officeDocument/2006/relationships/oleObject" Target="../embeddings/oleObject230.bin"/><Relationship Id="rId5" Type="http://schemas.openxmlformats.org/officeDocument/2006/relationships/image" Target="../media/image206.wmf"/><Relationship Id="rId10" Type="http://schemas.openxmlformats.org/officeDocument/2006/relationships/oleObject" Target="../embeddings/oleObject229.bin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208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wmf"/><Relationship Id="rId7" Type="http://schemas.openxmlformats.org/officeDocument/2006/relationships/image" Target="../media/image211.wmf"/><Relationship Id="rId2" Type="http://schemas.openxmlformats.org/officeDocument/2006/relationships/oleObject" Target="../embeddings/oleObject2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3.bin"/><Relationship Id="rId5" Type="http://schemas.openxmlformats.org/officeDocument/2006/relationships/image" Target="../media/image210.wmf"/><Relationship Id="rId4" Type="http://schemas.openxmlformats.org/officeDocument/2006/relationships/oleObject" Target="../embeddings/oleObject23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13" Type="http://schemas.openxmlformats.org/officeDocument/2006/relationships/image" Target="../media/image217.wmf"/><Relationship Id="rId3" Type="http://schemas.openxmlformats.org/officeDocument/2006/relationships/image" Target="../media/image212.wmf"/><Relationship Id="rId7" Type="http://schemas.openxmlformats.org/officeDocument/2006/relationships/image" Target="../media/image214.wmf"/><Relationship Id="rId12" Type="http://schemas.openxmlformats.org/officeDocument/2006/relationships/oleObject" Target="../embeddings/oleObject239.bin"/><Relationship Id="rId17" Type="http://schemas.openxmlformats.org/officeDocument/2006/relationships/image" Target="../media/image219.wmf"/><Relationship Id="rId2" Type="http://schemas.openxmlformats.org/officeDocument/2006/relationships/oleObject" Target="../embeddings/oleObject234.bin"/><Relationship Id="rId16" Type="http://schemas.openxmlformats.org/officeDocument/2006/relationships/oleObject" Target="../embeddings/oleObject2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16.wmf"/><Relationship Id="rId5" Type="http://schemas.openxmlformats.org/officeDocument/2006/relationships/image" Target="../media/image213.wmf"/><Relationship Id="rId15" Type="http://schemas.openxmlformats.org/officeDocument/2006/relationships/image" Target="../media/image218.wmf"/><Relationship Id="rId10" Type="http://schemas.openxmlformats.org/officeDocument/2006/relationships/oleObject" Target="../embeddings/oleObject238.bin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15.wmf"/><Relationship Id="rId14" Type="http://schemas.openxmlformats.org/officeDocument/2006/relationships/oleObject" Target="../embeddings/oleObject24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12.wmf"/><Relationship Id="rId3" Type="http://schemas.openxmlformats.org/officeDocument/2006/relationships/image" Target="../media/image220.wmf"/><Relationship Id="rId7" Type="http://schemas.openxmlformats.org/officeDocument/2006/relationships/image" Target="../media/image222.wmf"/><Relationship Id="rId12" Type="http://schemas.openxmlformats.org/officeDocument/2006/relationships/oleObject" Target="../embeddings/oleObject247.bin"/><Relationship Id="rId17" Type="http://schemas.openxmlformats.org/officeDocument/2006/relationships/image" Target="../media/image224.wmf"/><Relationship Id="rId2" Type="http://schemas.openxmlformats.org/officeDocument/2006/relationships/oleObject" Target="../embeddings/oleObject242.bin"/><Relationship Id="rId16" Type="http://schemas.openxmlformats.org/officeDocument/2006/relationships/oleObject" Target="../embeddings/oleObject2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23.wmf"/><Relationship Id="rId5" Type="http://schemas.openxmlformats.org/officeDocument/2006/relationships/image" Target="../media/image221.wmf"/><Relationship Id="rId15" Type="http://schemas.openxmlformats.org/officeDocument/2006/relationships/image" Target="../media/image213.wmf"/><Relationship Id="rId10" Type="http://schemas.openxmlformats.org/officeDocument/2006/relationships/oleObject" Target="../embeddings/oleObject246.bin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19.wmf"/><Relationship Id="rId14" Type="http://schemas.openxmlformats.org/officeDocument/2006/relationships/oleObject" Target="../embeddings/oleObject24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3.bin"/><Relationship Id="rId13" Type="http://schemas.openxmlformats.org/officeDocument/2006/relationships/image" Target="../media/image229.wmf"/><Relationship Id="rId3" Type="http://schemas.openxmlformats.org/officeDocument/2006/relationships/image" Target="../media/image225.wmf"/><Relationship Id="rId7" Type="http://schemas.openxmlformats.org/officeDocument/2006/relationships/image" Target="../media/image227.wmf"/><Relationship Id="rId12" Type="http://schemas.openxmlformats.org/officeDocument/2006/relationships/oleObject" Target="../embeddings/oleObject255.bin"/><Relationship Id="rId2" Type="http://schemas.openxmlformats.org/officeDocument/2006/relationships/oleObject" Target="../embeddings/oleObject2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2.bin"/><Relationship Id="rId11" Type="http://schemas.openxmlformats.org/officeDocument/2006/relationships/image" Target="../media/image207.wmf"/><Relationship Id="rId5" Type="http://schemas.openxmlformats.org/officeDocument/2006/relationships/image" Target="../media/image226.wmf"/><Relationship Id="rId10" Type="http://schemas.openxmlformats.org/officeDocument/2006/relationships/oleObject" Target="../embeddings/oleObject254.bin"/><Relationship Id="rId4" Type="http://schemas.openxmlformats.org/officeDocument/2006/relationships/oleObject" Target="../embeddings/oleObject251.bin"/><Relationship Id="rId9" Type="http://schemas.openxmlformats.org/officeDocument/2006/relationships/image" Target="../media/image22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28.wmf"/><Relationship Id="rId3" Type="http://schemas.openxmlformats.org/officeDocument/2006/relationships/image" Target="../media/image230.wmf"/><Relationship Id="rId7" Type="http://schemas.openxmlformats.org/officeDocument/2006/relationships/image" Target="../media/image232.wmf"/><Relationship Id="rId12" Type="http://schemas.openxmlformats.org/officeDocument/2006/relationships/oleObject" Target="../embeddings/oleObject261.bin"/><Relationship Id="rId2" Type="http://schemas.openxmlformats.org/officeDocument/2006/relationships/oleObject" Target="../embeddings/oleObject2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07.wmf"/><Relationship Id="rId5" Type="http://schemas.openxmlformats.org/officeDocument/2006/relationships/image" Target="../media/image231.wmf"/><Relationship Id="rId10" Type="http://schemas.openxmlformats.org/officeDocument/2006/relationships/oleObject" Target="../embeddings/oleObject260.bin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2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5.bin"/><Relationship Id="rId13" Type="http://schemas.openxmlformats.org/officeDocument/2006/relationships/image" Target="../media/image238.wmf"/><Relationship Id="rId18" Type="http://schemas.openxmlformats.org/officeDocument/2006/relationships/oleObject" Target="../embeddings/oleObject270.bin"/><Relationship Id="rId3" Type="http://schemas.openxmlformats.org/officeDocument/2006/relationships/image" Target="../media/image233.wmf"/><Relationship Id="rId21" Type="http://schemas.openxmlformats.org/officeDocument/2006/relationships/image" Target="../media/image242.wmf"/><Relationship Id="rId7" Type="http://schemas.openxmlformats.org/officeDocument/2006/relationships/image" Target="../media/image235.wmf"/><Relationship Id="rId12" Type="http://schemas.openxmlformats.org/officeDocument/2006/relationships/oleObject" Target="../embeddings/oleObject267.bin"/><Relationship Id="rId17" Type="http://schemas.openxmlformats.org/officeDocument/2006/relationships/image" Target="../media/image240.wmf"/><Relationship Id="rId2" Type="http://schemas.openxmlformats.org/officeDocument/2006/relationships/oleObject" Target="../embeddings/oleObject262.bin"/><Relationship Id="rId16" Type="http://schemas.openxmlformats.org/officeDocument/2006/relationships/oleObject" Target="../embeddings/oleObject269.bin"/><Relationship Id="rId20" Type="http://schemas.openxmlformats.org/officeDocument/2006/relationships/oleObject" Target="../embeddings/oleObject2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4.bin"/><Relationship Id="rId11" Type="http://schemas.openxmlformats.org/officeDocument/2006/relationships/image" Target="../media/image237.wmf"/><Relationship Id="rId5" Type="http://schemas.openxmlformats.org/officeDocument/2006/relationships/image" Target="../media/image234.wmf"/><Relationship Id="rId15" Type="http://schemas.openxmlformats.org/officeDocument/2006/relationships/image" Target="../media/image239.png"/><Relationship Id="rId23" Type="http://schemas.openxmlformats.org/officeDocument/2006/relationships/image" Target="../media/image243.wmf"/><Relationship Id="rId10" Type="http://schemas.openxmlformats.org/officeDocument/2006/relationships/oleObject" Target="../embeddings/oleObject266.bin"/><Relationship Id="rId19" Type="http://schemas.openxmlformats.org/officeDocument/2006/relationships/image" Target="../media/image241.wmf"/><Relationship Id="rId4" Type="http://schemas.openxmlformats.org/officeDocument/2006/relationships/oleObject" Target="../embeddings/oleObject263.bin"/><Relationship Id="rId9" Type="http://schemas.openxmlformats.org/officeDocument/2006/relationships/image" Target="../media/image236.wmf"/><Relationship Id="rId14" Type="http://schemas.openxmlformats.org/officeDocument/2006/relationships/oleObject" Target="../embeddings/oleObject268.bin"/><Relationship Id="rId22" Type="http://schemas.openxmlformats.org/officeDocument/2006/relationships/oleObject" Target="../embeddings/oleObject272.bin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9.wmf"/><Relationship Id="rId18" Type="http://schemas.openxmlformats.org/officeDocument/2006/relationships/oleObject" Target="../embeddings/oleObject281.bin"/><Relationship Id="rId26" Type="http://schemas.openxmlformats.org/officeDocument/2006/relationships/oleObject" Target="../embeddings/oleObject285.bin"/><Relationship Id="rId3" Type="http://schemas.openxmlformats.org/officeDocument/2006/relationships/image" Target="../media/image244.wmf"/><Relationship Id="rId21" Type="http://schemas.openxmlformats.org/officeDocument/2006/relationships/image" Target="../media/image253.wmf"/><Relationship Id="rId7" Type="http://schemas.openxmlformats.org/officeDocument/2006/relationships/image" Target="../media/image246.emf"/><Relationship Id="rId12" Type="http://schemas.openxmlformats.org/officeDocument/2006/relationships/oleObject" Target="../embeddings/oleObject278.bin"/><Relationship Id="rId17" Type="http://schemas.openxmlformats.org/officeDocument/2006/relationships/image" Target="../media/image251.emf"/><Relationship Id="rId25" Type="http://schemas.openxmlformats.org/officeDocument/2006/relationships/image" Target="../media/image255.wmf"/><Relationship Id="rId33" Type="http://schemas.openxmlformats.org/officeDocument/2006/relationships/image" Target="../media/image259.wmf"/><Relationship Id="rId2" Type="http://schemas.openxmlformats.org/officeDocument/2006/relationships/oleObject" Target="../embeddings/oleObject273.bin"/><Relationship Id="rId16" Type="http://schemas.openxmlformats.org/officeDocument/2006/relationships/oleObject" Target="../embeddings/oleObject280.bin"/><Relationship Id="rId20" Type="http://schemas.openxmlformats.org/officeDocument/2006/relationships/oleObject" Target="../embeddings/oleObject282.bin"/><Relationship Id="rId29" Type="http://schemas.openxmlformats.org/officeDocument/2006/relationships/image" Target="../media/image257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75.bin"/><Relationship Id="rId11" Type="http://schemas.openxmlformats.org/officeDocument/2006/relationships/image" Target="../media/image248.emf"/><Relationship Id="rId24" Type="http://schemas.openxmlformats.org/officeDocument/2006/relationships/oleObject" Target="../embeddings/oleObject284.bin"/><Relationship Id="rId32" Type="http://schemas.openxmlformats.org/officeDocument/2006/relationships/oleObject" Target="../embeddings/oleObject288.bin"/><Relationship Id="rId5" Type="http://schemas.openxmlformats.org/officeDocument/2006/relationships/image" Target="../media/image245.emf"/><Relationship Id="rId15" Type="http://schemas.openxmlformats.org/officeDocument/2006/relationships/image" Target="../media/image250.wmf"/><Relationship Id="rId23" Type="http://schemas.openxmlformats.org/officeDocument/2006/relationships/image" Target="../media/image254.wmf"/><Relationship Id="rId28" Type="http://schemas.openxmlformats.org/officeDocument/2006/relationships/oleObject" Target="../embeddings/oleObject286.bin"/><Relationship Id="rId10" Type="http://schemas.openxmlformats.org/officeDocument/2006/relationships/oleObject" Target="../embeddings/oleObject277.bin"/><Relationship Id="rId19" Type="http://schemas.openxmlformats.org/officeDocument/2006/relationships/image" Target="../media/image252.emf"/><Relationship Id="rId31" Type="http://schemas.openxmlformats.org/officeDocument/2006/relationships/image" Target="../media/image258.wmf"/><Relationship Id="rId4" Type="http://schemas.openxmlformats.org/officeDocument/2006/relationships/oleObject" Target="../embeddings/oleObject274.bin"/><Relationship Id="rId9" Type="http://schemas.openxmlformats.org/officeDocument/2006/relationships/image" Target="../media/image247.emf"/><Relationship Id="rId14" Type="http://schemas.openxmlformats.org/officeDocument/2006/relationships/oleObject" Target="../embeddings/oleObject279.bin"/><Relationship Id="rId22" Type="http://schemas.openxmlformats.org/officeDocument/2006/relationships/oleObject" Target="../embeddings/oleObject283.bin"/><Relationship Id="rId27" Type="http://schemas.openxmlformats.org/officeDocument/2006/relationships/image" Target="../media/image256.wmf"/><Relationship Id="rId30" Type="http://schemas.openxmlformats.org/officeDocument/2006/relationships/oleObject" Target="../embeddings/oleObject287.bin"/><Relationship Id="rId8" Type="http://schemas.openxmlformats.org/officeDocument/2006/relationships/oleObject" Target="../embeddings/oleObject276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13" Type="http://schemas.openxmlformats.org/officeDocument/2006/relationships/image" Target="../media/image265.wmf"/><Relationship Id="rId3" Type="http://schemas.openxmlformats.org/officeDocument/2006/relationships/image" Target="../media/image260.wmf"/><Relationship Id="rId7" Type="http://schemas.openxmlformats.org/officeDocument/2006/relationships/image" Target="../media/image262.wmf"/><Relationship Id="rId12" Type="http://schemas.openxmlformats.org/officeDocument/2006/relationships/oleObject" Target="../embeddings/oleObject294.bin"/><Relationship Id="rId17" Type="http://schemas.openxmlformats.org/officeDocument/2006/relationships/image" Target="../media/image267.wmf"/><Relationship Id="rId2" Type="http://schemas.openxmlformats.org/officeDocument/2006/relationships/oleObject" Target="../embeddings/oleObject289.bin"/><Relationship Id="rId16" Type="http://schemas.openxmlformats.org/officeDocument/2006/relationships/oleObject" Target="../embeddings/oleObject2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1.bin"/><Relationship Id="rId11" Type="http://schemas.openxmlformats.org/officeDocument/2006/relationships/image" Target="../media/image264.wmf"/><Relationship Id="rId5" Type="http://schemas.openxmlformats.org/officeDocument/2006/relationships/image" Target="../media/image261.emf"/><Relationship Id="rId15" Type="http://schemas.openxmlformats.org/officeDocument/2006/relationships/image" Target="../media/image266.wmf"/><Relationship Id="rId10" Type="http://schemas.openxmlformats.org/officeDocument/2006/relationships/oleObject" Target="../embeddings/oleObject293.bin"/><Relationship Id="rId4" Type="http://schemas.openxmlformats.org/officeDocument/2006/relationships/oleObject" Target="../embeddings/oleObject290.bin"/><Relationship Id="rId9" Type="http://schemas.openxmlformats.org/officeDocument/2006/relationships/image" Target="../media/image263.emf"/><Relationship Id="rId14" Type="http://schemas.openxmlformats.org/officeDocument/2006/relationships/oleObject" Target="../embeddings/oleObject295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0.bin"/><Relationship Id="rId13" Type="http://schemas.openxmlformats.org/officeDocument/2006/relationships/image" Target="../media/image273.wmf"/><Relationship Id="rId18" Type="http://schemas.openxmlformats.org/officeDocument/2006/relationships/oleObject" Target="../embeddings/oleObject305.bin"/><Relationship Id="rId26" Type="http://schemas.openxmlformats.org/officeDocument/2006/relationships/oleObject" Target="../embeddings/oleObject309.bin"/><Relationship Id="rId3" Type="http://schemas.openxmlformats.org/officeDocument/2006/relationships/image" Target="../media/image268.wmf"/><Relationship Id="rId21" Type="http://schemas.openxmlformats.org/officeDocument/2006/relationships/image" Target="../media/image277.emf"/><Relationship Id="rId7" Type="http://schemas.openxmlformats.org/officeDocument/2006/relationships/image" Target="../media/image270.wmf"/><Relationship Id="rId12" Type="http://schemas.openxmlformats.org/officeDocument/2006/relationships/oleObject" Target="../embeddings/oleObject302.bin"/><Relationship Id="rId17" Type="http://schemas.openxmlformats.org/officeDocument/2006/relationships/image" Target="../media/image275.wmf"/><Relationship Id="rId25" Type="http://schemas.openxmlformats.org/officeDocument/2006/relationships/image" Target="../media/image279.emf"/><Relationship Id="rId2" Type="http://schemas.openxmlformats.org/officeDocument/2006/relationships/oleObject" Target="../embeddings/oleObject297.bin"/><Relationship Id="rId16" Type="http://schemas.openxmlformats.org/officeDocument/2006/relationships/oleObject" Target="../embeddings/oleObject304.bin"/><Relationship Id="rId20" Type="http://schemas.openxmlformats.org/officeDocument/2006/relationships/oleObject" Target="../embeddings/oleObject306.bin"/><Relationship Id="rId29" Type="http://schemas.openxmlformats.org/officeDocument/2006/relationships/image" Target="../media/image28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9.bin"/><Relationship Id="rId11" Type="http://schemas.openxmlformats.org/officeDocument/2006/relationships/image" Target="../media/image272.wmf"/><Relationship Id="rId24" Type="http://schemas.openxmlformats.org/officeDocument/2006/relationships/oleObject" Target="../embeddings/oleObject308.bin"/><Relationship Id="rId5" Type="http://schemas.openxmlformats.org/officeDocument/2006/relationships/image" Target="../media/image269.wmf"/><Relationship Id="rId15" Type="http://schemas.openxmlformats.org/officeDocument/2006/relationships/image" Target="../media/image274.wmf"/><Relationship Id="rId23" Type="http://schemas.openxmlformats.org/officeDocument/2006/relationships/image" Target="../media/image278.emf"/><Relationship Id="rId28" Type="http://schemas.openxmlformats.org/officeDocument/2006/relationships/oleObject" Target="../embeddings/oleObject310.bin"/><Relationship Id="rId10" Type="http://schemas.openxmlformats.org/officeDocument/2006/relationships/oleObject" Target="../embeddings/oleObject301.bin"/><Relationship Id="rId19" Type="http://schemas.openxmlformats.org/officeDocument/2006/relationships/image" Target="../media/image276.emf"/><Relationship Id="rId4" Type="http://schemas.openxmlformats.org/officeDocument/2006/relationships/oleObject" Target="../embeddings/oleObject298.bin"/><Relationship Id="rId9" Type="http://schemas.openxmlformats.org/officeDocument/2006/relationships/image" Target="../media/image271.emf"/><Relationship Id="rId14" Type="http://schemas.openxmlformats.org/officeDocument/2006/relationships/oleObject" Target="../embeddings/oleObject303.bin"/><Relationship Id="rId22" Type="http://schemas.openxmlformats.org/officeDocument/2006/relationships/oleObject" Target="../embeddings/oleObject307.bin"/><Relationship Id="rId27" Type="http://schemas.openxmlformats.org/officeDocument/2006/relationships/image" Target="../media/image280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4.bin"/><Relationship Id="rId13" Type="http://schemas.openxmlformats.org/officeDocument/2006/relationships/image" Target="../media/image287.wmf"/><Relationship Id="rId3" Type="http://schemas.openxmlformats.org/officeDocument/2006/relationships/image" Target="../media/image282.wmf"/><Relationship Id="rId7" Type="http://schemas.openxmlformats.org/officeDocument/2006/relationships/image" Target="../media/image284.emf"/><Relationship Id="rId12" Type="http://schemas.openxmlformats.org/officeDocument/2006/relationships/oleObject" Target="../embeddings/oleObject316.bin"/><Relationship Id="rId17" Type="http://schemas.openxmlformats.org/officeDocument/2006/relationships/image" Target="../media/image289.emf"/><Relationship Id="rId2" Type="http://schemas.openxmlformats.org/officeDocument/2006/relationships/oleObject" Target="../embeddings/oleObject311.bin"/><Relationship Id="rId16" Type="http://schemas.openxmlformats.org/officeDocument/2006/relationships/oleObject" Target="../embeddings/oleObject3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3.bin"/><Relationship Id="rId11" Type="http://schemas.openxmlformats.org/officeDocument/2006/relationships/image" Target="../media/image286.wmf"/><Relationship Id="rId5" Type="http://schemas.openxmlformats.org/officeDocument/2006/relationships/image" Target="../media/image283.wmf"/><Relationship Id="rId15" Type="http://schemas.openxmlformats.org/officeDocument/2006/relationships/image" Target="../media/image288.wmf"/><Relationship Id="rId10" Type="http://schemas.openxmlformats.org/officeDocument/2006/relationships/oleObject" Target="../embeddings/oleObject315.bin"/><Relationship Id="rId4" Type="http://schemas.openxmlformats.org/officeDocument/2006/relationships/oleObject" Target="../embeddings/oleObject312.bin"/><Relationship Id="rId9" Type="http://schemas.openxmlformats.org/officeDocument/2006/relationships/image" Target="../media/image285.emf"/><Relationship Id="rId14" Type="http://schemas.openxmlformats.org/officeDocument/2006/relationships/oleObject" Target="../embeddings/oleObject31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2.bin"/><Relationship Id="rId13" Type="http://schemas.openxmlformats.org/officeDocument/2006/relationships/image" Target="../media/image295.wmf"/><Relationship Id="rId18" Type="http://schemas.openxmlformats.org/officeDocument/2006/relationships/oleObject" Target="../embeddings/oleObject327.bin"/><Relationship Id="rId26" Type="http://schemas.openxmlformats.org/officeDocument/2006/relationships/image" Target="../media/image301.wmf"/><Relationship Id="rId3" Type="http://schemas.openxmlformats.org/officeDocument/2006/relationships/image" Target="../media/image290.wmf"/><Relationship Id="rId21" Type="http://schemas.openxmlformats.org/officeDocument/2006/relationships/image" Target="../media/image299.emf"/><Relationship Id="rId7" Type="http://schemas.openxmlformats.org/officeDocument/2006/relationships/image" Target="../media/image292.wmf"/><Relationship Id="rId12" Type="http://schemas.openxmlformats.org/officeDocument/2006/relationships/oleObject" Target="../embeddings/oleObject324.bin"/><Relationship Id="rId17" Type="http://schemas.openxmlformats.org/officeDocument/2006/relationships/image" Target="../media/image297.wmf"/><Relationship Id="rId25" Type="http://schemas.openxmlformats.org/officeDocument/2006/relationships/oleObject" Target="../embeddings/oleObject331.bin"/><Relationship Id="rId2" Type="http://schemas.openxmlformats.org/officeDocument/2006/relationships/oleObject" Target="../embeddings/oleObject319.bin"/><Relationship Id="rId16" Type="http://schemas.openxmlformats.org/officeDocument/2006/relationships/oleObject" Target="../embeddings/oleObject326.bin"/><Relationship Id="rId20" Type="http://schemas.openxmlformats.org/officeDocument/2006/relationships/oleObject" Target="../embeddings/oleObject328.bin"/><Relationship Id="rId29" Type="http://schemas.openxmlformats.org/officeDocument/2006/relationships/oleObject" Target="../embeddings/oleObject3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1.bin"/><Relationship Id="rId11" Type="http://schemas.openxmlformats.org/officeDocument/2006/relationships/image" Target="../media/image294.wmf"/><Relationship Id="rId24" Type="http://schemas.openxmlformats.org/officeDocument/2006/relationships/oleObject" Target="../embeddings/oleObject330.bin"/><Relationship Id="rId5" Type="http://schemas.openxmlformats.org/officeDocument/2006/relationships/image" Target="../media/image291.wmf"/><Relationship Id="rId15" Type="http://schemas.openxmlformats.org/officeDocument/2006/relationships/image" Target="../media/image296.wmf"/><Relationship Id="rId23" Type="http://schemas.openxmlformats.org/officeDocument/2006/relationships/image" Target="../media/image300.wmf"/><Relationship Id="rId28" Type="http://schemas.openxmlformats.org/officeDocument/2006/relationships/image" Target="../media/image302.emf"/><Relationship Id="rId10" Type="http://schemas.openxmlformats.org/officeDocument/2006/relationships/oleObject" Target="../embeddings/oleObject323.bin"/><Relationship Id="rId19" Type="http://schemas.openxmlformats.org/officeDocument/2006/relationships/image" Target="../media/image298.wmf"/><Relationship Id="rId4" Type="http://schemas.openxmlformats.org/officeDocument/2006/relationships/oleObject" Target="../embeddings/oleObject320.bin"/><Relationship Id="rId9" Type="http://schemas.openxmlformats.org/officeDocument/2006/relationships/image" Target="../media/image293.wmf"/><Relationship Id="rId14" Type="http://schemas.openxmlformats.org/officeDocument/2006/relationships/oleObject" Target="../embeddings/oleObject325.bin"/><Relationship Id="rId22" Type="http://schemas.openxmlformats.org/officeDocument/2006/relationships/oleObject" Target="../embeddings/oleObject329.bin"/><Relationship Id="rId27" Type="http://schemas.openxmlformats.org/officeDocument/2006/relationships/oleObject" Target="../embeddings/oleObject332.bin"/><Relationship Id="rId30" Type="http://schemas.openxmlformats.org/officeDocument/2006/relationships/image" Target="../media/image303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7.bin"/><Relationship Id="rId13" Type="http://schemas.openxmlformats.org/officeDocument/2006/relationships/image" Target="../media/image309.emf"/><Relationship Id="rId3" Type="http://schemas.openxmlformats.org/officeDocument/2006/relationships/image" Target="../media/image304.wmf"/><Relationship Id="rId7" Type="http://schemas.openxmlformats.org/officeDocument/2006/relationships/image" Target="../media/image306.wmf"/><Relationship Id="rId12" Type="http://schemas.openxmlformats.org/officeDocument/2006/relationships/oleObject" Target="../embeddings/oleObject339.bin"/><Relationship Id="rId2" Type="http://schemas.openxmlformats.org/officeDocument/2006/relationships/oleObject" Target="../embeddings/oleObject33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36.bin"/><Relationship Id="rId11" Type="http://schemas.openxmlformats.org/officeDocument/2006/relationships/image" Target="../media/image308.wmf"/><Relationship Id="rId5" Type="http://schemas.openxmlformats.org/officeDocument/2006/relationships/image" Target="../media/image305.wmf"/><Relationship Id="rId10" Type="http://schemas.openxmlformats.org/officeDocument/2006/relationships/oleObject" Target="../embeddings/oleObject338.bin"/><Relationship Id="rId4" Type="http://schemas.openxmlformats.org/officeDocument/2006/relationships/oleObject" Target="../embeddings/oleObject335.bin"/><Relationship Id="rId9" Type="http://schemas.openxmlformats.org/officeDocument/2006/relationships/image" Target="../media/image307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3.bin"/><Relationship Id="rId13" Type="http://schemas.openxmlformats.org/officeDocument/2006/relationships/image" Target="../media/image315.wmf"/><Relationship Id="rId18" Type="http://schemas.openxmlformats.org/officeDocument/2006/relationships/oleObject" Target="../embeddings/oleObject348.bin"/><Relationship Id="rId3" Type="http://schemas.openxmlformats.org/officeDocument/2006/relationships/image" Target="../media/image310.wmf"/><Relationship Id="rId21" Type="http://schemas.openxmlformats.org/officeDocument/2006/relationships/image" Target="../media/image319.emf"/><Relationship Id="rId7" Type="http://schemas.openxmlformats.org/officeDocument/2006/relationships/image" Target="../media/image312.wmf"/><Relationship Id="rId12" Type="http://schemas.openxmlformats.org/officeDocument/2006/relationships/oleObject" Target="../embeddings/oleObject345.bin"/><Relationship Id="rId17" Type="http://schemas.openxmlformats.org/officeDocument/2006/relationships/image" Target="../media/image317.wmf"/><Relationship Id="rId2" Type="http://schemas.openxmlformats.org/officeDocument/2006/relationships/oleObject" Target="../embeddings/oleObject340.bin"/><Relationship Id="rId16" Type="http://schemas.openxmlformats.org/officeDocument/2006/relationships/oleObject" Target="../embeddings/oleObject347.bin"/><Relationship Id="rId20" Type="http://schemas.openxmlformats.org/officeDocument/2006/relationships/oleObject" Target="../embeddings/oleObject3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2.bin"/><Relationship Id="rId11" Type="http://schemas.openxmlformats.org/officeDocument/2006/relationships/image" Target="../media/image314.wmf"/><Relationship Id="rId5" Type="http://schemas.openxmlformats.org/officeDocument/2006/relationships/image" Target="../media/image311.wmf"/><Relationship Id="rId15" Type="http://schemas.openxmlformats.org/officeDocument/2006/relationships/image" Target="../media/image316.wmf"/><Relationship Id="rId23" Type="http://schemas.openxmlformats.org/officeDocument/2006/relationships/image" Target="../media/image320.emf"/><Relationship Id="rId10" Type="http://schemas.openxmlformats.org/officeDocument/2006/relationships/oleObject" Target="../embeddings/oleObject344.bin"/><Relationship Id="rId19" Type="http://schemas.openxmlformats.org/officeDocument/2006/relationships/image" Target="../media/image318.wmf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313.wmf"/><Relationship Id="rId14" Type="http://schemas.openxmlformats.org/officeDocument/2006/relationships/oleObject" Target="../embeddings/oleObject346.bin"/><Relationship Id="rId22" Type="http://schemas.openxmlformats.org/officeDocument/2006/relationships/oleObject" Target="../embeddings/oleObject350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4.bin"/><Relationship Id="rId13" Type="http://schemas.openxmlformats.org/officeDocument/2006/relationships/image" Target="../media/image326.wmf"/><Relationship Id="rId3" Type="http://schemas.openxmlformats.org/officeDocument/2006/relationships/image" Target="../media/image321.wmf"/><Relationship Id="rId7" Type="http://schemas.openxmlformats.org/officeDocument/2006/relationships/image" Target="../media/image323.wmf"/><Relationship Id="rId12" Type="http://schemas.openxmlformats.org/officeDocument/2006/relationships/oleObject" Target="../embeddings/oleObject356.bin"/><Relationship Id="rId2" Type="http://schemas.openxmlformats.org/officeDocument/2006/relationships/oleObject" Target="../embeddings/oleObject3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3.bin"/><Relationship Id="rId11" Type="http://schemas.openxmlformats.org/officeDocument/2006/relationships/image" Target="../media/image325.wmf"/><Relationship Id="rId5" Type="http://schemas.openxmlformats.org/officeDocument/2006/relationships/image" Target="../media/image322.wmf"/><Relationship Id="rId10" Type="http://schemas.openxmlformats.org/officeDocument/2006/relationships/oleObject" Target="../embeddings/oleObject355.bin"/><Relationship Id="rId4" Type="http://schemas.openxmlformats.org/officeDocument/2006/relationships/oleObject" Target="../embeddings/oleObject352.bin"/><Relationship Id="rId9" Type="http://schemas.openxmlformats.org/officeDocument/2006/relationships/image" Target="../media/image32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0.bin"/><Relationship Id="rId13" Type="http://schemas.openxmlformats.org/officeDocument/2006/relationships/image" Target="../media/image329.wmf"/><Relationship Id="rId18" Type="http://schemas.openxmlformats.org/officeDocument/2006/relationships/image" Target="../media/image331.emf"/><Relationship Id="rId3" Type="http://schemas.openxmlformats.org/officeDocument/2006/relationships/image" Target="../media/image327.wmf"/><Relationship Id="rId21" Type="http://schemas.openxmlformats.org/officeDocument/2006/relationships/oleObject" Target="../embeddings/oleObject367.bin"/><Relationship Id="rId7" Type="http://schemas.openxmlformats.org/officeDocument/2006/relationships/image" Target="../media/image324.wmf"/><Relationship Id="rId12" Type="http://schemas.openxmlformats.org/officeDocument/2006/relationships/oleObject" Target="../embeddings/oleObject362.bin"/><Relationship Id="rId17" Type="http://schemas.openxmlformats.org/officeDocument/2006/relationships/oleObject" Target="../embeddings/oleObject365.bin"/><Relationship Id="rId2" Type="http://schemas.openxmlformats.org/officeDocument/2006/relationships/oleObject" Target="../embeddings/oleObject357.bin"/><Relationship Id="rId16" Type="http://schemas.openxmlformats.org/officeDocument/2006/relationships/image" Target="../media/image330.emf"/><Relationship Id="rId20" Type="http://schemas.openxmlformats.org/officeDocument/2006/relationships/image" Target="../media/image332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9.bin"/><Relationship Id="rId11" Type="http://schemas.openxmlformats.org/officeDocument/2006/relationships/image" Target="../media/image328.wmf"/><Relationship Id="rId5" Type="http://schemas.openxmlformats.org/officeDocument/2006/relationships/image" Target="../media/image323.wmf"/><Relationship Id="rId15" Type="http://schemas.openxmlformats.org/officeDocument/2006/relationships/oleObject" Target="../embeddings/oleObject364.bin"/><Relationship Id="rId10" Type="http://schemas.openxmlformats.org/officeDocument/2006/relationships/oleObject" Target="../embeddings/oleObject361.bin"/><Relationship Id="rId19" Type="http://schemas.openxmlformats.org/officeDocument/2006/relationships/oleObject" Target="../embeddings/oleObject366.bin"/><Relationship Id="rId4" Type="http://schemas.openxmlformats.org/officeDocument/2006/relationships/oleObject" Target="../embeddings/oleObject358.bin"/><Relationship Id="rId9" Type="http://schemas.openxmlformats.org/officeDocument/2006/relationships/image" Target="../media/image325.wmf"/><Relationship Id="rId14" Type="http://schemas.openxmlformats.org/officeDocument/2006/relationships/oleObject" Target="../embeddings/oleObject363.bin"/><Relationship Id="rId22" Type="http://schemas.openxmlformats.org/officeDocument/2006/relationships/image" Target="../media/image333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emf"/><Relationship Id="rId13" Type="http://schemas.openxmlformats.org/officeDocument/2006/relationships/oleObject" Target="../embeddings/oleObject373.bin"/><Relationship Id="rId3" Type="http://schemas.openxmlformats.org/officeDocument/2006/relationships/image" Target="../media/image334.wmf"/><Relationship Id="rId7" Type="http://schemas.openxmlformats.org/officeDocument/2006/relationships/oleObject" Target="../embeddings/oleObject370.bin"/><Relationship Id="rId12" Type="http://schemas.openxmlformats.org/officeDocument/2006/relationships/image" Target="../media/image339.wmf"/><Relationship Id="rId2" Type="http://schemas.openxmlformats.org/officeDocument/2006/relationships/oleObject" Target="../embeddings/oleObject368.bin"/><Relationship Id="rId16" Type="http://schemas.openxmlformats.org/officeDocument/2006/relationships/image" Target="../media/image34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6.emf"/><Relationship Id="rId11" Type="http://schemas.openxmlformats.org/officeDocument/2006/relationships/oleObject" Target="../embeddings/oleObject372.bin"/><Relationship Id="rId5" Type="http://schemas.openxmlformats.org/officeDocument/2006/relationships/oleObject" Target="../embeddings/oleObject369.bin"/><Relationship Id="rId15" Type="http://schemas.openxmlformats.org/officeDocument/2006/relationships/oleObject" Target="../embeddings/oleObject374.bin"/><Relationship Id="rId10" Type="http://schemas.openxmlformats.org/officeDocument/2006/relationships/image" Target="../media/image338.wmf"/><Relationship Id="rId4" Type="http://schemas.openxmlformats.org/officeDocument/2006/relationships/image" Target="../media/image335.png"/><Relationship Id="rId9" Type="http://schemas.openxmlformats.org/officeDocument/2006/relationships/oleObject" Target="../embeddings/oleObject371.bin"/><Relationship Id="rId14" Type="http://schemas.openxmlformats.org/officeDocument/2006/relationships/image" Target="../media/image340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emf"/><Relationship Id="rId13" Type="http://schemas.openxmlformats.org/officeDocument/2006/relationships/oleObject" Target="../embeddings/oleObject380.bin"/><Relationship Id="rId3" Type="http://schemas.openxmlformats.org/officeDocument/2006/relationships/image" Target="../media/image342.wmf"/><Relationship Id="rId7" Type="http://schemas.openxmlformats.org/officeDocument/2006/relationships/oleObject" Target="../embeddings/oleObject377.bin"/><Relationship Id="rId12" Type="http://schemas.openxmlformats.org/officeDocument/2006/relationships/image" Target="../media/image338.wmf"/><Relationship Id="rId2" Type="http://schemas.openxmlformats.org/officeDocument/2006/relationships/oleObject" Target="../embeddings/oleObject375.bin"/><Relationship Id="rId16" Type="http://schemas.openxmlformats.org/officeDocument/2006/relationships/image" Target="../media/image34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4.png"/><Relationship Id="rId11" Type="http://schemas.openxmlformats.org/officeDocument/2006/relationships/oleObject" Target="../embeddings/oleObject379.bin"/><Relationship Id="rId5" Type="http://schemas.openxmlformats.org/officeDocument/2006/relationships/image" Target="../media/image343.emf"/><Relationship Id="rId15" Type="http://schemas.openxmlformats.org/officeDocument/2006/relationships/oleObject" Target="../embeddings/oleObject381.bin"/><Relationship Id="rId10" Type="http://schemas.openxmlformats.org/officeDocument/2006/relationships/image" Target="../media/image346.emf"/><Relationship Id="rId4" Type="http://schemas.openxmlformats.org/officeDocument/2006/relationships/oleObject" Target="../embeddings/oleObject376.bin"/><Relationship Id="rId9" Type="http://schemas.openxmlformats.org/officeDocument/2006/relationships/oleObject" Target="../embeddings/oleObject378.bin"/><Relationship Id="rId14" Type="http://schemas.openxmlformats.org/officeDocument/2006/relationships/image" Target="../media/image347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2.bin"/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1.wmf"/><Relationship Id="rId5" Type="http://schemas.openxmlformats.org/officeDocument/2006/relationships/oleObject" Target="../embeddings/oleObject383.bin"/><Relationship Id="rId4" Type="http://schemas.openxmlformats.org/officeDocument/2006/relationships/image" Target="../media/image350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4.bin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4.wmf"/><Relationship Id="rId5" Type="http://schemas.openxmlformats.org/officeDocument/2006/relationships/oleObject" Target="../embeddings/oleObject385.bin"/><Relationship Id="rId4" Type="http://schemas.openxmlformats.org/officeDocument/2006/relationships/image" Target="../media/image353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6.bin"/><Relationship Id="rId2" Type="http://schemas.openxmlformats.org/officeDocument/2006/relationships/image" Target="../media/image3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7.emf"/><Relationship Id="rId5" Type="http://schemas.openxmlformats.org/officeDocument/2006/relationships/oleObject" Target="../embeddings/oleObject387.bin"/><Relationship Id="rId4" Type="http://schemas.openxmlformats.org/officeDocument/2006/relationships/image" Target="../media/image356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wmf"/><Relationship Id="rId2" Type="http://schemas.openxmlformats.org/officeDocument/2006/relationships/oleObject" Target="../embeddings/oleObject38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0.emf"/><Relationship Id="rId5" Type="http://schemas.openxmlformats.org/officeDocument/2006/relationships/oleObject" Target="../embeddings/oleObject389.bin"/><Relationship Id="rId4" Type="http://schemas.openxmlformats.org/officeDocument/2006/relationships/image" Target="../media/image35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0.bin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3.emf"/><Relationship Id="rId5" Type="http://schemas.openxmlformats.org/officeDocument/2006/relationships/oleObject" Target="../embeddings/oleObject391.bin"/><Relationship Id="rId4" Type="http://schemas.openxmlformats.org/officeDocument/2006/relationships/image" Target="../media/image362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2.bin"/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6.emf"/><Relationship Id="rId5" Type="http://schemas.openxmlformats.org/officeDocument/2006/relationships/oleObject" Target="../embeddings/oleObject393.bin"/><Relationship Id="rId4" Type="http://schemas.openxmlformats.org/officeDocument/2006/relationships/image" Target="../media/image365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4.bin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9.wmf"/><Relationship Id="rId5" Type="http://schemas.openxmlformats.org/officeDocument/2006/relationships/oleObject" Target="../embeddings/oleObject395.bin"/><Relationship Id="rId4" Type="http://schemas.openxmlformats.org/officeDocument/2006/relationships/image" Target="../media/image368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6.bin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397.bin"/><Relationship Id="rId4" Type="http://schemas.openxmlformats.org/officeDocument/2006/relationships/image" Target="../media/image371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8.bin"/><Relationship Id="rId2" Type="http://schemas.openxmlformats.org/officeDocument/2006/relationships/image" Target="../media/image3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5.wmf"/><Relationship Id="rId5" Type="http://schemas.openxmlformats.org/officeDocument/2006/relationships/oleObject" Target="../embeddings/oleObject399.bin"/><Relationship Id="rId4" Type="http://schemas.openxmlformats.org/officeDocument/2006/relationships/image" Target="../media/image374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3.bin"/><Relationship Id="rId3" Type="http://schemas.openxmlformats.org/officeDocument/2006/relationships/image" Target="../media/image376.png"/><Relationship Id="rId7" Type="http://schemas.openxmlformats.org/officeDocument/2006/relationships/image" Target="../media/image378.wmf"/><Relationship Id="rId2" Type="http://schemas.openxmlformats.org/officeDocument/2006/relationships/oleObject" Target="../embeddings/oleObject4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2.bin"/><Relationship Id="rId11" Type="http://schemas.openxmlformats.org/officeDocument/2006/relationships/image" Target="../media/image380.emf"/><Relationship Id="rId5" Type="http://schemas.openxmlformats.org/officeDocument/2006/relationships/image" Target="../media/image377.wmf"/><Relationship Id="rId10" Type="http://schemas.openxmlformats.org/officeDocument/2006/relationships/oleObject" Target="../embeddings/oleObject404.bin"/><Relationship Id="rId4" Type="http://schemas.openxmlformats.org/officeDocument/2006/relationships/oleObject" Target="../embeddings/oleObject401.bin"/><Relationship Id="rId9" Type="http://schemas.openxmlformats.org/officeDocument/2006/relationships/image" Target="../media/image37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2207568" y="2492896"/>
            <a:ext cx="8208912" cy="1008112"/>
          </a:xfrm>
          <a:prstGeom prst="rect">
            <a:avLst/>
          </a:prstGeom>
          <a:noFill/>
          <a:ln w="6032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函数、极限与连续函数</a:t>
            </a:r>
          </a:p>
        </p:txBody>
      </p:sp>
    </p:spTree>
    <p:extLst>
      <p:ext uri="{BB962C8B-B14F-4D97-AF65-F5344CB8AC3E}">
        <p14:creationId xmlns:p14="http://schemas.microsoft.com/office/powerpoint/2010/main" val="263438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7728" y="2276872"/>
            <a:ext cx="4896544" cy="1008112"/>
          </a:xfrm>
          <a:ln w="57150" cmpd="thickThin">
            <a:solidFill>
              <a:srgbClr val="FF0000"/>
            </a:solidFill>
          </a:ln>
        </p:spPr>
        <p:txBody>
          <a:bodyPr/>
          <a:lstStyle/>
          <a:p>
            <a:pPr algn="ctr"/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、</a:t>
            </a:r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变量与函数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056440" y="404664"/>
            <a:ext cx="1308371" cy="52322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43872" y="3789040"/>
            <a:ext cx="2638864" cy="707886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 I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实数</a:t>
            </a:r>
          </a:p>
        </p:txBody>
      </p:sp>
    </p:spTree>
    <p:extLst>
      <p:ext uri="{BB962C8B-B14F-4D97-AF65-F5344CB8AC3E}">
        <p14:creationId xmlns:p14="http://schemas.microsoft.com/office/powerpoint/2010/main" val="59098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89273" y="711136"/>
            <a:ext cx="2328259" cy="797167"/>
          </a:xfrm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.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实数集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7609" y="1628801"/>
            <a:ext cx="4942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●  </a:t>
            </a:r>
            <a:r>
              <a:rPr lang="en-US" altLang="zh-CN" sz="36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R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所有实数的集合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4095" y="2564905"/>
            <a:ext cx="5431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●  </a:t>
            </a:r>
            <a:r>
              <a:rPr lang="en-US" altLang="zh-CN" sz="36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Q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所有有理数的集合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4095" y="3501009"/>
            <a:ext cx="4891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●  </a:t>
            </a:r>
            <a:r>
              <a:rPr lang="en-US" altLang="zh-CN" sz="36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Z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所有整数的集合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6537" y="4437112"/>
            <a:ext cx="5912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●  </a:t>
            </a:r>
            <a:r>
              <a:rPr lang="en-US" altLang="zh-CN" sz="36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N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所有非负整数的集合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636537" y="5213886"/>
            <a:ext cx="5585183" cy="663387"/>
            <a:chOff x="1112537" y="5213885"/>
            <a:chExt cx="5585183" cy="663387"/>
          </a:xfrm>
        </p:grpSpPr>
        <p:sp>
          <p:nvSpPr>
            <p:cNvPr id="9" name="TextBox 8"/>
            <p:cNvSpPr txBox="1"/>
            <p:nvPr/>
          </p:nvSpPr>
          <p:spPr>
            <a:xfrm>
              <a:off x="1112537" y="5213885"/>
              <a:ext cx="55851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/>
                <a:t>●      —</a:t>
              </a:r>
              <a:r>
                <a:rPr lang="zh-CN" altLang="en-US" sz="3600" b="1" dirty="0"/>
                <a:t>所有正整数的集合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1835696" y="5229200"/>
            <a:ext cx="648072" cy="648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3040" imgH="203040" progId="Equation.DSMT4">
                    <p:embed/>
                  </p:oleObj>
                </mc:Choice>
                <mc:Fallback>
                  <p:oleObj name="Equation" r:id="rId2" imgW="203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835696" y="5229200"/>
                          <a:ext cx="648072" cy="6480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7579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86322" y="692248"/>
            <a:ext cx="3279731" cy="999879"/>
          </a:xfrm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有限区间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23592" y="1844824"/>
          <a:ext cx="6607793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215640" progId="Equation.DSMT4">
                  <p:embed/>
                </p:oleObj>
              </mc:Choice>
              <mc:Fallback>
                <p:oleObj name="Equation" r:id="rId2" imgW="2476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3592" y="1844824"/>
                        <a:ext cx="6607793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05050" y="2670175"/>
          <a:ext cx="60706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215640" progId="Equation.DSMT4">
                  <p:embed/>
                </p:oleObj>
              </mc:Choice>
              <mc:Fallback>
                <p:oleObj name="Equation" r:id="rId4" imgW="2057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5050" y="2670175"/>
                        <a:ext cx="6070600" cy="636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66950" y="3573464"/>
          <a:ext cx="614680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82600" imgH="215640" progId="Equation.DSMT4">
                  <p:embed/>
                </p:oleObj>
              </mc:Choice>
              <mc:Fallback>
                <p:oleObj name="Equation" r:id="rId6" imgW="2082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3573464"/>
                        <a:ext cx="614680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79576" y="4509120"/>
          <a:ext cx="74549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27200" imgH="215640" progId="Equation.DSMT4">
                  <p:embed/>
                </p:oleObj>
              </mc:Choice>
              <mc:Fallback>
                <p:oleObj name="Equation" r:id="rId8" imgW="2527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4509120"/>
                        <a:ext cx="74549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79576" y="5445224"/>
          <a:ext cx="74549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27200" imgH="215640" progId="Equation.DSMT4">
                  <p:embed/>
                </p:oleObj>
              </mc:Choice>
              <mc:Fallback>
                <p:oleObj name="Equation" r:id="rId10" imgW="2527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5445224"/>
                        <a:ext cx="74549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22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520" y="654680"/>
            <a:ext cx="3408379" cy="941183"/>
          </a:xfrm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40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无穷区间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79576" y="1628800"/>
          <a:ext cx="7560842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6880" imgH="431640" progId="Equation.DSMT4">
                  <p:embed/>
                </p:oleObj>
              </mc:Choice>
              <mc:Fallback>
                <p:oleObj name="Equation" r:id="rId2" imgW="2666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9576" y="1628800"/>
                        <a:ext cx="7560842" cy="1224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23592" y="3140968"/>
          <a:ext cx="7128792" cy="518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960" imgH="203040" progId="Equation.DSMT4">
                  <p:embed/>
                </p:oleObj>
              </mc:Choice>
              <mc:Fallback>
                <p:oleObj name="Equation" r:id="rId4" imgW="2793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23592" y="3140968"/>
                        <a:ext cx="7128792" cy="5184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23593" y="3933057"/>
          <a:ext cx="7127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960" imgH="203040" progId="Equation.DSMT4">
                  <p:embed/>
                </p:oleObj>
              </mc:Choice>
              <mc:Fallback>
                <p:oleObj name="Equation" r:id="rId6" imgW="2793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3" y="3933057"/>
                        <a:ext cx="71278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147270"/>
              </p:ext>
            </p:extLst>
          </p:nvPr>
        </p:nvGraphicFramePr>
        <p:xfrm>
          <a:off x="2460625" y="4797425"/>
          <a:ext cx="62277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203040" progId="Equation.DSMT4">
                  <p:embed/>
                </p:oleObj>
              </mc:Choice>
              <mc:Fallback>
                <p:oleObj name="Equation" r:id="rId8" imgW="2197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60625" y="4797425"/>
                        <a:ext cx="6227763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104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1605" y="4350395"/>
            <a:ext cx="856895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altLang="zh-CN" sz="2800" b="1" dirty="0">
                <a:solidFill>
                  <a:srgbClr val="FF0000"/>
                </a:solidFill>
              </a:rPr>
              <a:t>۩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/>
              <a:t>将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水平置放成</a:t>
            </a:r>
            <a:r>
              <a:rPr lang="en-US" altLang="zh-CN" sz="2800" b="1" dirty="0"/>
              <a:t>“</a:t>
            </a:r>
            <a:r>
              <a:rPr lang="en-US" altLang="zh-CN" sz="3600" b="1" dirty="0"/>
              <a:t>∞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来表示</a:t>
            </a:r>
            <a:r>
              <a:rPr lang="en-US" altLang="zh-CN" sz="2800" b="1" dirty="0"/>
              <a:t>“</a:t>
            </a:r>
            <a:r>
              <a:rPr lang="zh-CN" altLang="en-US" sz="2800" b="1" dirty="0"/>
              <a:t>无穷大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符号是在英国人沃利斯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John Wallis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/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1655</a:t>
            </a:r>
            <a:r>
              <a:rPr lang="zh-CN" altLang="en-US" sz="2800" b="1" dirty="0"/>
              <a:t>年首次提出的</a:t>
            </a:r>
            <a:r>
              <a:rPr lang="en-US" altLang="zh-CN" sz="2800" b="1" dirty="0"/>
              <a:t>.</a:t>
            </a:r>
            <a:endParaRPr lang="zh-CN" altLang="en-US" sz="2800" b="1" dirty="0"/>
          </a:p>
          <a:p>
            <a:endParaRPr lang="zh-CN" altLang="en-US" dirty="0"/>
          </a:p>
        </p:txBody>
      </p:sp>
      <p:sp>
        <p:nvSpPr>
          <p:cNvPr id="3" name="椭圆 2"/>
          <p:cNvSpPr/>
          <p:nvPr/>
        </p:nvSpPr>
        <p:spPr>
          <a:xfrm>
            <a:off x="1343472" y="3284984"/>
            <a:ext cx="914400" cy="914400"/>
          </a:xfrm>
          <a:prstGeom prst="ellipse">
            <a:avLst/>
          </a:prstGeom>
          <a:noFill/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01605" y="1805078"/>
            <a:ext cx="89058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altLang="zh-CN" sz="2800" b="1" dirty="0">
                <a:solidFill>
                  <a:srgbClr val="FF0000"/>
                </a:solidFill>
              </a:rPr>
              <a:t>۩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/>
              <a:t>古希腊哲学家亚里士多德有了无穷的思想，但他认为无穷是和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1,2,3</a:t>
            </a:r>
            <a:r>
              <a:rPr lang="zh-CN" altLang="en-US" sz="2800" b="1" dirty="0"/>
              <a:t>等一样的确定的数，一直数下去可以</a:t>
            </a:r>
            <a:r>
              <a:rPr lang="zh-CN" altLang="en-US" sz="2800" b="1"/>
              <a:t>达到</a:t>
            </a:r>
            <a:r>
              <a:rPr lang="en-US" altLang="zh-CN" sz="2800" b="1"/>
              <a:t>.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014657" y="2918544"/>
            <a:ext cx="87428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AE" altLang="zh-CN" sz="2800" b="1" dirty="0">
                <a:solidFill>
                  <a:srgbClr val="FF0000"/>
                </a:solidFill>
              </a:rPr>
              <a:t>۩ 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世纪，印度出现了一位伟大的数学家布哈斯克拉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Bhaskara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重新考虑无穷，他意识到无穷跟确定的数的差别，</a:t>
            </a:r>
            <a:r>
              <a:rPr lang="zh-CN" altLang="en-US" sz="2800" b="1" dirty="0"/>
              <a:t>他的概念比较接近现代理论化的概念</a:t>
            </a:r>
            <a:r>
              <a:rPr lang="en-US" altLang="zh-CN" sz="2800" b="1" dirty="0"/>
              <a:t>.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727848" y="647001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历史小故事</a:t>
            </a:r>
          </a:p>
        </p:txBody>
      </p:sp>
      <p:sp>
        <p:nvSpPr>
          <p:cNvPr id="9" name="上凸弯带形 8"/>
          <p:cNvSpPr/>
          <p:nvPr/>
        </p:nvSpPr>
        <p:spPr>
          <a:xfrm>
            <a:off x="3359696" y="609041"/>
            <a:ext cx="4896544" cy="758952"/>
          </a:xfrm>
          <a:prstGeom prst="ellipseRibbon2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203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4370" y="279916"/>
            <a:ext cx="2189027" cy="740654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40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邻域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35560" y="1340768"/>
          <a:ext cx="3354725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215640" progId="Equation.DSMT4">
                  <p:embed/>
                </p:oleObj>
              </mc:Choice>
              <mc:Fallback>
                <p:oleObj name="Equation" r:id="rId2" imgW="1257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35560" y="1340768"/>
                        <a:ext cx="3354725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07568" y="1988840"/>
          <a:ext cx="7768392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27120" imgH="215640" progId="Equation.DSMT4">
                  <p:embed/>
                </p:oleObj>
              </mc:Choice>
              <mc:Fallback>
                <p:oleObj name="Equation" r:id="rId4" imgW="3327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7568" y="1988840"/>
                        <a:ext cx="7768392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696780"/>
              </p:ext>
            </p:extLst>
          </p:nvPr>
        </p:nvGraphicFramePr>
        <p:xfrm>
          <a:off x="2049463" y="3429000"/>
          <a:ext cx="70246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09600" imgH="304560" progId="Equation.DSMT4">
                  <p:embed/>
                </p:oleObj>
              </mc:Choice>
              <mc:Fallback>
                <p:oleObj name="Equation" r:id="rId6" imgW="30096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3429000"/>
                        <a:ext cx="7024687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79577" y="5085185"/>
          <a:ext cx="3960441" cy="529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12800" imgH="215640" progId="Equation.DSMT4">
                  <p:embed/>
                </p:oleObj>
              </mc:Choice>
              <mc:Fallback>
                <p:oleObj name="Equation" r:id="rId8" imgW="1612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7" y="5085185"/>
                        <a:ext cx="3960441" cy="5292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9576" y="5733257"/>
          <a:ext cx="38671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74640" imgH="215640" progId="Equation.DSMT4">
                  <p:embed/>
                </p:oleObj>
              </mc:Choice>
              <mc:Fallback>
                <p:oleObj name="Equation" r:id="rId10" imgW="1574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5733257"/>
                        <a:ext cx="38671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2795505" y="2499897"/>
            <a:ext cx="5760640" cy="1054598"/>
            <a:chOff x="732" y="1968"/>
            <a:chExt cx="4020" cy="979"/>
          </a:xfrm>
        </p:grpSpPr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500" y="2405"/>
              <a:ext cx="225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Arc 9"/>
            <p:cNvSpPr>
              <a:spLocks/>
            </p:cNvSpPr>
            <p:nvPr/>
          </p:nvSpPr>
          <p:spPr bwMode="auto">
            <a:xfrm rot="19229293">
              <a:off x="2673" y="1990"/>
              <a:ext cx="973" cy="928"/>
            </a:xfrm>
            <a:custGeom>
              <a:avLst/>
              <a:gdLst>
                <a:gd name="G0" fmla="+- 0 0 0"/>
                <a:gd name="G1" fmla="+- 21374 0 0"/>
                <a:gd name="G2" fmla="+- 21600 0 0"/>
                <a:gd name="T0" fmla="*/ 3115 w 21590"/>
                <a:gd name="T1" fmla="*/ 0 h 21374"/>
                <a:gd name="T2" fmla="*/ 21590 w 21590"/>
                <a:gd name="T3" fmla="*/ 20711 h 21374"/>
                <a:gd name="T4" fmla="*/ 0 w 21590"/>
                <a:gd name="T5" fmla="*/ 21374 h 2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0" h="21374" fill="none" extrusionOk="0">
                  <a:moveTo>
                    <a:pt x="3115" y="-1"/>
                  </a:moveTo>
                  <a:cubicBezTo>
                    <a:pt x="13480" y="1510"/>
                    <a:pt x="21268" y="10240"/>
                    <a:pt x="21589" y="20711"/>
                  </a:cubicBezTo>
                </a:path>
                <a:path w="21590" h="21374" stroke="0" extrusionOk="0">
                  <a:moveTo>
                    <a:pt x="3115" y="-1"/>
                  </a:moveTo>
                  <a:cubicBezTo>
                    <a:pt x="13480" y="1510"/>
                    <a:pt x="21268" y="10240"/>
                    <a:pt x="21589" y="20711"/>
                  </a:cubicBezTo>
                  <a:lnTo>
                    <a:pt x="0" y="21374"/>
                  </a:lnTo>
                  <a:close/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Arc 10"/>
            <p:cNvSpPr>
              <a:spLocks/>
            </p:cNvSpPr>
            <p:nvPr/>
          </p:nvSpPr>
          <p:spPr bwMode="auto">
            <a:xfrm rot="19229293">
              <a:off x="1523" y="1992"/>
              <a:ext cx="1000" cy="955"/>
            </a:xfrm>
            <a:custGeom>
              <a:avLst/>
              <a:gdLst>
                <a:gd name="G0" fmla="+- 0 0 0"/>
                <a:gd name="G1" fmla="+- 21374 0 0"/>
                <a:gd name="G2" fmla="+- 21600 0 0"/>
                <a:gd name="T0" fmla="*/ 3115 w 21590"/>
                <a:gd name="T1" fmla="*/ 0 h 21374"/>
                <a:gd name="T2" fmla="*/ 21590 w 21590"/>
                <a:gd name="T3" fmla="*/ 20711 h 21374"/>
                <a:gd name="T4" fmla="*/ 0 w 21590"/>
                <a:gd name="T5" fmla="*/ 21374 h 2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0" h="21374" fill="none" extrusionOk="0">
                  <a:moveTo>
                    <a:pt x="3115" y="-1"/>
                  </a:moveTo>
                  <a:cubicBezTo>
                    <a:pt x="13480" y="1510"/>
                    <a:pt x="21268" y="10240"/>
                    <a:pt x="21589" y="20711"/>
                  </a:cubicBezTo>
                </a:path>
                <a:path w="21590" h="21374" stroke="0" extrusionOk="0">
                  <a:moveTo>
                    <a:pt x="3115" y="-1"/>
                  </a:moveTo>
                  <a:cubicBezTo>
                    <a:pt x="13480" y="1510"/>
                    <a:pt x="21268" y="10240"/>
                    <a:pt x="21589" y="20711"/>
                  </a:cubicBezTo>
                  <a:lnTo>
                    <a:pt x="0" y="21374"/>
                  </a:lnTo>
                  <a:close/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732" y="2405"/>
              <a:ext cx="3905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2636" y="2352"/>
              <a:ext cx="1" cy="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" name="Object 13"/>
            <p:cNvGraphicFramePr>
              <a:graphicFrameLocks noChangeAspect="1"/>
            </p:cNvGraphicFramePr>
            <p:nvPr/>
          </p:nvGraphicFramePr>
          <p:xfrm>
            <a:off x="4552" y="2490"/>
            <a:ext cx="20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139680" progId="Equation.3">
                    <p:embed/>
                  </p:oleObj>
                </mc:Choice>
                <mc:Fallback>
                  <p:oleObj name="Equation" r:id="rId12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2" y="2490"/>
                          <a:ext cx="20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4"/>
            <p:cNvGraphicFramePr>
              <a:graphicFrameLocks noChangeAspect="1"/>
            </p:cNvGraphicFramePr>
            <p:nvPr/>
          </p:nvGraphicFramePr>
          <p:xfrm>
            <a:off x="2511" y="2360"/>
            <a:ext cx="27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440" imgH="228600" progId="Equation.3">
                    <p:embed/>
                  </p:oleObj>
                </mc:Choice>
                <mc:Fallback>
                  <p:oleObj name="Equation" r:id="rId14" imgW="1904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1" y="2360"/>
                          <a:ext cx="27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1471" y="2370"/>
              <a:ext cx="49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3721" y="2367"/>
              <a:ext cx="49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3456" y="2400"/>
            <a:ext cx="57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31640" imgH="228600" progId="Equation.3">
                    <p:embed/>
                  </p:oleObj>
                </mc:Choice>
                <mc:Fallback>
                  <p:oleObj name="Equation" r:id="rId16" imgW="431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400"/>
                          <a:ext cx="57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9"/>
            <p:cNvGraphicFramePr>
              <a:graphicFrameLocks noChangeAspect="1"/>
            </p:cNvGraphicFramePr>
            <p:nvPr/>
          </p:nvGraphicFramePr>
          <p:xfrm>
            <a:off x="3160" y="1968"/>
            <a:ext cx="14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28600" imgH="330120" progId="Equation.3">
                    <p:embed/>
                  </p:oleObj>
                </mc:Choice>
                <mc:Fallback>
                  <p:oleObj name="公式" r:id="rId18" imgW="2286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0" y="1968"/>
                          <a:ext cx="14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0"/>
            <p:cNvGraphicFramePr>
              <a:graphicFrameLocks noChangeAspect="1"/>
            </p:cNvGraphicFramePr>
            <p:nvPr/>
          </p:nvGraphicFramePr>
          <p:xfrm>
            <a:off x="2008" y="1968"/>
            <a:ext cx="14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28600" imgH="330120" progId="Equation.3">
                    <p:embed/>
                  </p:oleObj>
                </mc:Choice>
                <mc:Fallback>
                  <p:oleObj name="公式" r:id="rId20" imgW="2286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" y="1968"/>
                          <a:ext cx="14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43"/>
            <p:cNvGraphicFramePr>
              <a:graphicFrameLocks noChangeAspect="1"/>
            </p:cNvGraphicFramePr>
            <p:nvPr/>
          </p:nvGraphicFramePr>
          <p:xfrm>
            <a:off x="1200" y="2400"/>
            <a:ext cx="57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31640" imgH="228600" progId="Equation.3">
                    <p:embed/>
                  </p:oleObj>
                </mc:Choice>
                <mc:Fallback>
                  <p:oleObj name="Equation" r:id="rId22" imgW="431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400"/>
                          <a:ext cx="57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65"/>
          <p:cNvGrpSpPr>
            <a:grpSpLocks/>
          </p:cNvGrpSpPr>
          <p:nvPr/>
        </p:nvGrpSpPr>
        <p:grpSpPr bwMode="auto">
          <a:xfrm>
            <a:off x="3050550" y="4077072"/>
            <a:ext cx="5061675" cy="1008112"/>
            <a:chOff x="828" y="3120"/>
            <a:chExt cx="4020" cy="869"/>
          </a:xfrm>
        </p:grpSpPr>
        <p:sp>
          <p:nvSpPr>
            <p:cNvPr id="24" name="Arc 48"/>
            <p:cNvSpPr>
              <a:spLocks/>
            </p:cNvSpPr>
            <p:nvPr/>
          </p:nvSpPr>
          <p:spPr bwMode="auto">
            <a:xfrm rot="-2370707">
              <a:off x="2747" y="3228"/>
              <a:ext cx="1006" cy="761"/>
            </a:xfrm>
            <a:custGeom>
              <a:avLst/>
              <a:gdLst>
                <a:gd name="G0" fmla="+- 0 0 0"/>
                <a:gd name="G1" fmla="+- 21374 0 0"/>
                <a:gd name="G2" fmla="+- 21600 0 0"/>
                <a:gd name="T0" fmla="*/ 3115 w 21590"/>
                <a:gd name="T1" fmla="*/ 0 h 21374"/>
                <a:gd name="T2" fmla="*/ 21590 w 21590"/>
                <a:gd name="T3" fmla="*/ 20711 h 21374"/>
                <a:gd name="T4" fmla="*/ 0 w 21590"/>
                <a:gd name="T5" fmla="*/ 21374 h 2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0" h="21374" fill="none" extrusionOk="0">
                  <a:moveTo>
                    <a:pt x="3115" y="-1"/>
                  </a:moveTo>
                  <a:cubicBezTo>
                    <a:pt x="13480" y="1510"/>
                    <a:pt x="21268" y="10240"/>
                    <a:pt x="21589" y="20711"/>
                  </a:cubicBezTo>
                </a:path>
                <a:path w="21590" h="21374" stroke="0" extrusionOk="0">
                  <a:moveTo>
                    <a:pt x="3115" y="-1"/>
                  </a:moveTo>
                  <a:cubicBezTo>
                    <a:pt x="13480" y="1510"/>
                    <a:pt x="21268" y="10240"/>
                    <a:pt x="21589" y="20711"/>
                  </a:cubicBezTo>
                  <a:lnTo>
                    <a:pt x="0" y="21374"/>
                  </a:lnTo>
                  <a:close/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Arc 49"/>
            <p:cNvSpPr>
              <a:spLocks/>
            </p:cNvSpPr>
            <p:nvPr/>
          </p:nvSpPr>
          <p:spPr bwMode="auto">
            <a:xfrm rot="-2370707">
              <a:off x="1575" y="3217"/>
              <a:ext cx="1036" cy="736"/>
            </a:xfrm>
            <a:custGeom>
              <a:avLst/>
              <a:gdLst>
                <a:gd name="G0" fmla="+- 0 0 0"/>
                <a:gd name="G1" fmla="+- 21374 0 0"/>
                <a:gd name="G2" fmla="+- 21600 0 0"/>
                <a:gd name="T0" fmla="*/ 3115 w 21590"/>
                <a:gd name="T1" fmla="*/ 0 h 21374"/>
                <a:gd name="T2" fmla="*/ 21590 w 21590"/>
                <a:gd name="T3" fmla="*/ 20711 h 21374"/>
                <a:gd name="T4" fmla="*/ 0 w 21590"/>
                <a:gd name="T5" fmla="*/ 21374 h 2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0" h="21374" fill="none" extrusionOk="0">
                  <a:moveTo>
                    <a:pt x="3115" y="-1"/>
                  </a:moveTo>
                  <a:cubicBezTo>
                    <a:pt x="13480" y="1510"/>
                    <a:pt x="21268" y="10240"/>
                    <a:pt x="21589" y="20711"/>
                  </a:cubicBezTo>
                </a:path>
                <a:path w="21590" h="21374" stroke="0" extrusionOk="0">
                  <a:moveTo>
                    <a:pt x="3115" y="-1"/>
                  </a:moveTo>
                  <a:cubicBezTo>
                    <a:pt x="13480" y="1510"/>
                    <a:pt x="21268" y="10240"/>
                    <a:pt x="21589" y="20711"/>
                  </a:cubicBezTo>
                  <a:lnTo>
                    <a:pt x="0" y="21374"/>
                  </a:lnTo>
                  <a:close/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50"/>
            <p:cNvSpPr>
              <a:spLocks noChangeShapeType="1"/>
            </p:cNvSpPr>
            <p:nvPr/>
          </p:nvSpPr>
          <p:spPr bwMode="auto">
            <a:xfrm>
              <a:off x="828" y="3557"/>
              <a:ext cx="3905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" name="Object 52"/>
            <p:cNvGraphicFramePr>
              <a:graphicFrameLocks noChangeAspect="1"/>
            </p:cNvGraphicFramePr>
            <p:nvPr/>
          </p:nvGraphicFramePr>
          <p:xfrm>
            <a:off x="4648" y="3642"/>
            <a:ext cx="20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9680" imgH="139680" progId="Equation.3">
                    <p:embed/>
                  </p:oleObj>
                </mc:Choice>
                <mc:Fallback>
                  <p:oleObj name="Equation" r:id="rId24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3642"/>
                          <a:ext cx="20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53"/>
            <p:cNvGraphicFramePr>
              <a:graphicFrameLocks noChangeAspect="1"/>
            </p:cNvGraphicFramePr>
            <p:nvPr/>
          </p:nvGraphicFramePr>
          <p:xfrm>
            <a:off x="2640" y="3560"/>
            <a:ext cx="27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90440" imgH="228600" progId="Equation.3">
                    <p:embed/>
                  </p:oleObj>
                </mc:Choice>
                <mc:Fallback>
                  <p:oleObj name="Equation" r:id="rId25" imgW="1904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560"/>
                          <a:ext cx="27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Oval 54"/>
            <p:cNvSpPr>
              <a:spLocks noChangeArrowheads="1"/>
            </p:cNvSpPr>
            <p:nvPr/>
          </p:nvSpPr>
          <p:spPr bwMode="auto">
            <a:xfrm>
              <a:off x="1567" y="3552"/>
              <a:ext cx="49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55"/>
            <p:cNvSpPr>
              <a:spLocks noChangeArrowheads="1"/>
            </p:cNvSpPr>
            <p:nvPr/>
          </p:nvSpPr>
          <p:spPr bwMode="auto">
            <a:xfrm>
              <a:off x="3817" y="3549"/>
              <a:ext cx="49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" name="Object 56"/>
            <p:cNvGraphicFramePr>
              <a:graphicFrameLocks noChangeAspect="1"/>
            </p:cNvGraphicFramePr>
            <p:nvPr/>
          </p:nvGraphicFramePr>
          <p:xfrm>
            <a:off x="3552" y="3552"/>
            <a:ext cx="57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31640" imgH="228600" progId="Equation.3">
                    <p:embed/>
                  </p:oleObj>
                </mc:Choice>
                <mc:Fallback>
                  <p:oleObj name="Equation" r:id="rId26" imgW="431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552"/>
                          <a:ext cx="57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57"/>
            <p:cNvGraphicFramePr>
              <a:graphicFrameLocks noChangeAspect="1"/>
            </p:cNvGraphicFramePr>
            <p:nvPr/>
          </p:nvGraphicFramePr>
          <p:xfrm>
            <a:off x="3256" y="3120"/>
            <a:ext cx="14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228600" imgH="330120" progId="Equation.3">
                    <p:embed/>
                  </p:oleObj>
                </mc:Choice>
                <mc:Fallback>
                  <p:oleObj name="公式" r:id="rId27" imgW="2286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6" y="3120"/>
                          <a:ext cx="14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58"/>
            <p:cNvGraphicFramePr>
              <a:graphicFrameLocks noChangeAspect="1"/>
            </p:cNvGraphicFramePr>
            <p:nvPr/>
          </p:nvGraphicFramePr>
          <p:xfrm>
            <a:off x="2104" y="3120"/>
            <a:ext cx="14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228600" imgH="330120" progId="Equation.3">
                    <p:embed/>
                  </p:oleObj>
                </mc:Choice>
                <mc:Fallback>
                  <p:oleObj name="公式" r:id="rId29" imgW="2286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4" y="3120"/>
                          <a:ext cx="14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59"/>
            <p:cNvGraphicFramePr>
              <a:graphicFrameLocks noChangeAspect="1"/>
            </p:cNvGraphicFramePr>
            <p:nvPr/>
          </p:nvGraphicFramePr>
          <p:xfrm>
            <a:off x="1296" y="3552"/>
            <a:ext cx="57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431640" imgH="228600" progId="Equation.3">
                    <p:embed/>
                  </p:oleObj>
                </mc:Choice>
                <mc:Fallback>
                  <p:oleObj name="Equation" r:id="rId31" imgW="431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552"/>
                          <a:ext cx="57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AutoShape 60"/>
            <p:cNvSpPr>
              <a:spLocks noChangeArrowheads="1"/>
            </p:cNvSpPr>
            <p:nvPr/>
          </p:nvSpPr>
          <p:spPr bwMode="auto">
            <a:xfrm>
              <a:off x="2688" y="3504"/>
              <a:ext cx="96" cy="96"/>
            </a:xfrm>
            <a:prstGeom prst="flowChartConnector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61"/>
            <p:cNvSpPr>
              <a:spLocks noChangeArrowheads="1"/>
            </p:cNvSpPr>
            <p:nvPr/>
          </p:nvSpPr>
          <p:spPr bwMode="auto">
            <a:xfrm>
              <a:off x="2688" y="350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utoShape 62"/>
            <p:cNvSpPr>
              <a:spLocks noChangeArrowheads="1"/>
            </p:cNvSpPr>
            <p:nvPr/>
          </p:nvSpPr>
          <p:spPr bwMode="auto">
            <a:xfrm>
              <a:off x="2688" y="3504"/>
              <a:ext cx="96" cy="96"/>
            </a:xfrm>
            <a:prstGeom prst="flowChartConnector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63"/>
            <p:cNvSpPr>
              <a:spLocks noChangeShapeType="1"/>
            </p:cNvSpPr>
            <p:nvPr/>
          </p:nvSpPr>
          <p:spPr bwMode="auto">
            <a:xfrm>
              <a:off x="1632" y="3552"/>
              <a:ext cx="10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64"/>
            <p:cNvSpPr>
              <a:spLocks noChangeShapeType="1"/>
            </p:cNvSpPr>
            <p:nvPr/>
          </p:nvSpPr>
          <p:spPr bwMode="auto">
            <a:xfrm>
              <a:off x="2784" y="3552"/>
              <a:ext cx="10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050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3552" y="255569"/>
            <a:ext cx="2832315" cy="869175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40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有界集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51585" y="1916832"/>
          <a:ext cx="6934131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431640" progId="Equation.DSMT4">
                  <p:embed/>
                </p:oleObj>
              </mc:Choice>
              <mc:Fallback>
                <p:oleObj name="Equation" r:id="rId2" imgW="2971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51585" y="1916832"/>
                        <a:ext cx="6934131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51584" y="3068960"/>
          <a:ext cx="6797600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08080" imgH="431640" progId="Equation.DSMT4">
                  <p:embed/>
                </p:oleObj>
              </mc:Choice>
              <mc:Fallback>
                <p:oleObj name="Equation" r:id="rId4" imgW="2908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3068960"/>
                        <a:ext cx="6797600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783632" y="1268760"/>
          <a:ext cx="3185295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215640" progId="Equation.DSMT4">
                  <p:embed/>
                </p:oleObj>
              </mc:Choice>
              <mc:Fallback>
                <p:oleObj name="Equation" r:id="rId6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3632" y="1268760"/>
                        <a:ext cx="3185295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346892"/>
              </p:ext>
            </p:extLst>
          </p:nvPr>
        </p:nvGraphicFramePr>
        <p:xfrm>
          <a:off x="2379393" y="4350841"/>
          <a:ext cx="7604125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52680" imgH="457200" progId="Equation.DSMT4">
                  <p:embed/>
                </p:oleObj>
              </mc:Choice>
              <mc:Fallback>
                <p:oleObj name="Equation" r:id="rId8" imgW="33526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79393" y="4350841"/>
                        <a:ext cx="7604125" cy="1036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132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67608" y="810114"/>
            <a:ext cx="888099" cy="797167"/>
          </a:xfrm>
        </p:spPr>
        <p:txBody>
          <a:bodyPr/>
          <a:lstStyle/>
          <a:p>
            <a:pPr algn="l"/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67609" y="1484784"/>
          <a:ext cx="4993187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482400" progId="Equation.DSMT4">
                  <p:embed/>
                </p:oleObj>
              </mc:Choice>
              <mc:Fallback>
                <p:oleObj name="Equation" r:id="rId2" imgW="1968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67609" y="1484784"/>
                        <a:ext cx="4993187" cy="1224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67608" y="2852936"/>
          <a:ext cx="3456384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444240" progId="Equation.DSMT4">
                  <p:embed/>
                </p:oleObj>
              </mc:Choice>
              <mc:Fallback>
                <p:oleObj name="Equation" r:id="rId4" imgW="1422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67608" y="2852936"/>
                        <a:ext cx="3456384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39616" y="4365104"/>
          <a:ext cx="3528392" cy="721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228600" progId="Equation.DSMT4">
                  <p:embed/>
                </p:oleObj>
              </mc:Choice>
              <mc:Fallback>
                <p:oleObj name="Equation" r:id="rId6" imgW="1117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39616" y="4365104"/>
                        <a:ext cx="3528392" cy="721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586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5560" y="217026"/>
            <a:ext cx="2400267" cy="797167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40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07568" y="1196752"/>
          <a:ext cx="31861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215640" progId="Equation.DSMT4">
                  <p:embed/>
                </p:oleObj>
              </mc:Choice>
              <mc:Fallback>
                <p:oleObj name="Equation" r:id="rId2" imgW="1193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196752"/>
                        <a:ext cx="318611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104215"/>
              </p:ext>
            </p:extLst>
          </p:nvPr>
        </p:nvGraphicFramePr>
        <p:xfrm>
          <a:off x="2135560" y="1628800"/>
          <a:ext cx="7590340" cy="244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49280" imgH="1015920" progId="Equation.DSMT4">
                  <p:embed/>
                </p:oleObj>
              </mc:Choice>
              <mc:Fallback>
                <p:oleObj name="Equation" r:id="rId4" imgW="314928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35560" y="1628800"/>
                        <a:ext cx="7590340" cy="2448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07568" y="3933057"/>
          <a:ext cx="7200800" cy="2360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22560" imgH="990360" progId="Equation.DSMT4">
                  <p:embed/>
                </p:oleObj>
              </mc:Choice>
              <mc:Fallback>
                <p:oleObj name="Equation" r:id="rId6" imgW="30225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933057"/>
                        <a:ext cx="7200800" cy="2360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16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5560" y="260648"/>
            <a:ext cx="2472275" cy="869175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40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79576" y="1412777"/>
          <a:ext cx="5657850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457200" progId="Equation.DSMT4">
                  <p:embed/>
                </p:oleObj>
              </mc:Choice>
              <mc:Fallback>
                <p:oleObj name="Equation" r:id="rId2" imgW="21207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9576" y="1412777"/>
                        <a:ext cx="5657850" cy="1220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79576" y="2708920"/>
          <a:ext cx="7140792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6880" imgH="457200" progId="Equation.DSMT4">
                  <p:embed/>
                </p:oleObj>
              </mc:Choice>
              <mc:Fallback>
                <p:oleObj name="Equation" r:id="rId4" imgW="26668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9576" y="2708920"/>
                        <a:ext cx="7140792" cy="1224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51584" y="4077072"/>
          <a:ext cx="5760640" cy="171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49360" imgH="698400" progId="Equation.DSMT4">
                  <p:embed/>
                </p:oleObj>
              </mc:Choice>
              <mc:Fallback>
                <p:oleObj name="Equation" r:id="rId6" imgW="23493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51584" y="4077072"/>
                        <a:ext cx="5760640" cy="1711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456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3553" y="342105"/>
            <a:ext cx="960107" cy="797167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568172"/>
              </p:ext>
            </p:extLst>
          </p:nvPr>
        </p:nvGraphicFramePr>
        <p:xfrm>
          <a:off x="2133417" y="2725600"/>
          <a:ext cx="6780753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9920" imgH="457200" progId="Equation.DSMT4">
                  <p:embed/>
                </p:oleObj>
              </mc:Choice>
              <mc:Fallback>
                <p:oleObj name="Equation" r:id="rId2" imgW="28699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33417" y="2725600"/>
                        <a:ext cx="6780753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021065"/>
              </p:ext>
            </p:extLst>
          </p:nvPr>
        </p:nvGraphicFramePr>
        <p:xfrm>
          <a:off x="2418948" y="4005064"/>
          <a:ext cx="5254637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69800" progId="Equation.DSMT4">
                  <p:embed/>
                </p:oleObj>
              </mc:Choice>
              <mc:Fallback>
                <p:oleObj name="Equation" r:id="rId4" imgW="22860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8948" y="4005064"/>
                        <a:ext cx="5254637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17994"/>
              </p:ext>
            </p:extLst>
          </p:nvPr>
        </p:nvGraphicFramePr>
        <p:xfrm>
          <a:off x="2351584" y="5157192"/>
          <a:ext cx="6120680" cy="55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4600" imgH="228600" progId="Equation.DSMT4">
                  <p:embed/>
                </p:oleObj>
              </mc:Choice>
              <mc:Fallback>
                <p:oleObj name="Equation" r:id="rId6" imgW="2514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51584" y="5157192"/>
                        <a:ext cx="6120680" cy="55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637035"/>
              </p:ext>
            </p:extLst>
          </p:nvPr>
        </p:nvGraphicFramePr>
        <p:xfrm>
          <a:off x="3101350" y="366794"/>
          <a:ext cx="4993187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68480" imgH="482400" progId="Equation.DSMT4">
                  <p:embed/>
                </p:oleObj>
              </mc:Choice>
              <mc:Fallback>
                <p:oleObj name="Equation" r:id="rId8" imgW="1968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01350" y="366794"/>
                        <a:ext cx="4993187" cy="1224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320147"/>
              </p:ext>
            </p:extLst>
          </p:nvPr>
        </p:nvGraphicFramePr>
        <p:xfrm>
          <a:off x="3101350" y="1474399"/>
          <a:ext cx="3456384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22360" imgH="444240" progId="Equation.DSMT4">
                  <p:embed/>
                </p:oleObj>
              </mc:Choice>
              <mc:Fallback>
                <p:oleObj name="Equation" r:id="rId10" imgW="1422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01350" y="1474399"/>
                        <a:ext cx="3456384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060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7281" y="1268760"/>
            <a:ext cx="4272475" cy="797167"/>
          </a:xfrm>
        </p:spPr>
        <p:txBody>
          <a:bodyPr/>
          <a:lstStyle/>
          <a:p>
            <a:pPr algn="l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3600" b="1" dirty="0">
                <a:solidFill>
                  <a:srgbClr val="FF0000"/>
                </a:solidFill>
                <a:latin typeface="New Century Schoolbook" panose="02040603050705020304" pitchFamily="18" charset="0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确界存在定理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781016"/>
              </p:ext>
            </p:extLst>
          </p:nvPr>
        </p:nvGraphicFramePr>
        <p:xfrm>
          <a:off x="1981646" y="2636912"/>
          <a:ext cx="794067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4840" imgH="431640" progId="Equation.DSMT4">
                  <p:embed/>
                </p:oleObj>
              </mc:Choice>
              <mc:Fallback>
                <p:oleObj name="Equation" r:id="rId2" imgW="3174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1646" y="2636912"/>
                        <a:ext cx="7940675" cy="108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819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5560" y="332656"/>
            <a:ext cx="5280587" cy="941183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几个常用的不等式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4195"/>
              </p:ext>
            </p:extLst>
          </p:nvPr>
        </p:nvGraphicFramePr>
        <p:xfrm>
          <a:off x="2351584" y="1437097"/>
          <a:ext cx="5616623" cy="511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4880" imgH="203040" progId="Equation.DSMT4">
                  <p:embed/>
                </p:oleObj>
              </mc:Choice>
              <mc:Fallback>
                <p:oleObj name="Equation" r:id="rId2" imgW="223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51584" y="1437097"/>
                        <a:ext cx="5616623" cy="511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838493"/>
              </p:ext>
            </p:extLst>
          </p:nvPr>
        </p:nvGraphicFramePr>
        <p:xfrm>
          <a:off x="2313573" y="2110359"/>
          <a:ext cx="6231284" cy="55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215640" progId="Equation.DSMT4">
                  <p:embed/>
                </p:oleObj>
              </mc:Choice>
              <mc:Fallback>
                <p:oleObj name="Equation" r:id="rId4" imgW="2438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13573" y="2110359"/>
                        <a:ext cx="6231284" cy="55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967420"/>
              </p:ext>
            </p:extLst>
          </p:nvPr>
        </p:nvGraphicFramePr>
        <p:xfrm>
          <a:off x="2313573" y="2833185"/>
          <a:ext cx="3600400" cy="51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203040" progId="Equation.DSMT4">
                  <p:embed/>
                </p:oleObj>
              </mc:Choice>
              <mc:Fallback>
                <p:oleObj name="Equation" r:id="rId6" imgW="1409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13573" y="2833185"/>
                        <a:ext cx="3600400" cy="51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571020"/>
              </p:ext>
            </p:extLst>
          </p:nvPr>
        </p:nvGraphicFramePr>
        <p:xfrm>
          <a:off x="2277818" y="3429000"/>
          <a:ext cx="5926137" cy="271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63480" imgH="1130040" progId="Equation.DSMT4">
                  <p:embed/>
                </p:oleObj>
              </mc:Choice>
              <mc:Fallback>
                <p:oleObj name="Equation" r:id="rId8" imgW="246348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77818" y="3429000"/>
                        <a:ext cx="5926137" cy="27162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678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71464" y="69269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151746"/>
              </p:ext>
            </p:extLst>
          </p:nvPr>
        </p:nvGraphicFramePr>
        <p:xfrm>
          <a:off x="1919536" y="726362"/>
          <a:ext cx="6408712" cy="510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9920" imgH="228600" progId="Equation.DSMT4">
                  <p:embed/>
                </p:oleObj>
              </mc:Choice>
              <mc:Fallback>
                <p:oleObj name="Equation" r:id="rId2" imgW="2869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19536" y="726362"/>
                        <a:ext cx="6408712" cy="510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36827"/>
              </p:ext>
            </p:extLst>
          </p:nvPr>
        </p:nvGraphicFramePr>
        <p:xfrm>
          <a:off x="1343472" y="1268760"/>
          <a:ext cx="1727193" cy="536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228600" progId="Equation.DSMT4">
                  <p:embed/>
                </p:oleObj>
              </mc:Choice>
              <mc:Fallback>
                <p:oleObj name="Equation" r:id="rId4" imgW="736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43472" y="1268760"/>
                        <a:ext cx="1727193" cy="5360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968721"/>
              </p:ext>
            </p:extLst>
          </p:nvPr>
        </p:nvGraphicFramePr>
        <p:xfrm>
          <a:off x="3309379" y="1291757"/>
          <a:ext cx="1994533" cy="513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28600" progId="Equation.DSMT4">
                  <p:embed/>
                </p:oleObj>
              </mc:Choice>
              <mc:Fallback>
                <p:oleObj name="Equation" r:id="rId6" imgW="888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09379" y="1291757"/>
                        <a:ext cx="1994533" cy="5130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087218"/>
              </p:ext>
            </p:extLst>
          </p:nvPr>
        </p:nvGraphicFramePr>
        <p:xfrm>
          <a:off x="5529246" y="1319672"/>
          <a:ext cx="1993534" cy="505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440" imgH="228600" progId="Equation.DSMT4">
                  <p:embed/>
                </p:oleObj>
              </mc:Choice>
              <mc:Fallback>
                <p:oleObj name="Equation" r:id="rId8" imgW="901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29246" y="1319672"/>
                        <a:ext cx="1993534" cy="5054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019888"/>
              </p:ext>
            </p:extLst>
          </p:nvPr>
        </p:nvGraphicFramePr>
        <p:xfrm>
          <a:off x="1419055" y="1813443"/>
          <a:ext cx="2103090" cy="533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1440" imgH="228600" progId="Equation.DSMT4">
                  <p:embed/>
                </p:oleObj>
              </mc:Choice>
              <mc:Fallback>
                <p:oleObj name="Equation" r:id="rId10" imgW="901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19055" y="1813443"/>
                        <a:ext cx="2103090" cy="533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802945"/>
              </p:ext>
            </p:extLst>
          </p:nvPr>
        </p:nvGraphicFramePr>
        <p:xfrm>
          <a:off x="3721388" y="1841578"/>
          <a:ext cx="2402149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54080" imgH="228600" progId="Equation.DSMT4">
                  <p:embed/>
                </p:oleObj>
              </mc:Choice>
              <mc:Fallback>
                <p:oleObj name="Equation" r:id="rId12" imgW="1054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21388" y="1841578"/>
                        <a:ext cx="2402149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201557"/>
              </p:ext>
            </p:extLst>
          </p:nvPr>
        </p:nvGraphicFramePr>
        <p:xfrm>
          <a:off x="6151145" y="1885841"/>
          <a:ext cx="405394" cy="432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440" imgH="203040" progId="Equation.DSMT4">
                  <p:embed/>
                </p:oleObj>
              </mc:Choice>
              <mc:Fallback>
                <p:oleObj name="Equation" r:id="rId14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151145" y="1885841"/>
                        <a:ext cx="405394" cy="4324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504528"/>
              </p:ext>
            </p:extLst>
          </p:nvPr>
        </p:nvGraphicFramePr>
        <p:xfrm>
          <a:off x="1618404" y="2353521"/>
          <a:ext cx="2694845" cy="53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55600" imgH="228600" progId="Equation.DSMT4">
                  <p:embed/>
                </p:oleObj>
              </mc:Choice>
              <mc:Fallback>
                <p:oleObj name="Equation" r:id="rId16" imgW="1155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618404" y="2353521"/>
                        <a:ext cx="2694845" cy="533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917124"/>
              </p:ext>
            </p:extLst>
          </p:nvPr>
        </p:nvGraphicFramePr>
        <p:xfrm>
          <a:off x="4426647" y="2346621"/>
          <a:ext cx="3386162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85720" imgH="228600" progId="Equation.DSMT4">
                  <p:embed/>
                </p:oleObj>
              </mc:Choice>
              <mc:Fallback>
                <p:oleObj name="Equation" r:id="rId18" imgW="1485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26647" y="2346621"/>
                        <a:ext cx="3386162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558109"/>
              </p:ext>
            </p:extLst>
          </p:nvPr>
        </p:nvGraphicFramePr>
        <p:xfrm>
          <a:off x="1343472" y="2874469"/>
          <a:ext cx="3574909" cy="49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49080" imgH="215640" progId="Equation.DSMT4">
                  <p:embed/>
                </p:oleObj>
              </mc:Choice>
              <mc:Fallback>
                <p:oleObj name="Equation" r:id="rId20" imgW="1549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343472" y="2874469"/>
                        <a:ext cx="3574909" cy="498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05412"/>
              </p:ext>
            </p:extLst>
          </p:nvPr>
        </p:nvGraphicFramePr>
        <p:xfrm>
          <a:off x="4991713" y="2867570"/>
          <a:ext cx="396549" cy="45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480" imgH="203040" progId="Equation.DSMT4">
                  <p:embed/>
                </p:oleObj>
              </mc:Choice>
              <mc:Fallback>
                <p:oleObj name="Equation" r:id="rId22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991713" y="2867570"/>
                        <a:ext cx="396549" cy="45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704982"/>
              </p:ext>
            </p:extLst>
          </p:nvPr>
        </p:nvGraphicFramePr>
        <p:xfrm>
          <a:off x="2644970" y="3273721"/>
          <a:ext cx="56705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39800" imgH="228600" progId="Equation.DSMT4">
                  <p:embed/>
                </p:oleObj>
              </mc:Choice>
              <mc:Fallback>
                <p:oleObj name="Equation" r:id="rId24" imgW="2539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644970" y="3273721"/>
                        <a:ext cx="5670550" cy="509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379166"/>
              </p:ext>
            </p:extLst>
          </p:nvPr>
        </p:nvGraphicFramePr>
        <p:xfrm>
          <a:off x="1343472" y="3831226"/>
          <a:ext cx="3648241" cy="492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00200" imgH="215640" progId="Equation.DSMT4">
                  <p:embed/>
                </p:oleObj>
              </mc:Choice>
              <mc:Fallback>
                <p:oleObj name="Equation" r:id="rId26" imgW="1600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343472" y="3831226"/>
                        <a:ext cx="3648241" cy="492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130885"/>
              </p:ext>
            </p:extLst>
          </p:nvPr>
        </p:nvGraphicFramePr>
        <p:xfrm>
          <a:off x="4955630" y="3821859"/>
          <a:ext cx="26939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68200" imgH="228600" progId="Equation.DSMT4">
                  <p:embed/>
                </p:oleObj>
              </mc:Choice>
              <mc:Fallback>
                <p:oleObj name="Equation" r:id="rId28" imgW="1168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955630" y="3821859"/>
                        <a:ext cx="2693988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694402"/>
              </p:ext>
            </p:extLst>
          </p:nvPr>
        </p:nvGraphicFramePr>
        <p:xfrm>
          <a:off x="7793995" y="3851920"/>
          <a:ext cx="1944216" cy="450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76240" imgH="203040" progId="Equation.DSMT4">
                  <p:embed/>
                </p:oleObj>
              </mc:Choice>
              <mc:Fallback>
                <p:oleObj name="Equation" r:id="rId30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793995" y="3851920"/>
                        <a:ext cx="1944216" cy="450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229972"/>
              </p:ext>
            </p:extLst>
          </p:nvPr>
        </p:nvGraphicFramePr>
        <p:xfrm>
          <a:off x="1419055" y="4339518"/>
          <a:ext cx="3276371" cy="52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434960" imgH="228600" progId="Equation.DSMT4">
                  <p:embed/>
                </p:oleObj>
              </mc:Choice>
              <mc:Fallback>
                <p:oleObj name="Equation" r:id="rId32" imgW="1434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419055" y="4339518"/>
                        <a:ext cx="3276371" cy="52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005056"/>
              </p:ext>
            </p:extLst>
          </p:nvPr>
        </p:nvGraphicFramePr>
        <p:xfrm>
          <a:off x="4922462" y="4374368"/>
          <a:ext cx="4485905" cy="53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930320" imgH="228600" progId="Equation.DSMT4">
                  <p:embed/>
                </p:oleObj>
              </mc:Choice>
              <mc:Fallback>
                <p:oleObj name="Equation" r:id="rId34" imgW="1930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922462" y="4374368"/>
                        <a:ext cx="4485905" cy="531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865418"/>
              </p:ext>
            </p:extLst>
          </p:nvPr>
        </p:nvGraphicFramePr>
        <p:xfrm>
          <a:off x="1419055" y="4961006"/>
          <a:ext cx="3080339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396800" imgH="228600" progId="Equation.DSMT4">
                  <p:embed/>
                </p:oleObj>
              </mc:Choice>
              <mc:Fallback>
                <p:oleObj name="Equation" r:id="rId36" imgW="1396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419055" y="4961006"/>
                        <a:ext cx="3080339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128759"/>
              </p:ext>
            </p:extLst>
          </p:nvPr>
        </p:nvGraphicFramePr>
        <p:xfrm>
          <a:off x="4914516" y="4923767"/>
          <a:ext cx="4653557" cy="48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082600" imgH="215640" progId="Equation.DSMT4">
                  <p:embed/>
                </p:oleObj>
              </mc:Choice>
              <mc:Fallback>
                <p:oleObj name="Equation" r:id="rId38" imgW="2082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914516" y="4923767"/>
                        <a:ext cx="4653557" cy="482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651886"/>
              </p:ext>
            </p:extLst>
          </p:nvPr>
        </p:nvGraphicFramePr>
        <p:xfrm>
          <a:off x="1568930" y="5497757"/>
          <a:ext cx="2152080" cy="484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015920" imgH="228600" progId="Equation.DSMT4">
                  <p:embed/>
                </p:oleObj>
              </mc:Choice>
              <mc:Fallback>
                <p:oleObj name="Equation" r:id="rId40" imgW="1015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68930" y="5497757"/>
                        <a:ext cx="2152080" cy="484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545467"/>
              </p:ext>
            </p:extLst>
          </p:nvPr>
        </p:nvGraphicFramePr>
        <p:xfrm>
          <a:off x="3830006" y="5496653"/>
          <a:ext cx="3141239" cy="543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320480" imgH="228600" progId="Equation.DSMT4">
                  <p:embed/>
                </p:oleObj>
              </mc:Choice>
              <mc:Fallback>
                <p:oleObj name="Equation" r:id="rId42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830006" y="5496653"/>
                        <a:ext cx="3141239" cy="543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854043"/>
              </p:ext>
            </p:extLst>
          </p:nvPr>
        </p:nvGraphicFramePr>
        <p:xfrm>
          <a:off x="6971245" y="5560688"/>
          <a:ext cx="599553" cy="479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53800" imgH="203040" progId="Equation.DSMT4">
                  <p:embed/>
                </p:oleObj>
              </mc:Choice>
              <mc:Fallback>
                <p:oleObj name="Equation" r:id="rId44" imgW="253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6971245" y="5560688"/>
                        <a:ext cx="599553" cy="479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206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787963"/>
              </p:ext>
            </p:extLst>
          </p:nvPr>
        </p:nvGraphicFramePr>
        <p:xfrm>
          <a:off x="1559496" y="836713"/>
          <a:ext cx="2808312" cy="53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228600" progId="Equation.DSMT4">
                  <p:embed/>
                </p:oleObj>
              </mc:Choice>
              <mc:Fallback>
                <p:oleObj name="Equation" r:id="rId2" imgW="1193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9496" y="836713"/>
                        <a:ext cx="2808312" cy="537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708505"/>
              </p:ext>
            </p:extLst>
          </p:nvPr>
        </p:nvGraphicFramePr>
        <p:xfrm>
          <a:off x="4655840" y="853527"/>
          <a:ext cx="3559810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228600" progId="Equation.DSMT4">
                  <p:embed/>
                </p:oleObj>
              </mc:Choice>
              <mc:Fallback>
                <p:oleObj name="Equation" r:id="rId4" imgW="1562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5840" y="853527"/>
                        <a:ext cx="3559810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301739"/>
              </p:ext>
            </p:extLst>
          </p:nvPr>
        </p:nvGraphicFramePr>
        <p:xfrm>
          <a:off x="1485897" y="1428444"/>
          <a:ext cx="4255076" cy="514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92160" imgH="228600" progId="Equation.DSMT4">
                  <p:embed/>
                </p:oleObj>
              </mc:Choice>
              <mc:Fallback>
                <p:oleObj name="Equation" r:id="rId6" imgW="1892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85897" y="1428444"/>
                        <a:ext cx="4255076" cy="514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350559"/>
              </p:ext>
            </p:extLst>
          </p:nvPr>
        </p:nvGraphicFramePr>
        <p:xfrm>
          <a:off x="3083665" y="1836046"/>
          <a:ext cx="3672408" cy="550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880" imgH="228600" progId="Equation.DSMT4">
                  <p:embed/>
                </p:oleObj>
              </mc:Choice>
              <mc:Fallback>
                <p:oleObj name="Equation" r:id="rId8" imgW="1523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83665" y="1836046"/>
                        <a:ext cx="3672408" cy="5508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399972"/>
              </p:ext>
            </p:extLst>
          </p:nvPr>
        </p:nvGraphicFramePr>
        <p:xfrm>
          <a:off x="1494255" y="2253528"/>
          <a:ext cx="905876" cy="45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203040" progId="Equation.DSMT4">
                  <p:embed/>
                </p:oleObj>
              </mc:Choice>
              <mc:Fallback>
                <p:oleObj name="Equation" r:id="rId10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94255" y="2253528"/>
                        <a:ext cx="905876" cy="45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862196"/>
              </p:ext>
            </p:extLst>
          </p:nvPr>
        </p:nvGraphicFramePr>
        <p:xfrm>
          <a:off x="1598315" y="2743216"/>
          <a:ext cx="69151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69920" imgH="228600" progId="Equation.DSMT4">
                  <p:embed/>
                </p:oleObj>
              </mc:Choice>
              <mc:Fallback>
                <p:oleObj name="Equation" r:id="rId12" imgW="2869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98315" y="2743216"/>
                        <a:ext cx="6915150" cy="55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495110"/>
              </p:ext>
            </p:extLst>
          </p:nvPr>
        </p:nvGraphicFramePr>
        <p:xfrm>
          <a:off x="8512440" y="2805568"/>
          <a:ext cx="1124775" cy="461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00" imgH="203040" progId="Equation.DSMT4">
                  <p:embed/>
                </p:oleObj>
              </mc:Choice>
              <mc:Fallback>
                <p:oleObj name="Equation" r:id="rId14" imgW="495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512440" y="2805568"/>
                        <a:ext cx="1124775" cy="461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800106"/>
              </p:ext>
            </p:extLst>
          </p:nvPr>
        </p:nvGraphicFramePr>
        <p:xfrm>
          <a:off x="1541850" y="3425705"/>
          <a:ext cx="4975157" cy="48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97080" imgH="215640" progId="Equation.DSMT4">
                  <p:embed/>
                </p:oleObj>
              </mc:Choice>
              <mc:Fallback>
                <p:oleObj name="Equation" r:id="rId16" imgW="2197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41850" y="3425705"/>
                        <a:ext cx="4975157" cy="488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193982"/>
              </p:ext>
            </p:extLst>
          </p:nvPr>
        </p:nvGraphicFramePr>
        <p:xfrm>
          <a:off x="1559496" y="4036100"/>
          <a:ext cx="3915766" cy="49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90640" imgH="228600" progId="Equation.DSMT4">
                  <p:embed/>
                </p:oleObj>
              </mc:Choice>
              <mc:Fallback>
                <p:oleObj name="Equation" r:id="rId18" imgW="1790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59496" y="4036100"/>
                        <a:ext cx="3915766" cy="499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79573"/>
              </p:ext>
            </p:extLst>
          </p:nvPr>
        </p:nvGraphicFramePr>
        <p:xfrm>
          <a:off x="5519936" y="3951806"/>
          <a:ext cx="2695714" cy="58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18960" imgH="266400" progId="Equation.DSMT4">
                  <p:embed/>
                </p:oleObj>
              </mc:Choice>
              <mc:Fallback>
                <p:oleObj name="Equation" r:id="rId20" imgW="12189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519936" y="3951806"/>
                        <a:ext cx="2695714" cy="589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862724"/>
              </p:ext>
            </p:extLst>
          </p:nvPr>
        </p:nvGraphicFramePr>
        <p:xfrm>
          <a:off x="1559496" y="4442668"/>
          <a:ext cx="3342144" cy="906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98320" imgH="406080" progId="Equation.DSMT4">
                  <p:embed/>
                </p:oleObj>
              </mc:Choice>
              <mc:Fallback>
                <p:oleObj name="Equation" r:id="rId22" imgW="1498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59496" y="4442668"/>
                        <a:ext cx="3342144" cy="906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140094"/>
              </p:ext>
            </p:extLst>
          </p:nvPr>
        </p:nvGraphicFramePr>
        <p:xfrm>
          <a:off x="4976481" y="4682089"/>
          <a:ext cx="3239169" cy="4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85720" imgH="203040" progId="Equation.DSMT4">
                  <p:embed/>
                </p:oleObj>
              </mc:Choice>
              <mc:Fallback>
                <p:oleObj name="Equation" r:id="rId24" imgW="1485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976481" y="4682089"/>
                        <a:ext cx="3239169" cy="442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44203"/>
              </p:ext>
            </p:extLst>
          </p:nvPr>
        </p:nvGraphicFramePr>
        <p:xfrm>
          <a:off x="1598315" y="5296843"/>
          <a:ext cx="30575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71600" imgH="406080" progId="Equation.DSMT4">
                  <p:embed/>
                </p:oleObj>
              </mc:Choice>
              <mc:Fallback>
                <p:oleObj name="Equation" r:id="rId26" imgW="1371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98315" y="5296843"/>
                        <a:ext cx="3057525" cy="906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182822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14400" imgH="203040" progId="Equation.DSMT4">
                  <p:embed/>
                </p:oleObj>
              </mc:Choice>
              <mc:Fallback>
                <p:oleObj name="Equation" r:id="rId28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780750"/>
              </p:ext>
            </p:extLst>
          </p:nvPr>
        </p:nvGraphicFramePr>
        <p:xfrm>
          <a:off x="4918029" y="5302349"/>
          <a:ext cx="5152342" cy="900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323800" imgH="406080" progId="Equation.DSMT4">
                  <p:embed/>
                </p:oleObj>
              </mc:Choice>
              <mc:Fallback>
                <p:oleObj name="Equation" r:id="rId30" imgW="2323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918029" y="5302349"/>
                        <a:ext cx="5152342" cy="900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622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B0A89770-941A-47EF-9F66-2A57F42257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488" y="-23018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D2A373C8-BBF4-4BA8-BEAB-CB11D05BA0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488" y="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B830CB7-E8F9-4927-A207-19132C415476}"/>
              </a:ext>
            </a:extLst>
          </p:cNvPr>
          <p:cNvGrpSpPr/>
          <p:nvPr/>
        </p:nvGrpSpPr>
        <p:grpSpPr>
          <a:xfrm>
            <a:off x="1404597" y="1087739"/>
            <a:ext cx="8490054" cy="956016"/>
            <a:chOff x="1879092" y="2316984"/>
            <a:chExt cx="8136904" cy="956016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CD607840-0D29-4F70-9623-8BB621EF3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9092" y="2316984"/>
              <a:ext cx="8136904" cy="956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348" tIns="45720" rIns="91440" bIns="47610" numCol="1" anchor="ctr" anchorCtr="0" compatLnSpc="1">
              <a:prstTxWarp prst="textNoShape">
                <a:avLst/>
              </a:prstTxWarp>
              <a:spAutoFit/>
            </a:bodyPr>
            <a:lstStyle>
              <a:lvl1pPr indent="3175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3175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对实数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        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，有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                      </a:t>
              </a:r>
              <a:r>
                <a:rPr lang="zh-CN" altLang="en-US" sz="2800" b="1" dirty="0">
                  <a:solidFill>
                    <a:srgbClr val="333333"/>
                  </a:solidFill>
                  <a:latin typeface="宋体" panose="02010600030101010101" pitchFamily="2" charset="-122"/>
                </a:rPr>
                <a:t>成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立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.  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AE30AD4-0B30-4FD2-B242-6EDA7027EA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7206766"/>
                </p:ext>
              </p:extLst>
            </p:nvPr>
          </p:nvGraphicFramePr>
          <p:xfrm>
            <a:off x="5271148" y="2536733"/>
            <a:ext cx="3824967" cy="56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62040" imgH="228600" progId="Equation.DSMT4">
                    <p:embed/>
                  </p:oleObj>
                </mc:Choice>
                <mc:Fallback>
                  <p:oleObj name="Equation" r:id="rId2" imgW="1562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271148" y="2536733"/>
                          <a:ext cx="3824967" cy="560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3F40BA9-BB88-425E-915B-10CBF3164F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9850577"/>
                </p:ext>
              </p:extLst>
            </p:nvPr>
          </p:nvGraphicFramePr>
          <p:xfrm>
            <a:off x="3348225" y="2592901"/>
            <a:ext cx="1152128" cy="448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57200" imgH="177480" progId="Equation.DSMT4">
                    <p:embed/>
                  </p:oleObj>
                </mc:Choice>
                <mc:Fallback>
                  <p:oleObj name="Equation" r:id="rId4" imgW="45720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348225" y="2592901"/>
                          <a:ext cx="1152128" cy="448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486BD9AA-6D41-4828-B7DB-1C5DA521CEB9}"/>
              </a:ext>
            </a:extLst>
          </p:cNvPr>
          <p:cNvSpPr txBox="1"/>
          <p:nvPr/>
        </p:nvSpPr>
        <p:spPr>
          <a:xfrm>
            <a:off x="1283831" y="811660"/>
            <a:ext cx="28889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伯努利不等式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AA4A2F-9CCB-4C34-9DFB-A35BFD4C43A2}"/>
              </a:ext>
            </a:extLst>
          </p:cNvPr>
          <p:cNvSpPr txBox="1"/>
          <p:nvPr/>
        </p:nvSpPr>
        <p:spPr>
          <a:xfrm>
            <a:off x="1271464" y="2708180"/>
            <a:ext cx="4536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rgbClr val="333333"/>
                </a:solidFill>
                <a:effectLst/>
                <a:latin typeface="Helvetica Neue"/>
              </a:rPr>
              <a:t>当</a:t>
            </a:r>
            <a:r>
              <a:rPr lang="en-US" altLang="zh-CN" sz="2800" b="1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0" dirty="0">
                <a:solidFill>
                  <a:srgbClr val="333333"/>
                </a:solidFill>
                <a:effectLst/>
                <a:latin typeface="Helvetica Neue"/>
              </a:rPr>
              <a:t>=</a:t>
            </a:r>
            <a:r>
              <a:rPr lang="en-US" altLang="zh-CN" sz="2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i="0" dirty="0">
                <a:solidFill>
                  <a:srgbClr val="333333"/>
                </a:solidFill>
                <a:effectLst/>
                <a:latin typeface="Helvetica Neue"/>
              </a:rPr>
              <a:t>，</a:t>
            </a:r>
            <a:r>
              <a:rPr lang="zh-CN" altLang="en-US" sz="2800" b="1" dirty="0">
                <a:solidFill>
                  <a:srgbClr val="333333"/>
                </a:solidFill>
                <a:latin typeface="Helvetica Neue"/>
              </a:rPr>
              <a:t>结论</a:t>
            </a:r>
            <a:r>
              <a:rPr lang="zh-CN" altLang="en-US" sz="2800" b="1" i="0" dirty="0">
                <a:solidFill>
                  <a:srgbClr val="333333"/>
                </a:solidFill>
                <a:effectLst/>
                <a:latin typeface="Helvetica Neue"/>
              </a:rPr>
              <a:t>自然成立，</a:t>
            </a:r>
            <a:endParaRPr lang="zh-CN" altLang="en-US" sz="28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DC3F34-082B-47C6-A273-A20A158A37ED}"/>
              </a:ext>
            </a:extLst>
          </p:cNvPr>
          <p:cNvSpPr txBox="1"/>
          <p:nvPr/>
        </p:nvSpPr>
        <p:spPr>
          <a:xfrm>
            <a:off x="2063552" y="2089532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当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=-1</a:t>
            </a:r>
            <a:r>
              <a:rPr lang="zh-CN" altLang="en-US" sz="2800" b="1" dirty="0"/>
              <a:t>时，结论显然成立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A8E977-6947-4ECE-9953-D24CC5B30072}"/>
              </a:ext>
            </a:extLst>
          </p:cNvPr>
          <p:cNvSpPr txBox="1"/>
          <p:nvPr/>
        </p:nvSpPr>
        <p:spPr>
          <a:xfrm>
            <a:off x="1228843" y="20608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D0BF17-7E56-4DE5-972D-5C28E2B9A51A}"/>
              </a:ext>
            </a:extLst>
          </p:cNvPr>
          <p:cNvGrpSpPr/>
          <p:nvPr/>
        </p:nvGrpSpPr>
        <p:grpSpPr>
          <a:xfrm>
            <a:off x="6119002" y="2083875"/>
            <a:ext cx="5242141" cy="523220"/>
            <a:chOff x="6119002" y="2083875"/>
            <a:chExt cx="5242141" cy="523220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6BCBB1E-4741-4B50-A5BC-D5488F057755}"/>
                </a:ext>
              </a:extLst>
            </p:cNvPr>
            <p:cNvSpPr txBox="1"/>
            <p:nvPr/>
          </p:nvSpPr>
          <p:spPr>
            <a:xfrm>
              <a:off x="6119002" y="2083875"/>
              <a:ext cx="52421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下面只需证             时结论成立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6FB1182-2AAF-44E7-8AE7-48713CED5A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995326"/>
                </p:ext>
              </p:extLst>
            </p:nvPr>
          </p:nvGraphicFramePr>
          <p:xfrm>
            <a:off x="8040216" y="2121460"/>
            <a:ext cx="1152128" cy="448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57200" imgH="177480" progId="Equation.DSMT4">
                    <p:embed/>
                  </p:oleObj>
                </mc:Choice>
                <mc:Fallback>
                  <p:oleObj name="Equation" r:id="rId6" imgW="457200" imgH="1774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93F40BA9-BB88-425E-915B-10CBF3164F0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040216" y="2121460"/>
                          <a:ext cx="1152128" cy="448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99F9825-D779-42BC-8466-01FDBBAE17D7}"/>
              </a:ext>
            </a:extLst>
          </p:cNvPr>
          <p:cNvGrpSpPr/>
          <p:nvPr/>
        </p:nvGrpSpPr>
        <p:grpSpPr>
          <a:xfrm>
            <a:off x="1250671" y="3281132"/>
            <a:ext cx="4063933" cy="523220"/>
            <a:chOff x="1343472" y="3419136"/>
            <a:chExt cx="4063933" cy="52322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935B3E2-8B06-49A6-B861-FF144BE694A9}"/>
                </a:ext>
              </a:extLst>
            </p:cNvPr>
            <p:cNvSpPr txBox="1"/>
            <p:nvPr/>
          </p:nvSpPr>
          <p:spPr>
            <a:xfrm>
              <a:off x="1343472" y="3419136"/>
              <a:ext cx="40639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假设          时结论成立，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8A6DAF38-6CBF-4D3F-A5E1-6C7E568D08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337675"/>
                </p:ext>
              </p:extLst>
            </p:nvPr>
          </p:nvGraphicFramePr>
          <p:xfrm>
            <a:off x="2207568" y="3448557"/>
            <a:ext cx="971035" cy="464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0880" imgH="177480" progId="Equation.DSMT4">
                    <p:embed/>
                  </p:oleObj>
                </mc:Choice>
                <mc:Fallback>
                  <p:oleObj name="Equation" r:id="rId8" imgW="3808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07568" y="3448557"/>
                          <a:ext cx="971035" cy="4643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BBCD107-C96A-47F1-B17F-863937DFC024}"/>
              </a:ext>
            </a:extLst>
          </p:cNvPr>
          <p:cNvGrpSpPr/>
          <p:nvPr/>
        </p:nvGrpSpPr>
        <p:grpSpPr>
          <a:xfrm>
            <a:off x="5146986" y="3249715"/>
            <a:ext cx="3052005" cy="560388"/>
            <a:chOff x="5146986" y="3249715"/>
            <a:chExt cx="3052005" cy="560388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5884E26-C977-43E6-904B-8EF2B1D1627E}"/>
                </a:ext>
              </a:extLst>
            </p:cNvPr>
            <p:cNvSpPr txBox="1"/>
            <p:nvPr/>
          </p:nvSpPr>
          <p:spPr>
            <a:xfrm flipH="1">
              <a:off x="5146986" y="3286482"/>
              <a:ext cx="629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即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BFE3F1ED-AB71-4704-8DE6-61547694FA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4157651"/>
                </p:ext>
              </p:extLst>
            </p:nvPr>
          </p:nvGraphicFramePr>
          <p:xfrm>
            <a:off x="5555804" y="3249715"/>
            <a:ext cx="2643187" cy="560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79280" imgH="228600" progId="Equation.DSMT4">
                    <p:embed/>
                  </p:oleObj>
                </mc:Choice>
                <mc:Fallback>
                  <p:oleObj name="Equation" r:id="rId10" imgW="1079280" imgH="2286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AE30AD4-0B30-4FD2-B242-6EDA7027EA4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555804" y="3249715"/>
                          <a:ext cx="2643187" cy="560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68173032-2AB4-44CC-A3D9-6694744EA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870641"/>
              </p:ext>
            </p:extLst>
          </p:nvPr>
        </p:nvGraphicFramePr>
        <p:xfrm>
          <a:off x="1559497" y="4293096"/>
          <a:ext cx="468052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50960" imgH="228600" progId="Equation.DSMT4">
                  <p:embed/>
                </p:oleObj>
              </mc:Choice>
              <mc:Fallback>
                <p:oleObj name="Equation" r:id="rId12" imgW="1650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59497" y="4293096"/>
                        <a:ext cx="4680520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0172BCFB-6EC0-43DF-A883-EC0A6D4957EE}"/>
              </a:ext>
            </a:extLst>
          </p:cNvPr>
          <p:cNvGrpSpPr/>
          <p:nvPr/>
        </p:nvGrpSpPr>
        <p:grpSpPr>
          <a:xfrm>
            <a:off x="1250671" y="3854084"/>
            <a:ext cx="3217547" cy="523220"/>
            <a:chOff x="1346759" y="3849099"/>
            <a:chExt cx="3217547" cy="52322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4E48FAB-0BE0-4576-9C4E-58CB6650BED4}"/>
                </a:ext>
              </a:extLst>
            </p:cNvPr>
            <p:cNvSpPr txBox="1"/>
            <p:nvPr/>
          </p:nvSpPr>
          <p:spPr>
            <a:xfrm>
              <a:off x="1346759" y="3849099"/>
              <a:ext cx="32175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则当                时有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ECEDB864-C10E-4AFE-BF61-74AB912552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4728245"/>
                </p:ext>
              </p:extLst>
            </p:nvPr>
          </p:nvGraphicFramePr>
          <p:xfrm>
            <a:off x="2238822" y="3879151"/>
            <a:ext cx="1521667" cy="463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83920" imgH="177480" progId="Equation.DSMT4">
                    <p:embed/>
                  </p:oleObj>
                </mc:Choice>
                <mc:Fallback>
                  <p:oleObj name="Equation" r:id="rId14" imgW="5839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238822" y="3879151"/>
                          <a:ext cx="1521667" cy="46311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A8168650-0F86-47A5-9975-6FDD2808C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154846"/>
              </p:ext>
            </p:extLst>
          </p:nvPr>
        </p:nvGraphicFramePr>
        <p:xfrm>
          <a:off x="1775520" y="4921384"/>
          <a:ext cx="6120680" cy="623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47840" imgH="228600" progId="Equation.DSMT4">
                  <p:embed/>
                </p:oleObj>
              </mc:Choice>
              <mc:Fallback>
                <p:oleObj name="Equation" r:id="rId16" imgW="2247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75520" y="4921384"/>
                        <a:ext cx="6120680" cy="623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D1AA7CD8-3370-479B-9133-A6585165A3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697723"/>
              </p:ext>
            </p:extLst>
          </p:nvPr>
        </p:nvGraphicFramePr>
        <p:xfrm>
          <a:off x="7896200" y="5012455"/>
          <a:ext cx="2342234" cy="55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63280" imgH="203040" progId="Equation.DSMT4">
                  <p:embed/>
                </p:oleObj>
              </mc:Choice>
              <mc:Fallback>
                <p:oleObj name="Equation" r:id="rId18" imgW="863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896200" y="5012455"/>
                        <a:ext cx="2342234" cy="551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C934FD81-1DDE-4EBE-8F65-C12C9221EC76}"/>
              </a:ext>
            </a:extLst>
          </p:cNvPr>
          <p:cNvSpPr txBox="1"/>
          <p:nvPr/>
        </p:nvSpPr>
        <p:spPr>
          <a:xfrm>
            <a:off x="1400837" y="5573725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于是由数学归纳法，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ADF0CD1-6B94-47AB-98F5-A7FB621454B8}"/>
              </a:ext>
            </a:extLst>
          </p:cNvPr>
          <p:cNvGrpSpPr/>
          <p:nvPr/>
        </p:nvGrpSpPr>
        <p:grpSpPr>
          <a:xfrm>
            <a:off x="4583832" y="5545041"/>
            <a:ext cx="2098651" cy="523220"/>
            <a:chOff x="9114897" y="6314744"/>
            <a:chExt cx="2098651" cy="523220"/>
          </a:xfrm>
        </p:grpSpPr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7E5A9316-8006-4C24-9975-55D4EF3F61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529691"/>
                </p:ext>
              </p:extLst>
            </p:nvPr>
          </p:nvGraphicFramePr>
          <p:xfrm>
            <a:off x="9588158" y="6352329"/>
            <a:ext cx="1152128" cy="448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57200" imgH="177480" progId="Equation.DSMT4">
                    <p:embed/>
                  </p:oleObj>
                </mc:Choice>
                <mc:Fallback>
                  <p:oleObj name="Equation" r:id="rId20" imgW="457200" imgH="1774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6FB1182-2AAF-44E7-8AE7-48713CED5A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9588158" y="6352329"/>
                          <a:ext cx="1152128" cy="448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B81E67A-801E-421D-A068-4FFFED4BC6A8}"/>
                </a:ext>
              </a:extLst>
            </p:cNvPr>
            <p:cNvSpPr txBox="1"/>
            <p:nvPr/>
          </p:nvSpPr>
          <p:spPr>
            <a:xfrm>
              <a:off x="9114897" y="6314744"/>
              <a:ext cx="20986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当            时</a:t>
              </a:r>
            </a:p>
          </p:txBody>
        </p:sp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26E52B28-98AD-4812-86A9-BB6B8F4418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229702"/>
              </p:ext>
            </p:extLst>
          </p:nvPr>
        </p:nvGraphicFramePr>
        <p:xfrm>
          <a:off x="6685628" y="5507037"/>
          <a:ext cx="4379913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14320" imgH="228600" progId="Equation.DSMT4">
                  <p:embed/>
                </p:oleObj>
              </mc:Choice>
              <mc:Fallback>
                <p:oleObj name="Equation" r:id="rId21" imgW="171432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AE30AD4-0B30-4FD2-B242-6EDA7027E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85628" y="5507037"/>
                        <a:ext cx="4379913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870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上凸弯带形 3"/>
          <p:cNvSpPr/>
          <p:nvPr/>
        </p:nvSpPr>
        <p:spPr>
          <a:xfrm>
            <a:off x="3287688" y="1132261"/>
            <a:ext cx="4896544" cy="758952"/>
          </a:xfrm>
          <a:prstGeom prst="ellipseRibbon2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1504" y="2643010"/>
            <a:ext cx="84969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数学归纳法可以概括为以下三步：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/>
              <a:t>归纳奠基：证明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800" b="1" dirty="0"/>
              <a:t>时命题成立；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/>
              <a:t>归纳假设：假设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1" dirty="0"/>
              <a:t>时命题成立；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b="1" dirty="0"/>
              <a:t>归纳递推：由归纳假设推出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zh-CN" altLang="en-US" sz="2800" b="1" dirty="0"/>
              <a:t>时命题也成立．</a:t>
            </a:r>
          </a:p>
          <a:p>
            <a:r>
              <a:rPr lang="zh-CN" altLang="en-US" sz="2800" b="1" dirty="0"/>
              <a:t>从而就可以断定命题对于所有正整数都成立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00" y="1196752"/>
            <a:ext cx="2376264" cy="45926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71864" y="11322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知识回顾</a:t>
            </a:r>
          </a:p>
        </p:txBody>
      </p:sp>
    </p:spTree>
    <p:extLst>
      <p:ext uri="{BB962C8B-B14F-4D97-AF65-F5344CB8AC3E}">
        <p14:creationId xmlns:p14="http://schemas.microsoft.com/office/powerpoint/2010/main" val="311034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228" y="334795"/>
            <a:ext cx="2328259" cy="928768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约定符号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7568" y="1412776"/>
            <a:ext cx="71881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为了论述简便，习惯上常将逻辑推理</a:t>
            </a:r>
            <a:endParaRPr lang="en-US" altLang="zh-CN" sz="3200" b="1" dirty="0"/>
          </a:p>
          <a:p>
            <a:r>
              <a:rPr lang="zh-CN" altLang="en-US" sz="3200" b="1" dirty="0"/>
              <a:t>中的一些常用的词用文字、符号代替：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693451"/>
              </p:ext>
            </p:extLst>
          </p:nvPr>
        </p:nvGraphicFramePr>
        <p:xfrm>
          <a:off x="2551113" y="2768577"/>
          <a:ext cx="23717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15640" progId="Equation.DSMT4">
                  <p:embed/>
                </p:oleObj>
              </mc:Choice>
              <mc:Fallback>
                <p:oleObj name="Equation" r:id="rId2" imgW="1015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51113" y="2768577"/>
                        <a:ext cx="2371725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388120"/>
              </p:ext>
            </p:extLst>
          </p:nvPr>
        </p:nvGraphicFramePr>
        <p:xfrm>
          <a:off x="2542188" y="3382728"/>
          <a:ext cx="193198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215640" progId="Equation.DSMT4">
                  <p:embed/>
                </p:oleObj>
              </mc:Choice>
              <mc:Fallback>
                <p:oleObj name="Equation" r:id="rId4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42188" y="3382728"/>
                        <a:ext cx="1931988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066122"/>
              </p:ext>
            </p:extLst>
          </p:nvPr>
        </p:nvGraphicFramePr>
        <p:xfrm>
          <a:off x="2263015" y="4173527"/>
          <a:ext cx="19907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203040" progId="Equation.DSMT4">
                  <p:embed/>
                </p:oleObj>
              </mc:Choice>
              <mc:Fallback>
                <p:oleObj name="Equation" r:id="rId6" imgW="761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3015" y="4173527"/>
                        <a:ext cx="19907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423593" y="4941169"/>
          <a:ext cx="1800200" cy="49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400" imgH="190440" progId="Equation.DSMT4">
                  <p:embed/>
                </p:oleObj>
              </mc:Choice>
              <mc:Fallback>
                <p:oleObj name="Equation" r:id="rId8" imgW="6984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3" y="4941169"/>
                        <a:ext cx="1800200" cy="491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235365"/>
              </p:ext>
            </p:extLst>
          </p:nvPr>
        </p:nvGraphicFramePr>
        <p:xfrm>
          <a:off x="2382537" y="5594892"/>
          <a:ext cx="4044770" cy="50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38000" imgH="203040" progId="Equation.DSMT4">
                  <p:embed/>
                </p:oleObj>
              </mc:Choice>
              <mc:Fallback>
                <p:oleObj name="Equation" r:id="rId10" imgW="1638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537" y="5594892"/>
                        <a:ext cx="4044770" cy="501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430225" y="3363450"/>
            <a:ext cx="1292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xist)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22838" y="2729317"/>
            <a:ext cx="2009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rbitrary)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23793" y="4164549"/>
            <a:ext cx="20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uch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93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3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31704" y="2348880"/>
            <a:ext cx="4896544" cy="1008112"/>
          </a:xfrm>
          <a:ln w="57150" cmpd="thickThin">
            <a:solidFill>
              <a:srgbClr val="FF0000"/>
            </a:solidFill>
          </a:ln>
        </p:spPr>
        <p:txBody>
          <a:bodyPr/>
          <a:lstStyle/>
          <a:p>
            <a:pPr algn="ctr"/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、</a:t>
            </a:r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变量与函数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984432" y="476672"/>
            <a:ext cx="1308371" cy="52322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11824" y="3861048"/>
            <a:ext cx="2967479" cy="707886"/>
          </a:xfrm>
          <a:prstGeom prst="rect">
            <a:avLst/>
          </a:prstGeom>
          <a:noFill/>
          <a:ln w="34925" cap="rnd" cmpd="dbl">
            <a:solidFill>
              <a:srgbClr val="FF0000"/>
            </a:solidFill>
            <a:prstDash val="solid"/>
          </a:ln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 II 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195217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AutoShape 6"/>
          <p:cNvSpPr>
            <a:spLocks noChangeArrowheads="1"/>
          </p:cNvSpPr>
          <p:nvPr/>
        </p:nvSpPr>
        <p:spPr bwMode="auto">
          <a:xfrm>
            <a:off x="2289426" y="3498817"/>
            <a:ext cx="1295400" cy="381000"/>
          </a:xfrm>
          <a:prstGeom prst="wedgeRectCallout">
            <a:avLst>
              <a:gd name="adj1" fmla="val 53310"/>
              <a:gd name="adj2" fmla="val -130833"/>
            </a:avLst>
          </a:prstGeom>
          <a:noFill/>
          <a:ln w="63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 dirty="0"/>
              <a:t>因变量</a:t>
            </a:r>
          </a:p>
        </p:txBody>
      </p:sp>
      <p:sp>
        <p:nvSpPr>
          <p:cNvPr id="17415" name="AutoShape 7"/>
          <p:cNvSpPr>
            <a:spLocks noChangeArrowheads="1"/>
          </p:cNvSpPr>
          <p:nvPr/>
        </p:nvSpPr>
        <p:spPr bwMode="auto">
          <a:xfrm>
            <a:off x="5127626" y="3415774"/>
            <a:ext cx="1295400" cy="381000"/>
          </a:xfrm>
          <a:prstGeom prst="wedgeRectCallout">
            <a:avLst>
              <a:gd name="adj1" fmla="val -59926"/>
              <a:gd name="adj2" fmla="val -120833"/>
            </a:avLst>
          </a:prstGeom>
          <a:noFill/>
          <a:ln w="63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 dirty="0"/>
              <a:t>自变量</a:t>
            </a: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2423592" y="4729730"/>
          <a:ext cx="7056785" cy="44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429320" imgH="469800" progId="Equation.3">
                  <p:embed/>
                </p:oleObj>
              </mc:Choice>
              <mc:Fallback>
                <p:oleObj name="公式" r:id="rId2" imgW="74293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4729730"/>
                        <a:ext cx="7056785" cy="44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2367893" y="5301209"/>
          <a:ext cx="6176380" cy="1008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298920" imgH="1028520" progId="Equation.3">
                  <p:embed/>
                </p:oleObj>
              </mc:Choice>
              <mc:Fallback>
                <p:oleObj name="公式" r:id="rId4" imgW="629892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893" y="5301209"/>
                        <a:ext cx="6176380" cy="1008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2" name="Group 14"/>
          <p:cNvGrpSpPr>
            <a:grpSpLocks/>
          </p:cNvGrpSpPr>
          <p:nvPr/>
        </p:nvGrpSpPr>
        <p:grpSpPr bwMode="auto">
          <a:xfrm>
            <a:off x="2139961" y="804156"/>
            <a:ext cx="8079432" cy="2409826"/>
            <a:chOff x="576" y="517"/>
            <a:chExt cx="4944" cy="1483"/>
          </a:xfrm>
        </p:grpSpPr>
        <p:graphicFrame>
          <p:nvGraphicFramePr>
            <p:cNvPr id="1741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9687757"/>
                </p:ext>
              </p:extLst>
            </p:nvPr>
          </p:nvGraphicFramePr>
          <p:xfrm>
            <a:off x="576" y="864"/>
            <a:ext cx="4849" cy="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6" imgW="7773732" imgH="1254224" progId="Word.Document.8">
                    <p:embed/>
                  </p:oleObj>
                </mc:Choice>
                <mc:Fallback>
                  <p:oleObj name="Document" r:id="rId6" imgW="7773732" imgH="1254224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864"/>
                          <a:ext cx="4849" cy="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0" name="Object 2"/>
            <p:cNvGraphicFramePr>
              <a:graphicFrameLocks noChangeAspect="1"/>
            </p:cNvGraphicFramePr>
            <p:nvPr/>
          </p:nvGraphicFramePr>
          <p:xfrm>
            <a:off x="576" y="517"/>
            <a:ext cx="4849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8" imgW="7773732" imgH="645451" progId="Word.Document.8">
                    <p:embed/>
                  </p:oleObj>
                </mc:Choice>
                <mc:Fallback>
                  <p:oleObj name="Document" r:id="rId8" imgW="7773732" imgH="645451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517"/>
                          <a:ext cx="4849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1" name="Rectangle 3"/>
            <p:cNvSpPr>
              <a:spLocks noChangeArrowheads="1"/>
            </p:cNvSpPr>
            <p:nvPr/>
          </p:nvSpPr>
          <p:spPr bwMode="auto">
            <a:xfrm>
              <a:off x="2784" y="1712"/>
              <a:ext cx="2736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数集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400" b="1" dirty="0"/>
                <a:t>叫做这个函数的</a:t>
              </a:r>
              <a:r>
                <a:rPr lang="zh-CN" altLang="en-US" sz="2400" b="1" u="sng" dirty="0"/>
                <a:t>定义域</a:t>
              </a:r>
              <a:endParaRPr lang="zh-CN" altLang="en-US" sz="2400" b="1" dirty="0"/>
            </a:p>
          </p:txBody>
        </p:sp>
        <p:graphicFrame>
          <p:nvGraphicFramePr>
            <p:cNvPr id="17413" name="Object 5"/>
            <p:cNvGraphicFramePr>
              <a:graphicFrameLocks noChangeAspect="1"/>
            </p:cNvGraphicFramePr>
            <p:nvPr/>
          </p:nvGraphicFramePr>
          <p:xfrm>
            <a:off x="1440" y="1707"/>
            <a:ext cx="105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460160" imgH="406080" progId="Equation.3">
                    <p:embed/>
                  </p:oleObj>
                </mc:Choice>
                <mc:Fallback>
                  <p:oleObj name="公式" r:id="rId10" imgW="14601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707"/>
                          <a:ext cx="1056" cy="293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2438400" y="1390650"/>
          <a:ext cx="36195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3626640" imgH="684360" progId="Word.Document.8">
                  <p:embed/>
                </p:oleObj>
              </mc:Choice>
              <mc:Fallback>
                <p:oleObj name="文档" r:id="rId12" imgW="3626640" imgH="68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390650"/>
                        <a:ext cx="36195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Rectangle 15"/>
          <p:cNvSpPr>
            <a:spLocks noChangeArrowheads="1"/>
          </p:cNvSpPr>
          <p:nvPr/>
        </p:nvSpPr>
        <p:spPr bwMode="auto">
          <a:xfrm>
            <a:off x="2125478" y="301674"/>
            <a:ext cx="2890402" cy="504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 algn="ctr"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1pPr>
            <a:lvl2pPr algn="ctr"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2pPr>
            <a:lvl3pPr algn="ctr"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3pPr>
            <a:lvl4pPr algn="ctr"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4pPr>
            <a:lvl5pPr algn="ctr"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algn="l"/>
            <a:r>
              <a:rPr lang="en-US" altLang="zh-CN" sz="3600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3600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zh-CN" altLang="en-US" sz="3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函数概念</a:t>
            </a:r>
            <a:endParaRPr lang="zh-CN" altLang="en-US" sz="36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51089" y="4005065"/>
          <a:ext cx="68484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81000" imgH="215640" progId="Equation.DSMT4">
                  <p:embed/>
                </p:oleObj>
              </mc:Choice>
              <mc:Fallback>
                <p:oleObj name="Equation" r:id="rId14" imgW="2781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351089" y="4005065"/>
                        <a:ext cx="684847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682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nimBg="1" autoUpdateAnimBg="0"/>
      <p:bldP spid="17415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2"/>
          <p:cNvSpPr>
            <a:spLocks noChangeShapeType="1"/>
          </p:cNvSpPr>
          <p:nvPr/>
        </p:nvSpPr>
        <p:spPr bwMode="auto">
          <a:xfrm>
            <a:off x="2660650" y="2039938"/>
            <a:ext cx="5943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2743200" y="2878138"/>
            <a:ext cx="5943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4476750" y="2039938"/>
            <a:ext cx="22288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3733800" y="2878138"/>
            <a:ext cx="38798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4641850" y="2039938"/>
            <a:ext cx="660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 flipH="1">
            <a:off x="6127750" y="2039938"/>
            <a:ext cx="4953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4398964" y="1887538"/>
          <a:ext cx="1222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406080" progId="Equation.3">
                  <p:embed/>
                </p:oleObj>
              </mc:Choice>
              <mc:Fallback>
                <p:oleObj name="公式" r:id="rId2" imgW="152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4" y="1887538"/>
                        <a:ext cx="122237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3657600" y="2725738"/>
          <a:ext cx="1222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280" imgH="406080" progId="Equation.3">
                  <p:embed/>
                </p:oleObj>
              </mc:Choice>
              <mc:Fallback>
                <p:oleObj name="公式" r:id="rId4" imgW="152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725738"/>
                        <a:ext cx="122238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6640514" y="1811338"/>
          <a:ext cx="1412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2280" imgH="406080" progId="Equation.3">
                  <p:embed/>
                </p:oleObj>
              </mc:Choice>
              <mc:Fallback>
                <p:oleObj name="公式" r:id="rId6" imgW="152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0514" y="1811338"/>
                        <a:ext cx="1412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/>
          <p:cNvGraphicFramePr>
            <a:graphicFrameLocks noChangeAspect="1"/>
          </p:cNvGraphicFramePr>
          <p:nvPr/>
        </p:nvGraphicFramePr>
        <p:xfrm>
          <a:off x="7537450" y="2678113"/>
          <a:ext cx="1412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2280" imgH="406080" progId="Equation.3">
                  <p:embed/>
                </p:oleObj>
              </mc:Choice>
              <mc:Fallback>
                <p:oleObj name="公式" r:id="rId8" imgW="152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7450" y="2678113"/>
                        <a:ext cx="1412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/>
          <p:cNvGraphicFramePr>
            <a:graphicFrameLocks noChangeAspect="1"/>
          </p:cNvGraphicFramePr>
          <p:nvPr/>
        </p:nvGraphicFramePr>
        <p:xfrm>
          <a:off x="6324600" y="1658938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0880" imgH="457200" progId="Equation.3">
                  <p:embed/>
                </p:oleObj>
              </mc:Choice>
              <mc:Fallback>
                <p:oleObj name="公式" r:id="rId10" imgW="380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658938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2" name="Object 18"/>
          <p:cNvGraphicFramePr>
            <a:graphicFrameLocks noChangeAspect="1"/>
          </p:cNvGraphicFramePr>
          <p:nvPr/>
        </p:nvGraphicFramePr>
        <p:xfrm>
          <a:off x="5822950" y="2897188"/>
          <a:ext cx="6111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77760" imgH="457200" progId="Equation.3">
                  <p:embed/>
                </p:oleObj>
              </mc:Choice>
              <mc:Fallback>
                <p:oleObj name="公式" r:id="rId12" imgW="977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2897188"/>
                        <a:ext cx="6111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7448550" y="2039938"/>
            <a:ext cx="1155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/>
              <a:t>自变量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7613650" y="2878138"/>
            <a:ext cx="18986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</a:rPr>
              <a:t>因变量</a:t>
            </a:r>
            <a:endParaRPr lang="zh-CN" altLang="en-US" sz="2000" dirty="0"/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4902200" y="2192338"/>
            <a:ext cx="1651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</a:rPr>
              <a:t>对应法则 </a:t>
            </a:r>
            <a:r>
              <a:rPr lang="en-US" altLang="zh-CN" sz="20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2438400" y="82073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函数的两要素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6417" name="Text Box 33"/>
          <p:cNvSpPr txBox="1">
            <a:spLocks noChangeArrowheads="1"/>
          </p:cNvSpPr>
          <p:nvPr/>
        </p:nvSpPr>
        <p:spPr bwMode="auto">
          <a:xfrm>
            <a:off x="4953000" y="835026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u="sng" dirty="0"/>
              <a:t>定义域</a:t>
            </a:r>
            <a:r>
              <a:rPr lang="zh-CN" altLang="en-US" sz="2800" b="1" dirty="0"/>
              <a:t>与</a:t>
            </a:r>
            <a:r>
              <a:rPr lang="zh-CN" altLang="en-US" sz="2800" b="1" u="sng" dirty="0"/>
              <a:t>对应法则</a:t>
            </a:r>
            <a:r>
              <a:rPr lang="en-US" altLang="zh-CN" sz="2800" b="1" u="sng" dirty="0"/>
              <a:t>.</a:t>
            </a:r>
            <a:endParaRPr lang="en-US" altLang="zh-CN" sz="2800" b="1" dirty="0"/>
          </a:p>
        </p:txBody>
      </p:sp>
      <p:graphicFrame>
        <p:nvGraphicFramePr>
          <p:cNvPr id="16418" name="Object 34"/>
          <p:cNvGraphicFramePr>
            <a:graphicFrameLocks noChangeAspect="1"/>
          </p:cNvGraphicFramePr>
          <p:nvPr/>
        </p:nvGraphicFramePr>
        <p:xfrm>
          <a:off x="4648201" y="1735138"/>
          <a:ext cx="265113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6400" imgH="253800" progId="Equation.3">
                  <p:embed/>
                </p:oleObj>
              </mc:Choice>
              <mc:Fallback>
                <p:oleObj name="公式" r:id="rId14" imgW="266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1735138"/>
                        <a:ext cx="265113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9" name="Object 35"/>
          <p:cNvGraphicFramePr>
            <a:graphicFrameLocks noChangeAspect="1"/>
          </p:cNvGraphicFramePr>
          <p:nvPr/>
        </p:nvGraphicFramePr>
        <p:xfrm>
          <a:off x="5181601" y="2954338"/>
          <a:ext cx="2651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66400" imgH="330120" progId="Equation.3">
                  <p:embed/>
                </p:oleObj>
              </mc:Choice>
              <mc:Fallback>
                <p:oleObj name="公式" r:id="rId16" imgW="26640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2954338"/>
                        <a:ext cx="2651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0" name="Object 36"/>
          <p:cNvGraphicFramePr>
            <a:graphicFrameLocks noChangeAspect="1"/>
          </p:cNvGraphicFramePr>
          <p:nvPr/>
        </p:nvGraphicFramePr>
        <p:xfrm>
          <a:off x="5486400" y="1582738"/>
          <a:ext cx="3302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30120" imgH="317160" progId="Equation.3">
                  <p:embed/>
                </p:oleObj>
              </mc:Choice>
              <mc:Fallback>
                <p:oleObj name="公式" r:id="rId18" imgW="3301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582738"/>
                        <a:ext cx="3302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1" name="Object 37"/>
          <p:cNvGraphicFramePr>
            <a:graphicFrameLocks noChangeAspect="1"/>
          </p:cNvGraphicFramePr>
          <p:nvPr/>
        </p:nvGraphicFramePr>
        <p:xfrm>
          <a:off x="3886201" y="2954338"/>
          <a:ext cx="4048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06080" imgH="330120" progId="Equation.3">
                  <p:embed/>
                </p:oleObj>
              </mc:Choice>
              <mc:Fallback>
                <p:oleObj name="公式" r:id="rId20" imgW="40608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954338"/>
                        <a:ext cx="4048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2" name="Text Box 38"/>
          <p:cNvSpPr txBox="1">
            <a:spLocks noChangeArrowheads="1"/>
          </p:cNvSpPr>
          <p:nvPr/>
        </p:nvSpPr>
        <p:spPr bwMode="auto">
          <a:xfrm>
            <a:off x="2362200" y="3487738"/>
            <a:ext cx="7391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约定</a:t>
            </a:r>
            <a:r>
              <a:rPr lang="en-US" altLang="zh-CN" sz="2800" b="1" dirty="0">
                <a:solidFill>
                  <a:srgbClr val="FF0000"/>
                </a:solidFill>
              </a:rPr>
              <a:t>:   </a:t>
            </a:r>
            <a:r>
              <a:rPr lang="zh-CN" altLang="en-US" sz="2800" b="1" dirty="0"/>
              <a:t>定义域是自变量所能取的使算式有意义的一切实数值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642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274719"/>
              </p:ext>
            </p:extLst>
          </p:nvPr>
        </p:nvGraphicFramePr>
        <p:xfrm>
          <a:off x="2603501" y="4540508"/>
          <a:ext cx="2988443" cy="511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882880" imgH="495000" progId="Equation.3">
                  <p:embed/>
                </p:oleObj>
              </mc:Choice>
              <mc:Fallback>
                <p:oleObj name="公式" r:id="rId22" imgW="288288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1" y="4540508"/>
                        <a:ext cx="2988443" cy="511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143701"/>
              </p:ext>
            </p:extLst>
          </p:nvPr>
        </p:nvGraphicFramePr>
        <p:xfrm>
          <a:off x="6194951" y="4671069"/>
          <a:ext cx="1377182" cy="3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460160" imgH="406080" progId="Equation.3">
                  <p:embed/>
                </p:oleObj>
              </mc:Choice>
              <mc:Fallback>
                <p:oleObj name="公式" r:id="rId24" imgW="14601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4951" y="4671069"/>
                        <a:ext cx="1377182" cy="3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77641"/>
              </p:ext>
            </p:extLst>
          </p:nvPr>
        </p:nvGraphicFramePr>
        <p:xfrm>
          <a:off x="2576667" y="5065148"/>
          <a:ext cx="3015277" cy="92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908080" imgH="888840" progId="Equation.3">
                  <p:embed/>
                </p:oleObj>
              </mc:Choice>
              <mc:Fallback>
                <p:oleObj name="公式" r:id="rId26" imgW="29080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667" y="5065148"/>
                        <a:ext cx="3015277" cy="920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308970"/>
              </p:ext>
            </p:extLst>
          </p:nvPr>
        </p:nvGraphicFramePr>
        <p:xfrm>
          <a:off x="6127750" y="5373216"/>
          <a:ext cx="1377025" cy="368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511280" imgH="406080" progId="Equation.3">
                  <p:embed/>
                </p:oleObj>
              </mc:Choice>
              <mc:Fallback>
                <p:oleObj name="公式" r:id="rId28" imgW="1511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5373216"/>
                        <a:ext cx="1377025" cy="368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51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75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875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75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16387" grpId="0" animBg="1"/>
      <p:bldP spid="16388" grpId="0" animBg="1"/>
      <p:bldP spid="16389" grpId="0" animBg="1"/>
      <p:bldP spid="16390" grpId="0" animBg="1"/>
      <p:bldP spid="16391" grpId="0" animBg="1"/>
      <p:bldP spid="16403" grpId="0" autoUpdateAnimBg="0"/>
      <p:bldP spid="16404" grpId="0" autoUpdateAnimBg="0"/>
      <p:bldP spid="16406" grpId="0" autoUpdateAnimBg="0"/>
      <p:bldP spid="1642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781358"/>
              </p:ext>
            </p:extLst>
          </p:nvPr>
        </p:nvGraphicFramePr>
        <p:xfrm>
          <a:off x="2436835" y="1000103"/>
          <a:ext cx="727280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4400" imgH="431640" progId="Equation.DSMT4">
                  <p:embed/>
                </p:oleObj>
              </mc:Choice>
              <mc:Fallback>
                <p:oleObj name="Equation" r:id="rId2" imgW="2984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36835" y="1000103"/>
                        <a:ext cx="7272808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518077"/>
              </p:ext>
            </p:extLst>
          </p:nvPr>
        </p:nvGraphicFramePr>
        <p:xfrm>
          <a:off x="2427288" y="2088379"/>
          <a:ext cx="7185025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19160" imgH="672840" progId="Equation.DSMT4">
                  <p:embed/>
                </p:oleObj>
              </mc:Choice>
              <mc:Fallback>
                <p:oleObj name="Equation" r:id="rId4" imgW="28191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27288" y="2088379"/>
                        <a:ext cx="7185025" cy="163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56"/>
          <p:cNvGrpSpPr>
            <a:grpSpLocks/>
          </p:cNvGrpSpPr>
          <p:nvPr/>
        </p:nvGrpSpPr>
        <p:grpSpPr bwMode="auto">
          <a:xfrm>
            <a:off x="7464152" y="3573016"/>
            <a:ext cx="3581400" cy="2667000"/>
            <a:chOff x="480" y="2304"/>
            <a:chExt cx="2256" cy="1680"/>
          </a:xfrm>
        </p:grpSpPr>
        <p:sp>
          <p:nvSpPr>
            <p:cNvPr id="30" name="Line 6"/>
            <p:cNvSpPr>
              <a:spLocks noChangeShapeType="1"/>
            </p:cNvSpPr>
            <p:nvPr/>
          </p:nvSpPr>
          <p:spPr bwMode="auto">
            <a:xfrm>
              <a:off x="480" y="3312"/>
              <a:ext cx="20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12"/>
            <p:cNvSpPr>
              <a:spLocks noChangeShapeType="1"/>
            </p:cNvSpPr>
            <p:nvPr/>
          </p:nvSpPr>
          <p:spPr bwMode="auto">
            <a:xfrm flipV="1">
              <a:off x="1312" y="2448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Freeform 14"/>
            <p:cNvSpPr>
              <a:spLocks/>
            </p:cNvSpPr>
            <p:nvPr/>
          </p:nvSpPr>
          <p:spPr bwMode="auto">
            <a:xfrm>
              <a:off x="480" y="2832"/>
              <a:ext cx="1664" cy="864"/>
            </a:xfrm>
            <a:custGeom>
              <a:avLst/>
              <a:gdLst>
                <a:gd name="T0" fmla="*/ 1536 w 1536"/>
                <a:gd name="T1" fmla="*/ 0 h 864"/>
                <a:gd name="T2" fmla="*/ 1200 w 1536"/>
                <a:gd name="T3" fmla="*/ 336 h 864"/>
                <a:gd name="T4" fmla="*/ 960 w 1536"/>
                <a:gd name="T5" fmla="*/ 336 h 864"/>
                <a:gd name="T6" fmla="*/ 672 w 1536"/>
                <a:gd name="T7" fmla="*/ 240 h 864"/>
                <a:gd name="T8" fmla="*/ 144 w 1536"/>
                <a:gd name="T9" fmla="*/ 768 h 864"/>
                <a:gd name="T10" fmla="*/ 0 w 1536"/>
                <a:gd name="T11" fmla="*/ 816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6" h="864">
                  <a:moveTo>
                    <a:pt x="1536" y="0"/>
                  </a:moveTo>
                  <a:cubicBezTo>
                    <a:pt x="1416" y="140"/>
                    <a:pt x="1296" y="280"/>
                    <a:pt x="1200" y="336"/>
                  </a:cubicBezTo>
                  <a:cubicBezTo>
                    <a:pt x="1104" y="392"/>
                    <a:pt x="1048" y="352"/>
                    <a:pt x="960" y="336"/>
                  </a:cubicBezTo>
                  <a:cubicBezTo>
                    <a:pt x="872" y="320"/>
                    <a:pt x="808" y="168"/>
                    <a:pt x="672" y="240"/>
                  </a:cubicBezTo>
                  <a:cubicBezTo>
                    <a:pt x="536" y="312"/>
                    <a:pt x="256" y="672"/>
                    <a:pt x="144" y="768"/>
                  </a:cubicBezTo>
                  <a:cubicBezTo>
                    <a:pt x="32" y="864"/>
                    <a:pt x="16" y="840"/>
                    <a:pt x="0" y="816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1364" y="2304"/>
              <a:ext cx="104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84" y="3120"/>
              <a:ext cx="25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25"/>
            <p:cNvSpPr txBox="1">
              <a:spLocks noChangeArrowheads="1"/>
            </p:cNvSpPr>
            <p:nvPr/>
          </p:nvSpPr>
          <p:spPr bwMode="auto">
            <a:xfrm>
              <a:off x="1130" y="3216"/>
              <a:ext cx="15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27"/>
            <p:cNvSpPr txBox="1">
              <a:spLocks noChangeArrowheads="1"/>
            </p:cNvSpPr>
            <p:nvPr/>
          </p:nvSpPr>
          <p:spPr bwMode="auto">
            <a:xfrm>
              <a:off x="1364" y="2784"/>
              <a:ext cx="114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y=f(x)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>
              <a:off x="1936" y="2690"/>
              <a:ext cx="12" cy="896"/>
            </a:xfrm>
            <a:prstGeom prst="line">
              <a:avLst/>
            </a:prstGeom>
            <a:noFill/>
            <a:ln w="22225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884" y="3463"/>
                  <a:ext cx="592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pt-BR" altLang="zh-CN" b="1" i="1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a14:m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 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84" y="3463"/>
                  <a:ext cx="592" cy="23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5844" t="-8197" b="-2459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1674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804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95588"/>
              </p:ext>
            </p:extLst>
          </p:nvPr>
        </p:nvGraphicFramePr>
        <p:xfrm>
          <a:off x="2822575" y="1249363"/>
          <a:ext cx="72961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600" imgH="215640" progId="Equation.DSMT4">
                  <p:embed/>
                </p:oleObj>
              </mc:Choice>
              <mc:Fallback>
                <p:oleObj name="Equation" r:id="rId2" imgW="3009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1249363"/>
                        <a:ext cx="72961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05" name="Object 45"/>
          <p:cNvGraphicFramePr>
            <a:graphicFrameLocks noChangeAspect="1"/>
          </p:cNvGraphicFramePr>
          <p:nvPr/>
        </p:nvGraphicFramePr>
        <p:xfrm>
          <a:off x="3048000" y="1779588"/>
          <a:ext cx="38179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1941" imgH="209563" progId="Equation.3">
                  <p:embed/>
                </p:oleObj>
              </mc:Choice>
              <mc:Fallback>
                <p:oleObj name="Equation" r:id="rId4" imgW="1561941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779588"/>
                        <a:ext cx="381793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06" name="Text Box 46"/>
          <p:cNvSpPr txBox="1">
            <a:spLocks noChangeArrowheads="1"/>
          </p:cNvSpPr>
          <p:nvPr/>
        </p:nvSpPr>
        <p:spPr bwMode="auto">
          <a:xfrm>
            <a:off x="7086600" y="1725613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取整函数</a:t>
            </a:r>
          </a:p>
        </p:txBody>
      </p:sp>
      <p:sp>
        <p:nvSpPr>
          <p:cNvPr id="117807" name="Text Box 47"/>
          <p:cNvSpPr txBox="1">
            <a:spLocks noChangeArrowheads="1"/>
          </p:cNvSpPr>
          <p:nvPr/>
        </p:nvSpPr>
        <p:spPr bwMode="auto">
          <a:xfrm>
            <a:off x="2063751" y="2478088"/>
            <a:ext cx="4968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例如：</a:t>
            </a:r>
            <a:r>
              <a:rPr lang="en-US" altLang="zh-CN" sz="2800" b="1" dirty="0"/>
              <a:t>[5.3]=          [-4.9]=</a:t>
            </a:r>
          </a:p>
        </p:txBody>
      </p:sp>
      <p:graphicFrame>
        <p:nvGraphicFramePr>
          <p:cNvPr id="117808" name="Object 48"/>
          <p:cNvGraphicFramePr>
            <a:graphicFrameLocks noChangeAspect="1"/>
          </p:cNvGraphicFramePr>
          <p:nvPr/>
        </p:nvGraphicFramePr>
        <p:xfrm>
          <a:off x="2279651" y="4492626"/>
          <a:ext cx="27082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04914" imgH="447624" progId="Equation.3">
                  <p:embed/>
                </p:oleObj>
              </mc:Choice>
              <mc:Fallback>
                <p:oleObj name="公式" r:id="rId6" imgW="1104914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4492626"/>
                        <a:ext cx="2708275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09" name="Text Box 49"/>
          <p:cNvSpPr txBox="1">
            <a:spLocks noChangeArrowheads="1"/>
          </p:cNvSpPr>
          <p:nvPr/>
        </p:nvSpPr>
        <p:spPr bwMode="auto">
          <a:xfrm>
            <a:off x="2057400" y="5645151"/>
            <a:ext cx="3678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求极限时有用</a:t>
            </a:r>
            <a:r>
              <a:rPr lang="en-US" altLang="zh-CN" sz="2800" b="1">
                <a:ea typeface="黑体" pitchFamily="2" charset="-122"/>
                <a:cs typeface="Times New Roman" panose="02020603050405020304" pitchFamily="18" charset="0"/>
              </a:rPr>
              <a:t>)</a:t>
            </a:r>
            <a:endParaRPr lang="zh-CN" altLang="en-US" sz="2800" b="1">
              <a:ea typeface="黑体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7810" name="Group 50"/>
          <p:cNvGrpSpPr>
            <a:grpSpLocks/>
          </p:cNvGrpSpPr>
          <p:nvPr/>
        </p:nvGrpSpPr>
        <p:grpSpPr bwMode="auto">
          <a:xfrm>
            <a:off x="6057900" y="2852738"/>
            <a:ext cx="4210050" cy="3200400"/>
            <a:chOff x="2772" y="1920"/>
            <a:chExt cx="2652" cy="2016"/>
          </a:xfrm>
        </p:grpSpPr>
        <p:sp>
          <p:nvSpPr>
            <p:cNvPr id="18451" name="Text Box 51"/>
            <p:cNvSpPr txBox="1">
              <a:spLocks noChangeArrowheads="1"/>
            </p:cNvSpPr>
            <p:nvPr/>
          </p:nvSpPr>
          <p:spPr bwMode="auto">
            <a:xfrm>
              <a:off x="3984" y="3014"/>
              <a:ext cx="1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/>
                <a:t> 1  2   3   4   5  </a:t>
              </a:r>
            </a:p>
          </p:txBody>
        </p:sp>
        <p:sp>
          <p:nvSpPr>
            <p:cNvPr id="18452" name="Text Box 52"/>
            <p:cNvSpPr txBox="1">
              <a:spLocks noChangeArrowheads="1"/>
            </p:cNvSpPr>
            <p:nvPr/>
          </p:nvSpPr>
          <p:spPr bwMode="auto">
            <a:xfrm>
              <a:off x="3844" y="3216"/>
              <a:ext cx="1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/>
                <a:t>-2</a:t>
              </a:r>
            </a:p>
          </p:txBody>
        </p:sp>
        <p:sp>
          <p:nvSpPr>
            <p:cNvPr id="18453" name="Text Box 53"/>
            <p:cNvSpPr txBox="1">
              <a:spLocks noChangeArrowheads="1"/>
            </p:cNvSpPr>
            <p:nvPr/>
          </p:nvSpPr>
          <p:spPr bwMode="auto">
            <a:xfrm>
              <a:off x="3840" y="3542"/>
              <a:ext cx="13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/>
                <a:t>-4</a:t>
              </a:r>
            </a:p>
          </p:txBody>
        </p:sp>
        <p:sp>
          <p:nvSpPr>
            <p:cNvPr id="18454" name="Line 54"/>
            <p:cNvSpPr>
              <a:spLocks noChangeShapeType="1"/>
            </p:cNvSpPr>
            <p:nvPr/>
          </p:nvSpPr>
          <p:spPr bwMode="auto">
            <a:xfrm>
              <a:off x="4079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5" name="Line 55"/>
            <p:cNvSpPr>
              <a:spLocks noChangeShapeType="1"/>
            </p:cNvSpPr>
            <p:nvPr/>
          </p:nvSpPr>
          <p:spPr bwMode="auto">
            <a:xfrm>
              <a:off x="4280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6" name="Line 56"/>
            <p:cNvSpPr>
              <a:spLocks noChangeShapeType="1"/>
            </p:cNvSpPr>
            <p:nvPr/>
          </p:nvSpPr>
          <p:spPr bwMode="auto">
            <a:xfrm>
              <a:off x="4488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Line 57"/>
            <p:cNvSpPr>
              <a:spLocks noChangeShapeType="1"/>
            </p:cNvSpPr>
            <p:nvPr/>
          </p:nvSpPr>
          <p:spPr bwMode="auto">
            <a:xfrm>
              <a:off x="4696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8" name="Line 58"/>
            <p:cNvSpPr>
              <a:spLocks noChangeShapeType="1"/>
            </p:cNvSpPr>
            <p:nvPr/>
          </p:nvSpPr>
          <p:spPr bwMode="auto">
            <a:xfrm>
              <a:off x="4891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9" name="Line 59"/>
            <p:cNvSpPr>
              <a:spLocks noChangeShapeType="1"/>
            </p:cNvSpPr>
            <p:nvPr/>
          </p:nvSpPr>
          <p:spPr bwMode="auto">
            <a:xfrm>
              <a:off x="2980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0" name="Line 60"/>
            <p:cNvSpPr>
              <a:spLocks noChangeShapeType="1"/>
            </p:cNvSpPr>
            <p:nvPr/>
          </p:nvSpPr>
          <p:spPr bwMode="auto">
            <a:xfrm>
              <a:off x="3188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1" name="Line 61"/>
            <p:cNvSpPr>
              <a:spLocks noChangeShapeType="1"/>
            </p:cNvSpPr>
            <p:nvPr/>
          </p:nvSpPr>
          <p:spPr bwMode="auto">
            <a:xfrm>
              <a:off x="3656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2" name="Line 62"/>
            <p:cNvSpPr>
              <a:spLocks noChangeShapeType="1"/>
            </p:cNvSpPr>
            <p:nvPr/>
          </p:nvSpPr>
          <p:spPr bwMode="auto">
            <a:xfrm>
              <a:off x="3429" y="297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3" name="Line 63"/>
            <p:cNvSpPr>
              <a:spLocks noChangeShapeType="1"/>
            </p:cNvSpPr>
            <p:nvPr/>
          </p:nvSpPr>
          <p:spPr bwMode="auto">
            <a:xfrm>
              <a:off x="3812" y="3696"/>
              <a:ext cx="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4" name="Line 64"/>
            <p:cNvSpPr>
              <a:spLocks noChangeShapeType="1"/>
            </p:cNvSpPr>
            <p:nvPr/>
          </p:nvSpPr>
          <p:spPr bwMode="auto">
            <a:xfrm>
              <a:off x="3812" y="3504"/>
              <a:ext cx="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5" name="Line 65"/>
            <p:cNvSpPr>
              <a:spLocks noChangeShapeType="1"/>
            </p:cNvSpPr>
            <p:nvPr/>
          </p:nvSpPr>
          <p:spPr bwMode="auto">
            <a:xfrm>
              <a:off x="3812" y="3360"/>
              <a:ext cx="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6" name="Line 66"/>
            <p:cNvSpPr>
              <a:spLocks noChangeShapeType="1"/>
            </p:cNvSpPr>
            <p:nvPr/>
          </p:nvSpPr>
          <p:spPr bwMode="auto">
            <a:xfrm>
              <a:off x="2876" y="3024"/>
              <a:ext cx="2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7" name="Text Box 67"/>
            <p:cNvSpPr txBox="1">
              <a:spLocks noChangeArrowheads="1"/>
            </p:cNvSpPr>
            <p:nvPr/>
          </p:nvSpPr>
          <p:spPr bwMode="auto">
            <a:xfrm>
              <a:off x="2772" y="2976"/>
              <a:ext cx="20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/>
                <a:t>  -4  -3  -2   -1  </a:t>
              </a:r>
            </a:p>
          </p:txBody>
        </p:sp>
        <p:sp>
          <p:nvSpPr>
            <p:cNvPr id="18468" name="Text Box 68"/>
            <p:cNvSpPr txBox="1">
              <a:spLocks noChangeArrowheads="1"/>
            </p:cNvSpPr>
            <p:nvPr/>
          </p:nvSpPr>
          <p:spPr bwMode="auto">
            <a:xfrm>
              <a:off x="3872" y="3062"/>
              <a:ext cx="8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/>
                <a:t>-1</a:t>
              </a:r>
            </a:p>
          </p:txBody>
        </p:sp>
        <p:sp>
          <p:nvSpPr>
            <p:cNvPr id="18469" name="Text Box 69"/>
            <p:cNvSpPr txBox="1">
              <a:spLocks noChangeArrowheads="1"/>
            </p:cNvSpPr>
            <p:nvPr/>
          </p:nvSpPr>
          <p:spPr bwMode="auto">
            <a:xfrm>
              <a:off x="3852" y="3360"/>
              <a:ext cx="10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/>
                <a:t>-3</a:t>
              </a:r>
            </a:p>
          </p:txBody>
        </p:sp>
        <p:sp>
          <p:nvSpPr>
            <p:cNvPr id="18470" name="Line 70"/>
            <p:cNvSpPr>
              <a:spLocks noChangeShapeType="1"/>
            </p:cNvSpPr>
            <p:nvPr/>
          </p:nvSpPr>
          <p:spPr bwMode="auto">
            <a:xfrm>
              <a:off x="3864" y="2496"/>
              <a:ext cx="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1" name="Line 71"/>
            <p:cNvSpPr>
              <a:spLocks noChangeShapeType="1"/>
            </p:cNvSpPr>
            <p:nvPr/>
          </p:nvSpPr>
          <p:spPr bwMode="auto">
            <a:xfrm>
              <a:off x="3864" y="2688"/>
              <a:ext cx="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2" name="Line 72"/>
            <p:cNvSpPr>
              <a:spLocks noChangeShapeType="1"/>
            </p:cNvSpPr>
            <p:nvPr/>
          </p:nvSpPr>
          <p:spPr bwMode="auto">
            <a:xfrm>
              <a:off x="3864" y="2880"/>
              <a:ext cx="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3" name="Line 73"/>
            <p:cNvSpPr>
              <a:spLocks noChangeShapeType="1"/>
            </p:cNvSpPr>
            <p:nvPr/>
          </p:nvSpPr>
          <p:spPr bwMode="auto">
            <a:xfrm>
              <a:off x="3864" y="2304"/>
              <a:ext cx="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4" name="Line 74"/>
            <p:cNvSpPr>
              <a:spLocks noChangeShapeType="1"/>
            </p:cNvSpPr>
            <p:nvPr/>
          </p:nvSpPr>
          <p:spPr bwMode="auto">
            <a:xfrm>
              <a:off x="4072" y="2880"/>
              <a:ext cx="17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5" name="Line 75"/>
            <p:cNvSpPr>
              <a:spLocks noChangeShapeType="1"/>
            </p:cNvSpPr>
            <p:nvPr/>
          </p:nvSpPr>
          <p:spPr bwMode="auto">
            <a:xfrm>
              <a:off x="4267" y="2688"/>
              <a:ext cx="17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6" name="Line 76"/>
            <p:cNvSpPr>
              <a:spLocks noChangeShapeType="1"/>
            </p:cNvSpPr>
            <p:nvPr/>
          </p:nvSpPr>
          <p:spPr bwMode="auto">
            <a:xfrm>
              <a:off x="4488" y="2496"/>
              <a:ext cx="17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7" name="Oval 77"/>
            <p:cNvSpPr>
              <a:spLocks noChangeArrowheads="1"/>
            </p:cNvSpPr>
            <p:nvPr/>
          </p:nvSpPr>
          <p:spPr bwMode="auto">
            <a:xfrm>
              <a:off x="4644" y="2472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8" name="Oval 78"/>
            <p:cNvSpPr>
              <a:spLocks noChangeArrowheads="1"/>
            </p:cNvSpPr>
            <p:nvPr/>
          </p:nvSpPr>
          <p:spPr bwMode="auto">
            <a:xfrm>
              <a:off x="4436" y="2670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9" name="Oval 79"/>
            <p:cNvSpPr>
              <a:spLocks noChangeArrowheads="1"/>
            </p:cNvSpPr>
            <p:nvPr/>
          </p:nvSpPr>
          <p:spPr bwMode="auto">
            <a:xfrm>
              <a:off x="4228" y="2862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0" name="Oval 80"/>
            <p:cNvSpPr>
              <a:spLocks noChangeArrowheads="1"/>
            </p:cNvSpPr>
            <p:nvPr/>
          </p:nvSpPr>
          <p:spPr bwMode="auto">
            <a:xfrm>
              <a:off x="3838" y="3168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1" name="Oval 81"/>
            <p:cNvSpPr>
              <a:spLocks noChangeArrowheads="1"/>
            </p:cNvSpPr>
            <p:nvPr/>
          </p:nvSpPr>
          <p:spPr bwMode="auto">
            <a:xfrm>
              <a:off x="4053" y="3000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2" name="Oval 82"/>
            <p:cNvSpPr>
              <a:spLocks noChangeArrowheads="1"/>
            </p:cNvSpPr>
            <p:nvPr/>
          </p:nvSpPr>
          <p:spPr bwMode="auto">
            <a:xfrm>
              <a:off x="3188" y="3648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3" name="Oval 83"/>
            <p:cNvSpPr>
              <a:spLocks noChangeArrowheads="1"/>
            </p:cNvSpPr>
            <p:nvPr/>
          </p:nvSpPr>
          <p:spPr bwMode="auto">
            <a:xfrm>
              <a:off x="3396" y="3474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84" name="Line 84"/>
            <p:cNvSpPr>
              <a:spLocks noChangeShapeType="1"/>
            </p:cNvSpPr>
            <p:nvPr/>
          </p:nvSpPr>
          <p:spPr bwMode="auto">
            <a:xfrm>
              <a:off x="3864" y="3024"/>
              <a:ext cx="17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5" name="Text Box 85"/>
            <p:cNvSpPr txBox="1">
              <a:spLocks noChangeArrowheads="1"/>
            </p:cNvSpPr>
            <p:nvPr/>
          </p:nvSpPr>
          <p:spPr bwMode="auto">
            <a:xfrm>
              <a:off x="5069" y="28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x</a:t>
              </a:r>
              <a:endParaRPr lang="en-US" altLang="zh-CN" b="1" dirty="0"/>
            </a:p>
          </p:txBody>
        </p:sp>
        <p:sp>
          <p:nvSpPr>
            <p:cNvPr id="18486" name="Text Box 86"/>
            <p:cNvSpPr txBox="1">
              <a:spLocks noChangeArrowheads="1"/>
            </p:cNvSpPr>
            <p:nvPr/>
          </p:nvSpPr>
          <p:spPr bwMode="auto">
            <a:xfrm>
              <a:off x="3687" y="192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y</a:t>
              </a:r>
              <a:endParaRPr lang="en-US" altLang="zh-CN" b="1" dirty="0"/>
            </a:p>
          </p:txBody>
        </p:sp>
        <p:sp>
          <p:nvSpPr>
            <p:cNvPr id="18487" name="Text Box 87"/>
            <p:cNvSpPr txBox="1">
              <a:spLocks noChangeArrowheads="1"/>
            </p:cNvSpPr>
            <p:nvPr/>
          </p:nvSpPr>
          <p:spPr bwMode="auto">
            <a:xfrm>
              <a:off x="3692" y="294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 dirty="0"/>
                <a:t>o</a:t>
              </a:r>
              <a:endParaRPr lang="en-US" altLang="zh-CN" sz="2000" b="1" dirty="0"/>
            </a:p>
          </p:txBody>
        </p:sp>
        <p:sp>
          <p:nvSpPr>
            <p:cNvPr id="18488" name="Line 88"/>
            <p:cNvSpPr>
              <a:spLocks noChangeShapeType="1"/>
            </p:cNvSpPr>
            <p:nvPr/>
          </p:nvSpPr>
          <p:spPr bwMode="auto">
            <a:xfrm>
              <a:off x="3240" y="3504"/>
              <a:ext cx="17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9" name="Line 89"/>
            <p:cNvSpPr>
              <a:spLocks noChangeShapeType="1"/>
            </p:cNvSpPr>
            <p:nvPr/>
          </p:nvSpPr>
          <p:spPr bwMode="auto">
            <a:xfrm>
              <a:off x="3032" y="3660"/>
              <a:ext cx="17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0" name="Line 90"/>
            <p:cNvSpPr>
              <a:spLocks noChangeShapeType="1"/>
            </p:cNvSpPr>
            <p:nvPr/>
          </p:nvSpPr>
          <p:spPr bwMode="auto">
            <a:xfrm flipV="1">
              <a:off x="3864" y="2160"/>
              <a:ext cx="0" cy="17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1" name="Line 91"/>
            <p:cNvSpPr>
              <a:spLocks noChangeShapeType="1"/>
            </p:cNvSpPr>
            <p:nvPr/>
          </p:nvSpPr>
          <p:spPr bwMode="auto">
            <a:xfrm>
              <a:off x="4688" y="2328"/>
              <a:ext cx="17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2" name="Oval 92"/>
            <p:cNvSpPr>
              <a:spLocks noChangeArrowheads="1"/>
            </p:cNvSpPr>
            <p:nvPr/>
          </p:nvSpPr>
          <p:spPr bwMode="auto">
            <a:xfrm>
              <a:off x="4844" y="2304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93" name="Line 93"/>
            <p:cNvSpPr>
              <a:spLocks noChangeShapeType="1"/>
            </p:cNvSpPr>
            <p:nvPr/>
          </p:nvSpPr>
          <p:spPr bwMode="auto">
            <a:xfrm>
              <a:off x="3696" y="3192"/>
              <a:ext cx="17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4" name="Oval 94"/>
            <p:cNvSpPr>
              <a:spLocks noChangeArrowheads="1"/>
            </p:cNvSpPr>
            <p:nvPr/>
          </p:nvSpPr>
          <p:spPr bwMode="auto">
            <a:xfrm>
              <a:off x="3840" y="3168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95" name="Line 95"/>
            <p:cNvSpPr>
              <a:spLocks noChangeShapeType="1"/>
            </p:cNvSpPr>
            <p:nvPr/>
          </p:nvSpPr>
          <p:spPr bwMode="auto">
            <a:xfrm>
              <a:off x="3456" y="3360"/>
              <a:ext cx="19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6" name="Oval 96"/>
            <p:cNvSpPr>
              <a:spLocks noChangeArrowheads="1"/>
            </p:cNvSpPr>
            <p:nvPr/>
          </p:nvSpPr>
          <p:spPr bwMode="auto">
            <a:xfrm>
              <a:off x="3648" y="3312"/>
              <a:ext cx="52" cy="4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8497" name="Object 97"/>
            <p:cNvGraphicFramePr>
              <a:graphicFrameLocks noChangeAspect="1"/>
            </p:cNvGraphicFramePr>
            <p:nvPr/>
          </p:nvGraphicFramePr>
          <p:xfrm>
            <a:off x="3744" y="2832"/>
            <a:ext cx="10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51" imgH="164885" progId="Equation.3">
                    <p:embed/>
                  </p:oleObj>
                </mc:Choice>
                <mc:Fallback>
                  <p:oleObj name="Equation" r:id="rId8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832"/>
                          <a:ext cx="101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98" name="Object 98"/>
            <p:cNvGraphicFramePr>
              <a:graphicFrameLocks noChangeAspect="1"/>
            </p:cNvGraphicFramePr>
            <p:nvPr/>
          </p:nvGraphicFramePr>
          <p:xfrm>
            <a:off x="3739" y="2640"/>
            <a:ext cx="11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80" imgH="164814" progId="Equation.3">
                    <p:embed/>
                  </p:oleObj>
                </mc:Choice>
                <mc:Fallback>
                  <p:oleObj name="Equation" r:id="rId10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9" y="2640"/>
                          <a:ext cx="11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99" name="Object 99"/>
            <p:cNvGraphicFramePr>
              <a:graphicFrameLocks noChangeAspect="1"/>
            </p:cNvGraphicFramePr>
            <p:nvPr/>
          </p:nvGraphicFramePr>
          <p:xfrm>
            <a:off x="3733" y="2443"/>
            <a:ext cx="11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5" imgH="177415" progId="Equation.3">
                    <p:embed/>
                  </p:oleObj>
                </mc:Choice>
                <mc:Fallback>
                  <p:oleObj name="Equation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" y="2443"/>
                          <a:ext cx="11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00" name="Object 100"/>
            <p:cNvGraphicFramePr>
              <a:graphicFrameLocks noChangeAspect="1"/>
            </p:cNvGraphicFramePr>
            <p:nvPr/>
          </p:nvGraphicFramePr>
          <p:xfrm>
            <a:off x="3733" y="2256"/>
            <a:ext cx="11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80" imgH="164814" progId="Equation.3">
                    <p:embed/>
                  </p:oleObj>
                </mc:Choice>
                <mc:Fallback>
                  <p:oleObj name="Equation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" y="2256"/>
                          <a:ext cx="11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01" name="Object 101"/>
            <p:cNvGraphicFramePr>
              <a:graphicFrameLocks noChangeAspect="1"/>
            </p:cNvGraphicFramePr>
            <p:nvPr/>
          </p:nvGraphicFramePr>
          <p:xfrm>
            <a:off x="4097" y="2016"/>
            <a:ext cx="751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99999" imgH="190449" progId="Equation.3">
                    <p:embed/>
                  </p:oleObj>
                </mc:Choice>
                <mc:Fallback>
                  <p:oleObj name="Equation" r:id="rId16" imgW="599999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7" y="2016"/>
                          <a:ext cx="751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7862" name="Text Box 102"/>
          <p:cNvSpPr txBox="1">
            <a:spLocks noChangeArrowheads="1"/>
          </p:cNvSpPr>
          <p:nvPr/>
        </p:nvSpPr>
        <p:spPr bwMode="auto">
          <a:xfrm>
            <a:off x="8210550" y="513873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阶梯曲线</a:t>
            </a:r>
          </a:p>
        </p:txBody>
      </p:sp>
      <p:graphicFrame>
        <p:nvGraphicFramePr>
          <p:cNvPr id="117863" name="Object 103"/>
          <p:cNvGraphicFramePr>
            <a:graphicFrameLocks noChangeAspect="1"/>
          </p:cNvGraphicFramePr>
          <p:nvPr/>
        </p:nvGraphicFramePr>
        <p:xfrm>
          <a:off x="4159251" y="2514601"/>
          <a:ext cx="4619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0417" imgH="203112" progId="Equation.3">
                  <p:embed/>
                </p:oleObj>
              </mc:Choice>
              <mc:Fallback>
                <p:oleObj name="公式" r:id="rId18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1" y="2514601"/>
                        <a:ext cx="4619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64" name="Object 104"/>
          <p:cNvGraphicFramePr>
            <a:graphicFrameLocks noChangeAspect="1"/>
          </p:cNvGraphicFramePr>
          <p:nvPr/>
        </p:nvGraphicFramePr>
        <p:xfrm>
          <a:off x="6383339" y="2492376"/>
          <a:ext cx="7381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04536" imgH="203024" progId="Equation.3">
                  <p:embed/>
                </p:oleObj>
              </mc:Choice>
              <mc:Fallback>
                <p:oleObj name="公式" r:id="rId20" imgW="304536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492376"/>
                        <a:ext cx="7381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65" name="Rectangle 105"/>
          <p:cNvSpPr>
            <a:spLocks noChangeArrowheads="1"/>
          </p:cNvSpPr>
          <p:nvPr/>
        </p:nvSpPr>
        <p:spPr bwMode="auto">
          <a:xfrm>
            <a:off x="2065339" y="3198813"/>
            <a:ext cx="4391025" cy="1079500"/>
          </a:xfrm>
          <a:prstGeom prst="rect">
            <a:avLst/>
          </a:prstGeom>
          <a:solidFill>
            <a:srgbClr val="FFCC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7866" name="Object 106"/>
          <p:cNvGraphicFramePr>
            <a:graphicFrameLocks noChangeAspect="1"/>
          </p:cNvGraphicFramePr>
          <p:nvPr/>
        </p:nvGraphicFramePr>
        <p:xfrm>
          <a:off x="2135188" y="3251200"/>
          <a:ext cx="42481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743086" imgH="209563" progId="Equation.3">
                  <p:embed/>
                </p:oleObj>
              </mc:Choice>
              <mc:Fallback>
                <p:oleObj name="公式" r:id="rId22" imgW="1743086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251200"/>
                        <a:ext cx="42481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67" name="Object 107"/>
          <p:cNvGraphicFramePr>
            <a:graphicFrameLocks noChangeAspect="1"/>
          </p:cNvGraphicFramePr>
          <p:nvPr/>
        </p:nvGraphicFramePr>
        <p:xfrm>
          <a:off x="2711451" y="3768725"/>
          <a:ext cx="12049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19201" imgH="190449" progId="Equation.3">
                  <p:embed/>
                </p:oleObj>
              </mc:Choice>
              <mc:Fallback>
                <p:oleObj name="公式" r:id="rId24" imgW="419201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3768725"/>
                        <a:ext cx="120491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68" name="Object 108"/>
          <p:cNvGraphicFramePr>
            <a:graphicFrameLocks noChangeAspect="1"/>
          </p:cNvGraphicFramePr>
          <p:nvPr/>
        </p:nvGraphicFramePr>
        <p:xfrm>
          <a:off x="3719514" y="3832226"/>
          <a:ext cx="5746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71428" imgH="152567" progId="Equation.3">
                  <p:embed/>
                </p:oleObj>
              </mc:Choice>
              <mc:Fallback>
                <p:oleObj name="公式" r:id="rId26" imgW="171428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3832226"/>
                        <a:ext cx="5746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69" name="Object 109"/>
          <p:cNvGraphicFramePr>
            <a:graphicFrameLocks noChangeAspect="1"/>
          </p:cNvGraphicFramePr>
          <p:nvPr/>
        </p:nvGraphicFramePr>
        <p:xfrm>
          <a:off x="3979863" y="5070476"/>
          <a:ext cx="3667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14170" imgH="142836" progId="Equation.3">
                  <p:embed/>
                </p:oleObj>
              </mc:Choice>
              <mc:Fallback>
                <p:oleObj name="公式" r:id="rId28" imgW="114170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863" y="5070476"/>
                        <a:ext cx="3667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70" name="Object 110"/>
          <p:cNvGraphicFramePr>
            <a:graphicFrameLocks noChangeAspect="1"/>
          </p:cNvGraphicFramePr>
          <p:nvPr/>
        </p:nvGraphicFramePr>
        <p:xfrm>
          <a:off x="3181351" y="5141913"/>
          <a:ext cx="3667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14170" imgH="114339" progId="Equation.3">
                  <p:embed/>
                </p:oleObj>
              </mc:Choice>
              <mc:Fallback>
                <p:oleObj name="公式" r:id="rId30" imgW="114170" imgH="114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1" y="5141913"/>
                        <a:ext cx="3667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130"/>
          <p:cNvSpPr txBox="1">
            <a:spLocks noChangeArrowheads="1"/>
          </p:cNvSpPr>
          <p:nvPr/>
        </p:nvSpPr>
        <p:spPr bwMode="auto">
          <a:xfrm>
            <a:off x="2097088" y="318294"/>
            <a:ext cx="46482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几个特殊的函数举例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63751" y="1229648"/>
            <a:ext cx="8018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31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7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7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7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806" grpId="0" autoUpdateAnimBg="0"/>
      <p:bldP spid="117807" grpId="0" autoUpdateAnimBg="0"/>
      <p:bldP spid="117809" grpId="0" autoUpdateAnimBg="0"/>
      <p:bldP spid="117862" grpId="0" autoUpdateAnimBg="0"/>
      <p:bldP spid="11786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643674"/>
              </p:ext>
            </p:extLst>
          </p:nvPr>
        </p:nvGraphicFramePr>
        <p:xfrm>
          <a:off x="2887662" y="379745"/>
          <a:ext cx="53879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215640" progId="Equation.DSMT4">
                  <p:embed/>
                </p:oleObj>
              </mc:Choice>
              <mc:Fallback>
                <p:oleObj name="Equation" r:id="rId2" imgW="2031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662" y="379745"/>
                        <a:ext cx="5387975" cy="555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579925"/>
              </p:ext>
            </p:extLst>
          </p:nvPr>
        </p:nvGraphicFramePr>
        <p:xfrm>
          <a:off x="2089150" y="1139826"/>
          <a:ext cx="384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1027" imgH="209563" progId="Equation.3">
                  <p:embed/>
                </p:oleObj>
              </mc:Choice>
              <mc:Fallback>
                <p:oleObj name="Equation" r:id="rId4" imgW="1581027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1139826"/>
                        <a:ext cx="3848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289868"/>
              </p:ext>
            </p:extLst>
          </p:nvPr>
        </p:nvGraphicFramePr>
        <p:xfrm>
          <a:off x="6019800" y="1134438"/>
          <a:ext cx="42465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43086" imgH="209563" progId="Equation.3">
                  <p:embed/>
                </p:oleObj>
              </mc:Choice>
              <mc:Fallback>
                <p:oleObj name="Equation" r:id="rId6" imgW="1743086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134438"/>
                        <a:ext cx="42465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2095500" y="1611314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非负小数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部分函数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20838" name="Object 6"/>
          <p:cNvGraphicFramePr>
            <a:graphicFrameLocks noChangeAspect="1"/>
          </p:cNvGraphicFramePr>
          <p:nvPr/>
        </p:nvGraphicFramePr>
        <p:xfrm>
          <a:off x="2133601" y="2201864"/>
          <a:ext cx="418782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630" imgH="447624" progId="Equation.3">
                  <p:embed/>
                </p:oleObj>
              </mc:Choice>
              <mc:Fallback>
                <p:oleObj name="Equation" r:id="rId8" imgW="1714630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2201864"/>
                        <a:ext cx="4187825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0922" name="Group 90"/>
          <p:cNvGrpSpPr>
            <a:grpSpLocks/>
          </p:cNvGrpSpPr>
          <p:nvPr/>
        </p:nvGrpSpPr>
        <p:grpSpPr bwMode="auto">
          <a:xfrm>
            <a:off x="3124200" y="3662364"/>
            <a:ext cx="5818188" cy="2205037"/>
            <a:chOff x="1008" y="2307"/>
            <a:chExt cx="3665" cy="1389"/>
          </a:xfrm>
        </p:grpSpPr>
        <p:sp>
          <p:nvSpPr>
            <p:cNvPr id="19464" name="Line 8"/>
            <p:cNvSpPr>
              <a:spLocks noChangeShapeType="1"/>
            </p:cNvSpPr>
            <p:nvPr/>
          </p:nvSpPr>
          <p:spPr bwMode="auto">
            <a:xfrm flipV="1">
              <a:off x="2544" y="2408"/>
              <a:ext cx="0" cy="1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5" name="Object 9"/>
            <p:cNvGraphicFramePr>
              <a:graphicFrameLocks noChangeAspect="1"/>
            </p:cNvGraphicFramePr>
            <p:nvPr/>
          </p:nvGraphicFramePr>
          <p:xfrm>
            <a:off x="2413" y="3168"/>
            <a:ext cx="179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835" imgH="139518" progId="Equation.3">
                    <p:embed/>
                  </p:oleObj>
                </mc:Choice>
                <mc:Fallback>
                  <p:oleObj name="Equation" r:id="rId10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" y="3168"/>
                          <a:ext cx="179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10"/>
            <p:cNvGraphicFramePr>
              <a:graphicFrameLocks noChangeAspect="1"/>
            </p:cNvGraphicFramePr>
            <p:nvPr/>
          </p:nvGraphicFramePr>
          <p:xfrm>
            <a:off x="4512" y="3142"/>
            <a:ext cx="161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66469" imgH="253780" progId="Equation.3">
                    <p:embed/>
                  </p:oleObj>
                </mc:Choice>
                <mc:Fallback>
                  <p:oleObj name="公式" r:id="rId12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142"/>
                          <a:ext cx="161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7" name="Object 11"/>
            <p:cNvGraphicFramePr>
              <a:graphicFrameLocks noChangeAspect="1"/>
            </p:cNvGraphicFramePr>
            <p:nvPr/>
          </p:nvGraphicFramePr>
          <p:xfrm>
            <a:off x="2323" y="2307"/>
            <a:ext cx="221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579" imgH="164957" progId="Equation.3">
                    <p:embed/>
                  </p:oleObj>
                </mc:Choice>
                <mc:Fallback>
                  <p:oleObj name="Equation" r:id="rId14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3" y="2307"/>
                          <a:ext cx="221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17"/>
            <p:cNvGraphicFramePr>
              <a:graphicFrameLocks noChangeAspect="1"/>
            </p:cNvGraphicFramePr>
            <p:nvPr/>
          </p:nvGraphicFramePr>
          <p:xfrm>
            <a:off x="2793" y="3168"/>
            <a:ext cx="1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4151" imgH="164885" progId="Equation.3">
                    <p:embed/>
                  </p:oleObj>
                </mc:Choice>
                <mc:Fallback>
                  <p:oleObj name="Equation" r:id="rId16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3" y="3168"/>
                          <a:ext cx="13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18"/>
            <p:cNvGraphicFramePr>
              <a:graphicFrameLocks noChangeAspect="1"/>
            </p:cNvGraphicFramePr>
            <p:nvPr/>
          </p:nvGraphicFramePr>
          <p:xfrm>
            <a:off x="2556" y="2784"/>
            <a:ext cx="132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151" imgH="164885" progId="Equation.3">
                    <p:embed/>
                  </p:oleObj>
                </mc:Choice>
                <mc:Fallback>
                  <p:oleObj name="Equation" r:id="rId18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6" y="2784"/>
                          <a:ext cx="132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0" name="Line 19"/>
            <p:cNvSpPr>
              <a:spLocks noChangeShapeType="1"/>
            </p:cNvSpPr>
            <p:nvPr/>
          </p:nvSpPr>
          <p:spPr bwMode="auto">
            <a:xfrm>
              <a:off x="1008" y="3168"/>
              <a:ext cx="3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71" name="Object 20"/>
            <p:cNvGraphicFramePr>
              <a:graphicFrameLocks noChangeAspect="1"/>
            </p:cNvGraphicFramePr>
            <p:nvPr/>
          </p:nvGraphicFramePr>
          <p:xfrm>
            <a:off x="2928" y="2485"/>
            <a:ext cx="747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95199" imgH="190449" progId="Equation.3">
                    <p:embed/>
                  </p:oleObj>
                </mc:Choice>
                <mc:Fallback>
                  <p:oleObj name="Equation" r:id="rId20" imgW="495199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485"/>
                          <a:ext cx="747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2" name="Object 21"/>
            <p:cNvGraphicFramePr>
              <a:graphicFrameLocks noChangeAspect="1"/>
            </p:cNvGraphicFramePr>
            <p:nvPr/>
          </p:nvGraphicFramePr>
          <p:xfrm>
            <a:off x="3072" y="3168"/>
            <a:ext cx="15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80" imgH="164814" progId="Equation.3">
                    <p:embed/>
                  </p:oleObj>
                </mc:Choice>
                <mc:Fallback>
                  <p:oleObj name="Equation" r:id="rId22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168"/>
                          <a:ext cx="15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3" name="Object 22"/>
            <p:cNvGraphicFramePr>
              <a:graphicFrameLocks noChangeAspect="1"/>
            </p:cNvGraphicFramePr>
            <p:nvPr/>
          </p:nvGraphicFramePr>
          <p:xfrm>
            <a:off x="3360" y="3168"/>
            <a:ext cx="15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6725" imgH="177415" progId="Equation.3">
                    <p:embed/>
                  </p:oleObj>
                </mc:Choice>
                <mc:Fallback>
                  <p:oleObj name="Equation" r:id="rId24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168"/>
                          <a:ext cx="150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4" name="Object 23"/>
            <p:cNvGraphicFramePr>
              <a:graphicFrameLocks noChangeAspect="1"/>
            </p:cNvGraphicFramePr>
            <p:nvPr/>
          </p:nvGraphicFramePr>
          <p:xfrm>
            <a:off x="3642" y="3168"/>
            <a:ext cx="15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6780" imgH="164814" progId="Equation.3">
                    <p:embed/>
                  </p:oleObj>
                </mc:Choice>
                <mc:Fallback>
                  <p:oleObj name="Equation" r:id="rId26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2" y="3168"/>
                          <a:ext cx="15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5" name="Object 24"/>
            <p:cNvGraphicFramePr>
              <a:graphicFrameLocks noChangeAspect="1"/>
            </p:cNvGraphicFramePr>
            <p:nvPr/>
          </p:nvGraphicFramePr>
          <p:xfrm>
            <a:off x="2130" y="3168"/>
            <a:ext cx="27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28501" imgH="165028" progId="Equation.3">
                    <p:embed/>
                  </p:oleObj>
                </mc:Choice>
                <mc:Fallback>
                  <p:oleObj name="Equation" r:id="rId28" imgW="228501" imgH="16502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" y="3168"/>
                          <a:ext cx="27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6" name="Object 25"/>
            <p:cNvGraphicFramePr>
              <a:graphicFrameLocks noChangeAspect="1"/>
            </p:cNvGraphicFramePr>
            <p:nvPr/>
          </p:nvGraphicFramePr>
          <p:xfrm>
            <a:off x="1827" y="3168"/>
            <a:ext cx="28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41091" imgH="164957" progId="Equation.3">
                    <p:embed/>
                  </p:oleObj>
                </mc:Choice>
                <mc:Fallback>
                  <p:oleObj name="Equation" r:id="rId30" imgW="241091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7" y="3168"/>
                          <a:ext cx="28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26"/>
            <p:cNvGraphicFramePr>
              <a:graphicFrameLocks noChangeAspect="1"/>
            </p:cNvGraphicFramePr>
            <p:nvPr/>
          </p:nvGraphicFramePr>
          <p:xfrm>
            <a:off x="1536" y="3168"/>
            <a:ext cx="285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41091" imgH="177646" progId="Equation.3">
                    <p:embed/>
                  </p:oleObj>
                </mc:Choice>
                <mc:Fallback>
                  <p:oleObj name="Equation" r:id="rId32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168"/>
                          <a:ext cx="285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8" name="Object 27"/>
            <p:cNvGraphicFramePr>
              <a:graphicFrameLocks noChangeAspect="1"/>
            </p:cNvGraphicFramePr>
            <p:nvPr/>
          </p:nvGraphicFramePr>
          <p:xfrm>
            <a:off x="1200" y="3168"/>
            <a:ext cx="28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41091" imgH="164957" progId="Equation.3">
                    <p:embed/>
                  </p:oleObj>
                </mc:Choice>
                <mc:Fallback>
                  <p:oleObj name="Equation" r:id="rId34" imgW="241091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168"/>
                          <a:ext cx="28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79" name="Group 37"/>
            <p:cNvGrpSpPr>
              <a:grpSpLocks/>
            </p:cNvGrpSpPr>
            <p:nvPr/>
          </p:nvGrpSpPr>
          <p:grpSpPr bwMode="auto">
            <a:xfrm>
              <a:off x="2496" y="2880"/>
              <a:ext cx="336" cy="336"/>
              <a:chOff x="2880" y="3168"/>
              <a:chExt cx="336" cy="336"/>
            </a:xfrm>
          </p:grpSpPr>
          <p:graphicFrame>
            <p:nvGraphicFramePr>
              <p:cNvPr id="19525" name="Object 13"/>
              <p:cNvGraphicFramePr>
                <a:graphicFrameLocks noChangeAspect="1"/>
              </p:cNvGraphicFramePr>
              <p:nvPr/>
            </p:nvGraphicFramePr>
            <p:xfrm>
              <a:off x="2880" y="3385"/>
              <a:ext cx="144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6" imgW="104800" imgH="95224" progId="Equation.3">
                      <p:embed/>
                    </p:oleObj>
                  </mc:Choice>
                  <mc:Fallback>
                    <p:oleObj name="公式" r:id="rId36" imgW="104800" imgH="95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3385"/>
                            <a:ext cx="144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26" name="Group 30"/>
              <p:cNvGrpSpPr>
                <a:grpSpLocks/>
              </p:cNvGrpSpPr>
              <p:nvPr/>
            </p:nvGrpSpPr>
            <p:grpSpPr bwMode="auto">
              <a:xfrm>
                <a:off x="2928" y="3168"/>
                <a:ext cx="288" cy="288"/>
                <a:chOff x="2928" y="3168"/>
                <a:chExt cx="288" cy="288"/>
              </a:xfrm>
            </p:grpSpPr>
            <p:sp>
              <p:nvSpPr>
                <p:cNvPr id="19527" name="AutoShape 15"/>
                <p:cNvSpPr>
                  <a:spLocks noChangeArrowheads="1"/>
                </p:cNvSpPr>
                <p:nvPr/>
              </p:nvSpPr>
              <p:spPr bwMode="auto">
                <a:xfrm>
                  <a:off x="3168" y="3168"/>
                  <a:ext cx="48" cy="48"/>
                </a:xfrm>
                <a:prstGeom prst="flowChartConnector">
                  <a:avLst/>
                </a:prstGeom>
                <a:noFill/>
                <a:ln w="571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528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928" y="3216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80" name="Group 38"/>
            <p:cNvGrpSpPr>
              <a:grpSpLocks/>
            </p:cNvGrpSpPr>
            <p:nvPr/>
          </p:nvGrpSpPr>
          <p:grpSpPr bwMode="auto">
            <a:xfrm>
              <a:off x="2784" y="2880"/>
              <a:ext cx="336" cy="336"/>
              <a:chOff x="2880" y="3168"/>
              <a:chExt cx="336" cy="336"/>
            </a:xfrm>
          </p:grpSpPr>
          <p:graphicFrame>
            <p:nvGraphicFramePr>
              <p:cNvPr id="19521" name="Object 39"/>
              <p:cNvGraphicFramePr>
                <a:graphicFrameLocks noChangeAspect="1"/>
              </p:cNvGraphicFramePr>
              <p:nvPr/>
            </p:nvGraphicFramePr>
            <p:xfrm>
              <a:off x="2880" y="3385"/>
              <a:ext cx="144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8" imgW="104800" imgH="95224" progId="Equation.3">
                      <p:embed/>
                    </p:oleObj>
                  </mc:Choice>
                  <mc:Fallback>
                    <p:oleObj name="公式" r:id="rId38" imgW="104800" imgH="95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3385"/>
                            <a:ext cx="144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22" name="Group 40"/>
              <p:cNvGrpSpPr>
                <a:grpSpLocks/>
              </p:cNvGrpSpPr>
              <p:nvPr/>
            </p:nvGrpSpPr>
            <p:grpSpPr bwMode="auto">
              <a:xfrm>
                <a:off x="2928" y="3168"/>
                <a:ext cx="288" cy="288"/>
                <a:chOff x="2928" y="3168"/>
                <a:chExt cx="288" cy="288"/>
              </a:xfrm>
            </p:grpSpPr>
            <p:sp>
              <p:nvSpPr>
                <p:cNvPr id="19523" name="AutoShape 41"/>
                <p:cNvSpPr>
                  <a:spLocks noChangeArrowheads="1"/>
                </p:cNvSpPr>
                <p:nvPr/>
              </p:nvSpPr>
              <p:spPr bwMode="auto">
                <a:xfrm>
                  <a:off x="3168" y="3168"/>
                  <a:ext cx="48" cy="48"/>
                </a:xfrm>
                <a:prstGeom prst="flowChartConnector">
                  <a:avLst/>
                </a:prstGeom>
                <a:noFill/>
                <a:ln w="571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524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928" y="3216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81" name="Group 43"/>
            <p:cNvGrpSpPr>
              <a:grpSpLocks/>
            </p:cNvGrpSpPr>
            <p:nvPr/>
          </p:nvGrpSpPr>
          <p:grpSpPr bwMode="auto">
            <a:xfrm>
              <a:off x="3072" y="2880"/>
              <a:ext cx="336" cy="336"/>
              <a:chOff x="2880" y="3168"/>
              <a:chExt cx="336" cy="336"/>
            </a:xfrm>
          </p:grpSpPr>
          <p:graphicFrame>
            <p:nvGraphicFramePr>
              <p:cNvPr id="19517" name="Object 44"/>
              <p:cNvGraphicFramePr>
                <a:graphicFrameLocks noChangeAspect="1"/>
              </p:cNvGraphicFramePr>
              <p:nvPr/>
            </p:nvGraphicFramePr>
            <p:xfrm>
              <a:off x="2880" y="3385"/>
              <a:ext cx="144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0" imgW="104800" imgH="95224" progId="Equation.3">
                      <p:embed/>
                    </p:oleObj>
                  </mc:Choice>
                  <mc:Fallback>
                    <p:oleObj name="公式" r:id="rId40" imgW="104800" imgH="95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3385"/>
                            <a:ext cx="144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18" name="Group 45"/>
              <p:cNvGrpSpPr>
                <a:grpSpLocks/>
              </p:cNvGrpSpPr>
              <p:nvPr/>
            </p:nvGrpSpPr>
            <p:grpSpPr bwMode="auto">
              <a:xfrm>
                <a:off x="2928" y="3168"/>
                <a:ext cx="288" cy="288"/>
                <a:chOff x="2928" y="3168"/>
                <a:chExt cx="288" cy="288"/>
              </a:xfrm>
            </p:grpSpPr>
            <p:sp>
              <p:nvSpPr>
                <p:cNvPr id="19519" name="AutoShape 46"/>
                <p:cNvSpPr>
                  <a:spLocks noChangeArrowheads="1"/>
                </p:cNvSpPr>
                <p:nvPr/>
              </p:nvSpPr>
              <p:spPr bwMode="auto">
                <a:xfrm>
                  <a:off x="3168" y="3168"/>
                  <a:ext cx="48" cy="48"/>
                </a:xfrm>
                <a:prstGeom prst="flowChartConnector">
                  <a:avLst/>
                </a:prstGeom>
                <a:noFill/>
                <a:ln w="571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520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2928" y="3216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82" name="Group 48"/>
            <p:cNvGrpSpPr>
              <a:grpSpLocks/>
            </p:cNvGrpSpPr>
            <p:nvPr/>
          </p:nvGrpSpPr>
          <p:grpSpPr bwMode="auto">
            <a:xfrm>
              <a:off x="3360" y="2880"/>
              <a:ext cx="336" cy="336"/>
              <a:chOff x="2880" y="3168"/>
              <a:chExt cx="336" cy="336"/>
            </a:xfrm>
          </p:grpSpPr>
          <p:graphicFrame>
            <p:nvGraphicFramePr>
              <p:cNvPr id="19513" name="Object 49"/>
              <p:cNvGraphicFramePr>
                <a:graphicFrameLocks noChangeAspect="1"/>
              </p:cNvGraphicFramePr>
              <p:nvPr/>
            </p:nvGraphicFramePr>
            <p:xfrm>
              <a:off x="2880" y="3385"/>
              <a:ext cx="144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2" imgW="104800" imgH="95224" progId="Equation.3">
                      <p:embed/>
                    </p:oleObj>
                  </mc:Choice>
                  <mc:Fallback>
                    <p:oleObj name="公式" r:id="rId42" imgW="104800" imgH="95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3385"/>
                            <a:ext cx="144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14" name="Group 50"/>
              <p:cNvGrpSpPr>
                <a:grpSpLocks/>
              </p:cNvGrpSpPr>
              <p:nvPr/>
            </p:nvGrpSpPr>
            <p:grpSpPr bwMode="auto">
              <a:xfrm>
                <a:off x="2928" y="3168"/>
                <a:ext cx="288" cy="288"/>
                <a:chOff x="2928" y="3168"/>
                <a:chExt cx="288" cy="288"/>
              </a:xfrm>
            </p:grpSpPr>
            <p:sp>
              <p:nvSpPr>
                <p:cNvPr id="19515" name="AutoShape 51"/>
                <p:cNvSpPr>
                  <a:spLocks noChangeArrowheads="1"/>
                </p:cNvSpPr>
                <p:nvPr/>
              </p:nvSpPr>
              <p:spPr bwMode="auto">
                <a:xfrm>
                  <a:off x="3168" y="3168"/>
                  <a:ext cx="48" cy="48"/>
                </a:xfrm>
                <a:prstGeom prst="flowChartConnector">
                  <a:avLst/>
                </a:prstGeom>
                <a:noFill/>
                <a:ln w="571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516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2928" y="3216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83" name="Group 53"/>
            <p:cNvGrpSpPr>
              <a:grpSpLocks/>
            </p:cNvGrpSpPr>
            <p:nvPr/>
          </p:nvGrpSpPr>
          <p:grpSpPr bwMode="auto">
            <a:xfrm>
              <a:off x="3648" y="2880"/>
              <a:ext cx="336" cy="336"/>
              <a:chOff x="2880" y="3168"/>
              <a:chExt cx="336" cy="336"/>
            </a:xfrm>
          </p:grpSpPr>
          <p:graphicFrame>
            <p:nvGraphicFramePr>
              <p:cNvPr id="19509" name="Object 54"/>
              <p:cNvGraphicFramePr>
                <a:graphicFrameLocks noChangeAspect="1"/>
              </p:cNvGraphicFramePr>
              <p:nvPr/>
            </p:nvGraphicFramePr>
            <p:xfrm>
              <a:off x="2880" y="3385"/>
              <a:ext cx="144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4" imgW="104800" imgH="95224" progId="Equation.3">
                      <p:embed/>
                    </p:oleObj>
                  </mc:Choice>
                  <mc:Fallback>
                    <p:oleObj name="公式" r:id="rId44" imgW="104800" imgH="95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3385"/>
                            <a:ext cx="144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10" name="Group 55"/>
              <p:cNvGrpSpPr>
                <a:grpSpLocks/>
              </p:cNvGrpSpPr>
              <p:nvPr/>
            </p:nvGrpSpPr>
            <p:grpSpPr bwMode="auto">
              <a:xfrm>
                <a:off x="2928" y="3168"/>
                <a:ext cx="288" cy="288"/>
                <a:chOff x="2928" y="3168"/>
                <a:chExt cx="288" cy="288"/>
              </a:xfrm>
            </p:grpSpPr>
            <p:sp>
              <p:nvSpPr>
                <p:cNvPr id="19511" name="AutoShape 56"/>
                <p:cNvSpPr>
                  <a:spLocks noChangeArrowheads="1"/>
                </p:cNvSpPr>
                <p:nvPr/>
              </p:nvSpPr>
              <p:spPr bwMode="auto">
                <a:xfrm>
                  <a:off x="3168" y="3168"/>
                  <a:ext cx="48" cy="48"/>
                </a:xfrm>
                <a:prstGeom prst="flowChartConnector">
                  <a:avLst/>
                </a:prstGeom>
                <a:noFill/>
                <a:ln w="571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512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2928" y="3216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84" name="Group 58"/>
            <p:cNvGrpSpPr>
              <a:grpSpLocks/>
            </p:cNvGrpSpPr>
            <p:nvPr/>
          </p:nvGrpSpPr>
          <p:grpSpPr bwMode="auto">
            <a:xfrm>
              <a:off x="2208" y="2880"/>
              <a:ext cx="336" cy="336"/>
              <a:chOff x="2880" y="3168"/>
              <a:chExt cx="336" cy="336"/>
            </a:xfrm>
          </p:grpSpPr>
          <p:graphicFrame>
            <p:nvGraphicFramePr>
              <p:cNvPr id="19505" name="Object 59"/>
              <p:cNvGraphicFramePr>
                <a:graphicFrameLocks noChangeAspect="1"/>
              </p:cNvGraphicFramePr>
              <p:nvPr/>
            </p:nvGraphicFramePr>
            <p:xfrm>
              <a:off x="2880" y="3385"/>
              <a:ext cx="144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6" imgW="104800" imgH="95224" progId="Equation.3">
                      <p:embed/>
                    </p:oleObj>
                  </mc:Choice>
                  <mc:Fallback>
                    <p:oleObj name="公式" r:id="rId46" imgW="104800" imgH="95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3385"/>
                            <a:ext cx="144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06" name="Group 60"/>
              <p:cNvGrpSpPr>
                <a:grpSpLocks/>
              </p:cNvGrpSpPr>
              <p:nvPr/>
            </p:nvGrpSpPr>
            <p:grpSpPr bwMode="auto">
              <a:xfrm>
                <a:off x="2928" y="3168"/>
                <a:ext cx="288" cy="288"/>
                <a:chOff x="2928" y="3168"/>
                <a:chExt cx="288" cy="288"/>
              </a:xfrm>
            </p:grpSpPr>
            <p:sp>
              <p:nvSpPr>
                <p:cNvPr id="19507" name="AutoShape 61"/>
                <p:cNvSpPr>
                  <a:spLocks noChangeArrowheads="1"/>
                </p:cNvSpPr>
                <p:nvPr/>
              </p:nvSpPr>
              <p:spPr bwMode="auto">
                <a:xfrm>
                  <a:off x="3168" y="3168"/>
                  <a:ext cx="48" cy="48"/>
                </a:xfrm>
                <a:prstGeom prst="flowChartConnector">
                  <a:avLst/>
                </a:prstGeom>
                <a:noFill/>
                <a:ln w="571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508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928" y="3216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85" name="Group 63"/>
            <p:cNvGrpSpPr>
              <a:grpSpLocks/>
            </p:cNvGrpSpPr>
            <p:nvPr/>
          </p:nvGrpSpPr>
          <p:grpSpPr bwMode="auto">
            <a:xfrm>
              <a:off x="1920" y="2880"/>
              <a:ext cx="336" cy="336"/>
              <a:chOff x="2880" y="3168"/>
              <a:chExt cx="336" cy="336"/>
            </a:xfrm>
          </p:grpSpPr>
          <p:graphicFrame>
            <p:nvGraphicFramePr>
              <p:cNvPr id="19501" name="Object 64"/>
              <p:cNvGraphicFramePr>
                <a:graphicFrameLocks noChangeAspect="1"/>
              </p:cNvGraphicFramePr>
              <p:nvPr/>
            </p:nvGraphicFramePr>
            <p:xfrm>
              <a:off x="2880" y="3385"/>
              <a:ext cx="144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8" imgW="104800" imgH="95224" progId="Equation.3">
                      <p:embed/>
                    </p:oleObj>
                  </mc:Choice>
                  <mc:Fallback>
                    <p:oleObj name="公式" r:id="rId48" imgW="104800" imgH="95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3385"/>
                            <a:ext cx="144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02" name="Group 65"/>
              <p:cNvGrpSpPr>
                <a:grpSpLocks/>
              </p:cNvGrpSpPr>
              <p:nvPr/>
            </p:nvGrpSpPr>
            <p:grpSpPr bwMode="auto">
              <a:xfrm>
                <a:off x="2928" y="3168"/>
                <a:ext cx="288" cy="288"/>
                <a:chOff x="2928" y="3168"/>
                <a:chExt cx="288" cy="288"/>
              </a:xfrm>
            </p:grpSpPr>
            <p:sp>
              <p:nvSpPr>
                <p:cNvPr id="19503" name="AutoShape 66"/>
                <p:cNvSpPr>
                  <a:spLocks noChangeArrowheads="1"/>
                </p:cNvSpPr>
                <p:nvPr/>
              </p:nvSpPr>
              <p:spPr bwMode="auto">
                <a:xfrm>
                  <a:off x="3168" y="3168"/>
                  <a:ext cx="48" cy="48"/>
                </a:xfrm>
                <a:prstGeom prst="flowChartConnector">
                  <a:avLst/>
                </a:prstGeom>
                <a:noFill/>
                <a:ln w="571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504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2928" y="3216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9486" name="Object 69"/>
            <p:cNvGraphicFramePr>
              <a:graphicFrameLocks noChangeAspect="1"/>
            </p:cNvGraphicFramePr>
            <p:nvPr/>
          </p:nvGraphicFramePr>
          <p:xfrm>
            <a:off x="1632" y="3097"/>
            <a:ext cx="144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0" imgW="104800" imgH="95224" progId="Equation.3">
                    <p:embed/>
                  </p:oleObj>
                </mc:Choice>
                <mc:Fallback>
                  <p:oleObj name="公式" r:id="rId50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097"/>
                          <a:ext cx="144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7" name="AutoShape 71"/>
            <p:cNvSpPr>
              <a:spLocks noChangeArrowheads="1"/>
            </p:cNvSpPr>
            <p:nvPr/>
          </p:nvSpPr>
          <p:spPr bwMode="auto">
            <a:xfrm>
              <a:off x="1920" y="2880"/>
              <a:ext cx="48" cy="48"/>
            </a:xfrm>
            <a:prstGeom prst="flowChartConnector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88" name="Line 72"/>
            <p:cNvSpPr>
              <a:spLocks noChangeShapeType="1"/>
            </p:cNvSpPr>
            <p:nvPr/>
          </p:nvSpPr>
          <p:spPr bwMode="auto">
            <a:xfrm flipV="1">
              <a:off x="1680" y="2928"/>
              <a:ext cx="24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89" name="Object 74"/>
            <p:cNvGraphicFramePr>
              <a:graphicFrameLocks noChangeAspect="1"/>
            </p:cNvGraphicFramePr>
            <p:nvPr/>
          </p:nvGraphicFramePr>
          <p:xfrm>
            <a:off x="1344" y="3097"/>
            <a:ext cx="144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2" imgW="104800" imgH="95224" progId="Equation.3">
                    <p:embed/>
                  </p:oleObj>
                </mc:Choice>
                <mc:Fallback>
                  <p:oleObj name="公式" r:id="rId52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097"/>
                          <a:ext cx="144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0" name="AutoShape 76"/>
            <p:cNvSpPr>
              <a:spLocks noChangeArrowheads="1"/>
            </p:cNvSpPr>
            <p:nvPr/>
          </p:nvSpPr>
          <p:spPr bwMode="auto">
            <a:xfrm>
              <a:off x="1632" y="2880"/>
              <a:ext cx="48" cy="48"/>
            </a:xfrm>
            <a:prstGeom prst="flowChartConnector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91" name="Line 77"/>
            <p:cNvSpPr>
              <a:spLocks noChangeShapeType="1"/>
            </p:cNvSpPr>
            <p:nvPr/>
          </p:nvSpPr>
          <p:spPr bwMode="auto">
            <a:xfrm flipV="1">
              <a:off x="1392" y="2928"/>
              <a:ext cx="24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Oval 80"/>
            <p:cNvSpPr>
              <a:spLocks noChangeArrowheads="1"/>
            </p:cNvSpPr>
            <p:nvPr/>
          </p:nvSpPr>
          <p:spPr bwMode="auto">
            <a:xfrm>
              <a:off x="1632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93" name="Oval 81"/>
            <p:cNvSpPr>
              <a:spLocks noChangeArrowheads="1"/>
            </p:cNvSpPr>
            <p:nvPr/>
          </p:nvSpPr>
          <p:spPr bwMode="auto">
            <a:xfrm>
              <a:off x="1916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94" name="Oval 82"/>
            <p:cNvSpPr>
              <a:spLocks noChangeArrowheads="1"/>
            </p:cNvSpPr>
            <p:nvPr/>
          </p:nvSpPr>
          <p:spPr bwMode="auto">
            <a:xfrm>
              <a:off x="2204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95" name="Oval 83"/>
            <p:cNvSpPr>
              <a:spLocks noChangeArrowheads="1"/>
            </p:cNvSpPr>
            <p:nvPr/>
          </p:nvSpPr>
          <p:spPr bwMode="auto">
            <a:xfrm>
              <a:off x="2492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96" name="Oval 84"/>
            <p:cNvSpPr>
              <a:spLocks noChangeArrowheads="1"/>
            </p:cNvSpPr>
            <p:nvPr/>
          </p:nvSpPr>
          <p:spPr bwMode="auto">
            <a:xfrm>
              <a:off x="2780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97" name="Oval 85"/>
            <p:cNvSpPr>
              <a:spLocks noChangeArrowheads="1"/>
            </p:cNvSpPr>
            <p:nvPr/>
          </p:nvSpPr>
          <p:spPr bwMode="auto">
            <a:xfrm>
              <a:off x="3068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98" name="Oval 86"/>
            <p:cNvSpPr>
              <a:spLocks noChangeArrowheads="1"/>
            </p:cNvSpPr>
            <p:nvPr/>
          </p:nvSpPr>
          <p:spPr bwMode="auto">
            <a:xfrm>
              <a:off x="3356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99" name="Oval 87"/>
            <p:cNvSpPr>
              <a:spLocks noChangeArrowheads="1"/>
            </p:cNvSpPr>
            <p:nvPr/>
          </p:nvSpPr>
          <p:spPr bwMode="auto">
            <a:xfrm>
              <a:off x="3644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0" name="Oval 88"/>
            <p:cNvSpPr>
              <a:spLocks noChangeArrowheads="1"/>
            </p:cNvSpPr>
            <p:nvPr/>
          </p:nvSpPr>
          <p:spPr bwMode="auto">
            <a:xfrm>
              <a:off x="3932" y="2880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32115" y="293645"/>
            <a:ext cx="92699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23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1722438" y="765176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  </a:t>
            </a: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en-US" altLang="zh-CN" sz="2800" b="1" dirty="0"/>
              <a:t>   </a:t>
            </a:r>
            <a:r>
              <a:rPr lang="zh-CN" altLang="en-US" sz="2800" b="1" dirty="0"/>
              <a:t>符号函数</a:t>
            </a:r>
            <a:endParaRPr lang="zh-CN" altLang="en-US" dirty="0"/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4916488" y="257175"/>
          <a:ext cx="3573462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711200" progId="Equation.3">
                  <p:embed/>
                </p:oleObj>
              </mc:Choice>
              <mc:Fallback>
                <p:oleObj name="Equation" r:id="rId2" imgW="16002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488" y="257175"/>
                        <a:ext cx="3573462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6" name="Object 18"/>
          <p:cNvGraphicFramePr>
            <a:graphicFrameLocks noChangeAspect="1"/>
          </p:cNvGraphicFramePr>
          <p:nvPr/>
        </p:nvGraphicFramePr>
        <p:xfrm>
          <a:off x="2206626" y="1295401"/>
          <a:ext cx="25177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032" imgH="241195" progId="Equation.3">
                  <p:embed/>
                </p:oleObj>
              </mc:Choice>
              <mc:Fallback>
                <p:oleObj name="Equation" r:id="rId4" imgW="1079032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6" y="1295401"/>
                        <a:ext cx="25177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4" name="Object 96"/>
          <p:cNvGraphicFramePr>
            <a:graphicFrameLocks noChangeAspect="1"/>
          </p:cNvGraphicFramePr>
          <p:nvPr/>
        </p:nvGraphicFramePr>
        <p:xfrm>
          <a:off x="2209800" y="1981200"/>
          <a:ext cx="46799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5729" imgH="215806" progId="Equation.3">
                  <p:embed/>
                </p:oleObj>
              </mc:Choice>
              <mc:Fallback>
                <p:oleObj name="Equation" r:id="rId6" imgW="200572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81200"/>
                        <a:ext cx="46799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7" name="Object 99"/>
          <p:cNvGraphicFramePr>
            <a:graphicFrameLocks noChangeAspect="1"/>
          </p:cNvGraphicFramePr>
          <p:nvPr/>
        </p:nvGraphicFramePr>
        <p:xfrm>
          <a:off x="2659064" y="3060700"/>
          <a:ext cx="54943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93900" imgH="482600" progId="Equation.3">
                  <p:embed/>
                </p:oleObj>
              </mc:Choice>
              <mc:Fallback>
                <p:oleObj name="Equation" r:id="rId8" imgW="1993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4" y="3060700"/>
                        <a:ext cx="549433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854" name="Group 126"/>
          <p:cNvGrpSpPr>
            <a:grpSpLocks/>
          </p:cNvGrpSpPr>
          <p:nvPr/>
        </p:nvGrpSpPr>
        <p:grpSpPr bwMode="auto">
          <a:xfrm>
            <a:off x="1981200" y="2565401"/>
            <a:ext cx="8458200" cy="519113"/>
            <a:chOff x="288" y="1689"/>
            <a:chExt cx="5328" cy="327"/>
          </a:xfrm>
        </p:grpSpPr>
        <p:sp>
          <p:nvSpPr>
            <p:cNvPr id="20523" name="Text Box 97"/>
            <p:cNvSpPr txBox="1">
              <a:spLocks noChangeArrowheads="1"/>
            </p:cNvSpPr>
            <p:nvPr/>
          </p:nvSpPr>
          <p:spPr bwMode="auto">
            <a:xfrm>
              <a:off x="288" y="1689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4</a:t>
              </a:r>
              <a:r>
                <a:rPr lang="en-US" altLang="zh-CN" sz="2800" b="1" dirty="0"/>
                <a:t>   </a:t>
              </a:r>
              <a:endParaRPr lang="en-US" altLang="zh-CN" dirty="0"/>
            </a:p>
          </p:txBody>
        </p:sp>
        <p:sp>
          <p:nvSpPr>
            <p:cNvPr id="20524" name="Text Box 98"/>
            <p:cNvSpPr txBox="1">
              <a:spLocks noChangeArrowheads="1"/>
            </p:cNvSpPr>
            <p:nvPr/>
          </p:nvSpPr>
          <p:spPr bwMode="auto">
            <a:xfrm>
              <a:off x="524" y="1689"/>
              <a:ext cx="50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/>
                <a:t>   </a:t>
              </a:r>
              <a:r>
                <a:rPr lang="zh-CN" altLang="en-US" sz="2800" b="1"/>
                <a:t>狄利克莱                                                        函数</a:t>
              </a:r>
              <a:endParaRPr lang="zh-CN" altLang="en-US" b="1"/>
            </a:p>
          </p:txBody>
        </p:sp>
        <p:graphicFrame>
          <p:nvGraphicFramePr>
            <p:cNvPr id="20525" name="Object 112"/>
            <p:cNvGraphicFramePr>
              <a:graphicFrameLocks noChangeAspect="1"/>
            </p:cNvGraphicFramePr>
            <p:nvPr/>
          </p:nvGraphicFramePr>
          <p:xfrm>
            <a:off x="1636" y="1723"/>
            <a:ext cx="324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993035" imgH="215806" progId="Equation.3">
                    <p:embed/>
                  </p:oleObj>
                </mc:Choice>
                <mc:Fallback>
                  <p:oleObj name="公式" r:id="rId10" imgW="1993035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6" y="1723"/>
                          <a:ext cx="324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843" name="Group 115"/>
          <p:cNvGrpSpPr>
            <a:grpSpLocks/>
          </p:cNvGrpSpPr>
          <p:nvPr/>
        </p:nvGrpSpPr>
        <p:grpSpPr bwMode="auto">
          <a:xfrm>
            <a:off x="6659564" y="3998913"/>
            <a:ext cx="3506787" cy="1905000"/>
            <a:chOff x="3235" y="2832"/>
            <a:chExt cx="2209" cy="1200"/>
          </a:xfrm>
        </p:grpSpPr>
        <p:sp>
          <p:nvSpPr>
            <p:cNvPr id="20506" name="Line 6"/>
            <p:cNvSpPr>
              <a:spLocks noChangeShapeType="1"/>
            </p:cNvSpPr>
            <p:nvPr/>
          </p:nvSpPr>
          <p:spPr bwMode="auto">
            <a:xfrm flipV="1">
              <a:off x="4263" y="302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7" name="Line 9"/>
            <p:cNvSpPr>
              <a:spLocks noChangeShapeType="1"/>
            </p:cNvSpPr>
            <p:nvPr/>
          </p:nvSpPr>
          <p:spPr bwMode="auto">
            <a:xfrm>
              <a:off x="4263" y="3344"/>
              <a:ext cx="8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8" name="Line 10"/>
            <p:cNvSpPr>
              <a:spLocks noChangeShapeType="1"/>
            </p:cNvSpPr>
            <p:nvPr/>
          </p:nvSpPr>
          <p:spPr bwMode="auto">
            <a:xfrm flipH="1">
              <a:off x="3379" y="3936"/>
              <a:ext cx="88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9" name="Oval 11"/>
            <p:cNvSpPr>
              <a:spLocks noChangeArrowheads="1"/>
            </p:cNvSpPr>
            <p:nvPr/>
          </p:nvSpPr>
          <p:spPr bwMode="auto">
            <a:xfrm>
              <a:off x="4241" y="3302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10" name="Oval 12"/>
            <p:cNvSpPr>
              <a:spLocks noChangeArrowheads="1"/>
            </p:cNvSpPr>
            <p:nvPr/>
          </p:nvSpPr>
          <p:spPr bwMode="auto">
            <a:xfrm>
              <a:off x="4241" y="3888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11" name="Text Box 13"/>
            <p:cNvSpPr txBox="1">
              <a:spLocks noChangeArrowheads="1"/>
            </p:cNvSpPr>
            <p:nvPr/>
          </p:nvSpPr>
          <p:spPr bwMode="auto">
            <a:xfrm>
              <a:off x="4039" y="318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20512" name="Text Box 14"/>
            <p:cNvSpPr txBox="1">
              <a:spLocks noChangeArrowheads="1"/>
            </p:cNvSpPr>
            <p:nvPr/>
          </p:nvSpPr>
          <p:spPr bwMode="auto">
            <a:xfrm>
              <a:off x="4311" y="3782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dirty="0"/>
                <a:t>-1</a:t>
              </a:r>
            </a:p>
          </p:txBody>
        </p:sp>
        <p:sp>
          <p:nvSpPr>
            <p:cNvPr id="20513" name="Text Box 15"/>
            <p:cNvSpPr txBox="1">
              <a:spLocks noChangeArrowheads="1"/>
            </p:cNvSpPr>
            <p:nvPr/>
          </p:nvSpPr>
          <p:spPr bwMode="auto">
            <a:xfrm>
              <a:off x="5232" y="35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x</a:t>
              </a:r>
              <a:endParaRPr lang="en-US" altLang="zh-CN" b="1" dirty="0"/>
            </a:p>
          </p:txBody>
        </p:sp>
        <p:sp>
          <p:nvSpPr>
            <p:cNvPr id="20514" name="Text Box 16"/>
            <p:cNvSpPr txBox="1">
              <a:spLocks noChangeArrowheads="1"/>
            </p:cNvSpPr>
            <p:nvPr/>
          </p:nvSpPr>
          <p:spPr bwMode="auto">
            <a:xfrm>
              <a:off x="4119" y="283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y</a:t>
              </a:r>
              <a:endParaRPr lang="en-US" altLang="zh-CN" b="1" dirty="0"/>
            </a:p>
          </p:txBody>
        </p:sp>
        <p:sp>
          <p:nvSpPr>
            <p:cNvPr id="20515" name="Text Box 17"/>
            <p:cNvSpPr txBox="1">
              <a:spLocks noChangeArrowheads="1"/>
            </p:cNvSpPr>
            <p:nvPr/>
          </p:nvSpPr>
          <p:spPr bwMode="auto">
            <a:xfrm>
              <a:off x="4051" y="36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o</a:t>
              </a:r>
              <a:endParaRPr lang="en-US" altLang="zh-CN" b="1" dirty="0"/>
            </a:p>
          </p:txBody>
        </p:sp>
        <p:sp>
          <p:nvSpPr>
            <p:cNvPr id="20516" name="Line 29"/>
            <p:cNvSpPr>
              <a:spLocks noChangeShapeType="1"/>
            </p:cNvSpPr>
            <p:nvPr/>
          </p:nvSpPr>
          <p:spPr bwMode="auto">
            <a:xfrm>
              <a:off x="3235" y="3648"/>
              <a:ext cx="2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7" name="Object 67"/>
            <p:cNvGraphicFramePr>
              <a:graphicFrameLocks noChangeAspect="1"/>
            </p:cNvGraphicFramePr>
            <p:nvPr/>
          </p:nvGraphicFramePr>
          <p:xfrm>
            <a:off x="4195" y="3577"/>
            <a:ext cx="144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04800" imgH="95224" progId="Equation.3">
                    <p:embed/>
                  </p:oleObj>
                </mc:Choice>
                <mc:Fallback>
                  <p:oleObj name="公式" r:id="rId12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3577"/>
                          <a:ext cx="144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8" name="AutoShape 91"/>
            <p:cNvSpPr>
              <a:spLocks noChangeArrowheads="1"/>
            </p:cNvSpPr>
            <p:nvPr/>
          </p:nvSpPr>
          <p:spPr bwMode="auto">
            <a:xfrm>
              <a:off x="4239" y="3312"/>
              <a:ext cx="48" cy="48"/>
            </a:xfrm>
            <a:prstGeom prst="flowChartConnector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19" name="Oval 92"/>
            <p:cNvSpPr>
              <a:spLocks noChangeArrowheads="1"/>
            </p:cNvSpPr>
            <p:nvPr/>
          </p:nvSpPr>
          <p:spPr bwMode="auto">
            <a:xfrm>
              <a:off x="4239" y="3312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0" name="AutoShape 93"/>
            <p:cNvSpPr>
              <a:spLocks noChangeArrowheads="1"/>
            </p:cNvSpPr>
            <p:nvPr/>
          </p:nvSpPr>
          <p:spPr bwMode="auto">
            <a:xfrm>
              <a:off x="4243" y="3898"/>
              <a:ext cx="48" cy="48"/>
            </a:xfrm>
            <a:prstGeom prst="flowChartConnector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1" name="Oval 94"/>
            <p:cNvSpPr>
              <a:spLocks noChangeArrowheads="1"/>
            </p:cNvSpPr>
            <p:nvPr/>
          </p:nvSpPr>
          <p:spPr bwMode="auto">
            <a:xfrm>
              <a:off x="4243" y="3898"/>
              <a:ext cx="52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0522" name="Object 114"/>
            <p:cNvGraphicFramePr>
              <a:graphicFrameLocks noChangeAspect="1"/>
            </p:cNvGraphicFramePr>
            <p:nvPr/>
          </p:nvGraphicFramePr>
          <p:xfrm>
            <a:off x="4368" y="3024"/>
            <a:ext cx="989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66627" imgH="152567" progId="Equation.3">
                    <p:embed/>
                  </p:oleObj>
                </mc:Choice>
                <mc:Fallback>
                  <p:oleObj name="Equation" r:id="rId14" imgW="666627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024"/>
                          <a:ext cx="989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853" name="Group 125"/>
          <p:cNvGrpSpPr>
            <a:grpSpLocks/>
          </p:cNvGrpSpPr>
          <p:nvPr/>
        </p:nvGrpSpPr>
        <p:grpSpPr bwMode="auto">
          <a:xfrm>
            <a:off x="2743200" y="4151314"/>
            <a:ext cx="4724400" cy="1938337"/>
            <a:chOff x="768" y="2688"/>
            <a:chExt cx="2976" cy="1221"/>
          </a:xfrm>
        </p:grpSpPr>
        <p:sp>
          <p:nvSpPr>
            <p:cNvPr id="20490" name="Text Box 117"/>
            <p:cNvSpPr txBox="1">
              <a:spLocks noChangeArrowheads="1"/>
            </p:cNvSpPr>
            <p:nvPr/>
          </p:nvSpPr>
          <p:spPr bwMode="auto">
            <a:xfrm>
              <a:off x="2064" y="2985"/>
              <a:ext cx="16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0000"/>
                  </a:solidFill>
                </a:rPr>
                <a:t>•</a:t>
              </a:r>
            </a:p>
          </p:txBody>
        </p:sp>
        <p:sp>
          <p:nvSpPr>
            <p:cNvPr id="20491" name="Text Box 118"/>
            <p:cNvSpPr txBox="1">
              <a:spLocks noChangeArrowheads="1"/>
            </p:cNvSpPr>
            <p:nvPr/>
          </p:nvSpPr>
          <p:spPr bwMode="auto">
            <a:xfrm>
              <a:off x="2080" y="3360"/>
              <a:ext cx="16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</a:rPr>
                <a:t>•</a:t>
              </a:r>
            </a:p>
          </p:txBody>
        </p:sp>
        <p:sp>
          <p:nvSpPr>
            <p:cNvPr id="20492" name="Line 101"/>
            <p:cNvSpPr>
              <a:spLocks noChangeShapeType="1"/>
            </p:cNvSpPr>
            <p:nvPr/>
          </p:nvSpPr>
          <p:spPr bwMode="auto">
            <a:xfrm>
              <a:off x="872" y="3523"/>
              <a:ext cx="20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3" name="Line 102"/>
            <p:cNvSpPr>
              <a:spLocks noChangeShapeType="1"/>
            </p:cNvSpPr>
            <p:nvPr/>
          </p:nvSpPr>
          <p:spPr bwMode="auto">
            <a:xfrm flipV="1">
              <a:off x="1652" y="2880"/>
              <a:ext cx="0" cy="10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4" name="Text Box 105"/>
            <p:cNvSpPr txBox="1">
              <a:spLocks noChangeArrowheads="1"/>
            </p:cNvSpPr>
            <p:nvPr/>
          </p:nvSpPr>
          <p:spPr bwMode="auto">
            <a:xfrm>
              <a:off x="1872" y="3588"/>
              <a:ext cx="10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有理数点</a:t>
              </a:r>
              <a:endParaRPr lang="zh-CN" altLang="en-US"/>
            </a:p>
          </p:txBody>
        </p:sp>
        <p:sp>
          <p:nvSpPr>
            <p:cNvPr id="20495" name="Text Box 106"/>
            <p:cNvSpPr txBox="1">
              <a:spLocks noChangeArrowheads="1"/>
            </p:cNvSpPr>
            <p:nvPr/>
          </p:nvSpPr>
          <p:spPr bwMode="auto">
            <a:xfrm>
              <a:off x="768" y="3588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无理数点</a:t>
              </a:r>
              <a:endParaRPr lang="zh-CN" altLang="en-US"/>
            </a:p>
          </p:txBody>
        </p:sp>
        <p:sp>
          <p:nvSpPr>
            <p:cNvPr id="20496" name="Text Box 107"/>
            <p:cNvSpPr txBox="1">
              <a:spLocks noChangeArrowheads="1"/>
            </p:cNvSpPr>
            <p:nvPr/>
          </p:nvSpPr>
          <p:spPr bwMode="auto">
            <a:xfrm>
              <a:off x="1152" y="3360"/>
              <a:ext cx="16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0000"/>
                  </a:solidFill>
                </a:rPr>
                <a:t>•</a:t>
              </a:r>
            </a:p>
          </p:txBody>
        </p:sp>
        <p:sp>
          <p:nvSpPr>
            <p:cNvPr id="20497" name="Text Box 108"/>
            <p:cNvSpPr txBox="1">
              <a:spLocks noChangeArrowheads="1"/>
            </p:cNvSpPr>
            <p:nvPr/>
          </p:nvSpPr>
          <p:spPr bwMode="auto">
            <a:xfrm>
              <a:off x="1488" y="3033"/>
              <a:ext cx="14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/>
                <a:t>1</a:t>
              </a:r>
            </a:p>
          </p:txBody>
        </p:sp>
        <p:sp>
          <p:nvSpPr>
            <p:cNvPr id="20498" name="Text Box 109"/>
            <p:cNvSpPr txBox="1">
              <a:spLocks noChangeArrowheads="1"/>
            </p:cNvSpPr>
            <p:nvPr/>
          </p:nvSpPr>
          <p:spPr bwMode="auto">
            <a:xfrm>
              <a:off x="2880" y="3379"/>
              <a:ext cx="21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x</a:t>
              </a:r>
              <a:endParaRPr lang="en-US" altLang="zh-CN" dirty="0"/>
            </a:p>
          </p:txBody>
        </p:sp>
        <p:sp>
          <p:nvSpPr>
            <p:cNvPr id="20499" name="Text Box 110"/>
            <p:cNvSpPr txBox="1">
              <a:spLocks noChangeArrowheads="1"/>
            </p:cNvSpPr>
            <p:nvPr/>
          </p:nvSpPr>
          <p:spPr bwMode="auto">
            <a:xfrm>
              <a:off x="1479" y="268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y</a:t>
              </a:r>
              <a:endParaRPr lang="en-US" altLang="zh-CN" b="1" dirty="0"/>
            </a:p>
          </p:txBody>
        </p:sp>
        <p:sp>
          <p:nvSpPr>
            <p:cNvPr id="20500" name="Text Box 111"/>
            <p:cNvSpPr txBox="1">
              <a:spLocks noChangeArrowheads="1"/>
            </p:cNvSpPr>
            <p:nvPr/>
          </p:nvSpPr>
          <p:spPr bwMode="auto">
            <a:xfrm>
              <a:off x="1620" y="342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dirty="0"/>
                <a:t>o</a:t>
              </a:r>
            </a:p>
          </p:txBody>
        </p:sp>
        <p:graphicFrame>
          <p:nvGraphicFramePr>
            <p:cNvPr id="20501" name="Object 116"/>
            <p:cNvGraphicFramePr>
              <a:graphicFrameLocks noChangeAspect="1"/>
            </p:cNvGraphicFramePr>
            <p:nvPr/>
          </p:nvGraphicFramePr>
          <p:xfrm>
            <a:off x="1824" y="2858"/>
            <a:ext cx="1140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09716" imgH="190449" progId="Equation.3">
                    <p:embed/>
                  </p:oleObj>
                </mc:Choice>
                <mc:Fallback>
                  <p:oleObj name="Equation" r:id="rId16" imgW="609716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858"/>
                          <a:ext cx="1140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Line 119"/>
            <p:cNvSpPr>
              <a:spLocks noChangeShapeType="1"/>
            </p:cNvSpPr>
            <p:nvPr/>
          </p:nvSpPr>
          <p:spPr bwMode="auto">
            <a:xfrm flipV="1">
              <a:off x="2160" y="31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122"/>
            <p:cNvSpPr>
              <a:spLocks noChangeShapeType="1"/>
            </p:cNvSpPr>
            <p:nvPr/>
          </p:nvSpPr>
          <p:spPr bwMode="auto">
            <a:xfrm flipH="1">
              <a:off x="1632" y="316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Line 123"/>
            <p:cNvSpPr>
              <a:spLocks noChangeShapeType="1"/>
            </p:cNvSpPr>
            <p:nvPr/>
          </p:nvSpPr>
          <p:spPr bwMode="auto">
            <a:xfrm flipH="1">
              <a:off x="2160" y="316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Line 124"/>
            <p:cNvSpPr>
              <a:spLocks noChangeShapeType="1"/>
            </p:cNvSpPr>
            <p:nvPr/>
          </p:nvSpPr>
          <p:spPr bwMode="auto">
            <a:xfrm flipH="1">
              <a:off x="1056" y="316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649489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810" name="Group 2"/>
          <p:cNvGrpSpPr>
            <a:grpSpLocks/>
          </p:cNvGrpSpPr>
          <p:nvPr/>
        </p:nvGrpSpPr>
        <p:grpSpPr bwMode="auto">
          <a:xfrm>
            <a:off x="2025650" y="760412"/>
            <a:ext cx="8229600" cy="519113"/>
            <a:chOff x="288" y="1689"/>
            <a:chExt cx="5184" cy="327"/>
          </a:xfrm>
        </p:grpSpPr>
        <p:sp>
          <p:nvSpPr>
            <p:cNvPr id="21577" name="Text Box 3"/>
            <p:cNvSpPr txBox="1">
              <a:spLocks noChangeArrowheads="1"/>
            </p:cNvSpPr>
            <p:nvPr/>
          </p:nvSpPr>
          <p:spPr bwMode="auto">
            <a:xfrm>
              <a:off x="288" y="1689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5</a:t>
              </a:r>
              <a:r>
                <a:rPr lang="en-US" altLang="zh-CN" sz="2800" b="1" dirty="0"/>
                <a:t>   </a:t>
              </a:r>
              <a:endParaRPr lang="en-US" altLang="zh-CN" dirty="0"/>
            </a:p>
          </p:txBody>
        </p:sp>
        <p:sp>
          <p:nvSpPr>
            <p:cNvPr id="21578" name="Text Box 4"/>
            <p:cNvSpPr txBox="1">
              <a:spLocks noChangeArrowheads="1"/>
            </p:cNvSpPr>
            <p:nvPr/>
          </p:nvSpPr>
          <p:spPr bwMode="auto">
            <a:xfrm>
              <a:off x="524" y="1689"/>
              <a:ext cx="49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/>
                <a:t>    </a:t>
              </a:r>
              <a:r>
                <a:rPr lang="zh-CN" altLang="en-US" sz="2800" b="1" dirty="0"/>
                <a:t>黎曼                                                              函数</a:t>
              </a:r>
              <a:endParaRPr lang="zh-CN" altLang="en-US" b="1" dirty="0"/>
            </a:p>
          </p:txBody>
        </p:sp>
        <p:graphicFrame>
          <p:nvGraphicFramePr>
            <p:cNvPr id="21579" name="Object 5"/>
            <p:cNvGraphicFramePr>
              <a:graphicFrameLocks noChangeAspect="1"/>
            </p:cNvGraphicFramePr>
            <p:nvPr/>
          </p:nvGraphicFramePr>
          <p:xfrm>
            <a:off x="1255" y="1723"/>
            <a:ext cx="355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83452" imgH="215806" progId="Equation.3">
                    <p:embed/>
                  </p:oleObj>
                </mc:Choice>
                <mc:Fallback>
                  <p:oleObj name="公式" r:id="rId2" imgW="2183452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5" y="1723"/>
                          <a:ext cx="355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38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753271"/>
              </p:ext>
            </p:extLst>
          </p:nvPr>
        </p:nvGraphicFramePr>
        <p:xfrm>
          <a:off x="2335213" y="1331913"/>
          <a:ext cx="709930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685800" progId="Equation.DSMT4">
                  <p:embed/>
                </p:oleObj>
              </mc:Choice>
              <mc:Fallback>
                <p:oleObj name="Equation" r:id="rId4" imgW="32004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1331913"/>
                        <a:ext cx="7099300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3815" name="Group 7"/>
          <p:cNvGrpSpPr>
            <a:grpSpLocks/>
          </p:cNvGrpSpPr>
          <p:nvPr/>
        </p:nvGrpSpPr>
        <p:grpSpPr bwMode="auto">
          <a:xfrm>
            <a:off x="3625850" y="2971800"/>
            <a:ext cx="5289550" cy="2971800"/>
            <a:chOff x="1056" y="1968"/>
            <a:chExt cx="3332" cy="1872"/>
          </a:xfrm>
        </p:grpSpPr>
        <p:sp>
          <p:nvSpPr>
            <p:cNvPr id="21509" name="Line 8"/>
            <p:cNvSpPr>
              <a:spLocks noChangeShapeType="1"/>
            </p:cNvSpPr>
            <p:nvPr/>
          </p:nvSpPr>
          <p:spPr bwMode="auto">
            <a:xfrm flipV="1">
              <a:off x="1440" y="2112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0" name="Text Box 9"/>
            <p:cNvSpPr txBox="1">
              <a:spLocks noChangeArrowheads="1"/>
            </p:cNvSpPr>
            <p:nvPr/>
          </p:nvSpPr>
          <p:spPr bwMode="auto">
            <a:xfrm>
              <a:off x="3264" y="339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21511" name="Text Box 10"/>
            <p:cNvSpPr txBox="1">
              <a:spLocks noChangeArrowheads="1"/>
            </p:cNvSpPr>
            <p:nvPr/>
          </p:nvSpPr>
          <p:spPr bwMode="auto">
            <a:xfrm>
              <a:off x="4176" y="32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x</a:t>
              </a:r>
              <a:endParaRPr lang="en-US" altLang="zh-CN" b="1" dirty="0"/>
            </a:p>
          </p:txBody>
        </p:sp>
        <p:sp>
          <p:nvSpPr>
            <p:cNvPr id="21512" name="Text Box 11"/>
            <p:cNvSpPr txBox="1">
              <a:spLocks noChangeArrowheads="1"/>
            </p:cNvSpPr>
            <p:nvPr/>
          </p:nvSpPr>
          <p:spPr bwMode="auto">
            <a:xfrm>
              <a:off x="1239" y="196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y</a:t>
              </a:r>
              <a:endParaRPr lang="en-US" altLang="zh-CN" b="1" dirty="0"/>
            </a:p>
          </p:txBody>
        </p:sp>
        <p:sp>
          <p:nvSpPr>
            <p:cNvPr id="21513" name="Text Box 12"/>
            <p:cNvSpPr txBox="1">
              <a:spLocks noChangeArrowheads="1"/>
            </p:cNvSpPr>
            <p:nvPr/>
          </p:nvSpPr>
          <p:spPr bwMode="auto">
            <a:xfrm>
              <a:off x="1228" y="33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/>
                <a:t>o</a:t>
              </a:r>
              <a:endParaRPr lang="en-US" altLang="zh-CN" b="1" dirty="0"/>
            </a:p>
          </p:txBody>
        </p:sp>
        <p:sp>
          <p:nvSpPr>
            <p:cNvPr id="21514" name="Line 13"/>
            <p:cNvSpPr>
              <a:spLocks noChangeShapeType="1"/>
            </p:cNvSpPr>
            <p:nvPr/>
          </p:nvSpPr>
          <p:spPr bwMode="auto">
            <a:xfrm>
              <a:off x="1056" y="3408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15" name="Object 14"/>
            <p:cNvGraphicFramePr>
              <a:graphicFrameLocks noChangeAspect="1"/>
            </p:cNvGraphicFramePr>
            <p:nvPr/>
          </p:nvGraphicFramePr>
          <p:xfrm>
            <a:off x="2016" y="2682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4800" imgH="95224" progId="Equation.3">
                    <p:embed/>
                  </p:oleObj>
                </mc:Choice>
                <mc:Fallback>
                  <p:oleObj name="公式" r:id="rId6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682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6" name="Object 15"/>
            <p:cNvGraphicFramePr>
              <a:graphicFrameLocks noChangeAspect="1"/>
            </p:cNvGraphicFramePr>
            <p:nvPr/>
          </p:nvGraphicFramePr>
          <p:xfrm>
            <a:off x="2688" y="2304"/>
            <a:ext cx="109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47541" imgH="190449" progId="Equation.3">
                    <p:embed/>
                  </p:oleObj>
                </mc:Choice>
                <mc:Fallback>
                  <p:oleObj name="Equation" r:id="rId8" imgW="647541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304"/>
                          <a:ext cx="109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7" name="Object 16"/>
            <p:cNvGraphicFramePr>
              <a:graphicFrameLocks noChangeAspect="1"/>
            </p:cNvGraphicFramePr>
            <p:nvPr/>
          </p:nvGraphicFramePr>
          <p:xfrm>
            <a:off x="3281" y="3342"/>
            <a:ext cx="175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5969" imgH="75969" progId="Equation.3">
                    <p:embed/>
                  </p:oleObj>
                </mc:Choice>
                <mc:Fallback>
                  <p:oleObj name="Equation" r:id="rId10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1" y="3342"/>
                          <a:ext cx="175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17"/>
            <p:cNvGraphicFramePr>
              <a:graphicFrameLocks noChangeAspect="1"/>
            </p:cNvGraphicFramePr>
            <p:nvPr/>
          </p:nvGraphicFramePr>
          <p:xfrm>
            <a:off x="2304" y="3342"/>
            <a:ext cx="175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5969" imgH="75969" progId="Equation.3">
                    <p:embed/>
                  </p:oleObj>
                </mc:Choice>
                <mc:Fallback>
                  <p:oleObj name="Equation" r:id="rId12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342"/>
                          <a:ext cx="175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9" name="Object 18"/>
            <p:cNvGraphicFramePr>
              <a:graphicFrameLocks noChangeAspect="1"/>
            </p:cNvGraphicFramePr>
            <p:nvPr/>
          </p:nvGraphicFramePr>
          <p:xfrm>
            <a:off x="1361" y="2430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75969" imgH="75969" progId="Equation.3">
                    <p:embed/>
                  </p:oleObj>
                </mc:Choice>
                <mc:Fallback>
                  <p:oleObj name="Equation" r:id="rId13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2430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0" name="Object 19"/>
            <p:cNvGraphicFramePr>
              <a:graphicFrameLocks noChangeAspect="1"/>
            </p:cNvGraphicFramePr>
            <p:nvPr/>
          </p:nvGraphicFramePr>
          <p:xfrm>
            <a:off x="1127" y="2372"/>
            <a:ext cx="26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41091" imgH="215713" progId="Equation.3">
                    <p:embed/>
                  </p:oleObj>
                </mc:Choice>
                <mc:Fallback>
                  <p:oleObj name="Equation" r:id="rId14" imgW="241091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7" y="2372"/>
                          <a:ext cx="265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1" name="Object 20"/>
            <p:cNvGraphicFramePr>
              <a:graphicFrameLocks noChangeAspect="1"/>
            </p:cNvGraphicFramePr>
            <p:nvPr/>
          </p:nvGraphicFramePr>
          <p:xfrm>
            <a:off x="1127" y="2688"/>
            <a:ext cx="26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41091" imgH="215713" progId="Equation.3">
                    <p:embed/>
                  </p:oleObj>
                </mc:Choice>
                <mc:Fallback>
                  <p:oleObj name="Equation" r:id="rId16" imgW="241091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7" y="2688"/>
                          <a:ext cx="265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2" name="Object 21"/>
            <p:cNvGraphicFramePr>
              <a:graphicFrameLocks noChangeAspect="1"/>
            </p:cNvGraphicFramePr>
            <p:nvPr/>
          </p:nvGraphicFramePr>
          <p:xfrm>
            <a:off x="2304" y="2400"/>
            <a:ext cx="24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04800" imgH="95224" progId="Equation.3">
                    <p:embed/>
                  </p:oleObj>
                </mc:Choice>
                <mc:Fallback>
                  <p:oleObj name="公式" r:id="rId18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400"/>
                          <a:ext cx="24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3" name="Line 22"/>
            <p:cNvSpPr>
              <a:spLocks noChangeShapeType="1"/>
            </p:cNvSpPr>
            <p:nvPr/>
          </p:nvSpPr>
          <p:spPr bwMode="auto">
            <a:xfrm>
              <a:off x="1440" y="249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4" name="Line 23"/>
            <p:cNvSpPr>
              <a:spLocks noChangeShapeType="1"/>
            </p:cNvSpPr>
            <p:nvPr/>
          </p:nvSpPr>
          <p:spPr bwMode="auto">
            <a:xfrm>
              <a:off x="2400" y="2496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25" name="Object 24"/>
            <p:cNvGraphicFramePr>
              <a:graphicFrameLocks noChangeAspect="1"/>
            </p:cNvGraphicFramePr>
            <p:nvPr/>
          </p:nvGraphicFramePr>
          <p:xfrm>
            <a:off x="2327" y="3425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2268" imgH="406048" progId="Equation.3">
                    <p:embed/>
                  </p:oleObj>
                </mc:Choice>
                <mc:Fallback>
                  <p:oleObj name="Equation" r:id="rId20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7" y="3425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6" name="Line 25"/>
            <p:cNvSpPr>
              <a:spLocks noChangeShapeType="1"/>
            </p:cNvSpPr>
            <p:nvPr/>
          </p:nvSpPr>
          <p:spPr bwMode="auto">
            <a:xfrm flipV="1">
              <a:off x="1440" y="2496"/>
              <a:ext cx="96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7" name="Line 26"/>
            <p:cNvSpPr>
              <a:spLocks noChangeShapeType="1"/>
            </p:cNvSpPr>
            <p:nvPr/>
          </p:nvSpPr>
          <p:spPr bwMode="auto">
            <a:xfrm>
              <a:off x="2400" y="2496"/>
              <a:ext cx="96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28" name="Object 27"/>
            <p:cNvGraphicFramePr>
              <a:graphicFrameLocks noChangeAspect="1"/>
            </p:cNvGraphicFramePr>
            <p:nvPr/>
          </p:nvGraphicFramePr>
          <p:xfrm>
            <a:off x="2016" y="3342"/>
            <a:ext cx="175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75969" imgH="75969" progId="Equation.3">
                    <p:embed/>
                  </p:oleObj>
                </mc:Choice>
                <mc:Fallback>
                  <p:oleObj name="Equation" r:id="rId22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342"/>
                          <a:ext cx="175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9" name="Object 28"/>
            <p:cNvGraphicFramePr>
              <a:graphicFrameLocks noChangeAspect="1"/>
            </p:cNvGraphicFramePr>
            <p:nvPr/>
          </p:nvGraphicFramePr>
          <p:xfrm>
            <a:off x="2657" y="3342"/>
            <a:ext cx="175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75969" imgH="75969" progId="Equation.3">
                    <p:embed/>
                  </p:oleObj>
                </mc:Choice>
                <mc:Fallback>
                  <p:oleObj name="Equation" r:id="rId23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7" y="3342"/>
                          <a:ext cx="175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0" name="Object 29"/>
            <p:cNvGraphicFramePr>
              <a:graphicFrameLocks noChangeAspect="1"/>
            </p:cNvGraphicFramePr>
            <p:nvPr/>
          </p:nvGraphicFramePr>
          <p:xfrm>
            <a:off x="1632" y="3360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75969" imgH="75969" progId="Equation.3">
                    <p:embed/>
                  </p:oleObj>
                </mc:Choice>
                <mc:Fallback>
                  <p:oleObj name="Equation" r:id="rId24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360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1" name="Line 30"/>
            <p:cNvSpPr>
              <a:spLocks noChangeShapeType="1"/>
            </p:cNvSpPr>
            <p:nvPr/>
          </p:nvSpPr>
          <p:spPr bwMode="auto">
            <a:xfrm flipV="1">
              <a:off x="2112" y="278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2" name="Line 31"/>
            <p:cNvSpPr>
              <a:spLocks noChangeShapeType="1"/>
            </p:cNvSpPr>
            <p:nvPr/>
          </p:nvSpPr>
          <p:spPr bwMode="auto">
            <a:xfrm flipV="1">
              <a:off x="2736" y="278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3" name="Line 32"/>
            <p:cNvSpPr>
              <a:spLocks noChangeShapeType="1"/>
            </p:cNvSpPr>
            <p:nvPr/>
          </p:nvSpPr>
          <p:spPr bwMode="auto">
            <a:xfrm>
              <a:off x="1440" y="2784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4" name="Object 33"/>
            <p:cNvGraphicFramePr>
              <a:graphicFrameLocks noChangeAspect="1"/>
            </p:cNvGraphicFramePr>
            <p:nvPr/>
          </p:nvGraphicFramePr>
          <p:xfrm>
            <a:off x="2640" y="2688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04800" imgH="95224" progId="Equation.3">
                    <p:embed/>
                  </p:oleObj>
                </mc:Choice>
                <mc:Fallback>
                  <p:oleObj name="公式" r:id="rId25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688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5" name="Object 34"/>
            <p:cNvGraphicFramePr>
              <a:graphicFrameLocks noChangeAspect="1"/>
            </p:cNvGraphicFramePr>
            <p:nvPr/>
          </p:nvGraphicFramePr>
          <p:xfrm>
            <a:off x="1992" y="3408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52268" imgH="406048" progId="Equation.3">
                    <p:embed/>
                  </p:oleObj>
                </mc:Choice>
                <mc:Fallback>
                  <p:oleObj name="Equation" r:id="rId27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" y="3408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6" name="Object 35"/>
            <p:cNvGraphicFramePr>
              <a:graphicFrameLocks noChangeAspect="1"/>
            </p:cNvGraphicFramePr>
            <p:nvPr/>
          </p:nvGraphicFramePr>
          <p:xfrm>
            <a:off x="2664" y="3408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52268" imgH="406048" progId="Equation.3">
                    <p:embed/>
                  </p:oleObj>
                </mc:Choice>
                <mc:Fallback>
                  <p:oleObj name="Equation" r:id="rId29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4" y="3408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36"/>
            <p:cNvGraphicFramePr>
              <a:graphicFrameLocks noChangeAspect="1"/>
            </p:cNvGraphicFramePr>
            <p:nvPr/>
          </p:nvGraphicFramePr>
          <p:xfrm>
            <a:off x="1361" y="2736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75969" imgH="75969" progId="Equation.3">
                    <p:embed/>
                  </p:oleObj>
                </mc:Choice>
                <mc:Fallback>
                  <p:oleObj name="Equation" r:id="rId31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2736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8" name="Object 37"/>
            <p:cNvGraphicFramePr>
              <a:graphicFrameLocks noChangeAspect="1"/>
            </p:cNvGraphicFramePr>
            <p:nvPr/>
          </p:nvGraphicFramePr>
          <p:xfrm>
            <a:off x="1872" y="3360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75969" imgH="75969" progId="Equation.3">
                    <p:embed/>
                  </p:oleObj>
                </mc:Choice>
                <mc:Fallback>
                  <p:oleObj name="Equation" r:id="rId32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360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9" name="Object 38"/>
            <p:cNvGraphicFramePr>
              <a:graphicFrameLocks noChangeAspect="1"/>
            </p:cNvGraphicFramePr>
            <p:nvPr/>
          </p:nvGraphicFramePr>
          <p:xfrm>
            <a:off x="2832" y="3360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75969" imgH="75969" progId="Equation.3">
                    <p:embed/>
                  </p:oleObj>
                </mc:Choice>
                <mc:Fallback>
                  <p:oleObj name="Equation" r:id="rId33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3360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0" name="Line 39"/>
            <p:cNvSpPr>
              <a:spLocks noChangeShapeType="1"/>
            </p:cNvSpPr>
            <p:nvPr/>
          </p:nvSpPr>
          <p:spPr bwMode="auto">
            <a:xfrm flipV="1">
              <a:off x="192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1" name="Line 40"/>
            <p:cNvSpPr>
              <a:spLocks noChangeShapeType="1"/>
            </p:cNvSpPr>
            <p:nvPr/>
          </p:nvSpPr>
          <p:spPr bwMode="auto">
            <a:xfrm flipV="1">
              <a:off x="288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2" name="Line 41"/>
            <p:cNvSpPr>
              <a:spLocks noChangeShapeType="1"/>
            </p:cNvSpPr>
            <p:nvPr/>
          </p:nvSpPr>
          <p:spPr bwMode="auto">
            <a:xfrm flipH="1">
              <a:off x="1440" y="2976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43" name="Object 42"/>
            <p:cNvGraphicFramePr>
              <a:graphicFrameLocks noChangeAspect="1"/>
            </p:cNvGraphicFramePr>
            <p:nvPr/>
          </p:nvGraphicFramePr>
          <p:xfrm>
            <a:off x="1824" y="3408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52268" imgH="406048" progId="Equation.3">
                    <p:embed/>
                  </p:oleObj>
                </mc:Choice>
                <mc:Fallback>
                  <p:oleObj name="Equation" r:id="rId34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408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4" name="Object 43"/>
            <p:cNvGraphicFramePr>
              <a:graphicFrameLocks noChangeAspect="1"/>
            </p:cNvGraphicFramePr>
            <p:nvPr/>
          </p:nvGraphicFramePr>
          <p:xfrm>
            <a:off x="2832" y="3408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52268" imgH="406048" progId="Equation.3">
                    <p:embed/>
                  </p:oleObj>
                </mc:Choice>
                <mc:Fallback>
                  <p:oleObj name="Equation" r:id="rId36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3408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5" name="Object 44"/>
            <p:cNvGraphicFramePr>
              <a:graphicFrameLocks noChangeAspect="1"/>
            </p:cNvGraphicFramePr>
            <p:nvPr/>
          </p:nvGraphicFramePr>
          <p:xfrm>
            <a:off x="1824" y="2874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104800" imgH="95224" progId="Equation.3">
                    <p:embed/>
                  </p:oleObj>
                </mc:Choice>
                <mc:Fallback>
                  <p:oleObj name="公式" r:id="rId38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874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6" name="Object 45"/>
            <p:cNvGraphicFramePr>
              <a:graphicFrameLocks noChangeAspect="1"/>
            </p:cNvGraphicFramePr>
            <p:nvPr/>
          </p:nvGraphicFramePr>
          <p:xfrm>
            <a:off x="1104" y="2880"/>
            <a:ext cx="26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241091" imgH="215713" progId="Equation.3">
                    <p:embed/>
                  </p:oleObj>
                </mc:Choice>
                <mc:Fallback>
                  <p:oleObj name="Equation" r:id="rId40" imgW="241091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880"/>
                          <a:ext cx="265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7" name="Object 46"/>
            <p:cNvGraphicFramePr>
              <a:graphicFrameLocks noChangeAspect="1"/>
            </p:cNvGraphicFramePr>
            <p:nvPr/>
          </p:nvGraphicFramePr>
          <p:xfrm>
            <a:off x="1361" y="2928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75969" imgH="75969" progId="Equation.3">
                    <p:embed/>
                  </p:oleObj>
                </mc:Choice>
                <mc:Fallback>
                  <p:oleObj name="Equation" r:id="rId42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2928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8" name="Object 47"/>
            <p:cNvGraphicFramePr>
              <a:graphicFrameLocks noChangeAspect="1"/>
            </p:cNvGraphicFramePr>
            <p:nvPr/>
          </p:nvGraphicFramePr>
          <p:xfrm>
            <a:off x="2112" y="3360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75969" imgH="75969" progId="Equation.3">
                    <p:embed/>
                  </p:oleObj>
                </mc:Choice>
                <mc:Fallback>
                  <p:oleObj name="Equation" r:id="rId43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3360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9" name="Object 48"/>
            <p:cNvGraphicFramePr>
              <a:graphicFrameLocks noChangeAspect="1"/>
            </p:cNvGraphicFramePr>
            <p:nvPr/>
          </p:nvGraphicFramePr>
          <p:xfrm>
            <a:off x="2544" y="3360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75969" imgH="75969" progId="Equation.3">
                    <p:embed/>
                  </p:oleObj>
                </mc:Choice>
                <mc:Fallback>
                  <p:oleObj name="Equation" r:id="rId44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360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0" name="Object 49"/>
            <p:cNvGraphicFramePr>
              <a:graphicFrameLocks noChangeAspect="1"/>
            </p:cNvGraphicFramePr>
            <p:nvPr/>
          </p:nvGraphicFramePr>
          <p:xfrm>
            <a:off x="3072" y="3360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75969" imgH="75969" progId="Equation.3">
                    <p:embed/>
                  </p:oleObj>
                </mc:Choice>
                <mc:Fallback>
                  <p:oleObj name="Equation" r:id="rId45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360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1" name="Line 50"/>
            <p:cNvSpPr>
              <a:spLocks noChangeShapeType="1"/>
            </p:cNvSpPr>
            <p:nvPr/>
          </p:nvSpPr>
          <p:spPr bwMode="auto">
            <a:xfrm flipV="1">
              <a:off x="1680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2" name="Line 51"/>
            <p:cNvSpPr>
              <a:spLocks noChangeShapeType="1"/>
            </p:cNvSpPr>
            <p:nvPr/>
          </p:nvSpPr>
          <p:spPr bwMode="auto">
            <a:xfrm flipV="1">
              <a:off x="2160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3" name="Line 52"/>
            <p:cNvSpPr>
              <a:spLocks noChangeShapeType="1"/>
            </p:cNvSpPr>
            <p:nvPr/>
          </p:nvSpPr>
          <p:spPr bwMode="auto">
            <a:xfrm flipV="1">
              <a:off x="2592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4" name="Line 53"/>
            <p:cNvSpPr>
              <a:spLocks noChangeShapeType="1"/>
            </p:cNvSpPr>
            <p:nvPr/>
          </p:nvSpPr>
          <p:spPr bwMode="auto">
            <a:xfrm flipV="1">
              <a:off x="3120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5" name="Line 54"/>
            <p:cNvSpPr>
              <a:spLocks noChangeShapeType="1"/>
            </p:cNvSpPr>
            <p:nvPr/>
          </p:nvSpPr>
          <p:spPr bwMode="auto">
            <a:xfrm>
              <a:off x="1440" y="316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56" name="Object 55"/>
            <p:cNvGraphicFramePr>
              <a:graphicFrameLocks noChangeAspect="1"/>
            </p:cNvGraphicFramePr>
            <p:nvPr/>
          </p:nvGraphicFramePr>
          <p:xfrm>
            <a:off x="1608" y="3408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152268" imgH="406048" progId="Equation.3">
                    <p:embed/>
                  </p:oleObj>
                </mc:Choice>
                <mc:Fallback>
                  <p:oleObj name="Equation" r:id="rId46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8" y="3408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7" name="Object 56"/>
            <p:cNvGraphicFramePr>
              <a:graphicFrameLocks noChangeAspect="1"/>
            </p:cNvGraphicFramePr>
            <p:nvPr/>
          </p:nvGraphicFramePr>
          <p:xfrm>
            <a:off x="2112" y="3408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152268" imgH="406048" progId="Equation.3">
                    <p:embed/>
                  </p:oleObj>
                </mc:Choice>
                <mc:Fallback>
                  <p:oleObj name="Equation" r:id="rId48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3408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8" name="Object 57"/>
            <p:cNvGraphicFramePr>
              <a:graphicFrameLocks noChangeAspect="1"/>
            </p:cNvGraphicFramePr>
            <p:nvPr/>
          </p:nvGraphicFramePr>
          <p:xfrm>
            <a:off x="2520" y="3408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152268" imgH="406048" progId="Equation.3">
                    <p:embed/>
                  </p:oleObj>
                </mc:Choice>
                <mc:Fallback>
                  <p:oleObj name="Equation" r:id="rId50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0" y="3408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9" name="Object 58"/>
            <p:cNvGraphicFramePr>
              <a:graphicFrameLocks noChangeAspect="1"/>
            </p:cNvGraphicFramePr>
            <p:nvPr/>
          </p:nvGraphicFramePr>
          <p:xfrm>
            <a:off x="3024" y="3408"/>
            <a:ext cx="168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152268" imgH="406048" progId="Equation.3">
                    <p:embed/>
                  </p:oleObj>
                </mc:Choice>
                <mc:Fallback>
                  <p:oleObj name="Equation" r:id="rId52" imgW="152268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3408"/>
                          <a:ext cx="168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0" name="Object 59"/>
            <p:cNvGraphicFramePr>
              <a:graphicFrameLocks noChangeAspect="1"/>
            </p:cNvGraphicFramePr>
            <p:nvPr/>
          </p:nvGraphicFramePr>
          <p:xfrm>
            <a:off x="1127" y="3072"/>
            <a:ext cx="26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4" imgW="241091" imgH="215713" progId="Equation.3">
                    <p:embed/>
                  </p:oleObj>
                </mc:Choice>
                <mc:Fallback>
                  <p:oleObj name="Equation" r:id="rId54" imgW="241091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7" y="3072"/>
                          <a:ext cx="265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1" name="Object 60"/>
            <p:cNvGraphicFramePr>
              <a:graphicFrameLocks noChangeAspect="1"/>
            </p:cNvGraphicFramePr>
            <p:nvPr/>
          </p:nvGraphicFramePr>
          <p:xfrm>
            <a:off x="1361" y="3098"/>
            <a:ext cx="1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6" imgW="75969" imgH="75969" progId="Equation.3">
                    <p:embed/>
                  </p:oleObj>
                </mc:Choice>
                <mc:Fallback>
                  <p:oleObj name="Equation" r:id="rId56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3098"/>
                          <a:ext cx="1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2" name="Object 61"/>
            <p:cNvGraphicFramePr>
              <a:graphicFrameLocks noChangeAspect="1"/>
            </p:cNvGraphicFramePr>
            <p:nvPr/>
          </p:nvGraphicFramePr>
          <p:xfrm>
            <a:off x="2784" y="2874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7" imgW="104800" imgH="95224" progId="Equation.3">
                    <p:embed/>
                  </p:oleObj>
                </mc:Choice>
                <mc:Fallback>
                  <p:oleObj name="公式" r:id="rId57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874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3" name="Object 62"/>
            <p:cNvGraphicFramePr>
              <a:graphicFrameLocks noChangeAspect="1"/>
            </p:cNvGraphicFramePr>
            <p:nvPr/>
          </p:nvGraphicFramePr>
          <p:xfrm>
            <a:off x="3024" y="306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9" imgW="104800" imgH="95224" progId="Equation.3">
                    <p:embed/>
                  </p:oleObj>
                </mc:Choice>
                <mc:Fallback>
                  <p:oleObj name="公式" r:id="rId59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306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4" name="Object 63"/>
            <p:cNvGraphicFramePr>
              <a:graphicFrameLocks noChangeAspect="1"/>
            </p:cNvGraphicFramePr>
            <p:nvPr/>
          </p:nvGraphicFramePr>
          <p:xfrm>
            <a:off x="2496" y="306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1" imgW="104800" imgH="95224" progId="Equation.3">
                    <p:embed/>
                  </p:oleObj>
                </mc:Choice>
                <mc:Fallback>
                  <p:oleObj name="公式" r:id="rId61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06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5" name="Object 64"/>
            <p:cNvGraphicFramePr>
              <a:graphicFrameLocks noChangeAspect="1"/>
            </p:cNvGraphicFramePr>
            <p:nvPr/>
          </p:nvGraphicFramePr>
          <p:xfrm>
            <a:off x="2064" y="306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3" imgW="104800" imgH="95224" progId="Equation.3">
                    <p:embed/>
                  </p:oleObj>
                </mc:Choice>
                <mc:Fallback>
                  <p:oleObj name="公式" r:id="rId63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06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6" name="Object 65"/>
            <p:cNvGraphicFramePr>
              <a:graphicFrameLocks noChangeAspect="1"/>
            </p:cNvGraphicFramePr>
            <p:nvPr/>
          </p:nvGraphicFramePr>
          <p:xfrm>
            <a:off x="1584" y="3072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5" imgW="104800" imgH="95224" progId="Equation.3">
                    <p:embed/>
                  </p:oleObj>
                </mc:Choice>
                <mc:Fallback>
                  <p:oleObj name="公式" r:id="rId65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072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7" name="Object 66"/>
            <p:cNvGraphicFramePr>
              <a:graphicFrameLocks noChangeAspect="1"/>
            </p:cNvGraphicFramePr>
            <p:nvPr/>
          </p:nvGraphicFramePr>
          <p:xfrm>
            <a:off x="3264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7" imgW="104800" imgH="95224" progId="Equation.3">
                    <p:embed/>
                  </p:oleObj>
                </mc:Choice>
                <mc:Fallback>
                  <p:oleObj name="公式" r:id="rId67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8" name="Object 67"/>
            <p:cNvGraphicFramePr>
              <a:graphicFrameLocks noChangeAspect="1"/>
            </p:cNvGraphicFramePr>
            <p:nvPr/>
          </p:nvGraphicFramePr>
          <p:xfrm>
            <a:off x="1344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9" imgW="104800" imgH="95224" progId="Equation.3">
                    <p:embed/>
                  </p:oleObj>
                </mc:Choice>
                <mc:Fallback>
                  <p:oleObj name="公式" r:id="rId69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9" name="Object 68"/>
            <p:cNvGraphicFramePr>
              <a:graphicFrameLocks noChangeAspect="1"/>
            </p:cNvGraphicFramePr>
            <p:nvPr/>
          </p:nvGraphicFramePr>
          <p:xfrm>
            <a:off x="3120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1" imgW="104800" imgH="95224" progId="Equation.3">
                    <p:embed/>
                  </p:oleObj>
                </mc:Choice>
                <mc:Fallback>
                  <p:oleObj name="公式" r:id="rId71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70" name="Object 69"/>
            <p:cNvGraphicFramePr>
              <a:graphicFrameLocks noChangeAspect="1"/>
            </p:cNvGraphicFramePr>
            <p:nvPr/>
          </p:nvGraphicFramePr>
          <p:xfrm>
            <a:off x="2928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3" imgW="104800" imgH="95224" progId="Equation.3">
                    <p:embed/>
                  </p:oleObj>
                </mc:Choice>
                <mc:Fallback>
                  <p:oleObj name="公式" r:id="rId73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71" name="Object 70"/>
            <p:cNvGraphicFramePr>
              <a:graphicFrameLocks noChangeAspect="1"/>
            </p:cNvGraphicFramePr>
            <p:nvPr/>
          </p:nvGraphicFramePr>
          <p:xfrm>
            <a:off x="1488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5" imgW="104800" imgH="95224" progId="Equation.3">
                    <p:embed/>
                  </p:oleObj>
                </mc:Choice>
                <mc:Fallback>
                  <p:oleObj name="公式" r:id="rId75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72" name="Object 71"/>
            <p:cNvGraphicFramePr>
              <a:graphicFrameLocks noChangeAspect="1"/>
            </p:cNvGraphicFramePr>
            <p:nvPr/>
          </p:nvGraphicFramePr>
          <p:xfrm>
            <a:off x="2160" y="3312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7" imgW="104800" imgH="95224" progId="Equation.3">
                    <p:embed/>
                  </p:oleObj>
                </mc:Choice>
                <mc:Fallback>
                  <p:oleObj name="公式" r:id="rId77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312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73" name="Object 72"/>
            <p:cNvGraphicFramePr>
              <a:graphicFrameLocks noChangeAspect="1"/>
            </p:cNvGraphicFramePr>
            <p:nvPr/>
          </p:nvGraphicFramePr>
          <p:xfrm>
            <a:off x="2400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9" imgW="104800" imgH="95224" progId="Equation.3">
                    <p:embed/>
                  </p:oleObj>
                </mc:Choice>
                <mc:Fallback>
                  <p:oleObj name="公式" r:id="rId79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74" name="Object 73"/>
            <p:cNvGraphicFramePr>
              <a:graphicFrameLocks noChangeAspect="1"/>
            </p:cNvGraphicFramePr>
            <p:nvPr/>
          </p:nvGraphicFramePr>
          <p:xfrm>
            <a:off x="1920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1" imgW="104800" imgH="95224" progId="Equation.3">
                    <p:embed/>
                  </p:oleObj>
                </mc:Choice>
                <mc:Fallback>
                  <p:oleObj name="公式" r:id="rId81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75" name="Object 74"/>
            <p:cNvGraphicFramePr>
              <a:graphicFrameLocks noChangeAspect="1"/>
            </p:cNvGraphicFramePr>
            <p:nvPr/>
          </p:nvGraphicFramePr>
          <p:xfrm>
            <a:off x="1728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3" imgW="104800" imgH="95224" progId="Equation.3">
                    <p:embed/>
                  </p:oleObj>
                </mc:Choice>
                <mc:Fallback>
                  <p:oleObj name="公式" r:id="rId83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76" name="Object 75"/>
            <p:cNvGraphicFramePr>
              <a:graphicFrameLocks noChangeAspect="1"/>
            </p:cNvGraphicFramePr>
            <p:nvPr/>
          </p:nvGraphicFramePr>
          <p:xfrm>
            <a:off x="2736" y="3306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5" imgW="104800" imgH="95224" progId="Equation.3">
                    <p:embed/>
                  </p:oleObj>
                </mc:Choice>
                <mc:Fallback>
                  <p:oleObj name="公式" r:id="rId85" imgW="104800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306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447665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050"/>
          <p:cNvSpPr txBox="1">
            <a:spLocks noChangeArrowheads="1"/>
          </p:cNvSpPr>
          <p:nvPr/>
        </p:nvSpPr>
        <p:spPr bwMode="auto">
          <a:xfrm>
            <a:off x="2492376" y="1295401"/>
            <a:ext cx="390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FF0000"/>
                </a:solidFill>
              </a:rPr>
              <a:t>   </a:t>
            </a:r>
            <a:r>
              <a:rPr lang="zh-CN" altLang="en-US" sz="2800" b="1" dirty="0"/>
              <a:t>取最值函数</a:t>
            </a:r>
            <a:endParaRPr lang="zh-CN" altLang="en-US" dirty="0"/>
          </a:p>
        </p:txBody>
      </p:sp>
      <p:graphicFrame>
        <p:nvGraphicFramePr>
          <p:cNvPr id="43011" name="Object 2051"/>
          <p:cNvGraphicFramePr>
            <a:graphicFrameLocks noChangeAspect="1"/>
          </p:cNvGraphicFramePr>
          <p:nvPr/>
        </p:nvGraphicFramePr>
        <p:xfrm>
          <a:off x="2613026" y="2060576"/>
          <a:ext cx="31019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14520" imgH="406080" progId="Equation.3">
                  <p:embed/>
                </p:oleObj>
              </mc:Choice>
              <mc:Fallback>
                <p:oleObj name="公式" r:id="rId2" imgW="33145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6" y="2060576"/>
                        <a:ext cx="31019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2052"/>
          <p:cNvGraphicFramePr>
            <a:graphicFrameLocks noChangeAspect="1"/>
          </p:cNvGraphicFramePr>
          <p:nvPr/>
        </p:nvGraphicFramePr>
        <p:xfrm>
          <a:off x="6324600" y="2057400"/>
          <a:ext cx="32956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76360" imgH="406080" progId="Equation.3">
                  <p:embed/>
                </p:oleObj>
              </mc:Choice>
              <mc:Fallback>
                <p:oleObj name="公式" r:id="rId4" imgW="32763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057400"/>
                        <a:ext cx="329565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3" name="Group 2053"/>
          <p:cNvGrpSpPr>
            <a:grpSpLocks/>
          </p:cNvGrpSpPr>
          <p:nvPr/>
        </p:nvGrpSpPr>
        <p:grpSpPr bwMode="auto">
          <a:xfrm>
            <a:off x="2971800" y="2330451"/>
            <a:ext cx="2381250" cy="2122488"/>
            <a:chOff x="720" y="2620"/>
            <a:chExt cx="1500" cy="1337"/>
          </a:xfrm>
        </p:grpSpPr>
        <p:sp>
          <p:nvSpPr>
            <p:cNvPr id="43014" name="Line 2054"/>
            <p:cNvSpPr>
              <a:spLocks noChangeShapeType="1"/>
            </p:cNvSpPr>
            <p:nvPr/>
          </p:nvSpPr>
          <p:spPr bwMode="auto">
            <a:xfrm>
              <a:off x="756" y="3744"/>
              <a:ext cx="13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5" name="Line 2055"/>
            <p:cNvSpPr>
              <a:spLocks noChangeShapeType="1"/>
            </p:cNvSpPr>
            <p:nvPr/>
          </p:nvSpPr>
          <p:spPr bwMode="auto">
            <a:xfrm flipV="1">
              <a:off x="943" y="2832"/>
              <a:ext cx="0" cy="1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6" name="Text Box 2056"/>
            <p:cNvSpPr txBox="1">
              <a:spLocks noChangeArrowheads="1"/>
            </p:cNvSpPr>
            <p:nvPr/>
          </p:nvSpPr>
          <p:spPr bwMode="auto">
            <a:xfrm>
              <a:off x="871" y="2620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 dirty="0"/>
                <a:t>y</a:t>
              </a:r>
              <a:endParaRPr lang="en-US" altLang="zh-CN" b="1" dirty="0"/>
            </a:p>
          </p:txBody>
        </p:sp>
        <p:sp>
          <p:nvSpPr>
            <p:cNvPr id="43017" name="Text Box 2057"/>
            <p:cNvSpPr txBox="1">
              <a:spLocks noChangeArrowheads="1"/>
            </p:cNvSpPr>
            <p:nvPr/>
          </p:nvSpPr>
          <p:spPr bwMode="auto">
            <a:xfrm>
              <a:off x="2023" y="3604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 dirty="0"/>
                <a:t>x</a:t>
              </a:r>
              <a:endParaRPr lang="en-US" altLang="zh-CN" b="1" dirty="0"/>
            </a:p>
          </p:txBody>
        </p:sp>
        <p:sp>
          <p:nvSpPr>
            <p:cNvPr id="43018" name="Text Box 2058"/>
            <p:cNvSpPr txBox="1">
              <a:spLocks noChangeArrowheads="1"/>
            </p:cNvSpPr>
            <p:nvPr/>
          </p:nvSpPr>
          <p:spPr bwMode="auto">
            <a:xfrm>
              <a:off x="751" y="372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 dirty="0"/>
                <a:t>o</a:t>
              </a:r>
              <a:endParaRPr lang="en-US" altLang="zh-CN" b="1" dirty="0"/>
            </a:p>
          </p:txBody>
        </p:sp>
        <p:sp>
          <p:nvSpPr>
            <p:cNvPr id="43019" name="Arc 2059"/>
            <p:cNvSpPr>
              <a:spLocks/>
            </p:cNvSpPr>
            <p:nvPr/>
          </p:nvSpPr>
          <p:spPr bwMode="auto">
            <a:xfrm rot="-10800000">
              <a:off x="816" y="2928"/>
              <a:ext cx="864" cy="7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0" name="Line 2060"/>
            <p:cNvSpPr>
              <a:spLocks noChangeShapeType="1"/>
            </p:cNvSpPr>
            <p:nvPr/>
          </p:nvSpPr>
          <p:spPr bwMode="auto">
            <a:xfrm flipV="1">
              <a:off x="720" y="2963"/>
              <a:ext cx="1104" cy="6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1" name="Line 2061"/>
            <p:cNvSpPr>
              <a:spLocks noChangeShapeType="1"/>
            </p:cNvSpPr>
            <p:nvPr/>
          </p:nvSpPr>
          <p:spPr bwMode="auto">
            <a:xfrm flipV="1">
              <a:off x="1056" y="2937"/>
              <a:ext cx="816" cy="47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2" name="Arc 2062"/>
            <p:cNvSpPr>
              <a:spLocks/>
            </p:cNvSpPr>
            <p:nvPr/>
          </p:nvSpPr>
          <p:spPr bwMode="auto">
            <a:xfrm rot="-10800000">
              <a:off x="816" y="2928"/>
              <a:ext cx="864" cy="7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3" name="Arc 2063"/>
            <p:cNvSpPr>
              <a:spLocks/>
            </p:cNvSpPr>
            <p:nvPr/>
          </p:nvSpPr>
          <p:spPr bwMode="auto">
            <a:xfrm rot="-10800000">
              <a:off x="816" y="2939"/>
              <a:ext cx="864" cy="471"/>
            </a:xfrm>
            <a:custGeom>
              <a:avLst/>
              <a:gdLst>
                <a:gd name="G0" fmla="+- 0 0 0"/>
                <a:gd name="G1" fmla="+- 14122 0 0"/>
                <a:gd name="G2" fmla="+- 21600 0 0"/>
                <a:gd name="T0" fmla="*/ 16344 w 21600"/>
                <a:gd name="T1" fmla="*/ 0 h 14122"/>
                <a:gd name="T2" fmla="*/ 21600 w 21600"/>
                <a:gd name="T3" fmla="*/ 14122 h 14122"/>
                <a:gd name="T4" fmla="*/ 0 w 21600"/>
                <a:gd name="T5" fmla="*/ 14122 h 14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4122" fill="none" extrusionOk="0">
                  <a:moveTo>
                    <a:pt x="16344" y="-1"/>
                  </a:moveTo>
                  <a:cubicBezTo>
                    <a:pt x="19734" y="3923"/>
                    <a:pt x="21600" y="8936"/>
                    <a:pt x="21600" y="14122"/>
                  </a:cubicBezTo>
                </a:path>
                <a:path w="21600" h="14122" stroke="0" extrusionOk="0">
                  <a:moveTo>
                    <a:pt x="16344" y="-1"/>
                  </a:moveTo>
                  <a:cubicBezTo>
                    <a:pt x="19734" y="3923"/>
                    <a:pt x="21600" y="8936"/>
                    <a:pt x="21600" y="14122"/>
                  </a:cubicBezTo>
                  <a:lnTo>
                    <a:pt x="0" y="14122"/>
                  </a:lnTo>
                  <a:close/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24" name="Object 2064"/>
            <p:cNvGraphicFramePr>
              <a:graphicFrameLocks noChangeAspect="1"/>
            </p:cNvGraphicFramePr>
            <p:nvPr/>
          </p:nvGraphicFramePr>
          <p:xfrm>
            <a:off x="1728" y="3024"/>
            <a:ext cx="36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838080" imgH="406080" progId="Equation.3">
                    <p:embed/>
                  </p:oleObj>
                </mc:Choice>
                <mc:Fallback>
                  <p:oleObj name="公式" r:id="rId6" imgW="8380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024"/>
                          <a:ext cx="36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5" name="Object 2065"/>
            <p:cNvGraphicFramePr>
              <a:graphicFrameLocks noChangeAspect="1"/>
            </p:cNvGraphicFramePr>
            <p:nvPr/>
          </p:nvGraphicFramePr>
          <p:xfrm>
            <a:off x="1732" y="3474"/>
            <a:ext cx="332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774360" imgH="406080" progId="Equation.3">
                    <p:embed/>
                  </p:oleObj>
                </mc:Choice>
                <mc:Fallback>
                  <p:oleObj name="公式" r:id="rId8" imgW="7743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2" y="3474"/>
                          <a:ext cx="332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26" name="Group 2066"/>
          <p:cNvGrpSpPr>
            <a:grpSpLocks/>
          </p:cNvGrpSpPr>
          <p:nvPr/>
        </p:nvGrpSpPr>
        <p:grpSpPr bwMode="auto">
          <a:xfrm>
            <a:off x="6724650" y="2330451"/>
            <a:ext cx="2381250" cy="2122488"/>
            <a:chOff x="3216" y="2620"/>
            <a:chExt cx="1500" cy="1337"/>
          </a:xfrm>
        </p:grpSpPr>
        <p:sp>
          <p:nvSpPr>
            <p:cNvPr id="43027" name="Text Box 2067"/>
            <p:cNvSpPr txBox="1">
              <a:spLocks noChangeArrowheads="1"/>
            </p:cNvSpPr>
            <p:nvPr/>
          </p:nvSpPr>
          <p:spPr bwMode="auto">
            <a:xfrm>
              <a:off x="3367" y="2620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 dirty="0"/>
                <a:t>y</a:t>
              </a:r>
              <a:endParaRPr lang="en-US" altLang="zh-CN" b="1" dirty="0"/>
            </a:p>
          </p:txBody>
        </p:sp>
        <p:grpSp>
          <p:nvGrpSpPr>
            <p:cNvPr id="43028" name="Group 2068"/>
            <p:cNvGrpSpPr>
              <a:grpSpLocks/>
            </p:cNvGrpSpPr>
            <p:nvPr/>
          </p:nvGrpSpPr>
          <p:grpSpPr bwMode="auto">
            <a:xfrm>
              <a:off x="3216" y="2832"/>
              <a:ext cx="1500" cy="1125"/>
              <a:chOff x="3216" y="2832"/>
              <a:chExt cx="1500" cy="1125"/>
            </a:xfrm>
          </p:grpSpPr>
          <p:sp>
            <p:nvSpPr>
              <p:cNvPr id="43029" name="Line 2069"/>
              <p:cNvSpPr>
                <a:spLocks noChangeShapeType="1"/>
              </p:cNvSpPr>
              <p:nvPr/>
            </p:nvSpPr>
            <p:spPr bwMode="auto">
              <a:xfrm>
                <a:off x="3252" y="3744"/>
                <a:ext cx="13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0" name="Line 2070"/>
              <p:cNvSpPr>
                <a:spLocks noChangeShapeType="1"/>
              </p:cNvSpPr>
              <p:nvPr/>
            </p:nvSpPr>
            <p:spPr bwMode="auto">
              <a:xfrm flipV="1">
                <a:off x="3439" y="2832"/>
                <a:ext cx="0" cy="1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1" name="Text Box 2071"/>
              <p:cNvSpPr txBox="1">
                <a:spLocks noChangeArrowheads="1"/>
              </p:cNvSpPr>
              <p:nvPr/>
            </p:nvSpPr>
            <p:spPr bwMode="auto">
              <a:xfrm>
                <a:off x="4519" y="3604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 i="1" dirty="0"/>
                  <a:t>x</a:t>
                </a:r>
                <a:endParaRPr lang="en-US" altLang="zh-CN" b="1" dirty="0"/>
              </a:p>
            </p:txBody>
          </p:sp>
          <p:sp>
            <p:nvSpPr>
              <p:cNvPr id="43032" name="Text Box 2072"/>
              <p:cNvSpPr txBox="1">
                <a:spLocks noChangeArrowheads="1"/>
              </p:cNvSpPr>
              <p:nvPr/>
            </p:nvSpPr>
            <p:spPr bwMode="auto">
              <a:xfrm>
                <a:off x="3247" y="3724"/>
                <a:ext cx="20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 i="1" dirty="0"/>
                  <a:t>o</a:t>
                </a:r>
                <a:endParaRPr lang="en-US" altLang="zh-CN" b="1" dirty="0"/>
              </a:p>
            </p:txBody>
          </p:sp>
          <p:sp>
            <p:nvSpPr>
              <p:cNvPr id="43033" name="Arc 2073"/>
              <p:cNvSpPr>
                <a:spLocks/>
              </p:cNvSpPr>
              <p:nvPr/>
            </p:nvSpPr>
            <p:spPr bwMode="auto">
              <a:xfrm rot="-10800000">
                <a:off x="3312" y="2928"/>
                <a:ext cx="864" cy="7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4" name="Line 2074"/>
              <p:cNvSpPr>
                <a:spLocks noChangeShapeType="1"/>
              </p:cNvSpPr>
              <p:nvPr/>
            </p:nvSpPr>
            <p:spPr bwMode="auto">
              <a:xfrm flipV="1">
                <a:off x="3216" y="2963"/>
                <a:ext cx="1104" cy="63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5" name="Arc 2075"/>
              <p:cNvSpPr>
                <a:spLocks/>
              </p:cNvSpPr>
              <p:nvPr/>
            </p:nvSpPr>
            <p:spPr bwMode="auto">
              <a:xfrm rot="-10800000">
                <a:off x="3312" y="2928"/>
                <a:ext cx="864" cy="7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6" name="Arc 2076"/>
              <p:cNvSpPr>
                <a:spLocks/>
              </p:cNvSpPr>
              <p:nvPr/>
            </p:nvSpPr>
            <p:spPr bwMode="auto">
              <a:xfrm rot="-10800000">
                <a:off x="3524" y="2939"/>
                <a:ext cx="693" cy="717"/>
              </a:xfrm>
              <a:custGeom>
                <a:avLst/>
                <a:gdLst>
                  <a:gd name="G0" fmla="+- 1061 0 0"/>
                  <a:gd name="G1" fmla="+- 21600 0 0"/>
                  <a:gd name="G2" fmla="+- 21600 0 0"/>
                  <a:gd name="T0" fmla="*/ 0 w 17317"/>
                  <a:gd name="T1" fmla="*/ 26 h 21600"/>
                  <a:gd name="T2" fmla="*/ 17317 w 17317"/>
                  <a:gd name="T3" fmla="*/ 7376 h 21600"/>
                  <a:gd name="T4" fmla="*/ 1061 w 1731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17" h="21600" fill="none" extrusionOk="0">
                    <a:moveTo>
                      <a:pt x="0" y="26"/>
                    </a:moveTo>
                    <a:cubicBezTo>
                      <a:pt x="353" y="8"/>
                      <a:pt x="707" y="-1"/>
                      <a:pt x="1061" y="0"/>
                    </a:cubicBezTo>
                    <a:cubicBezTo>
                      <a:pt x="7289" y="0"/>
                      <a:pt x="13215" y="2688"/>
                      <a:pt x="17316" y="7376"/>
                    </a:cubicBezTo>
                  </a:path>
                  <a:path w="17317" h="21600" stroke="0" extrusionOk="0">
                    <a:moveTo>
                      <a:pt x="0" y="26"/>
                    </a:moveTo>
                    <a:cubicBezTo>
                      <a:pt x="353" y="8"/>
                      <a:pt x="707" y="-1"/>
                      <a:pt x="1061" y="0"/>
                    </a:cubicBezTo>
                    <a:cubicBezTo>
                      <a:pt x="7289" y="0"/>
                      <a:pt x="13215" y="2688"/>
                      <a:pt x="17316" y="7376"/>
                    </a:cubicBezTo>
                    <a:lnTo>
                      <a:pt x="1061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3037" name="Object 2077"/>
              <p:cNvGraphicFramePr>
                <a:graphicFrameLocks noChangeAspect="1"/>
              </p:cNvGraphicFramePr>
              <p:nvPr/>
            </p:nvGraphicFramePr>
            <p:xfrm>
              <a:off x="4224" y="3024"/>
              <a:ext cx="360" cy="1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838080" imgH="406080" progId="Equation.3">
                      <p:embed/>
                    </p:oleObj>
                  </mc:Choice>
                  <mc:Fallback>
                    <p:oleObj name="公式" r:id="rId10" imgW="838080" imgH="4060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3024"/>
                            <a:ext cx="360" cy="1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38" name="Object 2078"/>
              <p:cNvGraphicFramePr>
                <a:graphicFrameLocks noChangeAspect="1"/>
              </p:cNvGraphicFramePr>
              <p:nvPr/>
            </p:nvGraphicFramePr>
            <p:xfrm>
              <a:off x="4180" y="3474"/>
              <a:ext cx="332" cy="1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774360" imgH="406080" progId="Equation.3">
                      <p:embed/>
                    </p:oleObj>
                  </mc:Choice>
                  <mc:Fallback>
                    <p:oleObj name="公式" r:id="rId11" imgW="774360" imgH="4060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0" y="3474"/>
                            <a:ext cx="332" cy="1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39" name="Line 2079"/>
              <p:cNvSpPr>
                <a:spLocks noChangeShapeType="1"/>
              </p:cNvSpPr>
              <p:nvPr/>
            </p:nvSpPr>
            <p:spPr bwMode="auto">
              <a:xfrm flipV="1">
                <a:off x="3216" y="3406"/>
                <a:ext cx="336" cy="194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56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09788" y="261144"/>
            <a:ext cx="3942556" cy="1143000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函数的性质</a:t>
            </a:r>
          </a:p>
        </p:txBody>
      </p:sp>
      <p:grpSp>
        <p:nvGrpSpPr>
          <p:cNvPr id="8248" name="Group 56"/>
          <p:cNvGrpSpPr>
            <a:grpSpLocks/>
          </p:cNvGrpSpPr>
          <p:nvPr/>
        </p:nvGrpSpPr>
        <p:grpSpPr bwMode="auto">
          <a:xfrm>
            <a:off x="2527300" y="3200401"/>
            <a:ext cx="3651250" cy="2732088"/>
            <a:chOff x="480" y="2304"/>
            <a:chExt cx="2300" cy="1721"/>
          </a:xfrm>
        </p:grpSpPr>
        <p:sp>
          <p:nvSpPr>
            <p:cNvPr id="8198" name="Line 6"/>
            <p:cNvSpPr>
              <a:spLocks noChangeShapeType="1"/>
            </p:cNvSpPr>
            <p:nvPr/>
          </p:nvSpPr>
          <p:spPr bwMode="auto">
            <a:xfrm>
              <a:off x="480" y="3312"/>
              <a:ext cx="20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Line 8"/>
            <p:cNvSpPr>
              <a:spLocks noChangeShapeType="1"/>
            </p:cNvSpPr>
            <p:nvPr/>
          </p:nvSpPr>
          <p:spPr bwMode="auto">
            <a:xfrm>
              <a:off x="480" y="2784"/>
              <a:ext cx="1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1" name="Line 9"/>
            <p:cNvSpPr>
              <a:spLocks noChangeShapeType="1"/>
            </p:cNvSpPr>
            <p:nvPr/>
          </p:nvSpPr>
          <p:spPr bwMode="auto">
            <a:xfrm>
              <a:off x="480" y="3792"/>
              <a:ext cx="1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4" name="Line 12"/>
            <p:cNvSpPr>
              <a:spLocks noChangeShapeType="1"/>
            </p:cNvSpPr>
            <p:nvPr/>
          </p:nvSpPr>
          <p:spPr bwMode="auto">
            <a:xfrm flipV="1">
              <a:off x="1312" y="2448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Freeform 14"/>
            <p:cNvSpPr>
              <a:spLocks/>
            </p:cNvSpPr>
            <p:nvPr/>
          </p:nvSpPr>
          <p:spPr bwMode="auto">
            <a:xfrm>
              <a:off x="480" y="2832"/>
              <a:ext cx="1664" cy="864"/>
            </a:xfrm>
            <a:custGeom>
              <a:avLst/>
              <a:gdLst>
                <a:gd name="T0" fmla="*/ 1536 w 1536"/>
                <a:gd name="T1" fmla="*/ 0 h 864"/>
                <a:gd name="T2" fmla="*/ 1200 w 1536"/>
                <a:gd name="T3" fmla="*/ 336 h 864"/>
                <a:gd name="T4" fmla="*/ 960 w 1536"/>
                <a:gd name="T5" fmla="*/ 336 h 864"/>
                <a:gd name="T6" fmla="*/ 672 w 1536"/>
                <a:gd name="T7" fmla="*/ 240 h 864"/>
                <a:gd name="T8" fmla="*/ 144 w 1536"/>
                <a:gd name="T9" fmla="*/ 768 h 864"/>
                <a:gd name="T10" fmla="*/ 0 w 1536"/>
                <a:gd name="T11" fmla="*/ 816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6" h="864">
                  <a:moveTo>
                    <a:pt x="1536" y="0"/>
                  </a:moveTo>
                  <a:cubicBezTo>
                    <a:pt x="1416" y="140"/>
                    <a:pt x="1296" y="280"/>
                    <a:pt x="1200" y="336"/>
                  </a:cubicBezTo>
                  <a:cubicBezTo>
                    <a:pt x="1104" y="392"/>
                    <a:pt x="1048" y="352"/>
                    <a:pt x="960" y="336"/>
                  </a:cubicBezTo>
                  <a:cubicBezTo>
                    <a:pt x="872" y="320"/>
                    <a:pt x="808" y="168"/>
                    <a:pt x="672" y="240"/>
                  </a:cubicBezTo>
                  <a:cubicBezTo>
                    <a:pt x="536" y="312"/>
                    <a:pt x="256" y="672"/>
                    <a:pt x="144" y="768"/>
                  </a:cubicBezTo>
                  <a:cubicBezTo>
                    <a:pt x="32" y="864"/>
                    <a:pt x="16" y="840"/>
                    <a:pt x="0" y="816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7"/>
            <p:cNvSpPr txBox="1">
              <a:spLocks noChangeArrowheads="1"/>
            </p:cNvSpPr>
            <p:nvPr/>
          </p:nvSpPr>
          <p:spPr bwMode="auto">
            <a:xfrm>
              <a:off x="996" y="2544"/>
              <a:ext cx="3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1" name="Text Box 19"/>
            <p:cNvSpPr txBox="1">
              <a:spLocks noChangeArrowheads="1"/>
            </p:cNvSpPr>
            <p:nvPr/>
          </p:nvSpPr>
          <p:spPr bwMode="auto">
            <a:xfrm>
              <a:off x="976" y="3792"/>
              <a:ext cx="5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-M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3" name="Text Box 21"/>
            <p:cNvSpPr txBox="1">
              <a:spLocks noChangeArrowheads="1"/>
            </p:cNvSpPr>
            <p:nvPr/>
          </p:nvSpPr>
          <p:spPr bwMode="auto">
            <a:xfrm>
              <a:off x="1364" y="2304"/>
              <a:ext cx="3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5" name="Text Box 23"/>
            <p:cNvSpPr txBox="1">
              <a:spLocks noChangeArrowheads="1"/>
            </p:cNvSpPr>
            <p:nvPr/>
          </p:nvSpPr>
          <p:spPr bwMode="auto">
            <a:xfrm>
              <a:off x="2484" y="3120"/>
              <a:ext cx="25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7" name="Text Box 25"/>
            <p:cNvSpPr txBox="1">
              <a:spLocks noChangeArrowheads="1"/>
            </p:cNvSpPr>
            <p:nvPr/>
          </p:nvSpPr>
          <p:spPr bwMode="auto">
            <a:xfrm>
              <a:off x="1272" y="3277"/>
              <a:ext cx="15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8219" name="Text Box 27"/>
            <p:cNvSpPr txBox="1">
              <a:spLocks noChangeArrowheads="1"/>
            </p:cNvSpPr>
            <p:nvPr/>
          </p:nvSpPr>
          <p:spPr bwMode="auto">
            <a:xfrm>
              <a:off x="1364" y="2784"/>
              <a:ext cx="114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20" name="Line 28"/>
            <p:cNvSpPr>
              <a:spLocks noChangeShapeType="1"/>
            </p:cNvSpPr>
            <p:nvPr/>
          </p:nvSpPr>
          <p:spPr bwMode="auto">
            <a:xfrm>
              <a:off x="480" y="33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1" name="Line 29"/>
            <p:cNvSpPr>
              <a:spLocks noChangeShapeType="1"/>
            </p:cNvSpPr>
            <p:nvPr/>
          </p:nvSpPr>
          <p:spPr bwMode="auto">
            <a:xfrm>
              <a:off x="2100" y="283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6" name="Line 34"/>
            <p:cNvSpPr>
              <a:spLocks noChangeShapeType="1"/>
            </p:cNvSpPr>
            <p:nvPr/>
          </p:nvSpPr>
          <p:spPr bwMode="auto">
            <a:xfrm>
              <a:off x="480" y="3312"/>
              <a:ext cx="16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8" name="Text Box 36"/>
            <p:cNvSpPr txBox="1">
              <a:spLocks noChangeArrowheads="1"/>
            </p:cNvSpPr>
            <p:nvPr/>
          </p:nvSpPr>
          <p:spPr bwMode="auto">
            <a:xfrm>
              <a:off x="1978" y="3291"/>
              <a:ext cx="1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8230" name="Text Box 38"/>
          <p:cNvSpPr txBox="1">
            <a:spLocks noChangeArrowheads="1"/>
          </p:cNvSpPr>
          <p:nvPr/>
        </p:nvSpPr>
        <p:spPr bwMode="auto">
          <a:xfrm>
            <a:off x="3903363" y="5636699"/>
            <a:ext cx="1225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有界</a:t>
            </a:r>
            <a:endParaRPr lang="zh-CN" altLang="en-US" dirty="0"/>
          </a:p>
        </p:txBody>
      </p:sp>
      <p:sp>
        <p:nvSpPr>
          <p:cNvPr id="8231" name="Text Box 39"/>
          <p:cNvSpPr txBox="1">
            <a:spLocks noChangeArrowheads="1"/>
          </p:cNvSpPr>
          <p:nvPr/>
        </p:nvSpPr>
        <p:spPr bwMode="auto">
          <a:xfrm>
            <a:off x="8547100" y="5701783"/>
            <a:ext cx="9334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无界</a:t>
            </a:r>
          </a:p>
        </p:txBody>
      </p:sp>
      <p:grpSp>
        <p:nvGrpSpPr>
          <p:cNvPr id="8247" name="Group 55"/>
          <p:cNvGrpSpPr>
            <a:grpSpLocks/>
          </p:cNvGrpSpPr>
          <p:nvPr/>
        </p:nvGrpSpPr>
        <p:grpSpPr bwMode="auto">
          <a:xfrm>
            <a:off x="6261100" y="3124200"/>
            <a:ext cx="3733800" cy="2971800"/>
            <a:chOff x="2832" y="2160"/>
            <a:chExt cx="2352" cy="1872"/>
          </a:xfrm>
        </p:grpSpPr>
        <p:sp>
          <p:nvSpPr>
            <p:cNvPr id="8199" name="Line 7"/>
            <p:cNvSpPr>
              <a:spLocks noChangeShapeType="1"/>
            </p:cNvSpPr>
            <p:nvPr/>
          </p:nvSpPr>
          <p:spPr bwMode="auto">
            <a:xfrm>
              <a:off x="2832" y="3216"/>
              <a:ext cx="21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2884" y="3744"/>
              <a:ext cx="1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2832" y="2688"/>
              <a:ext cx="1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5" name="Line 13"/>
            <p:cNvSpPr>
              <a:spLocks noChangeShapeType="1"/>
            </p:cNvSpPr>
            <p:nvPr/>
          </p:nvSpPr>
          <p:spPr bwMode="auto">
            <a:xfrm flipV="1">
              <a:off x="3664" y="2304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7" name="Freeform 15"/>
            <p:cNvSpPr>
              <a:spLocks/>
            </p:cNvSpPr>
            <p:nvPr/>
          </p:nvSpPr>
          <p:spPr bwMode="auto">
            <a:xfrm>
              <a:off x="4080" y="2784"/>
              <a:ext cx="728" cy="384"/>
            </a:xfrm>
            <a:custGeom>
              <a:avLst/>
              <a:gdLst>
                <a:gd name="T0" fmla="*/ 0 w 672"/>
                <a:gd name="T1" fmla="*/ 8 h 384"/>
                <a:gd name="T2" fmla="*/ 96 w 672"/>
                <a:gd name="T3" fmla="*/ 56 h 384"/>
                <a:gd name="T4" fmla="*/ 240 w 672"/>
                <a:gd name="T5" fmla="*/ 296 h 384"/>
                <a:gd name="T6" fmla="*/ 384 w 672"/>
                <a:gd name="T7" fmla="*/ 344 h 384"/>
                <a:gd name="T8" fmla="*/ 576 w 672"/>
                <a:gd name="T9" fmla="*/ 56 h 384"/>
                <a:gd name="T10" fmla="*/ 672 w 672"/>
                <a:gd name="T11" fmla="*/ 8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2" h="384">
                  <a:moveTo>
                    <a:pt x="0" y="8"/>
                  </a:moveTo>
                  <a:cubicBezTo>
                    <a:pt x="28" y="8"/>
                    <a:pt x="56" y="8"/>
                    <a:pt x="96" y="56"/>
                  </a:cubicBezTo>
                  <a:cubicBezTo>
                    <a:pt x="136" y="104"/>
                    <a:pt x="192" y="248"/>
                    <a:pt x="240" y="296"/>
                  </a:cubicBezTo>
                  <a:cubicBezTo>
                    <a:pt x="288" y="344"/>
                    <a:pt x="328" y="384"/>
                    <a:pt x="384" y="344"/>
                  </a:cubicBezTo>
                  <a:cubicBezTo>
                    <a:pt x="440" y="304"/>
                    <a:pt x="528" y="112"/>
                    <a:pt x="576" y="56"/>
                  </a:cubicBezTo>
                  <a:cubicBezTo>
                    <a:pt x="624" y="0"/>
                    <a:pt x="648" y="8"/>
                    <a:pt x="672" y="8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8" name="Freeform 16"/>
            <p:cNvSpPr>
              <a:spLocks/>
            </p:cNvSpPr>
            <p:nvPr/>
          </p:nvSpPr>
          <p:spPr bwMode="auto">
            <a:xfrm>
              <a:off x="3144" y="2832"/>
              <a:ext cx="832" cy="1056"/>
            </a:xfrm>
            <a:custGeom>
              <a:avLst/>
              <a:gdLst>
                <a:gd name="T0" fmla="*/ 0 w 768"/>
                <a:gd name="T1" fmla="*/ 0 h 1056"/>
                <a:gd name="T2" fmla="*/ 288 w 768"/>
                <a:gd name="T3" fmla="*/ 96 h 1056"/>
                <a:gd name="T4" fmla="*/ 576 w 768"/>
                <a:gd name="T5" fmla="*/ 336 h 1056"/>
                <a:gd name="T6" fmla="*/ 672 w 768"/>
                <a:gd name="T7" fmla="*/ 624 h 1056"/>
                <a:gd name="T8" fmla="*/ 768 w 768"/>
                <a:gd name="T9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1056">
                  <a:moveTo>
                    <a:pt x="0" y="0"/>
                  </a:moveTo>
                  <a:cubicBezTo>
                    <a:pt x="96" y="20"/>
                    <a:pt x="192" y="40"/>
                    <a:pt x="288" y="96"/>
                  </a:cubicBezTo>
                  <a:cubicBezTo>
                    <a:pt x="384" y="152"/>
                    <a:pt x="512" y="248"/>
                    <a:pt x="576" y="336"/>
                  </a:cubicBezTo>
                  <a:cubicBezTo>
                    <a:pt x="640" y="424"/>
                    <a:pt x="640" y="504"/>
                    <a:pt x="672" y="624"/>
                  </a:cubicBezTo>
                  <a:cubicBezTo>
                    <a:pt x="704" y="744"/>
                    <a:pt x="736" y="900"/>
                    <a:pt x="768" y="1056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0" name="Text Box 18"/>
            <p:cNvSpPr txBox="1">
              <a:spLocks noChangeArrowheads="1"/>
            </p:cNvSpPr>
            <p:nvPr/>
          </p:nvSpPr>
          <p:spPr bwMode="auto">
            <a:xfrm>
              <a:off x="3396" y="2400"/>
              <a:ext cx="3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2" name="Text Box 20"/>
            <p:cNvSpPr txBox="1">
              <a:spLocks noChangeArrowheads="1"/>
            </p:cNvSpPr>
            <p:nvPr/>
          </p:nvSpPr>
          <p:spPr bwMode="auto">
            <a:xfrm>
              <a:off x="3248" y="3744"/>
              <a:ext cx="14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-M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4" name="Text Box 22"/>
            <p:cNvSpPr txBox="1">
              <a:spLocks noChangeArrowheads="1"/>
            </p:cNvSpPr>
            <p:nvPr/>
          </p:nvSpPr>
          <p:spPr bwMode="auto">
            <a:xfrm>
              <a:off x="3696" y="2160"/>
              <a:ext cx="2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6" name="Text Box 24"/>
            <p:cNvSpPr txBox="1">
              <a:spLocks noChangeArrowheads="1"/>
            </p:cNvSpPr>
            <p:nvPr/>
          </p:nvSpPr>
          <p:spPr bwMode="auto">
            <a:xfrm>
              <a:off x="4928" y="3120"/>
              <a:ext cx="25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8" name="Text Box 26"/>
            <p:cNvSpPr txBox="1">
              <a:spLocks noChangeArrowheads="1"/>
            </p:cNvSpPr>
            <p:nvPr/>
          </p:nvSpPr>
          <p:spPr bwMode="auto">
            <a:xfrm>
              <a:off x="3456" y="3168"/>
              <a:ext cx="15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22" name="Line 30"/>
            <p:cNvSpPr>
              <a:spLocks noChangeShapeType="1"/>
            </p:cNvSpPr>
            <p:nvPr/>
          </p:nvSpPr>
          <p:spPr bwMode="auto">
            <a:xfrm>
              <a:off x="3144" y="283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3" name="Line 31"/>
            <p:cNvSpPr>
              <a:spLocks noChangeShapeType="1"/>
            </p:cNvSpPr>
            <p:nvPr/>
          </p:nvSpPr>
          <p:spPr bwMode="auto">
            <a:xfrm>
              <a:off x="4080" y="2784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4" name="Line 32"/>
            <p:cNvSpPr>
              <a:spLocks noChangeShapeType="1"/>
            </p:cNvSpPr>
            <p:nvPr/>
          </p:nvSpPr>
          <p:spPr bwMode="auto">
            <a:xfrm>
              <a:off x="4808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5" name="Line 33"/>
            <p:cNvSpPr>
              <a:spLocks noChangeShapeType="1"/>
            </p:cNvSpPr>
            <p:nvPr/>
          </p:nvSpPr>
          <p:spPr bwMode="auto">
            <a:xfrm>
              <a:off x="3976" y="321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7" name="Line 35"/>
            <p:cNvSpPr>
              <a:spLocks noChangeShapeType="1"/>
            </p:cNvSpPr>
            <p:nvPr/>
          </p:nvSpPr>
          <p:spPr bwMode="auto">
            <a:xfrm>
              <a:off x="3144" y="3216"/>
              <a:ext cx="16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9" name="Text Box 37"/>
            <p:cNvSpPr txBox="1">
              <a:spLocks noChangeArrowheads="1"/>
            </p:cNvSpPr>
            <p:nvPr/>
          </p:nvSpPr>
          <p:spPr bwMode="auto">
            <a:xfrm>
              <a:off x="4070" y="3168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237" name="Object 45"/>
            <p:cNvGraphicFramePr>
              <a:graphicFrameLocks noChangeAspect="1"/>
            </p:cNvGraphicFramePr>
            <p:nvPr/>
          </p:nvGraphicFramePr>
          <p:xfrm>
            <a:off x="3830" y="2918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80880" imgH="457200" progId="Equation.3">
                    <p:embed/>
                  </p:oleObj>
                </mc:Choice>
                <mc:Fallback>
                  <p:oleObj name="公式" r:id="rId2" imgW="3808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0" y="2918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43" name="Object 51"/>
          <p:cNvGraphicFramePr>
            <a:graphicFrameLocks noChangeAspect="1"/>
          </p:cNvGraphicFramePr>
          <p:nvPr/>
        </p:nvGraphicFramePr>
        <p:xfrm>
          <a:off x="2438400" y="2133600"/>
          <a:ext cx="72278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26280" imgH="469800" progId="Equation.3">
                  <p:embed/>
                </p:oleObj>
              </mc:Choice>
              <mc:Fallback>
                <p:oleObj name="公式" r:id="rId4" imgW="7226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33600"/>
                        <a:ext cx="72278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5" name="Text Box 53"/>
          <p:cNvSpPr txBox="1">
            <a:spLocks noChangeArrowheads="1"/>
          </p:cNvSpPr>
          <p:nvPr/>
        </p:nvSpPr>
        <p:spPr bwMode="auto">
          <a:xfrm>
            <a:off x="2438400" y="1428750"/>
            <a:ext cx="541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</a:rPr>
              <a:t>．函数的有界性</a:t>
            </a:r>
            <a:r>
              <a:rPr lang="en-US" altLang="zh-CN" sz="3200" b="1" dirty="0">
                <a:solidFill>
                  <a:srgbClr val="FF0000"/>
                </a:solidFill>
              </a:rPr>
              <a:t>: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8249" name="Object 57"/>
          <p:cNvGraphicFramePr>
            <a:graphicFrameLocks noChangeAspect="1"/>
          </p:cNvGraphicFramePr>
          <p:nvPr/>
        </p:nvGraphicFramePr>
        <p:xfrm>
          <a:off x="2438400" y="2757488"/>
          <a:ext cx="59817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981400" imgH="444240" progId="Equation.3">
                  <p:embed/>
                </p:oleObj>
              </mc:Choice>
              <mc:Fallback>
                <p:oleObj name="公式" r:id="rId6" imgW="5981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757488"/>
                        <a:ext cx="59817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550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0" grpId="0" autoUpdateAnimBg="0"/>
      <p:bldP spid="8231" grpId="0" autoUpdateAnimBg="0"/>
      <p:bldP spid="824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438400" y="762000"/>
            <a:ext cx="365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．函数的单调性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2586" name="Object 58"/>
          <p:cNvGraphicFramePr>
            <a:graphicFrameLocks noChangeAspect="1"/>
          </p:cNvGraphicFramePr>
          <p:nvPr/>
        </p:nvGraphicFramePr>
        <p:xfrm>
          <a:off x="2428876" y="1447801"/>
          <a:ext cx="58007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235560" imgH="457200" progId="Equation.3">
                  <p:embed/>
                </p:oleObj>
              </mc:Choice>
              <mc:Fallback>
                <p:oleObj name="公式" r:id="rId2" imgW="6235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6" y="1447801"/>
                        <a:ext cx="580072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7" name="Object 59"/>
          <p:cNvGraphicFramePr>
            <a:graphicFrameLocks noChangeAspect="1"/>
          </p:cNvGraphicFramePr>
          <p:nvPr/>
        </p:nvGraphicFramePr>
        <p:xfrm>
          <a:off x="2478088" y="1978026"/>
          <a:ext cx="750411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064360" imgH="469800" progId="Equation.3">
                  <p:embed/>
                </p:oleObj>
              </mc:Choice>
              <mc:Fallback>
                <p:oleObj name="公式" r:id="rId4" imgW="8064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1978026"/>
                        <a:ext cx="750411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9" name="Object 61"/>
          <p:cNvGraphicFramePr>
            <a:graphicFrameLocks noChangeAspect="1"/>
          </p:cNvGraphicFramePr>
          <p:nvPr/>
        </p:nvGraphicFramePr>
        <p:xfrm>
          <a:off x="2543175" y="3054351"/>
          <a:ext cx="61610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527520" imgH="431640" progId="Equation.3">
                  <p:embed/>
                </p:oleObj>
              </mc:Choice>
              <mc:Fallback>
                <p:oleObj name="公式" r:id="rId6" imgW="6527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3054351"/>
                        <a:ext cx="61610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90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309458"/>
              </p:ext>
            </p:extLst>
          </p:nvPr>
        </p:nvGraphicFramePr>
        <p:xfrm>
          <a:off x="2441410" y="2476609"/>
          <a:ext cx="3436863" cy="51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880" imgH="228600" progId="Equation.DSMT4">
                  <p:embed/>
                </p:oleObj>
              </mc:Choice>
              <mc:Fallback>
                <p:oleObj name="Equation" r:id="rId8" imgW="1523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410" y="2476609"/>
                        <a:ext cx="3436863" cy="515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92" name="Group 64"/>
          <p:cNvGrpSpPr>
            <a:grpSpLocks/>
          </p:cNvGrpSpPr>
          <p:nvPr/>
        </p:nvGrpSpPr>
        <p:grpSpPr bwMode="auto">
          <a:xfrm>
            <a:off x="5951984" y="3356992"/>
            <a:ext cx="3429000" cy="2982912"/>
            <a:chOff x="480" y="1824"/>
            <a:chExt cx="2211" cy="2215"/>
          </a:xfrm>
        </p:grpSpPr>
        <p:sp>
          <p:nvSpPr>
            <p:cNvPr id="22593" name="Line 65"/>
            <p:cNvSpPr>
              <a:spLocks noChangeShapeType="1"/>
            </p:cNvSpPr>
            <p:nvPr/>
          </p:nvSpPr>
          <p:spPr bwMode="auto">
            <a:xfrm>
              <a:off x="500" y="3600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4" name="Line 66"/>
            <p:cNvSpPr>
              <a:spLocks noChangeShapeType="1"/>
            </p:cNvSpPr>
            <p:nvPr/>
          </p:nvSpPr>
          <p:spPr bwMode="auto">
            <a:xfrm flipV="1">
              <a:off x="708" y="2400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5" name="Line 67"/>
            <p:cNvSpPr>
              <a:spLocks noChangeShapeType="1"/>
            </p:cNvSpPr>
            <p:nvPr/>
          </p:nvSpPr>
          <p:spPr bwMode="auto">
            <a:xfrm>
              <a:off x="2112" y="2304"/>
              <a:ext cx="0" cy="1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6" name="Line 68"/>
            <p:cNvSpPr>
              <a:spLocks noChangeShapeType="1"/>
            </p:cNvSpPr>
            <p:nvPr/>
          </p:nvSpPr>
          <p:spPr bwMode="auto">
            <a:xfrm>
              <a:off x="1440" y="2928"/>
              <a:ext cx="0" cy="6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97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3883274"/>
                </p:ext>
              </p:extLst>
            </p:nvPr>
          </p:nvGraphicFramePr>
          <p:xfrm>
            <a:off x="1023" y="2304"/>
            <a:ext cx="76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22080" imgH="203040" progId="Equation.DSMT4">
                    <p:embed/>
                  </p:oleObj>
                </mc:Choice>
                <mc:Fallback>
                  <p:oleObj name="Equation" r:id="rId10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3" y="2304"/>
                          <a:ext cx="76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8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9283493"/>
                </p:ext>
              </p:extLst>
            </p:nvPr>
          </p:nvGraphicFramePr>
          <p:xfrm>
            <a:off x="1419" y="3158"/>
            <a:ext cx="47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19040" imgH="228600" progId="Equation.DSMT4">
                    <p:embed/>
                  </p:oleObj>
                </mc:Choice>
                <mc:Fallback>
                  <p:oleObj name="Equation" r:id="rId12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9" y="3158"/>
                          <a:ext cx="47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9" name="Object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6952793"/>
                </p:ext>
              </p:extLst>
            </p:nvPr>
          </p:nvGraphicFramePr>
          <p:xfrm>
            <a:off x="1854" y="2872"/>
            <a:ext cx="564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19040" imgH="228600" progId="Equation.DSMT4">
                    <p:embed/>
                  </p:oleObj>
                </mc:Choice>
                <mc:Fallback>
                  <p:oleObj name="Equation" r:id="rId14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4" y="2872"/>
                          <a:ext cx="564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00" name="Text Box 72"/>
            <p:cNvSpPr txBox="1">
              <a:spLocks noChangeArrowheads="1"/>
            </p:cNvSpPr>
            <p:nvPr/>
          </p:nvSpPr>
          <p:spPr bwMode="auto">
            <a:xfrm>
              <a:off x="2304" y="3600"/>
              <a:ext cx="38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01" name="Text Box 73"/>
            <p:cNvSpPr txBox="1">
              <a:spLocks noChangeArrowheads="1"/>
            </p:cNvSpPr>
            <p:nvPr/>
          </p:nvSpPr>
          <p:spPr bwMode="auto">
            <a:xfrm>
              <a:off x="480" y="2255"/>
              <a:ext cx="22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02" name="Text Box 74"/>
            <p:cNvSpPr txBox="1">
              <a:spLocks noChangeArrowheads="1"/>
            </p:cNvSpPr>
            <p:nvPr/>
          </p:nvSpPr>
          <p:spPr bwMode="auto">
            <a:xfrm>
              <a:off x="528" y="3504"/>
              <a:ext cx="240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03" name="Arc 75"/>
            <p:cNvSpPr>
              <a:spLocks/>
            </p:cNvSpPr>
            <p:nvPr/>
          </p:nvSpPr>
          <p:spPr bwMode="auto">
            <a:xfrm flipV="1">
              <a:off x="768" y="1824"/>
              <a:ext cx="1372" cy="124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0581"/>
                <a:gd name="T1" fmla="*/ 0 h 21600"/>
                <a:gd name="T2" fmla="*/ 20581 w 20581"/>
                <a:gd name="T3" fmla="*/ 15043 h 21600"/>
                <a:gd name="T4" fmla="*/ 0 w 2058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581" h="21600" fill="none" extrusionOk="0">
                  <a:moveTo>
                    <a:pt x="0" y="0"/>
                  </a:moveTo>
                  <a:cubicBezTo>
                    <a:pt x="9403" y="0"/>
                    <a:pt x="17726" y="6083"/>
                    <a:pt x="20580" y="15043"/>
                  </a:cubicBezTo>
                </a:path>
                <a:path w="20581" h="21600" stroke="0" extrusionOk="0">
                  <a:moveTo>
                    <a:pt x="0" y="0"/>
                  </a:moveTo>
                  <a:cubicBezTo>
                    <a:pt x="9403" y="0"/>
                    <a:pt x="17726" y="6083"/>
                    <a:pt x="20580" y="1504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4" name="Line 76"/>
            <p:cNvSpPr>
              <a:spLocks noChangeShapeType="1"/>
            </p:cNvSpPr>
            <p:nvPr/>
          </p:nvSpPr>
          <p:spPr bwMode="auto">
            <a:xfrm flipV="1">
              <a:off x="1872" y="2592"/>
              <a:ext cx="0" cy="10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5" name="Line 77"/>
            <p:cNvSpPr>
              <a:spLocks noChangeShapeType="1"/>
            </p:cNvSpPr>
            <p:nvPr/>
          </p:nvSpPr>
          <p:spPr bwMode="auto">
            <a:xfrm flipV="1">
              <a:off x="768" y="3072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6" name="AutoShape 78"/>
            <p:cNvSpPr>
              <a:spLocks/>
            </p:cNvSpPr>
            <p:nvPr/>
          </p:nvSpPr>
          <p:spPr bwMode="auto">
            <a:xfrm rot="-5471980">
              <a:off x="1368" y="3096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607" name="Object 79"/>
            <p:cNvGraphicFramePr>
              <a:graphicFrameLocks noChangeAspect="1"/>
            </p:cNvGraphicFramePr>
            <p:nvPr/>
          </p:nvGraphicFramePr>
          <p:xfrm>
            <a:off x="1344" y="3840"/>
            <a:ext cx="15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41200" imgH="317160" progId="Equation.3">
                    <p:embed/>
                  </p:oleObj>
                </mc:Choice>
                <mc:Fallback>
                  <p:oleObj name="公式" r:id="rId16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840"/>
                          <a:ext cx="15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586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50" name="Group 18"/>
          <p:cNvGrpSpPr>
            <a:grpSpLocks/>
          </p:cNvGrpSpPr>
          <p:nvPr/>
        </p:nvGrpSpPr>
        <p:grpSpPr bwMode="auto">
          <a:xfrm>
            <a:off x="4114801" y="3200401"/>
            <a:ext cx="3414713" cy="2525713"/>
            <a:chOff x="3033" y="2256"/>
            <a:chExt cx="2199" cy="1783"/>
          </a:xfrm>
        </p:grpSpPr>
        <p:sp>
          <p:nvSpPr>
            <p:cNvPr id="44051" name="Line 19"/>
            <p:cNvSpPr>
              <a:spLocks noChangeShapeType="1"/>
            </p:cNvSpPr>
            <p:nvPr/>
          </p:nvSpPr>
          <p:spPr bwMode="auto">
            <a:xfrm>
              <a:off x="3085" y="3600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52" name="Line 20"/>
            <p:cNvSpPr>
              <a:spLocks noChangeShapeType="1"/>
            </p:cNvSpPr>
            <p:nvPr/>
          </p:nvSpPr>
          <p:spPr bwMode="auto">
            <a:xfrm flipV="1">
              <a:off x="3293" y="2352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53" name="Line 21"/>
            <p:cNvSpPr>
              <a:spLocks noChangeShapeType="1"/>
            </p:cNvSpPr>
            <p:nvPr/>
          </p:nvSpPr>
          <p:spPr bwMode="auto">
            <a:xfrm>
              <a:off x="3553" y="2592"/>
              <a:ext cx="0" cy="10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54" name="Line 22"/>
            <p:cNvSpPr>
              <a:spLocks noChangeShapeType="1"/>
            </p:cNvSpPr>
            <p:nvPr/>
          </p:nvSpPr>
          <p:spPr bwMode="auto">
            <a:xfrm>
              <a:off x="4021" y="2640"/>
              <a:ext cx="0" cy="9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55" name="Line 23"/>
            <p:cNvSpPr>
              <a:spLocks noChangeShapeType="1"/>
            </p:cNvSpPr>
            <p:nvPr/>
          </p:nvSpPr>
          <p:spPr bwMode="auto">
            <a:xfrm>
              <a:off x="4749" y="3312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56" name="Line 24"/>
            <p:cNvSpPr>
              <a:spLocks noChangeShapeType="1"/>
            </p:cNvSpPr>
            <p:nvPr/>
          </p:nvSpPr>
          <p:spPr bwMode="auto">
            <a:xfrm>
              <a:off x="4333" y="278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05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6505334"/>
                </p:ext>
              </p:extLst>
            </p:nvPr>
          </p:nvGraphicFramePr>
          <p:xfrm>
            <a:off x="3819" y="2448"/>
            <a:ext cx="72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22080" imgH="203040" progId="Equation.DSMT4">
                    <p:embed/>
                  </p:oleObj>
                </mc:Choice>
                <mc:Fallback>
                  <p:oleObj name="Equation" r:id="rId2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9" y="2448"/>
                          <a:ext cx="72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8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3378903"/>
                </p:ext>
              </p:extLst>
            </p:nvPr>
          </p:nvGraphicFramePr>
          <p:xfrm>
            <a:off x="3601" y="2922"/>
            <a:ext cx="47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9040" imgH="228600" progId="Equation.DSMT4">
                    <p:embed/>
                  </p:oleObj>
                </mc:Choice>
                <mc:Fallback>
                  <p:oleObj name="Equation" r:id="rId4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" y="2922"/>
                          <a:ext cx="47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9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2649526"/>
                </p:ext>
              </p:extLst>
            </p:nvPr>
          </p:nvGraphicFramePr>
          <p:xfrm>
            <a:off x="4306" y="3162"/>
            <a:ext cx="460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9040" imgH="228600" progId="Equation.DSMT4">
                    <p:embed/>
                  </p:oleObj>
                </mc:Choice>
                <mc:Fallback>
                  <p:oleObj name="Equation" r:id="rId6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3162"/>
                          <a:ext cx="460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0" name="Text Box 28"/>
            <p:cNvSpPr txBox="1">
              <a:spLocks noChangeArrowheads="1"/>
            </p:cNvSpPr>
            <p:nvPr/>
          </p:nvSpPr>
          <p:spPr bwMode="auto">
            <a:xfrm>
              <a:off x="4849" y="3601"/>
              <a:ext cx="383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61" name="Text Box 29"/>
            <p:cNvSpPr txBox="1">
              <a:spLocks noChangeArrowheads="1"/>
            </p:cNvSpPr>
            <p:nvPr/>
          </p:nvSpPr>
          <p:spPr bwMode="auto">
            <a:xfrm>
              <a:off x="3033" y="2256"/>
              <a:ext cx="57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62" name="Text Box 30"/>
            <p:cNvSpPr txBox="1">
              <a:spLocks noChangeArrowheads="1"/>
            </p:cNvSpPr>
            <p:nvPr/>
          </p:nvSpPr>
          <p:spPr bwMode="auto">
            <a:xfrm>
              <a:off x="3094" y="3544"/>
              <a:ext cx="328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63" name="Arc 31"/>
            <p:cNvSpPr>
              <a:spLocks/>
            </p:cNvSpPr>
            <p:nvPr/>
          </p:nvSpPr>
          <p:spPr bwMode="auto">
            <a:xfrm>
              <a:off x="3553" y="2592"/>
              <a:ext cx="1200" cy="7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4" name="AutoShape 32"/>
            <p:cNvSpPr>
              <a:spLocks/>
            </p:cNvSpPr>
            <p:nvPr/>
          </p:nvSpPr>
          <p:spPr bwMode="auto">
            <a:xfrm rot="-5471980">
              <a:off x="4081" y="3168"/>
              <a:ext cx="96" cy="1152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065" name="Object 33"/>
            <p:cNvGraphicFramePr>
              <a:graphicFrameLocks noChangeAspect="1"/>
            </p:cNvGraphicFramePr>
            <p:nvPr/>
          </p:nvGraphicFramePr>
          <p:xfrm>
            <a:off x="4033" y="3840"/>
            <a:ext cx="15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41200" imgH="317160" progId="Equation.3">
                    <p:embed/>
                  </p:oleObj>
                </mc:Choice>
                <mc:Fallback>
                  <p:oleObj name="公式" r:id="rId8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3840"/>
                          <a:ext cx="15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067" name="Object 35"/>
          <p:cNvGraphicFramePr>
            <a:graphicFrameLocks noChangeAspect="1"/>
          </p:cNvGraphicFramePr>
          <p:nvPr/>
        </p:nvGraphicFramePr>
        <p:xfrm>
          <a:off x="2463800" y="2686051"/>
          <a:ext cx="649763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984720" imgH="457200" progId="Equation.3">
                  <p:embed/>
                </p:oleObj>
              </mc:Choice>
              <mc:Fallback>
                <p:oleObj name="公式" r:id="rId10" imgW="69847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2686051"/>
                        <a:ext cx="6497638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8" name="Object 36"/>
          <p:cNvGraphicFramePr>
            <a:graphicFrameLocks noChangeAspect="1"/>
          </p:cNvGraphicFramePr>
          <p:nvPr/>
        </p:nvGraphicFramePr>
        <p:xfrm>
          <a:off x="2419351" y="976313"/>
          <a:ext cx="58007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235560" imgH="457200" progId="Equation.3">
                  <p:embed/>
                </p:oleObj>
              </mc:Choice>
              <mc:Fallback>
                <p:oleObj name="公式" r:id="rId12" imgW="6235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1" y="976313"/>
                        <a:ext cx="580072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9" name="Object 37"/>
          <p:cNvGraphicFramePr>
            <a:graphicFrameLocks noChangeAspect="1"/>
          </p:cNvGraphicFramePr>
          <p:nvPr/>
        </p:nvGraphicFramePr>
        <p:xfrm>
          <a:off x="2438401" y="1544638"/>
          <a:ext cx="75041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064360" imgH="469800" progId="Equation.3">
                  <p:embed/>
                </p:oleObj>
              </mc:Choice>
              <mc:Fallback>
                <p:oleObj name="公式" r:id="rId14" imgW="8064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1544638"/>
                        <a:ext cx="750411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829697"/>
              </p:ext>
            </p:extLst>
          </p:nvPr>
        </p:nvGraphicFramePr>
        <p:xfrm>
          <a:off x="2363371" y="2042239"/>
          <a:ext cx="3536429" cy="526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36480" imgH="228600" progId="Equation.DSMT4">
                  <p:embed/>
                </p:oleObj>
              </mc:Choice>
              <mc:Fallback>
                <p:oleObj name="Equation" r:id="rId16" imgW="1536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371" y="2042239"/>
                        <a:ext cx="3536429" cy="526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549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419350" y="792164"/>
            <a:ext cx="3532634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．函数的奇偶性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591" name="Text Box 39"/>
          <p:cNvSpPr txBox="1">
            <a:spLocks noChangeArrowheads="1"/>
          </p:cNvSpPr>
          <p:nvPr/>
        </p:nvSpPr>
        <p:spPr bwMode="auto">
          <a:xfrm>
            <a:off x="5257800" y="5334000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/>
              <a:t>偶函数</a:t>
            </a:r>
          </a:p>
        </p:txBody>
      </p:sp>
      <p:graphicFrame>
        <p:nvGraphicFramePr>
          <p:cNvPr id="23598" name="Object 46"/>
          <p:cNvGraphicFramePr>
            <a:graphicFrameLocks noChangeAspect="1"/>
          </p:cNvGraphicFramePr>
          <p:nvPr/>
        </p:nvGraphicFramePr>
        <p:xfrm>
          <a:off x="2525714" y="1600200"/>
          <a:ext cx="6338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337080" imgH="457200" progId="Equation.3">
                  <p:embed/>
                </p:oleObj>
              </mc:Choice>
              <mc:Fallback>
                <p:oleObj name="公式" r:id="rId2" imgW="6337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4" y="1600200"/>
                        <a:ext cx="6338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9" name="Object 47"/>
          <p:cNvGraphicFramePr>
            <a:graphicFrameLocks noChangeAspect="1"/>
          </p:cNvGraphicFramePr>
          <p:nvPr/>
        </p:nvGraphicFramePr>
        <p:xfrm>
          <a:off x="2590800" y="2165351"/>
          <a:ext cx="2590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90560" imgH="393480" progId="Equation.3">
                  <p:embed/>
                </p:oleObj>
              </mc:Choice>
              <mc:Fallback>
                <p:oleObj name="公式" r:id="rId4" imgW="2590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165351"/>
                        <a:ext cx="25908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603" name="Group 51"/>
          <p:cNvGrpSpPr>
            <a:grpSpLocks/>
          </p:cNvGrpSpPr>
          <p:nvPr/>
        </p:nvGrpSpPr>
        <p:grpSpPr bwMode="auto">
          <a:xfrm>
            <a:off x="4041603" y="2905371"/>
            <a:ext cx="4191000" cy="2374901"/>
            <a:chOff x="240" y="2208"/>
            <a:chExt cx="2640" cy="1496"/>
          </a:xfrm>
        </p:grpSpPr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>
              <a:off x="240" y="3504"/>
              <a:ext cx="2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7" name="Line 5"/>
            <p:cNvSpPr>
              <a:spLocks noChangeShapeType="1"/>
            </p:cNvSpPr>
            <p:nvPr/>
          </p:nvSpPr>
          <p:spPr bwMode="auto">
            <a:xfrm flipV="1">
              <a:off x="1332" y="2352"/>
              <a:ext cx="0" cy="13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8" name="Freeform 6"/>
            <p:cNvSpPr>
              <a:spLocks/>
            </p:cNvSpPr>
            <p:nvPr/>
          </p:nvSpPr>
          <p:spPr bwMode="auto">
            <a:xfrm>
              <a:off x="240" y="2384"/>
              <a:ext cx="1092" cy="864"/>
            </a:xfrm>
            <a:custGeom>
              <a:avLst/>
              <a:gdLst>
                <a:gd name="T0" fmla="*/ 0 w 1008"/>
                <a:gd name="T1" fmla="*/ 352 h 864"/>
                <a:gd name="T2" fmla="*/ 336 w 1008"/>
                <a:gd name="T3" fmla="*/ 64 h 864"/>
                <a:gd name="T4" fmla="*/ 816 w 1008"/>
                <a:gd name="T5" fmla="*/ 736 h 864"/>
                <a:gd name="T6" fmla="*/ 1008 w 1008"/>
                <a:gd name="T7" fmla="*/ 832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864">
                  <a:moveTo>
                    <a:pt x="0" y="352"/>
                  </a:moveTo>
                  <a:cubicBezTo>
                    <a:pt x="100" y="176"/>
                    <a:pt x="200" y="0"/>
                    <a:pt x="336" y="64"/>
                  </a:cubicBezTo>
                  <a:cubicBezTo>
                    <a:pt x="472" y="128"/>
                    <a:pt x="704" y="608"/>
                    <a:pt x="816" y="736"/>
                  </a:cubicBezTo>
                  <a:cubicBezTo>
                    <a:pt x="928" y="864"/>
                    <a:pt x="968" y="848"/>
                    <a:pt x="1008" y="832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9" name="Freeform 7"/>
            <p:cNvSpPr>
              <a:spLocks/>
            </p:cNvSpPr>
            <p:nvPr/>
          </p:nvSpPr>
          <p:spPr bwMode="auto">
            <a:xfrm flipH="1">
              <a:off x="1280" y="2400"/>
              <a:ext cx="1092" cy="864"/>
            </a:xfrm>
            <a:custGeom>
              <a:avLst/>
              <a:gdLst>
                <a:gd name="T0" fmla="*/ 0 w 1008"/>
                <a:gd name="T1" fmla="*/ 352 h 864"/>
                <a:gd name="T2" fmla="*/ 336 w 1008"/>
                <a:gd name="T3" fmla="*/ 64 h 864"/>
                <a:gd name="T4" fmla="*/ 816 w 1008"/>
                <a:gd name="T5" fmla="*/ 736 h 864"/>
                <a:gd name="T6" fmla="*/ 1008 w 1008"/>
                <a:gd name="T7" fmla="*/ 832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864">
                  <a:moveTo>
                    <a:pt x="0" y="352"/>
                  </a:moveTo>
                  <a:cubicBezTo>
                    <a:pt x="100" y="176"/>
                    <a:pt x="200" y="0"/>
                    <a:pt x="336" y="64"/>
                  </a:cubicBezTo>
                  <a:cubicBezTo>
                    <a:pt x="472" y="128"/>
                    <a:pt x="704" y="608"/>
                    <a:pt x="816" y="736"/>
                  </a:cubicBezTo>
                  <a:cubicBezTo>
                    <a:pt x="928" y="864"/>
                    <a:pt x="968" y="848"/>
                    <a:pt x="1008" y="832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>
              <a:off x="2372" y="2736"/>
              <a:ext cx="0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6" name="Line 14"/>
            <p:cNvSpPr>
              <a:spLocks noChangeShapeType="1"/>
            </p:cNvSpPr>
            <p:nvPr/>
          </p:nvSpPr>
          <p:spPr bwMode="auto">
            <a:xfrm>
              <a:off x="240" y="2736"/>
              <a:ext cx="0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Line 15"/>
            <p:cNvSpPr>
              <a:spLocks noChangeShapeType="1"/>
            </p:cNvSpPr>
            <p:nvPr/>
          </p:nvSpPr>
          <p:spPr bwMode="auto">
            <a:xfrm>
              <a:off x="968" y="288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8" name="Line 16"/>
            <p:cNvSpPr>
              <a:spLocks noChangeShapeType="1"/>
            </p:cNvSpPr>
            <p:nvPr/>
          </p:nvSpPr>
          <p:spPr bwMode="auto">
            <a:xfrm>
              <a:off x="1696" y="288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9" name="Line 17"/>
            <p:cNvSpPr>
              <a:spLocks noChangeShapeType="1"/>
            </p:cNvSpPr>
            <p:nvPr/>
          </p:nvSpPr>
          <p:spPr bwMode="auto">
            <a:xfrm>
              <a:off x="968" y="2880"/>
              <a:ext cx="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7" name="Text Box 25"/>
            <p:cNvSpPr txBox="1">
              <a:spLocks noChangeArrowheads="1"/>
            </p:cNvSpPr>
            <p:nvPr/>
          </p:nvSpPr>
          <p:spPr bwMode="auto">
            <a:xfrm>
              <a:off x="1124" y="2208"/>
              <a:ext cx="4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79" name="Text Box 27"/>
            <p:cNvSpPr txBox="1">
              <a:spLocks noChangeArrowheads="1"/>
            </p:cNvSpPr>
            <p:nvPr/>
          </p:nvSpPr>
          <p:spPr bwMode="auto">
            <a:xfrm>
              <a:off x="2480" y="3456"/>
              <a:ext cx="4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3581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6703816"/>
                </p:ext>
              </p:extLst>
            </p:nvPr>
          </p:nvGraphicFramePr>
          <p:xfrm>
            <a:off x="266" y="3072"/>
            <a:ext cx="525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66680" imgH="406080" progId="Equation.3">
                    <p:embed/>
                  </p:oleObj>
                </mc:Choice>
                <mc:Fallback>
                  <p:oleObj name="公式" r:id="rId6" imgW="10666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" y="3072"/>
                          <a:ext cx="525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3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4375645"/>
                </p:ext>
              </p:extLst>
            </p:nvPr>
          </p:nvGraphicFramePr>
          <p:xfrm>
            <a:off x="1646" y="2239"/>
            <a:ext cx="726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460160" imgH="406080" progId="Equation.3">
                    <p:embed/>
                  </p:oleObj>
                </mc:Choice>
                <mc:Fallback>
                  <p:oleObj name="公式" r:id="rId8" imgW="14601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6" y="2239"/>
                          <a:ext cx="726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5" name="Text Box 33"/>
            <p:cNvSpPr txBox="1">
              <a:spLocks noChangeArrowheads="1"/>
            </p:cNvSpPr>
            <p:nvPr/>
          </p:nvSpPr>
          <p:spPr bwMode="auto">
            <a:xfrm>
              <a:off x="1124" y="3456"/>
              <a:ext cx="11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87" name="Text Box 35"/>
            <p:cNvSpPr txBox="1">
              <a:spLocks noChangeArrowheads="1"/>
            </p:cNvSpPr>
            <p:nvPr/>
          </p:nvSpPr>
          <p:spPr bwMode="auto">
            <a:xfrm>
              <a:off x="1612" y="3459"/>
              <a:ext cx="11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89" name="Text Box 37"/>
            <p:cNvSpPr txBox="1">
              <a:spLocks noChangeArrowheads="1"/>
            </p:cNvSpPr>
            <p:nvPr/>
          </p:nvSpPr>
          <p:spPr bwMode="auto">
            <a:xfrm>
              <a:off x="808" y="3452"/>
              <a:ext cx="145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-x</a:t>
              </a:r>
            </a:p>
          </p:txBody>
        </p:sp>
        <p:graphicFrame>
          <p:nvGraphicFramePr>
            <p:cNvPr id="23601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5213214"/>
                </p:ext>
              </p:extLst>
            </p:nvPr>
          </p:nvGraphicFramePr>
          <p:xfrm>
            <a:off x="1776" y="3035"/>
            <a:ext cx="440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38080" imgH="406080" progId="Equation.3">
                    <p:embed/>
                  </p:oleObj>
                </mc:Choice>
                <mc:Fallback>
                  <p:oleObj name="公式" r:id="rId10" imgW="8380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035"/>
                          <a:ext cx="440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606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667081"/>
              </p:ext>
            </p:extLst>
          </p:nvPr>
        </p:nvGraphicFramePr>
        <p:xfrm>
          <a:off x="5251450" y="2133600"/>
          <a:ext cx="3076798" cy="424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14520" imgH="457200" progId="Equation.3">
                  <p:embed/>
                </p:oleObj>
              </mc:Choice>
              <mc:Fallback>
                <p:oleObj name="公式" r:id="rId12" imgW="33145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2133600"/>
                        <a:ext cx="3076798" cy="424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152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2582864" y="1136650"/>
          <a:ext cx="5957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956200" imgH="457200" progId="Equation.3">
                  <p:embed/>
                </p:oleObj>
              </mc:Choice>
              <mc:Fallback>
                <p:oleObj name="公式" r:id="rId2" imgW="5956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4" y="1136650"/>
                        <a:ext cx="5957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679700" y="1855788"/>
          <a:ext cx="2425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25680" imgH="393480" progId="Equation.3">
                  <p:embed/>
                </p:oleObj>
              </mc:Choice>
              <mc:Fallback>
                <p:oleObj name="公式" r:id="rId4" imgW="2425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1855788"/>
                        <a:ext cx="24257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5524500" y="1822450"/>
          <a:ext cx="3314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14520" imgH="457200" progId="Equation.3">
                  <p:embed/>
                </p:oleObj>
              </mc:Choice>
              <mc:Fallback>
                <p:oleObj name="公式" r:id="rId6" imgW="33145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1822450"/>
                        <a:ext cx="3314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5286375" y="5181600"/>
            <a:ext cx="1422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奇函数</a:t>
            </a:r>
          </a:p>
        </p:txBody>
      </p:sp>
      <p:grpSp>
        <p:nvGrpSpPr>
          <p:cNvPr id="45062" name="Group 6"/>
          <p:cNvGrpSpPr>
            <a:grpSpLocks/>
          </p:cNvGrpSpPr>
          <p:nvPr/>
        </p:nvGrpSpPr>
        <p:grpSpPr bwMode="auto">
          <a:xfrm>
            <a:off x="3962401" y="2743200"/>
            <a:ext cx="3990975" cy="2895600"/>
            <a:chOff x="2926" y="2160"/>
            <a:chExt cx="2514" cy="1824"/>
          </a:xfrm>
        </p:grpSpPr>
        <p:graphicFrame>
          <p:nvGraphicFramePr>
            <p:cNvPr id="45063" name="Object 7"/>
            <p:cNvGraphicFramePr>
              <a:graphicFrameLocks noChangeAspect="1"/>
            </p:cNvGraphicFramePr>
            <p:nvPr/>
          </p:nvGraphicFramePr>
          <p:xfrm>
            <a:off x="2926" y="3447"/>
            <a:ext cx="53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066680" imgH="406080" progId="Equation.3">
                    <p:embed/>
                  </p:oleObj>
                </mc:Choice>
                <mc:Fallback>
                  <p:oleObj name="公式" r:id="rId8" imgW="10666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3447"/>
                          <a:ext cx="530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5064" name="Group 8"/>
            <p:cNvGrpSpPr>
              <a:grpSpLocks/>
            </p:cNvGrpSpPr>
            <p:nvPr/>
          </p:nvGrpSpPr>
          <p:grpSpPr bwMode="auto">
            <a:xfrm>
              <a:off x="2936" y="2160"/>
              <a:ext cx="2504" cy="1824"/>
              <a:chOff x="2936" y="2160"/>
              <a:chExt cx="2504" cy="1824"/>
            </a:xfrm>
          </p:grpSpPr>
          <p:sp>
            <p:nvSpPr>
              <p:cNvPr id="45065" name="Line 9"/>
              <p:cNvSpPr>
                <a:spLocks noChangeShapeType="1"/>
              </p:cNvSpPr>
              <p:nvPr/>
            </p:nvSpPr>
            <p:spPr bwMode="auto">
              <a:xfrm>
                <a:off x="2936" y="3120"/>
                <a:ext cx="23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66" name="Line 10"/>
              <p:cNvSpPr>
                <a:spLocks noChangeShapeType="1"/>
              </p:cNvSpPr>
              <p:nvPr/>
            </p:nvSpPr>
            <p:spPr bwMode="auto">
              <a:xfrm flipV="1">
                <a:off x="4080" y="2304"/>
                <a:ext cx="0" cy="13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67" name="Freeform 11"/>
              <p:cNvSpPr>
                <a:spLocks/>
              </p:cNvSpPr>
              <p:nvPr/>
            </p:nvSpPr>
            <p:spPr bwMode="auto">
              <a:xfrm>
                <a:off x="4080" y="2256"/>
                <a:ext cx="728" cy="864"/>
              </a:xfrm>
              <a:custGeom>
                <a:avLst/>
                <a:gdLst>
                  <a:gd name="T0" fmla="*/ 672 w 672"/>
                  <a:gd name="T1" fmla="*/ 0 h 864"/>
                  <a:gd name="T2" fmla="*/ 528 w 672"/>
                  <a:gd name="T3" fmla="*/ 576 h 864"/>
                  <a:gd name="T4" fmla="*/ 0 w 672"/>
                  <a:gd name="T5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2" h="864">
                    <a:moveTo>
                      <a:pt x="672" y="0"/>
                    </a:moveTo>
                    <a:cubicBezTo>
                      <a:pt x="656" y="216"/>
                      <a:pt x="640" y="432"/>
                      <a:pt x="528" y="576"/>
                    </a:cubicBezTo>
                    <a:cubicBezTo>
                      <a:pt x="416" y="720"/>
                      <a:pt x="208" y="792"/>
                      <a:pt x="0" y="864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68" name="Freeform 12"/>
              <p:cNvSpPr>
                <a:spLocks/>
              </p:cNvSpPr>
              <p:nvPr/>
            </p:nvSpPr>
            <p:spPr bwMode="auto">
              <a:xfrm rot="10800000">
                <a:off x="3372" y="3120"/>
                <a:ext cx="728" cy="864"/>
              </a:xfrm>
              <a:custGeom>
                <a:avLst/>
                <a:gdLst>
                  <a:gd name="T0" fmla="*/ 672 w 672"/>
                  <a:gd name="T1" fmla="*/ 0 h 864"/>
                  <a:gd name="T2" fmla="*/ 528 w 672"/>
                  <a:gd name="T3" fmla="*/ 576 h 864"/>
                  <a:gd name="T4" fmla="*/ 0 w 672"/>
                  <a:gd name="T5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2" h="864">
                    <a:moveTo>
                      <a:pt x="672" y="0"/>
                    </a:moveTo>
                    <a:cubicBezTo>
                      <a:pt x="656" y="216"/>
                      <a:pt x="640" y="432"/>
                      <a:pt x="528" y="576"/>
                    </a:cubicBezTo>
                    <a:cubicBezTo>
                      <a:pt x="416" y="720"/>
                      <a:pt x="208" y="792"/>
                      <a:pt x="0" y="864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69" name="Line 13"/>
              <p:cNvSpPr>
                <a:spLocks noChangeShapeType="1"/>
              </p:cNvSpPr>
              <p:nvPr/>
            </p:nvSpPr>
            <p:spPr bwMode="auto">
              <a:xfrm flipV="1">
                <a:off x="3404" y="2448"/>
                <a:ext cx="1404" cy="12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70" name="Line 14"/>
              <p:cNvSpPr>
                <a:spLocks noChangeShapeType="1"/>
              </p:cNvSpPr>
              <p:nvPr/>
            </p:nvSpPr>
            <p:spPr bwMode="auto">
              <a:xfrm>
                <a:off x="4796" y="2460"/>
                <a:ext cx="0" cy="6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71" name="Line 15"/>
              <p:cNvSpPr>
                <a:spLocks noChangeShapeType="1"/>
              </p:cNvSpPr>
              <p:nvPr/>
            </p:nvSpPr>
            <p:spPr bwMode="auto">
              <a:xfrm>
                <a:off x="3404" y="3120"/>
                <a:ext cx="0" cy="6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72" name="Text Box 16"/>
              <p:cNvSpPr txBox="1">
                <a:spLocks noChangeArrowheads="1"/>
              </p:cNvSpPr>
              <p:nvPr/>
            </p:nvSpPr>
            <p:spPr bwMode="auto">
              <a:xfrm>
                <a:off x="3872" y="2160"/>
                <a:ext cx="40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73" name="Text Box 17"/>
              <p:cNvSpPr txBox="1">
                <a:spLocks noChangeArrowheads="1"/>
              </p:cNvSpPr>
              <p:nvPr/>
            </p:nvSpPr>
            <p:spPr bwMode="auto">
              <a:xfrm>
                <a:off x="5184" y="3072"/>
                <a:ext cx="25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5074" name="Object 18"/>
              <p:cNvGraphicFramePr>
                <a:graphicFrameLocks noChangeAspect="1"/>
              </p:cNvGraphicFramePr>
              <p:nvPr/>
            </p:nvGraphicFramePr>
            <p:xfrm>
              <a:off x="4828" y="2640"/>
              <a:ext cx="480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838080" imgH="406080" progId="Equation.3">
                      <p:embed/>
                    </p:oleObj>
                  </mc:Choice>
                  <mc:Fallback>
                    <p:oleObj name="公式" r:id="rId10" imgW="838080" imgH="4060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8" y="2640"/>
                            <a:ext cx="480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075" name="Text Box 19"/>
              <p:cNvSpPr txBox="1">
                <a:spLocks noChangeArrowheads="1"/>
              </p:cNvSpPr>
              <p:nvPr/>
            </p:nvSpPr>
            <p:spPr bwMode="auto">
              <a:xfrm>
                <a:off x="4080" y="3072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76" name="Text Box 20"/>
              <p:cNvSpPr txBox="1">
                <a:spLocks noChangeArrowheads="1"/>
              </p:cNvSpPr>
              <p:nvPr/>
            </p:nvSpPr>
            <p:spPr bwMode="auto">
              <a:xfrm>
                <a:off x="4704" y="3072"/>
                <a:ext cx="28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77" name="Text Box 21"/>
              <p:cNvSpPr txBox="1">
                <a:spLocks noChangeArrowheads="1"/>
              </p:cNvSpPr>
              <p:nvPr/>
            </p:nvSpPr>
            <p:spPr bwMode="auto">
              <a:xfrm>
                <a:off x="3144" y="2880"/>
                <a:ext cx="45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</a:p>
            </p:txBody>
          </p:sp>
          <p:graphicFrame>
            <p:nvGraphicFramePr>
              <p:cNvPr id="45078" name="Object 22"/>
              <p:cNvGraphicFramePr>
                <a:graphicFrameLocks noChangeAspect="1"/>
              </p:cNvGraphicFramePr>
              <p:nvPr/>
            </p:nvGraphicFramePr>
            <p:xfrm>
              <a:off x="4670" y="2279"/>
              <a:ext cx="754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460160" imgH="406080" progId="Equation.3">
                      <p:embed/>
                    </p:oleObj>
                  </mc:Choice>
                  <mc:Fallback>
                    <p:oleObj name="公式" r:id="rId12" imgW="1460160" imgH="4060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0" y="2279"/>
                            <a:ext cx="754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32466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2368550" y="792164"/>
            <a:ext cx="365544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函数的周期性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2292350" y="3200400"/>
            <a:ext cx="64572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（通常说周期函数的周期是指其最小正</a:t>
            </a:r>
            <a:r>
              <a:rPr lang="zh-CN" altLang="en-US" sz="2400" b="1" u="sng" dirty="0">
                <a:solidFill>
                  <a:schemeClr val="accent2"/>
                </a:solidFill>
              </a:rPr>
              <a:t>周期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.</a:t>
            </a:r>
          </a:p>
        </p:txBody>
      </p:sp>
      <p:grpSp>
        <p:nvGrpSpPr>
          <p:cNvPr id="36892" name="Group 28"/>
          <p:cNvGrpSpPr>
            <a:grpSpLocks/>
          </p:cNvGrpSpPr>
          <p:nvPr/>
        </p:nvGrpSpPr>
        <p:grpSpPr bwMode="auto">
          <a:xfrm>
            <a:off x="2495550" y="1412876"/>
            <a:ext cx="7918450" cy="1584325"/>
            <a:chOff x="532" y="922"/>
            <a:chExt cx="4988" cy="998"/>
          </a:xfrm>
        </p:grpSpPr>
        <p:graphicFrame>
          <p:nvGraphicFramePr>
            <p:cNvPr id="36884" name="Object 20"/>
            <p:cNvGraphicFramePr>
              <a:graphicFrameLocks noChangeAspect="1"/>
            </p:cNvGraphicFramePr>
            <p:nvPr/>
          </p:nvGraphicFramePr>
          <p:xfrm>
            <a:off x="532" y="929"/>
            <a:ext cx="2385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038480" imgH="444240" progId="Equation.3">
                    <p:embed/>
                  </p:oleObj>
                </mc:Choice>
                <mc:Fallback>
                  <p:oleObj name="公式" r:id="rId2" imgW="403848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929"/>
                          <a:ext cx="2385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5" name="Object 21"/>
            <p:cNvGraphicFramePr>
              <a:graphicFrameLocks noChangeAspect="1"/>
            </p:cNvGraphicFramePr>
            <p:nvPr/>
          </p:nvGraphicFramePr>
          <p:xfrm>
            <a:off x="3007" y="922"/>
            <a:ext cx="2513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254480" imgH="457200" progId="Equation.3">
                    <p:embed/>
                  </p:oleObj>
                </mc:Choice>
                <mc:Fallback>
                  <p:oleObj name="公式" r:id="rId4" imgW="42544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7" y="922"/>
                          <a:ext cx="2513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6" name="Object 22"/>
            <p:cNvGraphicFramePr>
              <a:graphicFrameLocks noChangeAspect="1"/>
            </p:cNvGraphicFramePr>
            <p:nvPr/>
          </p:nvGraphicFramePr>
          <p:xfrm>
            <a:off x="2947" y="1640"/>
            <a:ext cx="241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089240" imgH="457200" progId="Equation.3">
                    <p:embed/>
                  </p:oleObj>
                </mc:Choice>
                <mc:Fallback>
                  <p:oleObj name="公式" r:id="rId6" imgW="408924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7" y="1640"/>
                          <a:ext cx="2415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7" name="Object 23"/>
            <p:cNvGraphicFramePr>
              <a:graphicFrameLocks noChangeAspect="1"/>
            </p:cNvGraphicFramePr>
            <p:nvPr/>
          </p:nvGraphicFramePr>
          <p:xfrm>
            <a:off x="3953" y="1296"/>
            <a:ext cx="128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71520" imgH="444240" progId="Equation.3">
                    <p:embed/>
                  </p:oleObj>
                </mc:Choice>
                <mc:Fallback>
                  <p:oleObj name="公式" r:id="rId8" imgW="217152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3" y="1296"/>
                          <a:ext cx="128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9" name="Object 25"/>
            <p:cNvGraphicFramePr>
              <a:graphicFrameLocks noChangeAspect="1"/>
            </p:cNvGraphicFramePr>
            <p:nvPr/>
          </p:nvGraphicFramePr>
          <p:xfrm>
            <a:off x="532" y="1296"/>
            <a:ext cx="335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676840" imgH="444240" progId="Equation.DSMT4">
                    <p:embed/>
                  </p:oleObj>
                </mc:Choice>
                <mc:Fallback>
                  <p:oleObj name="Equation" r:id="rId10" imgW="567684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1296"/>
                          <a:ext cx="335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0" name="Object 26"/>
            <p:cNvGraphicFramePr>
              <a:graphicFrameLocks noChangeAspect="1"/>
            </p:cNvGraphicFramePr>
            <p:nvPr/>
          </p:nvGraphicFramePr>
          <p:xfrm>
            <a:off x="532" y="1658"/>
            <a:ext cx="236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4000320" imgH="444240" progId="Equation.3">
                    <p:embed/>
                  </p:oleObj>
                </mc:Choice>
                <mc:Fallback>
                  <p:oleObj name="公式" r:id="rId12" imgW="400032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1658"/>
                          <a:ext cx="236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894" name="Group 30"/>
          <p:cNvGrpSpPr>
            <a:grpSpLocks/>
          </p:cNvGrpSpPr>
          <p:nvPr/>
        </p:nvGrpSpPr>
        <p:grpSpPr bwMode="auto">
          <a:xfrm>
            <a:off x="2590800" y="3733800"/>
            <a:ext cx="7086600" cy="2114550"/>
            <a:chOff x="672" y="2352"/>
            <a:chExt cx="4464" cy="1332"/>
          </a:xfrm>
        </p:grpSpPr>
        <p:graphicFrame>
          <p:nvGraphicFramePr>
            <p:cNvPr id="36893" name="Object 29"/>
            <p:cNvGraphicFramePr>
              <a:graphicFrameLocks noChangeAspect="1"/>
            </p:cNvGraphicFramePr>
            <p:nvPr/>
          </p:nvGraphicFramePr>
          <p:xfrm>
            <a:off x="672" y="2352"/>
            <a:ext cx="4464" cy="1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4" imgW="3362794" imgH="2114845" progId="Paint.Picture">
                    <p:embed/>
                  </p:oleObj>
                </mc:Choice>
                <mc:Fallback>
                  <p:oleObj name="BMP 图象" r:id="rId14" imgW="3362794" imgH="2114845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352"/>
                          <a:ext cx="4464" cy="133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7C8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2" name="Line 8"/>
            <p:cNvSpPr>
              <a:spLocks noChangeShapeType="1"/>
            </p:cNvSpPr>
            <p:nvPr/>
          </p:nvSpPr>
          <p:spPr bwMode="auto">
            <a:xfrm flipH="1">
              <a:off x="998" y="292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77" name="Object 13"/>
            <p:cNvGraphicFramePr>
              <a:graphicFrameLocks noChangeAspect="1"/>
            </p:cNvGraphicFramePr>
            <p:nvPr/>
          </p:nvGraphicFramePr>
          <p:xfrm>
            <a:off x="2256" y="3299"/>
            <a:ext cx="211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45760" imgH="888840" progId="Equation.3">
                    <p:embed/>
                  </p:oleObj>
                </mc:Choice>
                <mc:Fallback>
                  <p:oleObj name="公式" r:id="rId16" imgW="545760" imgH="8888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299"/>
                          <a:ext cx="211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8" name="Object 14"/>
            <p:cNvGraphicFramePr>
              <a:graphicFrameLocks noChangeAspect="1"/>
            </p:cNvGraphicFramePr>
            <p:nvPr/>
          </p:nvGraphicFramePr>
          <p:xfrm>
            <a:off x="3168" y="3360"/>
            <a:ext cx="9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53800" imgH="888840" progId="Equation.3">
                    <p:embed/>
                  </p:oleObj>
                </mc:Choice>
                <mc:Fallback>
                  <p:oleObj name="公式" r:id="rId18" imgW="253800" imgH="8888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3360"/>
                          <a:ext cx="9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9" name="Object 15"/>
            <p:cNvGraphicFramePr>
              <a:graphicFrameLocks noChangeAspect="1"/>
            </p:cNvGraphicFramePr>
            <p:nvPr/>
          </p:nvGraphicFramePr>
          <p:xfrm>
            <a:off x="1392" y="3312"/>
            <a:ext cx="26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685800" imgH="888840" progId="Equation.3">
                    <p:embed/>
                  </p:oleObj>
                </mc:Choice>
                <mc:Fallback>
                  <p:oleObj name="公式" r:id="rId20" imgW="685800" imgH="8888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312"/>
                          <a:ext cx="26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0" name="Object 16"/>
            <p:cNvGraphicFramePr>
              <a:graphicFrameLocks noChangeAspect="1"/>
            </p:cNvGraphicFramePr>
            <p:nvPr/>
          </p:nvGraphicFramePr>
          <p:xfrm>
            <a:off x="3984" y="3312"/>
            <a:ext cx="15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93480" imgH="888840" progId="Equation.3">
                    <p:embed/>
                  </p:oleObj>
                </mc:Choice>
                <mc:Fallback>
                  <p:oleObj name="公式" r:id="rId22" imgW="393480" imgH="8888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312"/>
                          <a:ext cx="15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2509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3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8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Grp="1" noChangeArrowheads="1"/>
          </p:cNvSpPr>
          <p:nvPr>
            <p:ph type="title"/>
          </p:nvPr>
        </p:nvSpPr>
        <p:spPr>
          <a:xfrm>
            <a:off x="2072194" y="192098"/>
            <a:ext cx="5122863" cy="685800"/>
          </a:xfrm>
          <a:solidFill>
            <a:schemeClr val="bg1"/>
          </a:solidFill>
          <a:ln/>
        </p:spPr>
        <p:txBody>
          <a:bodyPr>
            <a:norm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  <a:ea typeface="黑体" pitchFamily="2" charset="-122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复合函数和反函数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2089254" y="762633"/>
            <a:ext cx="26385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复合函数  </a:t>
            </a:r>
          </a:p>
        </p:txBody>
      </p:sp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3016251" y="1301751"/>
          <a:ext cx="68167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215640" progId="Equation.3">
                  <p:embed/>
                </p:oleObj>
              </mc:Choice>
              <mc:Fallback>
                <p:oleObj name="Equation" r:id="rId2" imgW="2793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1" y="1301751"/>
                        <a:ext cx="68167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91" name="Group 27"/>
          <p:cNvGrpSpPr>
            <a:grpSpLocks/>
          </p:cNvGrpSpPr>
          <p:nvPr/>
        </p:nvGrpSpPr>
        <p:grpSpPr bwMode="auto">
          <a:xfrm>
            <a:off x="1905000" y="1752601"/>
            <a:ext cx="8332788" cy="612775"/>
            <a:chOff x="240" y="1438"/>
            <a:chExt cx="5249" cy="386"/>
          </a:xfrm>
        </p:grpSpPr>
        <p:graphicFrame>
          <p:nvGraphicFramePr>
            <p:cNvPr id="88075" name="Object 11"/>
            <p:cNvGraphicFramePr>
              <a:graphicFrameLocks noChangeAspect="1"/>
            </p:cNvGraphicFramePr>
            <p:nvPr/>
          </p:nvGraphicFramePr>
          <p:xfrm>
            <a:off x="240" y="1438"/>
            <a:ext cx="3099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42920" imgH="241200" progId="Equation.3">
                    <p:embed/>
                  </p:oleObj>
                </mc:Choice>
                <mc:Fallback>
                  <p:oleObj name="Equation" r:id="rId4" imgW="194292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438"/>
                          <a:ext cx="3099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76" name="Object 12"/>
            <p:cNvGraphicFramePr>
              <a:graphicFrameLocks noChangeAspect="1"/>
            </p:cNvGraphicFramePr>
            <p:nvPr/>
          </p:nvGraphicFramePr>
          <p:xfrm>
            <a:off x="3600" y="1481"/>
            <a:ext cx="1889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93760" imgH="215640" progId="Equation.3">
                    <p:embed/>
                  </p:oleObj>
                </mc:Choice>
                <mc:Fallback>
                  <p:oleObj name="Equation" r:id="rId6" imgW="11937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481"/>
                          <a:ext cx="1889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77" name="Object 13"/>
            <p:cNvGraphicFramePr>
              <a:graphicFrameLocks noChangeAspect="1"/>
            </p:cNvGraphicFramePr>
            <p:nvPr/>
          </p:nvGraphicFramePr>
          <p:xfrm>
            <a:off x="5133" y="1498"/>
            <a:ext cx="27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7480" imgH="177480" progId="Equation.3">
                    <p:embed/>
                  </p:oleObj>
                </mc:Choice>
                <mc:Fallback>
                  <p:oleObj name="公式" r:id="rId8" imgW="1774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3" y="1498"/>
                          <a:ext cx="27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78" name="Object 14"/>
            <p:cNvGraphicFramePr>
              <a:graphicFrameLocks noChangeAspect="1"/>
            </p:cNvGraphicFramePr>
            <p:nvPr/>
          </p:nvGraphicFramePr>
          <p:xfrm>
            <a:off x="3312" y="1499"/>
            <a:ext cx="27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77480" imgH="177480" progId="Equation.3">
                    <p:embed/>
                  </p:oleObj>
                </mc:Choice>
                <mc:Fallback>
                  <p:oleObj name="公式" r:id="rId10" imgW="1774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499"/>
                          <a:ext cx="278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79" name="Object 15"/>
          <p:cNvGraphicFramePr>
            <a:graphicFrameLocks noChangeAspect="1"/>
          </p:cNvGraphicFramePr>
          <p:nvPr/>
        </p:nvGraphicFramePr>
        <p:xfrm>
          <a:off x="2063751" y="2314576"/>
          <a:ext cx="78962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88960" imgH="215640" progId="Equation.3">
                  <p:embed/>
                </p:oleObj>
              </mc:Choice>
              <mc:Fallback>
                <p:oleObj name="公式" r:id="rId12" imgW="3288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2314576"/>
                        <a:ext cx="78962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97" name="Group 33"/>
          <p:cNvGrpSpPr>
            <a:grpSpLocks/>
          </p:cNvGrpSpPr>
          <p:nvPr/>
        </p:nvGrpSpPr>
        <p:grpSpPr bwMode="auto">
          <a:xfrm>
            <a:off x="2057400" y="3373438"/>
            <a:ext cx="5562600" cy="512762"/>
            <a:chOff x="336" y="2112"/>
            <a:chExt cx="3504" cy="323"/>
          </a:xfrm>
        </p:grpSpPr>
        <p:graphicFrame>
          <p:nvGraphicFramePr>
            <p:cNvPr id="88080" name="Object 16"/>
            <p:cNvGraphicFramePr>
              <a:graphicFrameLocks noChangeAspect="1"/>
            </p:cNvGraphicFramePr>
            <p:nvPr/>
          </p:nvGraphicFramePr>
          <p:xfrm>
            <a:off x="336" y="2112"/>
            <a:ext cx="27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77480" imgH="203040" progId="Equation.3">
                    <p:embed/>
                  </p:oleObj>
                </mc:Choice>
                <mc:Fallback>
                  <p:oleObj name="公式" r:id="rId14" imgW="1774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112"/>
                          <a:ext cx="273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81" name="Object 17"/>
            <p:cNvGraphicFramePr>
              <a:graphicFrameLocks noChangeAspect="1"/>
            </p:cNvGraphicFramePr>
            <p:nvPr/>
          </p:nvGraphicFramePr>
          <p:xfrm>
            <a:off x="661" y="2112"/>
            <a:ext cx="317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70000" imgH="215640" progId="Equation.3">
                    <p:embed/>
                  </p:oleObj>
                </mc:Choice>
                <mc:Fallback>
                  <p:oleObj name="Equation" r:id="rId16" imgW="20700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" y="2112"/>
                          <a:ext cx="3179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85" name="Object 21"/>
          <p:cNvGraphicFramePr>
            <a:graphicFrameLocks noChangeAspect="1"/>
          </p:cNvGraphicFramePr>
          <p:nvPr/>
        </p:nvGraphicFramePr>
        <p:xfrm>
          <a:off x="6705600" y="3962400"/>
          <a:ext cx="3683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11280" imgH="203040" progId="Equation.3">
                  <p:embed/>
                </p:oleObj>
              </mc:Choice>
              <mc:Fallback>
                <p:oleObj name="Equation" r:id="rId18" imgW="1511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962400"/>
                        <a:ext cx="3683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8" name="Text Box 24"/>
          <p:cNvSpPr txBox="1">
            <a:spLocks noChangeArrowheads="1"/>
          </p:cNvSpPr>
          <p:nvPr/>
        </p:nvSpPr>
        <p:spPr bwMode="auto">
          <a:xfrm>
            <a:off x="2057401" y="1258999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定义</a:t>
            </a:r>
          </a:p>
        </p:txBody>
      </p:sp>
      <p:graphicFrame>
        <p:nvGraphicFramePr>
          <p:cNvPr id="88092" name="Object 28"/>
          <p:cNvGraphicFramePr>
            <a:graphicFrameLocks noChangeAspect="1"/>
          </p:cNvGraphicFramePr>
          <p:nvPr/>
        </p:nvGraphicFramePr>
        <p:xfrm>
          <a:off x="1981201" y="2819401"/>
          <a:ext cx="6145213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74560" imgH="215640" progId="Equation.3">
                  <p:embed/>
                </p:oleObj>
              </mc:Choice>
              <mc:Fallback>
                <p:oleObj name="Equation" r:id="rId20" imgW="2374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2819401"/>
                        <a:ext cx="6145213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96" name="Group 32"/>
          <p:cNvGrpSpPr>
            <a:grpSpLocks/>
          </p:cNvGrpSpPr>
          <p:nvPr/>
        </p:nvGrpSpPr>
        <p:grpSpPr bwMode="auto">
          <a:xfrm>
            <a:off x="1890616" y="4595728"/>
            <a:ext cx="8480425" cy="533400"/>
            <a:chOff x="226" y="3696"/>
            <a:chExt cx="5342" cy="336"/>
          </a:xfrm>
        </p:grpSpPr>
        <p:sp>
          <p:nvSpPr>
            <p:cNvPr id="88093" name="Rectangle 29"/>
            <p:cNvSpPr>
              <a:spLocks noChangeArrowheads="1"/>
            </p:cNvSpPr>
            <p:nvPr/>
          </p:nvSpPr>
          <p:spPr bwMode="auto">
            <a:xfrm>
              <a:off x="226" y="3696"/>
              <a:ext cx="5342" cy="33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8094" name="Object 30"/>
            <p:cNvGraphicFramePr>
              <a:graphicFrameLocks noChangeAspect="1"/>
            </p:cNvGraphicFramePr>
            <p:nvPr/>
          </p:nvGraphicFramePr>
          <p:xfrm>
            <a:off x="226" y="3709"/>
            <a:ext cx="534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479760" imgH="215640" progId="Equation.3">
                    <p:embed/>
                  </p:oleObj>
                </mc:Choice>
                <mc:Fallback>
                  <p:oleObj name="Equation" r:id="rId22" imgW="34797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" y="3709"/>
                          <a:ext cx="5342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098" name="Group 34"/>
          <p:cNvGrpSpPr>
            <a:grpSpLocks/>
          </p:cNvGrpSpPr>
          <p:nvPr/>
        </p:nvGrpSpPr>
        <p:grpSpPr bwMode="auto">
          <a:xfrm>
            <a:off x="1981201" y="3352800"/>
            <a:ext cx="8196263" cy="1106488"/>
            <a:chOff x="288" y="2112"/>
            <a:chExt cx="5163" cy="697"/>
          </a:xfrm>
        </p:grpSpPr>
        <p:graphicFrame>
          <p:nvGraphicFramePr>
            <p:cNvPr id="88082" name="Object 18"/>
            <p:cNvGraphicFramePr>
              <a:graphicFrameLocks noChangeAspect="1"/>
            </p:cNvGraphicFramePr>
            <p:nvPr/>
          </p:nvGraphicFramePr>
          <p:xfrm>
            <a:off x="288" y="2505"/>
            <a:ext cx="288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803240" imgH="203040" progId="Equation.3">
                    <p:embed/>
                  </p:oleObj>
                </mc:Choice>
                <mc:Fallback>
                  <p:oleObj name="Equation" r:id="rId24" imgW="18032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505"/>
                          <a:ext cx="288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95" name="Object 31"/>
            <p:cNvGraphicFramePr>
              <a:graphicFrameLocks noChangeAspect="1"/>
            </p:cNvGraphicFramePr>
            <p:nvPr/>
          </p:nvGraphicFramePr>
          <p:xfrm>
            <a:off x="3930" y="2112"/>
            <a:ext cx="1521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990360" imgH="215640" progId="Equation.3">
                    <p:embed/>
                  </p:oleObj>
                </mc:Choice>
                <mc:Fallback>
                  <p:oleObj name="Equation" r:id="rId26" imgW="9903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0" y="2112"/>
                          <a:ext cx="1521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99" name="Object 35"/>
          <p:cNvGraphicFramePr>
            <a:graphicFrameLocks noChangeAspect="1"/>
          </p:cNvGraphicFramePr>
          <p:nvPr/>
        </p:nvGraphicFramePr>
        <p:xfrm>
          <a:off x="1905001" y="5181601"/>
          <a:ext cx="46466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04760" imgH="215640" progId="Equation.3">
                  <p:embed/>
                </p:oleObj>
              </mc:Choice>
              <mc:Fallback>
                <p:oleObj name="Equation" r:id="rId28" imgW="1904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5181601"/>
                        <a:ext cx="464661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00" name="Object 36"/>
          <p:cNvGraphicFramePr>
            <a:graphicFrameLocks noChangeAspect="1"/>
          </p:cNvGraphicFramePr>
          <p:nvPr/>
        </p:nvGraphicFramePr>
        <p:xfrm>
          <a:off x="6604000" y="5181601"/>
          <a:ext cx="35306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447560" imgH="215640" progId="Equation.3">
                  <p:embed/>
                </p:oleObj>
              </mc:Choice>
              <mc:Fallback>
                <p:oleObj name="Equation" r:id="rId30" imgW="1447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5181601"/>
                        <a:ext cx="35306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01" name="Object 37"/>
          <p:cNvGraphicFramePr>
            <a:graphicFrameLocks noChangeAspect="1"/>
          </p:cNvGraphicFramePr>
          <p:nvPr/>
        </p:nvGraphicFramePr>
        <p:xfrm>
          <a:off x="3049588" y="5811838"/>
          <a:ext cx="28178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55600" imgH="215640" progId="Equation.3">
                  <p:embed/>
                </p:oleObj>
              </mc:Choice>
              <mc:Fallback>
                <p:oleObj name="Equation" r:id="rId32" imgW="1155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88" y="5811838"/>
                        <a:ext cx="281781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39757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 animBg="1" autoUpdateAnimBg="0"/>
      <p:bldP spid="88067" grpId="0" autoUpdateAnimBg="0"/>
      <p:bldP spid="8808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ext Box 2"/>
          <p:cNvSpPr txBox="1">
            <a:spLocks noChangeArrowheads="1"/>
          </p:cNvSpPr>
          <p:nvPr/>
        </p:nvSpPr>
        <p:spPr bwMode="auto">
          <a:xfrm>
            <a:off x="2011059" y="783995"/>
            <a:ext cx="2438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. 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反函数</a:t>
            </a:r>
          </a:p>
        </p:txBody>
      </p:sp>
      <p:sp>
        <p:nvSpPr>
          <p:cNvPr id="134161" name="Text Box 17"/>
          <p:cNvSpPr txBox="1">
            <a:spLocks noChangeArrowheads="1"/>
          </p:cNvSpPr>
          <p:nvPr/>
        </p:nvSpPr>
        <p:spPr bwMode="auto">
          <a:xfrm>
            <a:off x="2020968" y="162880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定义</a:t>
            </a:r>
          </a:p>
        </p:txBody>
      </p:sp>
      <p:grpSp>
        <p:nvGrpSpPr>
          <p:cNvPr id="134166" name="Group 22"/>
          <p:cNvGrpSpPr>
            <a:grpSpLocks/>
          </p:cNvGrpSpPr>
          <p:nvPr/>
        </p:nvGrpSpPr>
        <p:grpSpPr bwMode="auto">
          <a:xfrm>
            <a:off x="3071665" y="1572282"/>
            <a:ext cx="7048501" cy="533399"/>
            <a:chOff x="902" y="1968"/>
            <a:chExt cx="4440" cy="336"/>
          </a:xfrm>
        </p:grpSpPr>
        <p:graphicFrame>
          <p:nvGraphicFramePr>
            <p:cNvPr id="134162" name="Object 18"/>
            <p:cNvGraphicFramePr>
              <a:graphicFrameLocks noChangeAspect="1"/>
            </p:cNvGraphicFramePr>
            <p:nvPr/>
          </p:nvGraphicFramePr>
          <p:xfrm>
            <a:off x="902" y="1993"/>
            <a:ext cx="340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61960" imgH="215640" progId="Equation.3">
                    <p:embed/>
                  </p:oleObj>
                </mc:Choice>
                <mc:Fallback>
                  <p:oleObj name="Equation" r:id="rId2" imgW="23619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2" y="1993"/>
                          <a:ext cx="3408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164" name="Object 20"/>
            <p:cNvGraphicFramePr>
              <a:graphicFrameLocks noChangeAspect="1"/>
            </p:cNvGraphicFramePr>
            <p:nvPr/>
          </p:nvGraphicFramePr>
          <p:xfrm>
            <a:off x="4320" y="1968"/>
            <a:ext cx="102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60240" imgH="203040" progId="Equation.3">
                    <p:embed/>
                  </p:oleObj>
                </mc:Choice>
                <mc:Fallback>
                  <p:oleObj name="Equation" r:id="rId4" imgW="6602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968"/>
                          <a:ext cx="1022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4165" name="Object 21"/>
          <p:cNvGraphicFramePr>
            <a:graphicFrameLocks noChangeAspect="1"/>
          </p:cNvGraphicFramePr>
          <p:nvPr/>
        </p:nvGraphicFramePr>
        <p:xfrm>
          <a:off x="2011059" y="2348880"/>
          <a:ext cx="443388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03240" imgH="215640" progId="Equation.3">
                  <p:embed/>
                </p:oleObj>
              </mc:Choice>
              <mc:Fallback>
                <p:oleObj name="Equation" r:id="rId6" imgW="1803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059" y="2348880"/>
                        <a:ext cx="443388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0" name="Object 26"/>
          <p:cNvGraphicFramePr>
            <a:graphicFrameLocks noChangeAspect="1"/>
          </p:cNvGraphicFramePr>
          <p:nvPr/>
        </p:nvGraphicFramePr>
        <p:xfrm>
          <a:off x="3647729" y="3933057"/>
          <a:ext cx="45688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76160" imgH="228600" progId="Equation.3">
                  <p:embed/>
                </p:oleObj>
              </mc:Choice>
              <mc:Fallback>
                <p:oleObj name="公式" r:id="rId8" imgW="16761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9" y="3933057"/>
                        <a:ext cx="45688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2" name="Object 28"/>
          <p:cNvGraphicFramePr>
            <a:graphicFrameLocks noChangeAspect="1"/>
          </p:cNvGraphicFramePr>
          <p:nvPr/>
        </p:nvGraphicFramePr>
        <p:xfrm>
          <a:off x="2124869" y="3140968"/>
          <a:ext cx="26082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28520" imgH="203040" progId="Equation.3">
                  <p:embed/>
                </p:oleObj>
              </mc:Choice>
              <mc:Fallback>
                <p:oleObj name="Equation" r:id="rId10" imgW="10285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869" y="3140968"/>
                        <a:ext cx="26082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3" name="Object 29"/>
          <p:cNvGraphicFramePr>
            <a:graphicFrameLocks noChangeAspect="1"/>
          </p:cNvGraphicFramePr>
          <p:nvPr/>
        </p:nvGraphicFramePr>
        <p:xfrm>
          <a:off x="6456040" y="2348880"/>
          <a:ext cx="36830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11280" imgH="215640" progId="Equation.3">
                  <p:embed/>
                </p:oleObj>
              </mc:Choice>
              <mc:Fallback>
                <p:oleObj name="Equation" r:id="rId12" imgW="1511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2348880"/>
                        <a:ext cx="36830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4" name="Object 30"/>
          <p:cNvGraphicFramePr>
            <a:graphicFrameLocks noChangeAspect="1"/>
          </p:cNvGraphicFramePr>
          <p:nvPr/>
        </p:nvGraphicFramePr>
        <p:xfrm>
          <a:off x="4727849" y="3140968"/>
          <a:ext cx="56991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47840" imgH="215640" progId="Equation.3">
                  <p:embed/>
                </p:oleObj>
              </mc:Choice>
              <mc:Fallback>
                <p:oleObj name="Equation" r:id="rId14" imgW="22478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9" y="3140968"/>
                        <a:ext cx="56991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279576" y="4869160"/>
          <a:ext cx="759049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44720" imgH="215640" progId="Equation.DSMT4">
                  <p:embed/>
                </p:oleObj>
              </mc:Choice>
              <mc:Fallback>
                <p:oleObj name="Equation" r:id="rId16" imgW="2844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79576" y="4869160"/>
                        <a:ext cx="7590490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96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autoUpdateAnimBg="0"/>
      <p:bldP spid="13416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0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530969"/>
              </p:ext>
            </p:extLst>
          </p:nvPr>
        </p:nvGraphicFramePr>
        <p:xfrm>
          <a:off x="2631437" y="916910"/>
          <a:ext cx="71802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31760" imgH="228600" progId="Equation.3">
                  <p:embed/>
                </p:oleObj>
              </mc:Choice>
              <mc:Fallback>
                <p:oleObj name="公式" r:id="rId2" imgW="2831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1437" y="916910"/>
                        <a:ext cx="718026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1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160406"/>
              </p:ext>
            </p:extLst>
          </p:nvPr>
        </p:nvGraphicFramePr>
        <p:xfrm>
          <a:off x="1852750" y="1626325"/>
          <a:ext cx="61468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25680" imgH="228600" progId="Equation.3">
                  <p:embed/>
                </p:oleObj>
              </mc:Choice>
              <mc:Fallback>
                <p:oleObj name="公式" r:id="rId4" imgW="24256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750" y="1626325"/>
                        <a:ext cx="61468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2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214789"/>
              </p:ext>
            </p:extLst>
          </p:nvPr>
        </p:nvGraphicFramePr>
        <p:xfrm>
          <a:off x="8229600" y="1691376"/>
          <a:ext cx="14160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03040" progId="Equation.3">
                  <p:embed/>
                </p:oleObj>
              </mc:Choice>
              <mc:Fallback>
                <p:oleObj name="Equation" r:id="rId6" imgW="5587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691376"/>
                        <a:ext cx="14160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3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633362"/>
              </p:ext>
            </p:extLst>
          </p:nvPr>
        </p:nvGraphicFramePr>
        <p:xfrm>
          <a:off x="1847528" y="2340429"/>
          <a:ext cx="5586709" cy="520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00120" imgH="228600" progId="Equation.3">
                  <p:embed/>
                </p:oleObj>
              </mc:Choice>
              <mc:Fallback>
                <p:oleObj name="公式" r:id="rId8" imgW="2400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340429"/>
                        <a:ext cx="5586709" cy="520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4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727946"/>
              </p:ext>
            </p:extLst>
          </p:nvPr>
        </p:nvGraphicFramePr>
        <p:xfrm>
          <a:off x="7655875" y="2352633"/>
          <a:ext cx="21558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680" imgH="215640" progId="Equation.3">
                  <p:embed/>
                </p:oleObj>
              </mc:Choice>
              <mc:Fallback>
                <p:oleObj name="Equation" r:id="rId10" imgW="8506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5875" y="2352633"/>
                        <a:ext cx="21558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5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016299"/>
              </p:ext>
            </p:extLst>
          </p:nvPr>
        </p:nvGraphicFramePr>
        <p:xfrm>
          <a:off x="1776414" y="3110276"/>
          <a:ext cx="39592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62040" imgH="228600" progId="Equation.3">
                  <p:embed/>
                </p:oleObj>
              </mc:Choice>
              <mc:Fallback>
                <p:oleObj name="公式" r:id="rId12" imgW="1562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4" y="3110276"/>
                        <a:ext cx="39592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6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035222"/>
              </p:ext>
            </p:extLst>
          </p:nvPr>
        </p:nvGraphicFramePr>
        <p:xfrm>
          <a:off x="5735639" y="3133276"/>
          <a:ext cx="42005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01720" imgH="228600" progId="Equation.3">
                  <p:embed/>
                </p:oleObj>
              </mc:Choice>
              <mc:Fallback>
                <p:oleObj name="公式" r:id="rId14" imgW="17017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9" y="3133276"/>
                        <a:ext cx="42005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7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283186"/>
              </p:ext>
            </p:extLst>
          </p:nvPr>
        </p:nvGraphicFramePr>
        <p:xfrm>
          <a:off x="1776414" y="3841119"/>
          <a:ext cx="24447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15920" imgH="215640" progId="Equation.3">
                  <p:embed/>
                </p:oleObj>
              </mc:Choice>
              <mc:Fallback>
                <p:oleObj name="Equation" r:id="rId16" imgW="1015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4" y="3841119"/>
                        <a:ext cx="24447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8" name="Object 10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450130"/>
              </p:ext>
            </p:extLst>
          </p:nvPr>
        </p:nvGraphicFramePr>
        <p:xfrm>
          <a:off x="3830638" y="4615477"/>
          <a:ext cx="50133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57400" imgH="203040" progId="Equation.3">
                  <p:embed/>
                </p:oleObj>
              </mc:Choice>
              <mc:Fallback>
                <p:oleObj name="Equation" r:id="rId18" imgW="20574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638" y="4615477"/>
                        <a:ext cx="50133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9" name="Object 10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644649"/>
              </p:ext>
            </p:extLst>
          </p:nvPr>
        </p:nvGraphicFramePr>
        <p:xfrm>
          <a:off x="3100390" y="4538484"/>
          <a:ext cx="34671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422360" imgH="228600" progId="Equation.3">
                  <p:embed/>
                </p:oleObj>
              </mc:Choice>
              <mc:Fallback>
                <p:oleObj name="公式" r:id="rId20" imgW="1422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90" y="4538484"/>
                        <a:ext cx="34671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0" name="Object 10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6663208"/>
              </p:ext>
            </p:extLst>
          </p:nvPr>
        </p:nvGraphicFramePr>
        <p:xfrm>
          <a:off x="6567490" y="4720432"/>
          <a:ext cx="6508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400" imgH="139680" progId="Equation.3">
                  <p:embed/>
                </p:oleObj>
              </mc:Choice>
              <mc:Fallback>
                <p:oleObj name="Equation" r:id="rId22" imgW="26640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7490" y="4720432"/>
                        <a:ext cx="6508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1" name="Object 1037"/>
          <p:cNvGraphicFramePr>
            <a:graphicFrameLocks noChangeAspect="1"/>
          </p:cNvGraphicFramePr>
          <p:nvPr/>
        </p:nvGraphicFramePr>
        <p:xfrm>
          <a:off x="3584575" y="5118101"/>
          <a:ext cx="53530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197080" imgH="228600" progId="Equation.3">
                  <p:embed/>
                </p:oleObj>
              </mc:Choice>
              <mc:Fallback>
                <p:oleObj name="公式" r:id="rId24" imgW="21970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5118101"/>
                        <a:ext cx="53530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2" name="Object 1038"/>
          <p:cNvGraphicFramePr>
            <a:graphicFrameLocks noChangeAspect="1"/>
          </p:cNvGraphicFramePr>
          <p:nvPr/>
        </p:nvGraphicFramePr>
        <p:xfrm>
          <a:off x="2998789" y="5173663"/>
          <a:ext cx="30956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269720" imgH="203040" progId="Equation.3">
                  <p:embed/>
                </p:oleObj>
              </mc:Choice>
              <mc:Fallback>
                <p:oleObj name="公式" r:id="rId26" imgW="12697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9" y="5173663"/>
                        <a:ext cx="30956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3" name="Object 1039"/>
          <p:cNvGraphicFramePr>
            <a:graphicFrameLocks noChangeAspect="1"/>
          </p:cNvGraphicFramePr>
          <p:nvPr/>
        </p:nvGraphicFramePr>
        <p:xfrm>
          <a:off x="6011864" y="5249863"/>
          <a:ext cx="6508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6400" imgH="164880" progId="Equation.3">
                  <p:embed/>
                </p:oleObj>
              </mc:Choice>
              <mc:Fallback>
                <p:oleObj name="Equation" r:id="rId28" imgW="26640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4" y="5249863"/>
                        <a:ext cx="6508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02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269961"/>
              </p:ext>
            </p:extLst>
          </p:nvPr>
        </p:nvGraphicFramePr>
        <p:xfrm>
          <a:off x="1951361" y="755446"/>
          <a:ext cx="79184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4080" imgH="215640" progId="Equation.3">
                  <p:embed/>
                </p:oleObj>
              </mc:Choice>
              <mc:Fallback>
                <p:oleObj name="Equation" r:id="rId2" imgW="3124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361" y="755446"/>
                        <a:ext cx="79184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486698"/>
              </p:ext>
            </p:extLst>
          </p:nvPr>
        </p:nvGraphicFramePr>
        <p:xfrm>
          <a:off x="1966914" y="1394340"/>
          <a:ext cx="70834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960" imgH="215640" progId="Equation.3">
                  <p:embed/>
                </p:oleObj>
              </mc:Choice>
              <mc:Fallback>
                <p:oleObj name="Equation" r:id="rId4" imgW="2793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4" y="1394340"/>
                        <a:ext cx="70834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26" name="Group 6"/>
          <p:cNvGrpSpPr>
            <a:grpSpLocks/>
          </p:cNvGrpSpPr>
          <p:nvPr/>
        </p:nvGrpSpPr>
        <p:grpSpPr bwMode="auto">
          <a:xfrm>
            <a:off x="2913977" y="2097036"/>
            <a:ext cx="4419600" cy="619125"/>
            <a:chOff x="1296" y="3360"/>
            <a:chExt cx="2784" cy="390"/>
          </a:xfrm>
        </p:grpSpPr>
        <p:sp>
          <p:nvSpPr>
            <p:cNvPr id="491527" name="Rectangle 7"/>
            <p:cNvSpPr>
              <a:spLocks noChangeArrowheads="1"/>
            </p:cNvSpPr>
            <p:nvPr/>
          </p:nvSpPr>
          <p:spPr bwMode="auto">
            <a:xfrm>
              <a:off x="1296" y="3366"/>
              <a:ext cx="2784" cy="38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91528" name="Object 8"/>
            <p:cNvGraphicFramePr>
              <a:graphicFrameLocks noChangeAspect="1"/>
            </p:cNvGraphicFramePr>
            <p:nvPr/>
          </p:nvGraphicFramePr>
          <p:xfrm>
            <a:off x="1479" y="3360"/>
            <a:ext cx="2573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676160" imgH="228600" progId="Equation.3">
                    <p:embed/>
                  </p:oleObj>
                </mc:Choice>
                <mc:Fallback>
                  <p:oleObj name="公式" r:id="rId6" imgW="1676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9" y="3360"/>
                          <a:ext cx="2573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15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986517"/>
              </p:ext>
            </p:extLst>
          </p:nvPr>
        </p:nvGraphicFramePr>
        <p:xfrm>
          <a:off x="3338513" y="2736620"/>
          <a:ext cx="40846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76160" imgH="228600" progId="Equation.3">
                  <p:embed/>
                </p:oleObj>
              </mc:Choice>
              <mc:Fallback>
                <p:oleObj name="公式" r:id="rId8" imgW="16761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2736620"/>
                        <a:ext cx="40846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30" name="Group 10"/>
          <p:cNvGrpSpPr>
            <a:grpSpLocks/>
          </p:cNvGrpSpPr>
          <p:nvPr/>
        </p:nvGrpSpPr>
        <p:grpSpPr bwMode="auto">
          <a:xfrm>
            <a:off x="3387051" y="2439194"/>
            <a:ext cx="4511675" cy="1095375"/>
            <a:chOff x="1584" y="3552"/>
            <a:chExt cx="2842" cy="690"/>
          </a:xfrm>
        </p:grpSpPr>
        <p:sp>
          <p:nvSpPr>
            <p:cNvPr id="491531" name="Line 11"/>
            <p:cNvSpPr>
              <a:spLocks noChangeShapeType="1"/>
            </p:cNvSpPr>
            <p:nvPr/>
          </p:nvSpPr>
          <p:spPr bwMode="auto">
            <a:xfrm flipH="1">
              <a:off x="4080" y="3552"/>
              <a:ext cx="3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32" name="Line 12"/>
            <p:cNvSpPr>
              <a:spLocks noChangeShapeType="1"/>
            </p:cNvSpPr>
            <p:nvPr/>
          </p:nvSpPr>
          <p:spPr bwMode="auto">
            <a:xfrm>
              <a:off x="4416" y="3552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33" name="Line 13"/>
            <p:cNvSpPr>
              <a:spLocks noChangeShapeType="1"/>
            </p:cNvSpPr>
            <p:nvPr/>
          </p:nvSpPr>
          <p:spPr bwMode="auto">
            <a:xfrm>
              <a:off x="1584" y="4080"/>
              <a:ext cx="25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34" name="Text Box 14"/>
            <p:cNvSpPr txBox="1">
              <a:spLocks noChangeArrowheads="1"/>
            </p:cNvSpPr>
            <p:nvPr/>
          </p:nvSpPr>
          <p:spPr bwMode="auto">
            <a:xfrm>
              <a:off x="4080" y="3614"/>
              <a:ext cx="346" cy="6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r>
                <a:rPr lang="zh-CN" altLang="en-US" b="1" dirty="0">
                  <a:solidFill>
                    <a:srgbClr val="000099"/>
                  </a:solidFill>
                  <a:ea typeface="黑体" pitchFamily="2" charset="-122"/>
                </a:rPr>
                <a:t>关系</a:t>
              </a:r>
            </a:p>
          </p:txBody>
        </p:sp>
        <p:sp>
          <p:nvSpPr>
            <p:cNvPr id="491535" name="Line 15"/>
            <p:cNvSpPr>
              <a:spLocks noChangeShapeType="1"/>
            </p:cNvSpPr>
            <p:nvPr/>
          </p:nvSpPr>
          <p:spPr bwMode="auto">
            <a:xfrm>
              <a:off x="4176" y="3552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36" name="Line 16"/>
            <p:cNvSpPr>
              <a:spLocks noChangeShapeType="1"/>
            </p:cNvSpPr>
            <p:nvPr/>
          </p:nvSpPr>
          <p:spPr bwMode="auto">
            <a:xfrm>
              <a:off x="4176" y="4080"/>
              <a:ext cx="24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537" name="Group 17"/>
          <p:cNvGrpSpPr>
            <a:grpSpLocks/>
          </p:cNvGrpSpPr>
          <p:nvPr/>
        </p:nvGrpSpPr>
        <p:grpSpPr bwMode="auto">
          <a:xfrm>
            <a:off x="8333031" y="1972625"/>
            <a:ext cx="1676400" cy="685800"/>
            <a:chOff x="4176" y="3456"/>
            <a:chExt cx="1056" cy="432"/>
          </a:xfrm>
        </p:grpSpPr>
        <p:sp>
          <p:nvSpPr>
            <p:cNvPr id="491538" name="Rectangle 18"/>
            <p:cNvSpPr>
              <a:spLocks noChangeArrowheads="1"/>
            </p:cNvSpPr>
            <p:nvPr/>
          </p:nvSpPr>
          <p:spPr bwMode="auto">
            <a:xfrm>
              <a:off x="4176" y="3456"/>
              <a:ext cx="1056" cy="43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91539" name="Object 19"/>
            <p:cNvGraphicFramePr>
              <a:graphicFrameLocks noChangeAspect="1"/>
            </p:cNvGraphicFramePr>
            <p:nvPr/>
          </p:nvGraphicFramePr>
          <p:xfrm>
            <a:off x="4178" y="3526"/>
            <a:ext cx="105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60240" imgH="203040" progId="Equation.3">
                    <p:embed/>
                  </p:oleObj>
                </mc:Choice>
                <mc:Fallback>
                  <p:oleObj name="Equation" r:id="rId10" imgW="6602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8" y="3526"/>
                          <a:ext cx="105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540" name="Text Box 20"/>
          <p:cNvSpPr txBox="1">
            <a:spLocks noChangeArrowheads="1"/>
          </p:cNvSpPr>
          <p:nvPr/>
        </p:nvSpPr>
        <p:spPr bwMode="auto">
          <a:xfrm>
            <a:off x="1966914" y="2735621"/>
            <a:ext cx="125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注意：</a:t>
            </a:r>
          </a:p>
        </p:txBody>
      </p:sp>
      <p:sp>
        <p:nvSpPr>
          <p:cNvPr id="491541" name="Text Box 21"/>
          <p:cNvSpPr txBox="1">
            <a:spLocks noChangeArrowheads="1"/>
          </p:cNvSpPr>
          <p:nvPr/>
        </p:nvSpPr>
        <p:spPr bwMode="auto">
          <a:xfrm>
            <a:off x="1997071" y="3431381"/>
            <a:ext cx="324167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  <a:ea typeface="黑体" pitchFamily="2" charset="-122"/>
              </a:rPr>
              <a:t>求反函数的方法：</a:t>
            </a:r>
          </a:p>
        </p:txBody>
      </p:sp>
      <p:sp>
        <p:nvSpPr>
          <p:cNvPr id="491546" name="Rectangle 26"/>
          <p:cNvSpPr>
            <a:spLocks noChangeArrowheads="1"/>
          </p:cNvSpPr>
          <p:nvPr/>
        </p:nvSpPr>
        <p:spPr bwMode="auto">
          <a:xfrm>
            <a:off x="1891830" y="4215531"/>
            <a:ext cx="7848600" cy="1371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154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33024"/>
              </p:ext>
            </p:extLst>
          </p:nvPr>
        </p:nvGraphicFramePr>
        <p:xfrm>
          <a:off x="2080742" y="4323915"/>
          <a:ext cx="76596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22560" imgH="228600" progId="Equation.3">
                  <p:embed/>
                </p:oleObj>
              </mc:Choice>
              <mc:Fallback>
                <p:oleObj name="公式" r:id="rId12" imgW="3022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742" y="4323915"/>
                        <a:ext cx="76596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4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134196"/>
              </p:ext>
            </p:extLst>
          </p:nvPr>
        </p:nvGraphicFramePr>
        <p:xfrm>
          <a:off x="2075846" y="5104531"/>
          <a:ext cx="25749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15920" imgH="203040" progId="Equation.3">
                  <p:embed/>
                </p:oleObj>
              </mc:Choice>
              <mc:Fallback>
                <p:oleObj name="Equation" r:id="rId14" imgW="10159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846" y="5104531"/>
                        <a:ext cx="25749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4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825127"/>
              </p:ext>
            </p:extLst>
          </p:nvPr>
        </p:nvGraphicFramePr>
        <p:xfrm>
          <a:off x="4988671" y="5019674"/>
          <a:ext cx="40846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76160" imgH="228600" progId="Equation.3">
                  <p:embed/>
                </p:oleObj>
              </mc:Choice>
              <mc:Fallback>
                <p:oleObj name="公式" r:id="rId16" imgW="16761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8671" y="5019674"/>
                        <a:ext cx="40846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839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0" grpId="0" autoUpdateAnimBg="0"/>
      <p:bldP spid="491541" grpId="0"/>
      <p:bldP spid="49154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20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355922"/>
              </p:ext>
            </p:extLst>
          </p:nvPr>
        </p:nvGraphicFramePr>
        <p:xfrm>
          <a:off x="2113790" y="344488"/>
          <a:ext cx="80772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87440" imgH="457200" progId="Equation.3">
                  <p:embed/>
                </p:oleObj>
              </mc:Choice>
              <mc:Fallback>
                <p:oleObj name="公式" r:id="rId2" imgW="31874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3790" y="344488"/>
                        <a:ext cx="8077200" cy="1085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226" name="Group 42"/>
          <p:cNvGrpSpPr>
            <a:grpSpLocks/>
          </p:cNvGrpSpPr>
          <p:nvPr/>
        </p:nvGrpSpPr>
        <p:grpSpPr bwMode="auto">
          <a:xfrm>
            <a:off x="3265488" y="1484313"/>
            <a:ext cx="5954712" cy="3048000"/>
            <a:chOff x="1097" y="1584"/>
            <a:chExt cx="3751" cy="1920"/>
          </a:xfrm>
        </p:grpSpPr>
        <p:sp>
          <p:nvSpPr>
            <p:cNvPr id="93190" name="Freeform 6"/>
            <p:cNvSpPr>
              <a:spLocks/>
            </p:cNvSpPr>
            <p:nvPr/>
          </p:nvSpPr>
          <p:spPr bwMode="auto">
            <a:xfrm>
              <a:off x="2055" y="2448"/>
              <a:ext cx="1311" cy="1039"/>
            </a:xfrm>
            <a:custGeom>
              <a:avLst/>
              <a:gdLst>
                <a:gd name="T0" fmla="*/ 0 w 1392"/>
                <a:gd name="T1" fmla="*/ 1440 h 1440"/>
                <a:gd name="T2" fmla="*/ 288 w 1392"/>
                <a:gd name="T3" fmla="*/ 960 h 1440"/>
                <a:gd name="T4" fmla="*/ 576 w 1392"/>
                <a:gd name="T5" fmla="*/ 624 h 1440"/>
                <a:gd name="T6" fmla="*/ 912 w 1392"/>
                <a:gd name="T7" fmla="*/ 336 h 1440"/>
                <a:gd name="T8" fmla="*/ 1248 w 1392"/>
                <a:gd name="T9" fmla="*/ 96 h 1440"/>
                <a:gd name="T10" fmla="*/ 1392 w 1392"/>
                <a:gd name="T11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92" h="1440">
                  <a:moveTo>
                    <a:pt x="0" y="1440"/>
                  </a:moveTo>
                  <a:cubicBezTo>
                    <a:pt x="96" y="1268"/>
                    <a:pt x="192" y="1096"/>
                    <a:pt x="288" y="960"/>
                  </a:cubicBezTo>
                  <a:cubicBezTo>
                    <a:pt x="384" y="824"/>
                    <a:pt x="472" y="728"/>
                    <a:pt x="576" y="624"/>
                  </a:cubicBezTo>
                  <a:cubicBezTo>
                    <a:pt x="680" y="520"/>
                    <a:pt x="800" y="424"/>
                    <a:pt x="912" y="336"/>
                  </a:cubicBezTo>
                  <a:cubicBezTo>
                    <a:pt x="1024" y="248"/>
                    <a:pt x="1168" y="152"/>
                    <a:pt x="1248" y="96"/>
                  </a:cubicBezTo>
                  <a:cubicBezTo>
                    <a:pt x="1328" y="40"/>
                    <a:pt x="1360" y="16"/>
                    <a:pt x="1392" y="0"/>
                  </a:cubicBezTo>
                </a:path>
              </a:pathLst>
            </a:custGeom>
            <a:noFill/>
            <a:ln w="25400" cmpd="sng">
              <a:solidFill>
                <a:srgbClr val="0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191" name="AutoShape 7"/>
            <p:cNvSpPr>
              <a:spLocks noChangeArrowheads="1"/>
            </p:cNvSpPr>
            <p:nvPr/>
          </p:nvSpPr>
          <p:spPr bwMode="auto">
            <a:xfrm>
              <a:off x="2496" y="2926"/>
              <a:ext cx="52" cy="50"/>
            </a:xfrm>
            <a:prstGeom prst="star8">
              <a:avLst>
                <a:gd name="adj" fmla="val 38250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192" name="AutoShape 8"/>
            <p:cNvSpPr>
              <a:spLocks noChangeArrowheads="1"/>
            </p:cNvSpPr>
            <p:nvPr/>
          </p:nvSpPr>
          <p:spPr bwMode="auto">
            <a:xfrm>
              <a:off x="2119" y="2613"/>
              <a:ext cx="52" cy="50"/>
            </a:xfrm>
            <a:prstGeom prst="star8">
              <a:avLst>
                <a:gd name="adj" fmla="val 38250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800"/>
            </a:p>
          </p:txBody>
        </p:sp>
        <p:graphicFrame>
          <p:nvGraphicFramePr>
            <p:cNvPr id="93193" name="Object 9"/>
            <p:cNvGraphicFramePr>
              <a:graphicFrameLocks noChangeAspect="1"/>
            </p:cNvGraphicFramePr>
            <p:nvPr/>
          </p:nvGraphicFramePr>
          <p:xfrm>
            <a:off x="3360" y="2352"/>
            <a:ext cx="101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22080" imgH="203040" progId="Equation.3">
                    <p:embed/>
                  </p:oleObj>
                </mc:Choice>
                <mc:Fallback>
                  <p:oleObj name="Equation" r:id="rId4" imgW="6220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352"/>
                          <a:ext cx="1015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4" name="Line 10"/>
            <p:cNvSpPr>
              <a:spLocks noChangeShapeType="1"/>
            </p:cNvSpPr>
            <p:nvPr/>
          </p:nvSpPr>
          <p:spPr bwMode="auto">
            <a:xfrm flipV="1">
              <a:off x="1524" y="1899"/>
              <a:ext cx="1787" cy="160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195" name="Freeform 11"/>
            <p:cNvSpPr>
              <a:spLocks/>
            </p:cNvSpPr>
            <p:nvPr/>
          </p:nvSpPr>
          <p:spPr bwMode="auto">
            <a:xfrm rot="-11096392">
              <a:off x="1440" y="1989"/>
              <a:ext cx="1310" cy="1039"/>
            </a:xfrm>
            <a:custGeom>
              <a:avLst/>
              <a:gdLst>
                <a:gd name="T0" fmla="*/ 0 w 1392"/>
                <a:gd name="T1" fmla="*/ 1440 h 1440"/>
                <a:gd name="T2" fmla="*/ 288 w 1392"/>
                <a:gd name="T3" fmla="*/ 960 h 1440"/>
                <a:gd name="T4" fmla="*/ 576 w 1392"/>
                <a:gd name="T5" fmla="*/ 624 h 1440"/>
                <a:gd name="T6" fmla="*/ 912 w 1392"/>
                <a:gd name="T7" fmla="*/ 336 h 1440"/>
                <a:gd name="T8" fmla="*/ 1248 w 1392"/>
                <a:gd name="T9" fmla="*/ 96 h 1440"/>
                <a:gd name="T10" fmla="*/ 1392 w 1392"/>
                <a:gd name="T11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92" h="1440">
                  <a:moveTo>
                    <a:pt x="0" y="1440"/>
                  </a:moveTo>
                  <a:cubicBezTo>
                    <a:pt x="96" y="1268"/>
                    <a:pt x="192" y="1096"/>
                    <a:pt x="288" y="960"/>
                  </a:cubicBezTo>
                  <a:cubicBezTo>
                    <a:pt x="384" y="824"/>
                    <a:pt x="472" y="728"/>
                    <a:pt x="576" y="624"/>
                  </a:cubicBezTo>
                  <a:cubicBezTo>
                    <a:pt x="680" y="520"/>
                    <a:pt x="800" y="424"/>
                    <a:pt x="912" y="336"/>
                  </a:cubicBezTo>
                  <a:cubicBezTo>
                    <a:pt x="1024" y="248"/>
                    <a:pt x="1168" y="152"/>
                    <a:pt x="1248" y="96"/>
                  </a:cubicBezTo>
                  <a:cubicBezTo>
                    <a:pt x="1328" y="40"/>
                    <a:pt x="1360" y="16"/>
                    <a:pt x="1392" y="0"/>
                  </a:cubicBezTo>
                </a:path>
              </a:pathLst>
            </a:custGeom>
            <a:noFill/>
            <a:ln w="2540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196" name="Line 12"/>
            <p:cNvSpPr>
              <a:spLocks noChangeShapeType="1"/>
            </p:cNvSpPr>
            <p:nvPr/>
          </p:nvSpPr>
          <p:spPr bwMode="auto">
            <a:xfrm>
              <a:off x="1483" y="3273"/>
              <a:ext cx="3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197" name="Line 13"/>
            <p:cNvSpPr>
              <a:spLocks noChangeShapeType="1"/>
            </p:cNvSpPr>
            <p:nvPr/>
          </p:nvSpPr>
          <p:spPr bwMode="auto">
            <a:xfrm flipV="1">
              <a:off x="1799" y="1722"/>
              <a:ext cx="0" cy="17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198" name="Object 14"/>
            <p:cNvGraphicFramePr>
              <a:graphicFrameLocks noChangeAspect="1"/>
            </p:cNvGraphicFramePr>
            <p:nvPr/>
          </p:nvGraphicFramePr>
          <p:xfrm>
            <a:off x="4607" y="3201"/>
            <a:ext cx="241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139680" progId="Equation.3">
                    <p:embed/>
                  </p:oleObj>
                </mc:Choice>
                <mc:Fallback>
                  <p:oleObj name="Equation" r:id="rId6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3201"/>
                          <a:ext cx="241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199" name="Object 15"/>
            <p:cNvGraphicFramePr>
              <a:graphicFrameLocks noChangeAspect="1"/>
            </p:cNvGraphicFramePr>
            <p:nvPr/>
          </p:nvGraphicFramePr>
          <p:xfrm>
            <a:off x="1535" y="1584"/>
            <a:ext cx="28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64880" progId="Equation.3">
                    <p:embed/>
                  </p:oleObj>
                </mc:Choice>
                <mc:Fallback>
                  <p:oleObj name="Equation" r:id="rId8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5" y="1584"/>
                          <a:ext cx="28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0" name="Object 16"/>
            <p:cNvGraphicFramePr>
              <a:graphicFrameLocks noChangeAspect="1"/>
            </p:cNvGraphicFramePr>
            <p:nvPr/>
          </p:nvGraphicFramePr>
          <p:xfrm>
            <a:off x="1606" y="3072"/>
            <a:ext cx="218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0" imgH="139680" progId="Equation.3">
                    <p:embed/>
                  </p:oleObj>
                </mc:Choice>
                <mc:Fallback>
                  <p:oleObj name="Equation" r:id="rId10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6" y="3072"/>
                          <a:ext cx="218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01" name="Line 17"/>
            <p:cNvSpPr>
              <a:spLocks noChangeShapeType="1"/>
            </p:cNvSpPr>
            <p:nvPr/>
          </p:nvSpPr>
          <p:spPr bwMode="auto">
            <a:xfrm>
              <a:off x="2143" y="2635"/>
              <a:ext cx="348" cy="3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20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1386824"/>
                </p:ext>
              </p:extLst>
            </p:nvPr>
          </p:nvGraphicFramePr>
          <p:xfrm>
            <a:off x="1097" y="2283"/>
            <a:ext cx="1063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47640" imgH="203040" progId="Equation.3">
                    <p:embed/>
                  </p:oleObj>
                </mc:Choice>
                <mc:Fallback>
                  <p:oleObj name="Equation" r:id="rId12" imgW="6476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7" y="2283"/>
                          <a:ext cx="1063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3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4920862"/>
                </p:ext>
              </p:extLst>
            </p:nvPr>
          </p:nvGraphicFramePr>
          <p:xfrm>
            <a:off x="2544" y="2880"/>
            <a:ext cx="937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96880" imgH="203040" progId="Equation.3">
                    <p:embed/>
                  </p:oleObj>
                </mc:Choice>
                <mc:Fallback>
                  <p:oleObj name="Equation" r:id="rId14" imgW="5968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880"/>
                          <a:ext cx="937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4" name="Object 20"/>
            <p:cNvGraphicFramePr>
              <a:graphicFrameLocks noChangeAspect="1"/>
            </p:cNvGraphicFramePr>
            <p:nvPr/>
          </p:nvGraphicFramePr>
          <p:xfrm>
            <a:off x="2064" y="1664"/>
            <a:ext cx="108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36560" imgH="228600" progId="Equation.3">
                    <p:embed/>
                  </p:oleObj>
                </mc:Choice>
                <mc:Fallback>
                  <p:oleObj name="Equation" r:id="rId16" imgW="7365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664"/>
                          <a:ext cx="1087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9" name="Object 25"/>
            <p:cNvGraphicFramePr>
              <a:graphicFrameLocks noChangeAspect="1"/>
            </p:cNvGraphicFramePr>
            <p:nvPr/>
          </p:nvGraphicFramePr>
          <p:xfrm>
            <a:off x="3360" y="2611"/>
            <a:ext cx="120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36560" imgH="228600" progId="Equation.3">
                    <p:embed/>
                  </p:oleObj>
                </mc:Choice>
                <mc:Fallback>
                  <p:oleObj name="Equation" r:id="rId18" imgW="7365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611"/>
                          <a:ext cx="120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10" name="Object 26"/>
            <p:cNvGraphicFramePr>
              <a:graphicFrameLocks noChangeAspect="1"/>
            </p:cNvGraphicFramePr>
            <p:nvPr/>
          </p:nvGraphicFramePr>
          <p:xfrm>
            <a:off x="3312" y="1787"/>
            <a:ext cx="642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93480" imgH="164880" progId="Equation.3">
                    <p:embed/>
                  </p:oleObj>
                </mc:Choice>
                <mc:Fallback>
                  <p:oleObj name="Equation" r:id="rId20" imgW="3934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87"/>
                          <a:ext cx="642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11" name="Object 27"/>
            <p:cNvGraphicFramePr>
              <a:graphicFrameLocks noChangeAspect="1"/>
            </p:cNvGraphicFramePr>
            <p:nvPr/>
          </p:nvGraphicFramePr>
          <p:xfrm>
            <a:off x="2448" y="2902"/>
            <a:ext cx="144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120" imgH="114120" progId="Equation.3">
                    <p:embed/>
                  </p:oleObj>
                </mc:Choice>
                <mc:Fallback>
                  <p:oleObj name="Equation" r:id="rId22" imgW="114120" imgH="114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902"/>
                          <a:ext cx="144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12" name="Object 28"/>
            <p:cNvGraphicFramePr>
              <a:graphicFrameLocks noChangeAspect="1"/>
            </p:cNvGraphicFramePr>
            <p:nvPr/>
          </p:nvGraphicFramePr>
          <p:xfrm>
            <a:off x="2064" y="2566"/>
            <a:ext cx="144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4120" imgH="114120" progId="Equation.3">
                    <p:embed/>
                  </p:oleObj>
                </mc:Choice>
                <mc:Fallback>
                  <p:oleObj name="Equation" r:id="rId24" imgW="114120" imgH="114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566"/>
                          <a:ext cx="144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13" name="Line 29"/>
            <p:cNvSpPr>
              <a:spLocks noChangeShapeType="1"/>
            </p:cNvSpPr>
            <p:nvPr/>
          </p:nvSpPr>
          <p:spPr bwMode="auto">
            <a:xfrm flipV="1">
              <a:off x="1776" y="2976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4" name="Line 30"/>
            <p:cNvSpPr>
              <a:spLocks noChangeShapeType="1"/>
            </p:cNvSpPr>
            <p:nvPr/>
          </p:nvSpPr>
          <p:spPr bwMode="auto">
            <a:xfrm flipV="1">
              <a:off x="1776" y="2592"/>
              <a:ext cx="38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5" name="Line 31"/>
            <p:cNvSpPr>
              <a:spLocks noChangeShapeType="1"/>
            </p:cNvSpPr>
            <p:nvPr/>
          </p:nvSpPr>
          <p:spPr bwMode="auto">
            <a:xfrm flipV="1">
              <a:off x="2256" y="2688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6" name="Line 32"/>
            <p:cNvSpPr>
              <a:spLocks noChangeShapeType="1"/>
            </p:cNvSpPr>
            <p:nvPr/>
          </p:nvSpPr>
          <p:spPr bwMode="auto">
            <a:xfrm>
              <a:off x="2304" y="2688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8" name="Line 34"/>
            <p:cNvSpPr>
              <a:spLocks noChangeShapeType="1"/>
            </p:cNvSpPr>
            <p:nvPr/>
          </p:nvSpPr>
          <p:spPr bwMode="auto">
            <a:xfrm>
              <a:off x="1824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0" name="Line 36"/>
            <p:cNvSpPr>
              <a:spLocks noChangeShapeType="1"/>
            </p:cNvSpPr>
            <p:nvPr/>
          </p:nvSpPr>
          <p:spPr bwMode="auto">
            <a:xfrm>
              <a:off x="2496" y="29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1" name="Line 37"/>
            <p:cNvSpPr>
              <a:spLocks noChangeShapeType="1"/>
            </p:cNvSpPr>
            <p:nvPr/>
          </p:nvSpPr>
          <p:spPr bwMode="auto">
            <a:xfrm flipH="1">
              <a:off x="2448" y="32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2" name="Line 38"/>
            <p:cNvSpPr>
              <a:spLocks noChangeShapeType="1"/>
            </p:cNvSpPr>
            <p:nvPr/>
          </p:nvSpPr>
          <p:spPr bwMode="auto">
            <a:xfrm>
              <a:off x="2448" y="321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3" name="Line 39"/>
            <p:cNvSpPr>
              <a:spLocks noChangeShapeType="1"/>
            </p:cNvSpPr>
            <p:nvPr/>
          </p:nvSpPr>
          <p:spPr bwMode="auto">
            <a:xfrm>
              <a:off x="1872" y="264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5" name="Line 41"/>
            <p:cNvSpPr>
              <a:spLocks noChangeShapeType="1"/>
            </p:cNvSpPr>
            <p:nvPr/>
          </p:nvSpPr>
          <p:spPr bwMode="auto">
            <a:xfrm>
              <a:off x="1824" y="268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3227" name="Text Box 43"/>
          <p:cNvSpPr txBox="1">
            <a:spLocks noChangeArrowheads="1"/>
          </p:cNvSpPr>
          <p:nvPr/>
        </p:nvSpPr>
        <p:spPr bwMode="auto">
          <a:xfrm>
            <a:off x="2000250" y="450850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定理</a:t>
            </a:r>
          </a:p>
        </p:txBody>
      </p:sp>
      <p:graphicFrame>
        <p:nvGraphicFramePr>
          <p:cNvPr id="93228" name="Object 44"/>
          <p:cNvGraphicFramePr>
            <a:graphicFrameLocks noChangeAspect="1"/>
          </p:cNvGraphicFramePr>
          <p:nvPr/>
        </p:nvGraphicFramePr>
        <p:xfrm>
          <a:off x="1993900" y="4538664"/>
          <a:ext cx="817245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3225600" imgH="685800" progId="Equation.3">
                  <p:embed/>
                </p:oleObj>
              </mc:Choice>
              <mc:Fallback>
                <p:oleObj name="公式" r:id="rId25" imgW="32256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4538664"/>
                        <a:ext cx="817245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29" name="Object 45"/>
          <p:cNvGraphicFramePr>
            <a:graphicFrameLocks noChangeAspect="1"/>
          </p:cNvGraphicFramePr>
          <p:nvPr/>
        </p:nvGraphicFramePr>
        <p:xfrm>
          <a:off x="8167689" y="4559300"/>
          <a:ext cx="1673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60240" imgH="203040" progId="Equation.3">
                  <p:embed/>
                </p:oleObj>
              </mc:Choice>
              <mc:Fallback>
                <p:oleObj name="Equation" r:id="rId27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7689" y="4559300"/>
                        <a:ext cx="1673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30" name="Object 46"/>
          <p:cNvGraphicFramePr>
            <a:graphicFrameLocks noChangeAspect="1"/>
          </p:cNvGraphicFramePr>
          <p:nvPr/>
        </p:nvGraphicFramePr>
        <p:xfrm>
          <a:off x="6456041" y="5661025"/>
          <a:ext cx="181689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60240" imgH="203040" progId="Equation.3">
                  <p:embed/>
                </p:oleObj>
              </mc:Choice>
              <mc:Fallback>
                <p:oleObj name="Equation" r:id="rId29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1" y="5661025"/>
                        <a:ext cx="181689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31" name="Text Box 47"/>
          <p:cNvSpPr txBox="1">
            <a:spLocks noChangeArrowheads="1"/>
          </p:cNvSpPr>
          <p:nvPr/>
        </p:nvSpPr>
        <p:spPr bwMode="auto">
          <a:xfrm>
            <a:off x="8580439" y="5624513"/>
            <a:ext cx="1908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6600"/>
                </a:solidFill>
                <a:ea typeface="黑体" pitchFamily="2" charset="-122"/>
              </a:rPr>
              <a:t>证明略</a:t>
            </a:r>
          </a:p>
        </p:txBody>
      </p:sp>
    </p:spTree>
    <p:extLst>
      <p:ext uri="{BB962C8B-B14F-4D97-AF65-F5344CB8AC3E}">
        <p14:creationId xmlns:p14="http://schemas.microsoft.com/office/powerpoint/2010/main" val="6093538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27" grpId="0" autoUpdateAnimBg="0"/>
      <p:bldP spid="9323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/>
          <p:cNvSpPr txBox="1">
            <a:spLocks noGrp="1" noChangeArrowheads="1"/>
          </p:cNvSpPr>
          <p:nvPr>
            <p:ph type="title"/>
          </p:nvPr>
        </p:nvSpPr>
        <p:spPr>
          <a:xfrm>
            <a:off x="2133809" y="260648"/>
            <a:ext cx="3455938" cy="762000"/>
          </a:xfrm>
          <a:solidFill>
            <a:schemeClr val="bg1"/>
          </a:solidFill>
          <a:ln/>
        </p:spPr>
        <p:txBody>
          <a:bodyPr>
            <a:norm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初等函数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2099155" y="1306744"/>
            <a:ext cx="864096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基本初等函数</a:t>
            </a:r>
            <a:r>
              <a:rPr lang="zh-CN" altLang="en-US" sz="3200" b="1" dirty="0">
                <a:solidFill>
                  <a:srgbClr val="FF0000"/>
                </a:solidFill>
              </a:rPr>
              <a:t>（</a:t>
            </a:r>
            <a:r>
              <a:rPr lang="en-US" altLang="zh-CN" sz="3200" b="1" dirty="0">
                <a:solidFill>
                  <a:srgbClr val="FF0000"/>
                </a:solidFill>
              </a:rPr>
              <a:t>6</a:t>
            </a:r>
            <a:r>
              <a:rPr lang="zh-CN" altLang="en-US" sz="3200" b="1" dirty="0">
                <a:solidFill>
                  <a:srgbClr val="FF0000"/>
                </a:solidFill>
              </a:rPr>
              <a:t>类）：常值函数、幂函数、指数函数、对数函数、三角函数、反三角函数</a:t>
            </a:r>
            <a:r>
              <a:rPr lang="en-US" altLang="zh-CN" sz="3200" b="1" dirty="0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chemeClr val="accent2"/>
                </a:solidFill>
              </a:rPr>
              <a:t>   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2151177" y="2628201"/>
            <a:ext cx="25046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常值函数</a:t>
            </a:r>
          </a:p>
        </p:txBody>
      </p:sp>
      <p:graphicFrame>
        <p:nvGraphicFramePr>
          <p:cNvPr id="94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364964"/>
              </p:ext>
            </p:extLst>
          </p:nvPr>
        </p:nvGraphicFramePr>
        <p:xfrm>
          <a:off x="4848655" y="2679106"/>
          <a:ext cx="14160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4240" imgH="203040" progId="Equation.3">
                  <p:embed/>
                </p:oleObj>
              </mc:Choice>
              <mc:Fallback>
                <p:oleObj name="公式" r:id="rId2" imgW="444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655" y="2679106"/>
                        <a:ext cx="141605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2147982" y="3353620"/>
            <a:ext cx="2286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幂函数</a:t>
            </a:r>
          </a:p>
        </p:txBody>
      </p:sp>
      <p:graphicFrame>
        <p:nvGraphicFramePr>
          <p:cNvPr id="94215" name="Object 7"/>
          <p:cNvGraphicFramePr>
            <a:graphicFrameLocks noChangeAspect="1"/>
          </p:cNvGraphicFramePr>
          <p:nvPr/>
        </p:nvGraphicFramePr>
        <p:xfrm>
          <a:off x="4080694" y="3295088"/>
          <a:ext cx="38989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6800" imgH="228600" progId="Equation.3">
                  <p:embed/>
                </p:oleObj>
              </mc:Choice>
              <mc:Fallback>
                <p:oleObj name="公式" r:id="rId4" imgW="139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694" y="3295088"/>
                        <a:ext cx="38989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45" name="Text Box 37"/>
          <p:cNvSpPr txBox="1">
            <a:spLocks noChangeArrowheads="1"/>
          </p:cNvSpPr>
          <p:nvPr/>
        </p:nvSpPr>
        <p:spPr bwMode="auto">
          <a:xfrm>
            <a:off x="2133809" y="4157320"/>
            <a:ext cx="2743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指数函数</a:t>
            </a:r>
          </a:p>
        </p:txBody>
      </p:sp>
      <p:graphicFrame>
        <p:nvGraphicFramePr>
          <p:cNvPr id="94246" name="Object 38"/>
          <p:cNvGraphicFramePr>
            <a:graphicFrameLocks noChangeAspect="1"/>
          </p:cNvGraphicFramePr>
          <p:nvPr/>
        </p:nvGraphicFramePr>
        <p:xfrm>
          <a:off x="4554562" y="4140533"/>
          <a:ext cx="3053606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34960" imgH="228600" progId="Equation.3">
                  <p:embed/>
                </p:oleObj>
              </mc:Choice>
              <mc:Fallback>
                <p:oleObj name="公式" r:id="rId6" imgW="1434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562" y="4140533"/>
                        <a:ext cx="3053606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47" name="Object 39"/>
          <p:cNvGraphicFramePr>
            <a:graphicFrameLocks noChangeAspect="1"/>
          </p:cNvGraphicFramePr>
          <p:nvPr/>
        </p:nvGraphicFramePr>
        <p:xfrm>
          <a:off x="8328248" y="4077073"/>
          <a:ext cx="1440160" cy="59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82400" imgH="228600" progId="Equation.3">
                  <p:embed/>
                </p:oleObj>
              </mc:Choice>
              <mc:Fallback>
                <p:oleObj name="公式" r:id="rId8" imgW="482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4077073"/>
                        <a:ext cx="1440160" cy="593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48" name="Text Box 40"/>
          <p:cNvSpPr txBox="1">
            <a:spLocks noChangeArrowheads="1"/>
          </p:cNvSpPr>
          <p:nvPr/>
        </p:nvSpPr>
        <p:spPr bwMode="auto">
          <a:xfrm>
            <a:off x="2163877" y="4869159"/>
            <a:ext cx="21367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对数函数</a:t>
            </a:r>
          </a:p>
        </p:txBody>
      </p:sp>
      <p:graphicFrame>
        <p:nvGraphicFramePr>
          <p:cNvPr id="94249" name="Object 41"/>
          <p:cNvGraphicFramePr>
            <a:graphicFrameLocks noChangeAspect="1"/>
          </p:cNvGraphicFramePr>
          <p:nvPr/>
        </p:nvGraphicFramePr>
        <p:xfrm>
          <a:off x="4444889" y="4869160"/>
          <a:ext cx="38385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14320" imgH="241200" progId="Equation.3">
                  <p:embed/>
                </p:oleObj>
              </mc:Choice>
              <mc:Fallback>
                <p:oleObj name="公式" r:id="rId10" imgW="17143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4889" y="4869160"/>
                        <a:ext cx="38385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50" name="Object 42"/>
          <p:cNvGraphicFramePr>
            <a:graphicFrameLocks noChangeAspect="1"/>
          </p:cNvGraphicFramePr>
          <p:nvPr/>
        </p:nvGraphicFramePr>
        <p:xfrm>
          <a:off x="8544272" y="4836332"/>
          <a:ext cx="13970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09480" imgH="203040" progId="Equation.3">
                  <p:embed/>
                </p:oleObj>
              </mc:Choice>
              <mc:Fallback>
                <p:oleObj name="公式" r:id="rId12" imgW="6094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4836332"/>
                        <a:ext cx="13970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92209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"/>
                                        <p:tgtEl>
                                          <p:spTgt spid="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nimBg="1"/>
      <p:bldP spid="94211" grpId="0" autoUpdateAnimBg="0"/>
      <p:bldP spid="94212" grpId="0" autoUpdateAnimBg="0"/>
      <p:bldP spid="94214" grpId="0" autoUpdateAnimBg="0"/>
      <p:bldP spid="94245" grpId="0" autoUpdateAnimBg="0"/>
      <p:bldP spid="9424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2" name="Text Box 4"/>
          <p:cNvSpPr txBox="1">
            <a:spLocks noChangeArrowheads="1"/>
          </p:cNvSpPr>
          <p:nvPr/>
        </p:nvSpPr>
        <p:spPr bwMode="auto">
          <a:xfrm>
            <a:off x="2063775" y="323058"/>
            <a:ext cx="2088009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zh-CN" sz="2800" b="1" dirty="0"/>
              <a:t>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三角函数</a:t>
            </a:r>
          </a:p>
        </p:txBody>
      </p:sp>
      <p:graphicFrame>
        <p:nvGraphicFramePr>
          <p:cNvPr id="493573" name="Object 5"/>
          <p:cNvGraphicFramePr>
            <a:graphicFrameLocks noChangeAspect="1"/>
          </p:cNvGraphicFramePr>
          <p:nvPr/>
        </p:nvGraphicFramePr>
        <p:xfrm>
          <a:off x="2212975" y="854076"/>
          <a:ext cx="23256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34680" imgH="203040" progId="Equation.3">
                  <p:embed/>
                </p:oleObj>
              </mc:Choice>
              <mc:Fallback>
                <p:oleObj name="公式" r:id="rId2" imgW="634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854076"/>
                        <a:ext cx="2325688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4" name="Object 6"/>
          <p:cNvGraphicFramePr>
            <a:graphicFrameLocks noChangeAspect="1"/>
          </p:cNvGraphicFramePr>
          <p:nvPr/>
        </p:nvGraphicFramePr>
        <p:xfrm>
          <a:off x="4949825" y="979489"/>
          <a:ext cx="237648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7640" imgH="164880" progId="Equation.3">
                  <p:embed/>
                </p:oleObj>
              </mc:Choice>
              <mc:Fallback>
                <p:oleObj name="公式" r:id="rId4" imgW="64764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5" y="979489"/>
                        <a:ext cx="2376488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5" name="Object 7"/>
          <p:cNvGraphicFramePr>
            <a:graphicFrameLocks noChangeAspect="1"/>
          </p:cNvGraphicFramePr>
          <p:nvPr/>
        </p:nvGraphicFramePr>
        <p:xfrm>
          <a:off x="7758114" y="889001"/>
          <a:ext cx="226853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0240" imgH="190440" progId="Equation.3">
                  <p:embed/>
                </p:oleObj>
              </mc:Choice>
              <mc:Fallback>
                <p:oleObj name="公式" r:id="rId6" imgW="66024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114" y="889001"/>
                        <a:ext cx="2268537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6" name="Object 8"/>
          <p:cNvGraphicFramePr>
            <a:graphicFrameLocks noChangeAspect="1"/>
          </p:cNvGraphicFramePr>
          <p:nvPr/>
        </p:nvGraphicFramePr>
        <p:xfrm>
          <a:off x="2212975" y="1430339"/>
          <a:ext cx="23050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47640" imgH="190440" progId="Equation.3">
                  <p:embed/>
                </p:oleObj>
              </mc:Choice>
              <mc:Fallback>
                <p:oleObj name="公式" r:id="rId8" imgW="64764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1430339"/>
                        <a:ext cx="230505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7" name="Object 9"/>
          <p:cNvGraphicFramePr>
            <a:graphicFrameLocks noChangeAspect="1"/>
          </p:cNvGraphicFramePr>
          <p:nvPr/>
        </p:nvGraphicFramePr>
        <p:xfrm>
          <a:off x="4959350" y="1501776"/>
          <a:ext cx="2222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34680" imgH="164880" progId="Equation.3">
                  <p:embed/>
                </p:oleObj>
              </mc:Choice>
              <mc:Fallback>
                <p:oleObj name="公式" r:id="rId10" imgW="6346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350" y="1501776"/>
                        <a:ext cx="22225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8" name="Object 10"/>
          <p:cNvGraphicFramePr>
            <a:graphicFrameLocks noChangeAspect="1"/>
          </p:cNvGraphicFramePr>
          <p:nvPr/>
        </p:nvGraphicFramePr>
        <p:xfrm>
          <a:off x="7758113" y="1501776"/>
          <a:ext cx="21066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34680" imgH="164880" progId="Equation.3">
                  <p:embed/>
                </p:oleObj>
              </mc:Choice>
              <mc:Fallback>
                <p:oleObj name="公式" r:id="rId12" imgW="6346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113" y="1501776"/>
                        <a:ext cx="210661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9" name="Text Box 11"/>
          <p:cNvSpPr txBox="1">
            <a:spLocks noChangeArrowheads="1"/>
          </p:cNvSpPr>
          <p:nvPr/>
        </p:nvSpPr>
        <p:spPr bwMode="auto">
          <a:xfrm>
            <a:off x="2008188" y="2374901"/>
            <a:ext cx="3008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反三角函数</a:t>
            </a:r>
          </a:p>
        </p:txBody>
      </p:sp>
      <p:graphicFrame>
        <p:nvGraphicFramePr>
          <p:cNvPr id="493580" name="Object 12"/>
          <p:cNvGraphicFramePr>
            <a:graphicFrameLocks noChangeAspect="1"/>
          </p:cNvGraphicFramePr>
          <p:nvPr/>
        </p:nvGraphicFramePr>
        <p:xfrm>
          <a:off x="4767263" y="2308225"/>
          <a:ext cx="2286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63280" imgH="203040" progId="Equation.3">
                  <p:embed/>
                </p:oleObj>
              </mc:Choice>
              <mc:Fallback>
                <p:oleObj name="公式" r:id="rId14" imgW="863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3" y="2308225"/>
                        <a:ext cx="22860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1" name="Object 13"/>
          <p:cNvGraphicFramePr>
            <a:graphicFrameLocks noChangeAspect="1"/>
          </p:cNvGraphicFramePr>
          <p:nvPr/>
        </p:nvGraphicFramePr>
        <p:xfrm>
          <a:off x="7343776" y="2420938"/>
          <a:ext cx="24479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63280" imgH="164880" progId="Equation.3">
                  <p:embed/>
                </p:oleObj>
              </mc:Choice>
              <mc:Fallback>
                <p:oleObj name="公式" r:id="rId16" imgW="8632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776" y="2420938"/>
                        <a:ext cx="244792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2" name="Object 14"/>
          <p:cNvGraphicFramePr>
            <a:graphicFrameLocks noChangeAspect="1"/>
          </p:cNvGraphicFramePr>
          <p:nvPr/>
        </p:nvGraphicFramePr>
        <p:xfrm>
          <a:off x="4751389" y="3046413"/>
          <a:ext cx="23574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63280" imgH="190440" progId="Equation.3">
                  <p:embed/>
                </p:oleObj>
              </mc:Choice>
              <mc:Fallback>
                <p:oleObj name="公式" r:id="rId18" imgW="8632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9" y="3046413"/>
                        <a:ext cx="235743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3583" name="Group 15"/>
          <p:cNvGrpSpPr>
            <a:grpSpLocks/>
          </p:cNvGrpSpPr>
          <p:nvPr/>
        </p:nvGrpSpPr>
        <p:grpSpPr bwMode="auto">
          <a:xfrm>
            <a:off x="7213601" y="3028951"/>
            <a:ext cx="2627313" cy="523875"/>
            <a:chOff x="2348" y="1253"/>
            <a:chExt cx="1655" cy="330"/>
          </a:xfrm>
        </p:grpSpPr>
        <p:graphicFrame>
          <p:nvGraphicFramePr>
            <p:cNvPr id="493584" name="Object 16"/>
            <p:cNvGraphicFramePr>
              <a:graphicFrameLocks noChangeAspect="1"/>
            </p:cNvGraphicFramePr>
            <p:nvPr/>
          </p:nvGraphicFramePr>
          <p:xfrm>
            <a:off x="2925" y="1253"/>
            <a:ext cx="81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69800" imgH="164880" progId="Equation.3">
                    <p:embed/>
                  </p:oleObj>
                </mc:Choice>
                <mc:Fallback>
                  <p:oleObj name="公式" r:id="rId20" imgW="46980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1253"/>
                          <a:ext cx="81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3585" name="Object 17"/>
            <p:cNvGraphicFramePr>
              <a:graphicFrameLocks noChangeAspect="1"/>
            </p:cNvGraphicFramePr>
            <p:nvPr/>
          </p:nvGraphicFramePr>
          <p:xfrm>
            <a:off x="2348" y="1284"/>
            <a:ext cx="165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939600" imgH="164880" progId="Equation.3">
                    <p:embed/>
                  </p:oleObj>
                </mc:Choice>
                <mc:Fallback>
                  <p:oleObj name="公式" r:id="rId22" imgW="93960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8" y="1284"/>
                          <a:ext cx="1655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3586" name="Group 18"/>
          <p:cNvGrpSpPr>
            <a:grpSpLocks/>
          </p:cNvGrpSpPr>
          <p:nvPr/>
        </p:nvGrpSpPr>
        <p:grpSpPr bwMode="auto">
          <a:xfrm>
            <a:off x="1806575" y="3819525"/>
            <a:ext cx="8610600" cy="2057400"/>
            <a:chOff x="192" y="1248"/>
            <a:chExt cx="5424" cy="1296"/>
          </a:xfrm>
        </p:grpSpPr>
        <p:sp>
          <p:nvSpPr>
            <p:cNvPr id="493587" name="Rectangle 19"/>
            <p:cNvSpPr>
              <a:spLocks noChangeArrowheads="1"/>
            </p:cNvSpPr>
            <p:nvPr/>
          </p:nvSpPr>
          <p:spPr bwMode="auto">
            <a:xfrm>
              <a:off x="192" y="1248"/>
              <a:ext cx="5424" cy="129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3588" name="Text Box 20"/>
            <p:cNvSpPr txBox="1">
              <a:spLocks noChangeArrowheads="1"/>
            </p:cNvSpPr>
            <p:nvPr/>
          </p:nvSpPr>
          <p:spPr bwMode="auto">
            <a:xfrm>
              <a:off x="816" y="1353"/>
              <a:ext cx="47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由基本初等函数经过</a:t>
              </a:r>
              <a:r>
                <a:rPr lang="zh-CN" altLang="en-US" sz="2800" b="1">
                  <a:solidFill>
                    <a:srgbClr val="000099"/>
                  </a:solidFill>
                </a:rPr>
                <a:t>有限</a:t>
              </a:r>
              <a:r>
                <a:rPr lang="zh-CN" altLang="en-US" sz="2800" b="1"/>
                <a:t>次四则运算和</a:t>
              </a:r>
              <a:r>
                <a:rPr lang="zh-CN" altLang="en-US" sz="2800" b="1">
                  <a:solidFill>
                    <a:srgbClr val="000099"/>
                  </a:solidFill>
                </a:rPr>
                <a:t>有限</a:t>
              </a:r>
              <a:r>
                <a:rPr lang="zh-CN" altLang="en-US" sz="2800" b="1"/>
                <a:t>次</a:t>
              </a:r>
              <a:endParaRPr lang="zh-CN" altLang="en-US" sz="2800" b="1" u="sng"/>
            </a:p>
          </p:txBody>
        </p:sp>
        <p:sp>
          <p:nvSpPr>
            <p:cNvPr id="493589" name="Text Box 21"/>
            <p:cNvSpPr txBox="1">
              <a:spLocks noChangeArrowheads="1"/>
            </p:cNvSpPr>
            <p:nvPr/>
          </p:nvSpPr>
          <p:spPr bwMode="auto">
            <a:xfrm>
              <a:off x="336" y="1698"/>
              <a:ext cx="52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复合运算所构成的并且可以用</a:t>
              </a:r>
              <a:r>
                <a:rPr lang="zh-CN" altLang="en-US" sz="2800" b="1">
                  <a:solidFill>
                    <a:srgbClr val="000099"/>
                  </a:solidFill>
                </a:rPr>
                <a:t>一个式子</a:t>
              </a:r>
              <a:r>
                <a:rPr lang="zh-CN" altLang="en-US" sz="2800" b="1"/>
                <a:t>表示的函数 </a:t>
              </a:r>
              <a:r>
                <a:rPr lang="en-US" altLang="zh-CN" sz="2800" b="1" dirty="0"/>
                <a:t>,</a:t>
              </a:r>
              <a:endParaRPr lang="en-US" altLang="zh-CN" sz="2800" b="1" u="sng" dirty="0"/>
            </a:p>
          </p:txBody>
        </p:sp>
        <p:sp>
          <p:nvSpPr>
            <p:cNvPr id="493590" name="Text Box 22"/>
            <p:cNvSpPr txBox="1">
              <a:spLocks noChangeArrowheads="1"/>
            </p:cNvSpPr>
            <p:nvPr/>
          </p:nvSpPr>
          <p:spPr bwMode="auto">
            <a:xfrm>
              <a:off x="336" y="2073"/>
              <a:ext cx="29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统称为</a:t>
              </a:r>
              <a:r>
                <a:rPr lang="zh-CN" altLang="en-US" sz="2800" b="1" u="sng" dirty="0">
                  <a:solidFill>
                    <a:srgbClr val="FF0000"/>
                  </a:solidFill>
                </a:rPr>
                <a:t>初等函数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 </a:t>
              </a:r>
              <a:r>
                <a:rPr lang="en-US" altLang="zh-CN" sz="2800" b="1" dirty="0"/>
                <a:t>.</a:t>
              </a:r>
              <a:endParaRPr lang="en-US" altLang="zh-CN" sz="2800" b="1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89822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2" grpId="0" animBg="1"/>
      <p:bldP spid="49357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4021" y="218426"/>
            <a:ext cx="5640627" cy="1143000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附、基本初等函数图像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359377" y="1496003"/>
            <a:ext cx="228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1.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常数函数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646713" y="1556793"/>
          <a:ext cx="3113287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215640" progId="Equation.DSMT4">
                  <p:embed/>
                </p:oleObj>
              </mc:Choice>
              <mc:Fallback>
                <p:oleObj name="Equation" r:id="rId2" imgW="1333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46713" y="1556793"/>
                        <a:ext cx="3113287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810000" y="2362201"/>
            <a:ext cx="4987280" cy="3298825"/>
            <a:chOff x="2286000" y="2362200"/>
            <a:chExt cx="4987280" cy="329882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4329100" y="3717032"/>
            <a:ext cx="360040" cy="318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177480" progId="Equation.DSMT4">
                    <p:embed/>
                  </p:oleObj>
                </mc:Choice>
                <mc:Fallback>
                  <p:oleObj name="Equation" r:id="rId4" imgW="1648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9100" y="3717032"/>
                          <a:ext cx="360040" cy="3183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组合 4"/>
            <p:cNvGrpSpPr/>
            <p:nvPr/>
          </p:nvGrpSpPr>
          <p:grpSpPr>
            <a:xfrm>
              <a:off x="2286000" y="2362200"/>
              <a:ext cx="4987280" cy="3298825"/>
              <a:chOff x="2286000" y="2362200"/>
              <a:chExt cx="4987280" cy="3298825"/>
            </a:xfrm>
          </p:grpSpPr>
          <p:grpSp>
            <p:nvGrpSpPr>
              <p:cNvPr id="54277" name="Group 5"/>
              <p:cNvGrpSpPr>
                <a:grpSpLocks/>
              </p:cNvGrpSpPr>
              <p:nvPr/>
            </p:nvGrpSpPr>
            <p:grpSpPr bwMode="auto">
              <a:xfrm>
                <a:off x="2286000" y="2362200"/>
                <a:ext cx="4286250" cy="3298825"/>
                <a:chOff x="1440" y="1488"/>
                <a:chExt cx="2700" cy="2078"/>
              </a:xfrm>
            </p:grpSpPr>
            <p:sp>
              <p:nvSpPr>
                <p:cNvPr id="54278" name="Line 6"/>
                <p:cNvSpPr>
                  <a:spLocks noChangeShapeType="1"/>
                </p:cNvSpPr>
                <p:nvPr/>
              </p:nvSpPr>
              <p:spPr bwMode="auto">
                <a:xfrm>
                  <a:off x="1440" y="2736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79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688" y="1536"/>
                  <a:ext cx="0" cy="203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4280" name="Object 8"/>
                <p:cNvGraphicFramePr>
                  <a:graphicFrameLocks noChangeAspect="1"/>
                </p:cNvGraphicFramePr>
                <p:nvPr/>
              </p:nvGraphicFramePr>
              <p:xfrm>
                <a:off x="2688" y="2736"/>
                <a:ext cx="144" cy="1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228600" imgH="253800" progId="Equation.3">
                        <p:embed/>
                      </p:oleObj>
                    </mc:Choice>
                    <mc:Fallback>
                      <p:oleObj name="公式" r:id="rId6" imgW="228600" imgH="2538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88" y="2736"/>
                              <a:ext cx="144" cy="1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4281" name="Object 9"/>
                <p:cNvGraphicFramePr>
                  <a:graphicFrameLocks noChangeAspect="1"/>
                </p:cNvGraphicFramePr>
                <p:nvPr/>
              </p:nvGraphicFramePr>
              <p:xfrm>
                <a:off x="3973" y="2784"/>
                <a:ext cx="167" cy="1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8" imgW="266400" imgH="253800" progId="Equation.3">
                        <p:embed/>
                      </p:oleObj>
                    </mc:Choice>
                    <mc:Fallback>
                      <p:oleObj name="公式" r:id="rId8" imgW="266400" imgH="2538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73" y="2784"/>
                              <a:ext cx="167" cy="1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4282" name="Object 10"/>
                <p:cNvGraphicFramePr>
                  <a:graphicFrameLocks noChangeAspect="1"/>
                </p:cNvGraphicFramePr>
                <p:nvPr/>
              </p:nvGraphicFramePr>
              <p:xfrm>
                <a:off x="2473" y="1488"/>
                <a:ext cx="167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0" imgW="266400" imgH="330120" progId="Equation.3">
                        <p:embed/>
                      </p:oleObj>
                    </mc:Choice>
                    <mc:Fallback>
                      <p:oleObj name="公式" r:id="rId10" imgW="266400" imgH="33012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3" y="1488"/>
                              <a:ext cx="167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7" name="Line 29"/>
              <p:cNvSpPr>
                <a:spLocks noChangeShapeType="1"/>
              </p:cNvSpPr>
              <p:nvPr/>
            </p:nvSpPr>
            <p:spPr bwMode="auto">
              <a:xfrm>
                <a:off x="2286000" y="3717032"/>
                <a:ext cx="4086200" cy="0"/>
              </a:xfrm>
              <a:prstGeom prst="line">
                <a:avLst/>
              </a:prstGeom>
              <a:noFill/>
              <a:ln w="22225">
                <a:solidFill>
                  <a:srgbClr val="0070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/>
            </p:nvGraphicFramePr>
            <p:xfrm>
              <a:off x="6400800" y="3352800"/>
              <a:ext cx="872480" cy="436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406080" imgH="203040" progId="Equation.DSMT4">
                      <p:embed/>
                    </p:oleObj>
                  </mc:Choice>
                  <mc:Fallback>
                    <p:oleObj name="Equation" r:id="rId12" imgW="40608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6400800" y="3352800"/>
                            <a:ext cx="872480" cy="4362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29776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682003" y="1281769"/>
            <a:ext cx="1828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幂函数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027179"/>
              </p:ext>
            </p:extLst>
          </p:nvPr>
        </p:nvGraphicFramePr>
        <p:xfrm>
          <a:off x="4514232" y="1281769"/>
          <a:ext cx="3098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98520" imgH="495000" progId="Equation.3">
                  <p:embed/>
                </p:oleObj>
              </mc:Choice>
              <mc:Fallback>
                <p:oleObj name="公式" r:id="rId2" imgW="309852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232" y="1281769"/>
                        <a:ext cx="30988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77" name="Group 5"/>
          <p:cNvGrpSpPr>
            <a:grpSpLocks/>
          </p:cNvGrpSpPr>
          <p:nvPr/>
        </p:nvGrpSpPr>
        <p:grpSpPr bwMode="auto">
          <a:xfrm>
            <a:off x="3810000" y="2362200"/>
            <a:ext cx="4286250" cy="3733800"/>
            <a:chOff x="1440" y="1488"/>
            <a:chExt cx="2700" cy="2352"/>
          </a:xfrm>
        </p:grpSpPr>
        <p:sp>
          <p:nvSpPr>
            <p:cNvPr id="54278" name="Line 6"/>
            <p:cNvSpPr>
              <a:spLocks noChangeShapeType="1"/>
            </p:cNvSpPr>
            <p:nvPr/>
          </p:nvSpPr>
          <p:spPr bwMode="auto">
            <a:xfrm>
              <a:off x="1440" y="2736"/>
              <a:ext cx="26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79" name="Line 7"/>
            <p:cNvSpPr>
              <a:spLocks noChangeShapeType="1"/>
            </p:cNvSpPr>
            <p:nvPr/>
          </p:nvSpPr>
          <p:spPr bwMode="auto">
            <a:xfrm flipV="1">
              <a:off x="2688" y="1536"/>
              <a:ext cx="0" cy="2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4280" name="Object 8"/>
            <p:cNvGraphicFramePr>
              <a:graphicFrameLocks noChangeAspect="1"/>
            </p:cNvGraphicFramePr>
            <p:nvPr/>
          </p:nvGraphicFramePr>
          <p:xfrm>
            <a:off x="2688" y="2736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28600" imgH="253800" progId="Equation.3">
                    <p:embed/>
                  </p:oleObj>
                </mc:Choice>
                <mc:Fallback>
                  <p:oleObj name="公式" r:id="rId4" imgW="2286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736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1" name="Object 9"/>
            <p:cNvGraphicFramePr>
              <a:graphicFrameLocks noChangeAspect="1"/>
            </p:cNvGraphicFramePr>
            <p:nvPr/>
          </p:nvGraphicFramePr>
          <p:xfrm>
            <a:off x="3973" y="278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6400" imgH="253800" progId="Equation.3">
                    <p:embed/>
                  </p:oleObj>
                </mc:Choice>
                <mc:Fallback>
                  <p:oleObj name="公式" r:id="rId6" imgW="2664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3" y="278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2" name="Object 10"/>
            <p:cNvGraphicFramePr>
              <a:graphicFrameLocks noChangeAspect="1"/>
            </p:cNvGraphicFramePr>
            <p:nvPr/>
          </p:nvGraphicFramePr>
          <p:xfrm>
            <a:off x="2473" y="1488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66400" imgH="330120" progId="Equation.3">
                    <p:embed/>
                  </p:oleObj>
                </mc:Choice>
                <mc:Fallback>
                  <p:oleObj name="公式" r:id="rId8" imgW="2664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" y="1488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83" name="Arc 11"/>
          <p:cNvSpPr>
            <a:spLocks/>
          </p:cNvSpPr>
          <p:nvPr/>
        </p:nvSpPr>
        <p:spPr bwMode="auto">
          <a:xfrm flipV="1">
            <a:off x="5753101" y="2971800"/>
            <a:ext cx="987425" cy="1371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6"/>
              <a:gd name="T1" fmla="*/ 0 h 21600"/>
              <a:gd name="T2" fmla="*/ 21546 w 21546"/>
              <a:gd name="T3" fmla="*/ 20072 h 21600"/>
              <a:gd name="T4" fmla="*/ 0 w 2154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6" h="21600" fill="none" extrusionOk="0">
                <a:moveTo>
                  <a:pt x="0" y="0"/>
                </a:moveTo>
                <a:cubicBezTo>
                  <a:pt x="11336" y="0"/>
                  <a:pt x="20743" y="8763"/>
                  <a:pt x="21545" y="20072"/>
                </a:cubicBezTo>
              </a:path>
              <a:path w="21546" h="21600" stroke="0" extrusionOk="0">
                <a:moveTo>
                  <a:pt x="0" y="0"/>
                </a:moveTo>
                <a:cubicBezTo>
                  <a:pt x="11336" y="0"/>
                  <a:pt x="20743" y="8763"/>
                  <a:pt x="21545" y="20072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4" name="Arc 12"/>
          <p:cNvSpPr>
            <a:spLocks/>
          </p:cNvSpPr>
          <p:nvPr/>
        </p:nvSpPr>
        <p:spPr bwMode="auto">
          <a:xfrm flipV="1">
            <a:off x="6400801" y="2514600"/>
            <a:ext cx="1363663" cy="1524000"/>
          </a:xfrm>
          <a:custGeom>
            <a:avLst/>
            <a:gdLst>
              <a:gd name="G0" fmla="+- 21468 0 0"/>
              <a:gd name="G1" fmla="+- 21598 0 0"/>
              <a:gd name="G2" fmla="+- 21600 0 0"/>
              <a:gd name="T0" fmla="*/ 0 w 21468"/>
              <a:gd name="T1" fmla="*/ 19212 h 21598"/>
              <a:gd name="T2" fmla="*/ 21166 w 21468"/>
              <a:gd name="T3" fmla="*/ 0 h 21598"/>
              <a:gd name="T4" fmla="*/ 21468 w 21468"/>
              <a:gd name="T5" fmla="*/ 21598 h 21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68" h="21598" fill="none" extrusionOk="0">
                <a:moveTo>
                  <a:pt x="0" y="19212"/>
                </a:moveTo>
                <a:cubicBezTo>
                  <a:pt x="1203" y="8387"/>
                  <a:pt x="10276" y="152"/>
                  <a:pt x="21166" y="0"/>
                </a:cubicBezTo>
              </a:path>
              <a:path w="21468" h="21598" stroke="0" extrusionOk="0">
                <a:moveTo>
                  <a:pt x="0" y="19212"/>
                </a:moveTo>
                <a:cubicBezTo>
                  <a:pt x="1203" y="8387"/>
                  <a:pt x="10276" y="152"/>
                  <a:pt x="21166" y="0"/>
                </a:cubicBezTo>
                <a:lnTo>
                  <a:pt x="21468" y="21598"/>
                </a:lnTo>
                <a:close/>
              </a:path>
            </a:pathLst>
          </a:cu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5" name="Arc 13"/>
          <p:cNvSpPr>
            <a:spLocks/>
          </p:cNvSpPr>
          <p:nvPr/>
        </p:nvSpPr>
        <p:spPr bwMode="auto">
          <a:xfrm flipH="1" flipV="1">
            <a:off x="4876800" y="3048000"/>
            <a:ext cx="914400" cy="129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6" name="Arc 14"/>
          <p:cNvSpPr>
            <a:spLocks/>
          </p:cNvSpPr>
          <p:nvPr/>
        </p:nvSpPr>
        <p:spPr bwMode="auto">
          <a:xfrm rot="5451061" flipH="1" flipV="1">
            <a:off x="6081713" y="3141663"/>
            <a:ext cx="914400" cy="14954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4927"/>
              <a:gd name="T2" fmla="*/ 21342 w 21600"/>
              <a:gd name="T3" fmla="*/ 24927 h 24927"/>
              <a:gd name="T4" fmla="*/ 0 w 21600"/>
              <a:gd name="T5" fmla="*/ 21600 h 249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927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713"/>
                  <a:pt x="21513" y="23826"/>
                  <a:pt x="21342" y="24927"/>
                </a:cubicBezTo>
              </a:path>
              <a:path w="21600" h="24927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713"/>
                  <a:pt x="21513" y="23826"/>
                  <a:pt x="21342" y="24927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 flipV="1">
            <a:off x="4419600" y="2743200"/>
            <a:ext cx="2971800" cy="2971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8" name="Arc 16"/>
          <p:cNvSpPr>
            <a:spLocks/>
          </p:cNvSpPr>
          <p:nvPr/>
        </p:nvSpPr>
        <p:spPr bwMode="auto">
          <a:xfrm rot="10731800" flipV="1">
            <a:off x="4038601" y="4724400"/>
            <a:ext cx="1363663" cy="1524000"/>
          </a:xfrm>
          <a:custGeom>
            <a:avLst/>
            <a:gdLst>
              <a:gd name="G0" fmla="+- 21468 0 0"/>
              <a:gd name="G1" fmla="+- 21598 0 0"/>
              <a:gd name="G2" fmla="+- 21600 0 0"/>
              <a:gd name="T0" fmla="*/ 0 w 21468"/>
              <a:gd name="T1" fmla="*/ 19212 h 21598"/>
              <a:gd name="T2" fmla="*/ 21166 w 21468"/>
              <a:gd name="T3" fmla="*/ 0 h 21598"/>
              <a:gd name="T4" fmla="*/ 21468 w 21468"/>
              <a:gd name="T5" fmla="*/ 21598 h 21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68" h="21598" fill="none" extrusionOk="0">
                <a:moveTo>
                  <a:pt x="0" y="19212"/>
                </a:moveTo>
                <a:cubicBezTo>
                  <a:pt x="1203" y="8387"/>
                  <a:pt x="10276" y="152"/>
                  <a:pt x="21166" y="0"/>
                </a:cubicBezTo>
              </a:path>
              <a:path w="21468" h="21598" stroke="0" extrusionOk="0">
                <a:moveTo>
                  <a:pt x="0" y="19212"/>
                </a:moveTo>
                <a:cubicBezTo>
                  <a:pt x="1203" y="8387"/>
                  <a:pt x="10276" y="152"/>
                  <a:pt x="21166" y="0"/>
                </a:cubicBezTo>
                <a:lnTo>
                  <a:pt x="21468" y="21598"/>
                </a:lnTo>
                <a:close/>
              </a:path>
            </a:pathLst>
          </a:cu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289" name="Object 17"/>
          <p:cNvGraphicFramePr>
            <a:graphicFrameLocks noChangeAspect="1"/>
          </p:cNvGraphicFramePr>
          <p:nvPr/>
        </p:nvGraphicFramePr>
        <p:xfrm>
          <a:off x="6858000" y="3506788"/>
          <a:ext cx="53340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11000" imgH="406080" progId="Equation.3">
                  <p:embed/>
                </p:oleObj>
              </mc:Choice>
              <mc:Fallback>
                <p:oleObj name="公式" r:id="rId10" imgW="7110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506788"/>
                        <a:ext cx="533400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0" name="Line 18"/>
          <p:cNvSpPr>
            <a:spLocks noChangeShapeType="1"/>
          </p:cNvSpPr>
          <p:nvPr/>
        </p:nvSpPr>
        <p:spPr bwMode="auto">
          <a:xfrm>
            <a:off x="6629400" y="35052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1" name="Line 19"/>
          <p:cNvSpPr>
            <a:spLocks noChangeShapeType="1"/>
          </p:cNvSpPr>
          <p:nvPr/>
        </p:nvSpPr>
        <p:spPr bwMode="auto">
          <a:xfrm flipH="1">
            <a:off x="5791200" y="348615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292" name="Object 20"/>
          <p:cNvGraphicFramePr>
            <a:graphicFrameLocks noChangeAspect="1"/>
          </p:cNvGraphicFramePr>
          <p:nvPr/>
        </p:nvGraphicFramePr>
        <p:xfrm>
          <a:off x="6553201" y="4411664"/>
          <a:ext cx="1428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440" imgH="317160" progId="Equation.3">
                  <p:embed/>
                </p:oleObj>
              </mc:Choice>
              <mc:Fallback>
                <p:oleObj name="公式" r:id="rId12" imgW="1904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1" y="4411664"/>
                        <a:ext cx="14287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3" name="Object 21"/>
          <p:cNvGraphicFramePr>
            <a:graphicFrameLocks noChangeAspect="1"/>
          </p:cNvGraphicFramePr>
          <p:nvPr/>
        </p:nvGraphicFramePr>
        <p:xfrm>
          <a:off x="5562601" y="3352800"/>
          <a:ext cx="14287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440" imgH="317160" progId="Equation.3">
                  <p:embed/>
                </p:oleObj>
              </mc:Choice>
              <mc:Fallback>
                <p:oleObj name="公式" r:id="rId14" imgW="1904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1" y="3352800"/>
                        <a:ext cx="142875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4876800" y="2992439"/>
          <a:ext cx="8382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041120" imgH="495000" progId="Equation.3">
                  <p:embed/>
                </p:oleObj>
              </mc:Choice>
              <mc:Fallback>
                <p:oleObj name="公式" r:id="rId15" imgW="104112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992439"/>
                        <a:ext cx="8382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5" name="Object 23"/>
          <p:cNvGraphicFramePr>
            <a:graphicFrameLocks noChangeAspect="1"/>
          </p:cNvGraphicFramePr>
          <p:nvPr/>
        </p:nvGraphicFramePr>
        <p:xfrm>
          <a:off x="7523164" y="2655888"/>
          <a:ext cx="72548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901440" imgH="330120" progId="Equation.3">
                  <p:embed/>
                </p:oleObj>
              </mc:Choice>
              <mc:Fallback>
                <p:oleObj name="公式" r:id="rId17" imgW="90144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164" y="2655888"/>
                        <a:ext cx="725487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6" name="Object 24"/>
          <p:cNvGraphicFramePr>
            <a:graphicFrameLocks noChangeAspect="1"/>
          </p:cNvGraphicFramePr>
          <p:nvPr/>
        </p:nvGraphicFramePr>
        <p:xfrm>
          <a:off x="3733800" y="4800601"/>
          <a:ext cx="7683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927000" imgH="901440" progId="Equation.3">
                  <p:embed/>
                </p:oleObj>
              </mc:Choice>
              <mc:Fallback>
                <p:oleObj name="公式" r:id="rId19" imgW="9270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800601"/>
                        <a:ext cx="76835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7" name="Object 25"/>
          <p:cNvGraphicFramePr>
            <a:graphicFrameLocks noChangeAspect="1"/>
          </p:cNvGraphicFramePr>
          <p:nvPr/>
        </p:nvGraphicFramePr>
        <p:xfrm>
          <a:off x="7315200" y="3203576"/>
          <a:ext cx="9413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168200" imgH="469800" progId="Equation.3">
                  <p:embed/>
                </p:oleObj>
              </mc:Choice>
              <mc:Fallback>
                <p:oleObj name="公式" r:id="rId21" imgW="11682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203576"/>
                        <a:ext cx="941388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77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autoUpdateAnimBg="0"/>
      <p:bldP spid="54283" grpId="0" animBg="1"/>
      <p:bldP spid="54284" grpId="0" animBg="1"/>
      <p:bldP spid="54285" grpId="0" animBg="1"/>
      <p:bldP spid="54286" grpId="0" animBg="1"/>
      <p:bldP spid="54287" grpId="0" animBg="1"/>
      <p:bldP spid="54288" grpId="0" animBg="1"/>
      <p:bldP spid="54290" grpId="0" animBg="1"/>
      <p:bldP spid="5429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2556610" y="1095998"/>
            <a:ext cx="2209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指数函数</a:t>
            </a: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993589"/>
              </p:ext>
            </p:extLst>
          </p:nvPr>
        </p:nvGraphicFramePr>
        <p:xfrm>
          <a:off x="4927600" y="1100931"/>
          <a:ext cx="33782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77880" imgH="495000" progId="Equation.3">
                  <p:embed/>
                </p:oleObj>
              </mc:Choice>
              <mc:Fallback>
                <p:oleObj name="公式" r:id="rId2" imgW="337788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1100931"/>
                        <a:ext cx="33782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300" name="Group 4"/>
          <p:cNvGrpSpPr>
            <a:grpSpLocks/>
          </p:cNvGrpSpPr>
          <p:nvPr/>
        </p:nvGrpSpPr>
        <p:grpSpPr bwMode="auto">
          <a:xfrm>
            <a:off x="3581400" y="2063750"/>
            <a:ext cx="5715000" cy="3352800"/>
            <a:chOff x="1296" y="1300"/>
            <a:chExt cx="3600" cy="2112"/>
          </a:xfrm>
        </p:grpSpPr>
        <p:pic>
          <p:nvPicPr>
            <p:cNvPr id="55301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7" y="1300"/>
              <a:ext cx="2400" cy="211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55302" name="Object 6"/>
            <p:cNvGraphicFramePr>
              <a:graphicFrameLocks noChangeAspect="1"/>
            </p:cNvGraphicFramePr>
            <p:nvPr/>
          </p:nvGraphicFramePr>
          <p:xfrm>
            <a:off x="3936" y="1632"/>
            <a:ext cx="589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028520" imgH="495000" progId="Equation.3">
                    <p:embed/>
                  </p:oleObj>
                </mc:Choice>
                <mc:Fallback>
                  <p:oleObj name="公式" r:id="rId5" imgW="1028520" imgH="495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632"/>
                          <a:ext cx="589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3" name="Object 7"/>
            <p:cNvGraphicFramePr>
              <a:graphicFrameLocks noChangeAspect="1"/>
            </p:cNvGraphicFramePr>
            <p:nvPr/>
          </p:nvGraphicFramePr>
          <p:xfrm>
            <a:off x="1296" y="1440"/>
            <a:ext cx="756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320480" imgH="901440" progId="Equation.3">
                    <p:embed/>
                  </p:oleObj>
                </mc:Choice>
                <mc:Fallback>
                  <p:oleObj name="公式" r:id="rId7" imgW="1320480" imgH="901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440"/>
                          <a:ext cx="756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4" name="Object 8"/>
            <p:cNvGraphicFramePr>
              <a:graphicFrameLocks noChangeAspect="1"/>
            </p:cNvGraphicFramePr>
            <p:nvPr/>
          </p:nvGraphicFramePr>
          <p:xfrm>
            <a:off x="4320" y="2352"/>
            <a:ext cx="57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41120" imgH="406080" progId="Equation.3">
                    <p:embed/>
                  </p:oleObj>
                </mc:Choice>
                <mc:Fallback>
                  <p:oleObj name="公式" r:id="rId9" imgW="104112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352"/>
                          <a:ext cx="576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305" name="Object 9"/>
          <p:cNvGraphicFramePr>
            <a:graphicFrameLocks noChangeAspect="1"/>
          </p:cNvGraphicFramePr>
          <p:nvPr/>
        </p:nvGraphicFramePr>
        <p:xfrm>
          <a:off x="6535738" y="4664076"/>
          <a:ext cx="398462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36560" imgH="406080" progId="Equation.3">
                  <p:embed/>
                </p:oleObj>
              </mc:Choice>
              <mc:Fallback>
                <p:oleObj name="公式" r:id="rId11" imgW="736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4664076"/>
                        <a:ext cx="398462" cy="20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0"/>
          <p:cNvGraphicFramePr>
            <a:graphicFrameLocks noChangeAspect="1"/>
          </p:cNvGraphicFramePr>
          <p:nvPr/>
        </p:nvGraphicFramePr>
        <p:xfrm>
          <a:off x="6180138" y="4733925"/>
          <a:ext cx="101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03040" imgH="203040" progId="Equation.3">
                  <p:embed/>
                </p:oleObj>
              </mc:Choice>
              <mc:Fallback>
                <p:oleObj name="公式" r:id="rId13" imgW="2030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138" y="4733925"/>
                        <a:ext cx="101600" cy="10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/>
        </p:nvGraphicFramePr>
        <p:xfrm>
          <a:off x="8750300" y="1066801"/>
          <a:ext cx="10160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015920" imgH="495000" progId="Equation.3">
                  <p:embed/>
                </p:oleObj>
              </mc:Choice>
              <mc:Fallback>
                <p:oleObj name="公式" r:id="rId15" imgW="101592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0300" y="1066801"/>
                        <a:ext cx="10160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810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2250005" y="1114931"/>
            <a:ext cx="24195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对数函数</a:t>
            </a: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708837"/>
              </p:ext>
            </p:extLst>
          </p:nvPr>
        </p:nvGraphicFramePr>
        <p:xfrm>
          <a:off x="4660900" y="1178719"/>
          <a:ext cx="393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36960" imgH="457200" progId="Equation.3">
                  <p:embed/>
                </p:oleObj>
              </mc:Choice>
              <mc:Fallback>
                <p:oleObj name="公式" r:id="rId2" imgW="39369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1178719"/>
                        <a:ext cx="393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8775700" y="1204913"/>
          <a:ext cx="1270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69720" imgH="406080" progId="Equation.3">
                  <p:embed/>
                </p:oleObj>
              </mc:Choice>
              <mc:Fallback>
                <p:oleObj name="公式" r:id="rId4" imgW="12697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700" y="1204913"/>
                        <a:ext cx="12700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25" name="Group 5"/>
          <p:cNvGrpSpPr>
            <a:grpSpLocks/>
          </p:cNvGrpSpPr>
          <p:nvPr/>
        </p:nvGrpSpPr>
        <p:grpSpPr bwMode="auto">
          <a:xfrm>
            <a:off x="3733800" y="2286001"/>
            <a:ext cx="5175250" cy="3267075"/>
            <a:chOff x="1392" y="1440"/>
            <a:chExt cx="3260" cy="2058"/>
          </a:xfrm>
        </p:grpSpPr>
        <p:pic>
          <p:nvPicPr>
            <p:cNvPr id="5632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1440"/>
              <a:ext cx="2400" cy="205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56327" name="Object 7"/>
            <p:cNvGraphicFramePr>
              <a:graphicFrameLocks noChangeAspect="1"/>
            </p:cNvGraphicFramePr>
            <p:nvPr/>
          </p:nvGraphicFramePr>
          <p:xfrm>
            <a:off x="3648" y="1872"/>
            <a:ext cx="99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25400" imgH="457200" progId="Equation.3">
                    <p:embed/>
                  </p:oleObj>
                </mc:Choice>
                <mc:Fallback>
                  <p:oleObj name="公式" r:id="rId7" imgW="1625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872"/>
                          <a:ext cx="995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28" name="Object 8"/>
            <p:cNvGraphicFramePr>
              <a:graphicFrameLocks noChangeAspect="1"/>
            </p:cNvGraphicFramePr>
            <p:nvPr/>
          </p:nvGraphicFramePr>
          <p:xfrm>
            <a:off x="3648" y="3024"/>
            <a:ext cx="1004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38000" imgH="774360" progId="Equation.3">
                    <p:embed/>
                  </p:oleObj>
                </mc:Choice>
                <mc:Fallback>
                  <p:oleObj name="公式" r:id="rId9" imgW="1638000" imgH="774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3024"/>
                          <a:ext cx="1004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29" name="Object 9"/>
            <p:cNvGraphicFramePr>
              <a:graphicFrameLocks noChangeAspect="1"/>
            </p:cNvGraphicFramePr>
            <p:nvPr/>
          </p:nvGraphicFramePr>
          <p:xfrm>
            <a:off x="4080" y="2496"/>
            <a:ext cx="560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041120" imgH="406080" progId="Equation.3">
                    <p:embed/>
                  </p:oleObj>
                </mc:Choice>
                <mc:Fallback>
                  <p:oleObj name="公式" r:id="rId11" imgW="104112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496"/>
                          <a:ext cx="560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330" name="Object 10"/>
          <p:cNvGraphicFramePr>
            <a:graphicFrameLocks noChangeAspect="1"/>
          </p:cNvGraphicFramePr>
          <p:nvPr/>
        </p:nvGraphicFramePr>
        <p:xfrm>
          <a:off x="4267200" y="3810000"/>
          <a:ext cx="3810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736560" imgH="406080" progId="Equation.3">
                  <p:embed/>
                </p:oleObj>
              </mc:Choice>
              <mc:Fallback>
                <p:oleObj name="公式" r:id="rId13" imgW="736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810000"/>
                        <a:ext cx="381000" cy="19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11"/>
          <p:cNvGraphicFramePr>
            <a:graphicFrameLocks noChangeAspect="1"/>
          </p:cNvGraphicFramePr>
          <p:nvPr/>
        </p:nvGraphicFramePr>
        <p:xfrm>
          <a:off x="4322763" y="4114800"/>
          <a:ext cx="101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03040" imgH="203040" progId="Equation.3">
                  <p:embed/>
                </p:oleObj>
              </mc:Choice>
              <mc:Fallback>
                <p:oleObj name="公式" r:id="rId15" imgW="2030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763" y="4114800"/>
                        <a:ext cx="101600" cy="10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62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362200"/>
            <a:ext cx="6019800" cy="2590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2501900" y="838201"/>
            <a:ext cx="2743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三角函数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2578100" y="15240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正弦函数</a:t>
            </a:r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7315200" y="2895601"/>
          <a:ext cx="10287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09400" imgH="406080" progId="Equation.3">
                  <p:embed/>
                </p:oleObj>
              </mc:Choice>
              <mc:Fallback>
                <p:oleObj name="公式" r:id="rId3" imgW="14094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1"/>
                        <a:ext cx="102870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4191000" y="1620838"/>
          <a:ext cx="1397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96800" imgH="406080" progId="Equation.3">
                  <p:embed/>
                </p:oleObj>
              </mc:Choice>
              <mc:Fallback>
                <p:oleObj name="公式" r:id="rId5" imgW="1396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620838"/>
                        <a:ext cx="13970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050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951038"/>
            <a:ext cx="6019800" cy="27733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8229600" y="2743200"/>
          <a:ext cx="11430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47560" imgH="330120" progId="Equation.3">
                  <p:embed/>
                </p:oleObj>
              </mc:Choice>
              <mc:Fallback>
                <p:oleObj name="公式" r:id="rId3" imgW="14475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743200"/>
                        <a:ext cx="1143000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4495800" y="1371600"/>
          <a:ext cx="1435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34960" imgH="330120" progId="Equation.3">
                  <p:embed/>
                </p:oleObj>
              </mc:Choice>
              <mc:Fallback>
                <p:oleObj name="公式" r:id="rId5" imgW="14349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371600"/>
                        <a:ext cx="1435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895600" y="12192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余弦函数</a:t>
            </a:r>
          </a:p>
        </p:txBody>
      </p:sp>
    </p:spTree>
    <p:extLst>
      <p:ext uri="{BB962C8B-B14F-4D97-AF65-F5344CB8AC3E}">
        <p14:creationId xmlns:p14="http://schemas.microsoft.com/office/powerpoint/2010/main" val="418051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57401"/>
            <a:ext cx="5410200" cy="30464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2851150" y="11572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正切函数</a:t>
            </a:r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4475163" y="1284288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60160" imgH="380880" progId="Equation.3">
                  <p:embed/>
                </p:oleObj>
              </mc:Choice>
              <mc:Fallback>
                <p:oleObj name="公式" r:id="rId3" imgW="14601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163" y="1284288"/>
                        <a:ext cx="1460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7696200" y="2514601"/>
          <a:ext cx="11684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73120" imgH="380880" progId="Equation.3">
                  <p:embed/>
                </p:oleObj>
              </mc:Choice>
              <mc:Fallback>
                <p:oleObj name="公式" r:id="rId5" imgW="147312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2514601"/>
                        <a:ext cx="1168400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411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4445000" y="1360488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22360" imgH="380880" progId="Equation.3">
                  <p:embed/>
                </p:oleObj>
              </mc:Choice>
              <mc:Fallback>
                <p:oleObj name="公式" r:id="rId2" imgW="14223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1360488"/>
                        <a:ext cx="1422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2800350" y="12334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余切函数</a:t>
            </a: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981200"/>
            <a:ext cx="5181600" cy="30114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7239000" y="3048001"/>
          <a:ext cx="1138238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34960" imgH="380880" progId="Equation.3">
                  <p:embed/>
                </p:oleObj>
              </mc:Choice>
              <mc:Fallback>
                <p:oleObj name="公式" r:id="rId5" imgW="14349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048001"/>
                        <a:ext cx="1138238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149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905000"/>
            <a:ext cx="5638800" cy="30416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2844800" y="12192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正割函数</a:t>
            </a:r>
          </a:p>
        </p:txBody>
      </p:sp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4457700" y="1408113"/>
          <a:ext cx="1409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09400" imgH="330120" progId="Equation.3">
                  <p:embed/>
                </p:oleObj>
              </mc:Choice>
              <mc:Fallback>
                <p:oleObj name="公式" r:id="rId3" imgW="140940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1408113"/>
                        <a:ext cx="1409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7631114" y="2667000"/>
          <a:ext cx="1208087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22360" imgH="330120" progId="Equation.3">
                  <p:embed/>
                </p:oleObj>
              </mc:Choice>
              <mc:Fallback>
                <p:oleObj name="公式" r:id="rId5" imgW="14223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1114" y="2667000"/>
                        <a:ext cx="1208087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453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81201"/>
            <a:ext cx="5562600" cy="30273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5014913" y="1385888"/>
          <a:ext cx="1409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09400" imgH="330120" progId="Equation.3">
                  <p:embed/>
                </p:oleObj>
              </mc:Choice>
              <mc:Fallback>
                <p:oleObj name="公式" r:id="rId3" imgW="140940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1385888"/>
                        <a:ext cx="1409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3179763" y="12334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余割函数</a:t>
            </a:r>
          </a:p>
        </p:txBody>
      </p:sp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7172326" y="2514600"/>
          <a:ext cx="1209675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22360" imgH="330120" progId="Equation.3">
                  <p:embed/>
                </p:oleObj>
              </mc:Choice>
              <mc:Fallback>
                <p:oleObj name="公式" r:id="rId5" imgW="14223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2326" y="2514600"/>
                        <a:ext cx="1209675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082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57400"/>
            <a:ext cx="5791200" cy="2667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495600" y="1156188"/>
            <a:ext cx="2819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反三角函数</a:t>
            </a:r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6553200" y="2514600"/>
          <a:ext cx="157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30320" imgH="406080" progId="Equation.3">
                  <p:embed/>
                </p:oleObj>
              </mc:Choice>
              <mc:Fallback>
                <p:oleObj name="公式" r:id="rId3" imgW="19303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514600"/>
                        <a:ext cx="157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784854"/>
              </p:ext>
            </p:extLst>
          </p:nvPr>
        </p:nvGraphicFramePr>
        <p:xfrm>
          <a:off x="5571331" y="1332976"/>
          <a:ext cx="353853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720960" imgH="431640" progId="Equation.3">
                  <p:embed/>
                </p:oleObj>
              </mc:Choice>
              <mc:Fallback>
                <p:oleObj name="公式" r:id="rId5" imgW="3720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1331" y="1332976"/>
                        <a:ext cx="3538537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000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889126"/>
            <a:ext cx="6172200" cy="26066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6629400" y="2971801"/>
          <a:ext cx="16065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68480" imgH="330120" progId="Equation.3">
                  <p:embed/>
                </p:oleObj>
              </mc:Choice>
              <mc:Fallback>
                <p:oleObj name="公式" r:id="rId3" imgW="196848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971801"/>
                        <a:ext cx="16065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3048000" y="1241426"/>
          <a:ext cx="36845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695400" imgH="431640" progId="Equation.3">
                  <p:embed/>
                </p:oleObj>
              </mc:Choice>
              <mc:Fallback>
                <p:oleObj name="公式" r:id="rId5" imgW="3695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241426"/>
                        <a:ext cx="36845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653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98650"/>
            <a:ext cx="5715000" cy="26733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7391400" y="2667000"/>
          <a:ext cx="15303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93680" imgH="380880" progId="Equation.3">
                  <p:embed/>
                </p:oleObj>
              </mc:Choice>
              <mc:Fallback>
                <p:oleObj name="公式" r:id="rId3" imgW="19936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667000"/>
                        <a:ext cx="15303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3054350" y="1163638"/>
          <a:ext cx="37084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708360" imgH="431640" progId="Equation.3">
                  <p:embed/>
                </p:oleObj>
              </mc:Choice>
              <mc:Fallback>
                <p:oleObj name="公式" r:id="rId5" imgW="3708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1163638"/>
                        <a:ext cx="37084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3276600" y="1905001"/>
          <a:ext cx="5181600" cy="249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3604572" imgH="2194750" progId="Paint.Picture">
                  <p:embed/>
                </p:oleObj>
              </mc:Choice>
              <mc:Fallback>
                <p:oleObj name="BMP 图象" r:id="rId2" imgW="3604572" imgH="219475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1"/>
                        <a:ext cx="5181600" cy="2492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64" name="Group 4"/>
          <p:cNvGrpSpPr>
            <a:grpSpLocks/>
          </p:cNvGrpSpPr>
          <p:nvPr/>
        </p:nvGrpSpPr>
        <p:grpSpPr bwMode="auto">
          <a:xfrm>
            <a:off x="3073400" y="1108076"/>
            <a:ext cx="3644900" cy="430213"/>
            <a:chOff x="976" y="698"/>
            <a:chExt cx="2296" cy="271"/>
          </a:xfrm>
        </p:grpSpPr>
        <p:graphicFrame>
          <p:nvGraphicFramePr>
            <p:cNvPr id="66565" name="Object 5"/>
            <p:cNvGraphicFramePr>
              <a:graphicFrameLocks noChangeAspect="1"/>
            </p:cNvGraphicFramePr>
            <p:nvPr/>
          </p:nvGraphicFramePr>
          <p:xfrm>
            <a:off x="976" y="698"/>
            <a:ext cx="229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644640" imgH="431640" progId="Equation.3">
                    <p:embed/>
                  </p:oleObj>
                </mc:Choice>
                <mc:Fallback>
                  <p:oleObj name="公式" r:id="rId4" imgW="36446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698"/>
                          <a:ext cx="229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66" name="Object 6"/>
            <p:cNvGraphicFramePr>
              <a:graphicFrameLocks noChangeAspect="1"/>
            </p:cNvGraphicFramePr>
            <p:nvPr/>
          </p:nvGraphicFramePr>
          <p:xfrm>
            <a:off x="2504" y="768"/>
            <a:ext cx="328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520560" imgH="241200" progId="Equation.3">
                    <p:embed/>
                  </p:oleObj>
                </mc:Choice>
                <mc:Fallback>
                  <p:oleObj name="公式" r:id="rId6" imgW="5205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768"/>
                          <a:ext cx="328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567" name="Group 7"/>
          <p:cNvGrpSpPr>
            <a:grpSpLocks/>
          </p:cNvGrpSpPr>
          <p:nvPr/>
        </p:nvGrpSpPr>
        <p:grpSpPr bwMode="auto">
          <a:xfrm>
            <a:off x="6248401" y="3108325"/>
            <a:ext cx="1522413" cy="312738"/>
            <a:chOff x="2998" y="1958"/>
            <a:chExt cx="959" cy="197"/>
          </a:xfrm>
        </p:grpSpPr>
        <p:graphicFrame>
          <p:nvGraphicFramePr>
            <p:cNvPr id="66568" name="Object 8"/>
            <p:cNvGraphicFramePr>
              <a:graphicFrameLocks noChangeAspect="1"/>
            </p:cNvGraphicFramePr>
            <p:nvPr/>
          </p:nvGraphicFramePr>
          <p:xfrm>
            <a:off x="2998" y="1958"/>
            <a:ext cx="95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90640" imgH="368280" progId="Equation.3">
                    <p:embed/>
                  </p:oleObj>
                </mc:Choice>
                <mc:Fallback>
                  <p:oleObj name="公式" r:id="rId8" imgW="179064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8" y="1958"/>
                          <a:ext cx="959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69" name="Object 9"/>
            <p:cNvGraphicFramePr>
              <a:graphicFrameLocks noChangeAspect="1"/>
            </p:cNvGraphicFramePr>
            <p:nvPr/>
          </p:nvGraphicFramePr>
          <p:xfrm>
            <a:off x="3283" y="1981"/>
            <a:ext cx="30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520560" imgH="241200" progId="Equation.3">
                    <p:embed/>
                  </p:oleObj>
                </mc:Choice>
                <mc:Fallback>
                  <p:oleObj name="公式" r:id="rId10" imgW="5205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3" y="1981"/>
                          <a:ext cx="300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0548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4400</TotalTime>
  <Words>751</Words>
  <Application>Microsoft Office PowerPoint</Application>
  <PresentationFormat>宽屏</PresentationFormat>
  <Paragraphs>186</Paragraphs>
  <Slides>55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55</vt:i4>
      </vt:variant>
    </vt:vector>
  </HeadingPairs>
  <TitlesOfParts>
    <vt:vector size="73" baseType="lpstr">
      <vt:lpstr>Helvetica Neue</vt:lpstr>
      <vt:lpstr>New Century Schoolbook</vt:lpstr>
      <vt:lpstr>等线</vt:lpstr>
      <vt:lpstr>黑体</vt:lpstr>
      <vt:lpstr>华文楷体</vt:lpstr>
      <vt:lpstr>华文行楷</vt:lpstr>
      <vt:lpstr>宋体</vt:lpstr>
      <vt:lpstr>Arial</vt:lpstr>
      <vt:lpstr>Calibri</vt:lpstr>
      <vt:lpstr>Cambria Math</vt:lpstr>
      <vt:lpstr>Times New Roman</vt:lpstr>
      <vt:lpstr>Verdana</vt:lpstr>
      <vt:lpstr>Office 主题</vt:lpstr>
      <vt:lpstr>BMP 图象</vt:lpstr>
      <vt:lpstr>公式</vt:lpstr>
      <vt:lpstr>Equation</vt:lpstr>
      <vt:lpstr>Document</vt:lpstr>
      <vt:lpstr>文档</vt:lpstr>
      <vt:lpstr>PowerPoint 演示文稿</vt:lpstr>
      <vt:lpstr>1.1、变量与函数</vt:lpstr>
      <vt:lpstr>A.实数集</vt:lpstr>
      <vt:lpstr>B、有限区间</vt:lpstr>
      <vt:lpstr>C、无穷区间</vt:lpstr>
      <vt:lpstr>PowerPoint 演示文稿</vt:lpstr>
      <vt:lpstr>D、邻域</vt:lpstr>
      <vt:lpstr>E、有界集</vt:lpstr>
      <vt:lpstr>例</vt:lpstr>
      <vt:lpstr>F、确界</vt:lpstr>
      <vt:lpstr>F、确界</vt:lpstr>
      <vt:lpstr>例</vt:lpstr>
      <vt:lpstr>G、确界存在定理</vt:lpstr>
      <vt:lpstr>H、几个常用的不等式</vt:lpstr>
      <vt:lpstr>PowerPoint 演示文稿</vt:lpstr>
      <vt:lpstr>PowerPoint 演示文稿</vt:lpstr>
      <vt:lpstr>PowerPoint 演示文稿</vt:lpstr>
      <vt:lpstr>PowerPoint 演示文稿</vt:lpstr>
      <vt:lpstr>约定符号</vt:lpstr>
      <vt:lpstr>1.1、变量与函数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B、函数的性质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C、复合函数和反函数</vt:lpstr>
      <vt:lpstr>PowerPoint 演示文稿</vt:lpstr>
      <vt:lpstr>PowerPoint 演示文稿</vt:lpstr>
      <vt:lpstr>PowerPoint 演示文稿</vt:lpstr>
      <vt:lpstr>PowerPoint 演示文稿</vt:lpstr>
      <vt:lpstr>D、 初等函数</vt:lpstr>
      <vt:lpstr>PowerPoint 演示文稿</vt:lpstr>
      <vt:lpstr>附、基本初等函数图像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139</cp:revision>
  <dcterms:created xsi:type="dcterms:W3CDTF">2009-06-13T01:14:34Z</dcterms:created>
  <dcterms:modified xsi:type="dcterms:W3CDTF">2023-10-05T07:24:02Z</dcterms:modified>
</cp:coreProperties>
</file>