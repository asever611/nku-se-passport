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63" r:id="rId3"/>
    <p:sldId id="257" r:id="rId4"/>
    <p:sldId id="258" r:id="rId5"/>
    <p:sldId id="260" r:id="rId6"/>
    <p:sldId id="259" r:id="rId7"/>
    <p:sldId id="261" r:id="rId8"/>
    <p:sldId id="262" r:id="rId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1" d="100"/>
          <a:sy n="91" d="100"/>
        </p:scale>
        <p:origin x="351" y="3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E1FA3D-3C4B-40E8-935A-D23DA117383B}" type="datetimeFigureOut">
              <a:rPr lang="zh-CN" altLang="en-US" smtClean="0"/>
              <a:t>2025/11/22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8D3811-B94E-42A0-9631-E882CB82ECDF}" type="slidenum">
              <a:rPr lang="zh-CN" altLang="en-US" smtClean="0"/>
              <a:t>‹#›</a:t>
            </a:fld>
            <a:endParaRPr lang="zh-CN" altLang="en-US"/>
          </a:p>
        </p:txBody>
      </p:sp>
    </p:spTree>
    <p:extLst>
      <p:ext uri="{BB962C8B-B14F-4D97-AF65-F5344CB8AC3E}">
        <p14:creationId xmlns:p14="http://schemas.microsoft.com/office/powerpoint/2010/main" val="2549191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8D3811-B94E-42A0-9631-E882CB82ECDF}" type="slidenum">
              <a:rPr lang="zh-CN" altLang="en-US" smtClean="0"/>
              <a:t>4</a:t>
            </a:fld>
            <a:endParaRPr lang="zh-CN" altLang="en-US"/>
          </a:p>
        </p:txBody>
      </p:sp>
    </p:spTree>
    <p:extLst>
      <p:ext uri="{BB962C8B-B14F-4D97-AF65-F5344CB8AC3E}">
        <p14:creationId xmlns:p14="http://schemas.microsoft.com/office/powerpoint/2010/main" val="11731225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98216F-05EC-EAA9-F507-174ADCBF0325}"/>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35EC731A-D919-D876-FE30-B526C9C8E5E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E8C89EBE-EC9A-FFFE-0C01-A6955082790D}"/>
              </a:ext>
            </a:extLst>
          </p:cNvPr>
          <p:cNvSpPr>
            <a:spLocks noGrp="1"/>
          </p:cNvSpPr>
          <p:nvPr>
            <p:ph type="dt" sz="half" idx="10"/>
          </p:nvPr>
        </p:nvSpPr>
        <p:spPr/>
        <p:txBody>
          <a:bodyPr/>
          <a:lstStyle/>
          <a:p>
            <a:fld id="{AE5255D4-3CE4-4487-971F-EA4D552E0CDD}" type="datetimeFigureOut">
              <a:rPr lang="zh-CN" altLang="en-US" smtClean="0"/>
              <a:t>2025/11/22</a:t>
            </a:fld>
            <a:endParaRPr lang="zh-CN" altLang="en-US"/>
          </a:p>
        </p:txBody>
      </p:sp>
      <p:sp>
        <p:nvSpPr>
          <p:cNvPr id="5" name="页脚占位符 4">
            <a:extLst>
              <a:ext uri="{FF2B5EF4-FFF2-40B4-BE49-F238E27FC236}">
                <a16:creationId xmlns:a16="http://schemas.microsoft.com/office/drawing/2014/main" id="{94CB9F21-A164-4466-2F21-E51A21D394D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A23BB21-DB19-2CA4-CDB5-4A58266CABA6}"/>
              </a:ext>
            </a:extLst>
          </p:cNvPr>
          <p:cNvSpPr>
            <a:spLocks noGrp="1"/>
          </p:cNvSpPr>
          <p:nvPr>
            <p:ph type="sldNum" sz="quarter" idx="12"/>
          </p:nvPr>
        </p:nvSpPr>
        <p:spPr/>
        <p:txBody>
          <a:bodyPr/>
          <a:lstStyle/>
          <a:p>
            <a:fld id="{258ADF6B-6C6E-46F6-9CD3-98D0EE7E8AEA}" type="slidenum">
              <a:rPr lang="zh-CN" altLang="en-US" smtClean="0"/>
              <a:t>‹#›</a:t>
            </a:fld>
            <a:endParaRPr lang="zh-CN" altLang="en-US"/>
          </a:p>
        </p:txBody>
      </p:sp>
    </p:spTree>
    <p:extLst>
      <p:ext uri="{BB962C8B-B14F-4D97-AF65-F5344CB8AC3E}">
        <p14:creationId xmlns:p14="http://schemas.microsoft.com/office/powerpoint/2010/main" val="3450026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7573A2D-E13D-2AE7-EE3C-BF54BDD1B5D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CD73C3A-46A0-957C-917D-82E02272E7A8}"/>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129B40D-AE00-FD48-7C1B-B210F052F495}"/>
              </a:ext>
            </a:extLst>
          </p:cNvPr>
          <p:cNvSpPr>
            <a:spLocks noGrp="1"/>
          </p:cNvSpPr>
          <p:nvPr>
            <p:ph type="dt" sz="half" idx="10"/>
          </p:nvPr>
        </p:nvSpPr>
        <p:spPr/>
        <p:txBody>
          <a:bodyPr/>
          <a:lstStyle/>
          <a:p>
            <a:fld id="{AE5255D4-3CE4-4487-971F-EA4D552E0CDD}" type="datetimeFigureOut">
              <a:rPr lang="zh-CN" altLang="en-US" smtClean="0"/>
              <a:t>2025/11/22</a:t>
            </a:fld>
            <a:endParaRPr lang="zh-CN" altLang="en-US"/>
          </a:p>
        </p:txBody>
      </p:sp>
      <p:sp>
        <p:nvSpPr>
          <p:cNvPr id="5" name="页脚占位符 4">
            <a:extLst>
              <a:ext uri="{FF2B5EF4-FFF2-40B4-BE49-F238E27FC236}">
                <a16:creationId xmlns:a16="http://schemas.microsoft.com/office/drawing/2014/main" id="{6F2F03F3-8C0C-F57B-718A-C79A08D8905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625E6E5-3D67-9A93-F83A-2FE3A94993F8}"/>
              </a:ext>
            </a:extLst>
          </p:cNvPr>
          <p:cNvSpPr>
            <a:spLocks noGrp="1"/>
          </p:cNvSpPr>
          <p:nvPr>
            <p:ph type="sldNum" sz="quarter" idx="12"/>
          </p:nvPr>
        </p:nvSpPr>
        <p:spPr/>
        <p:txBody>
          <a:bodyPr/>
          <a:lstStyle/>
          <a:p>
            <a:fld id="{258ADF6B-6C6E-46F6-9CD3-98D0EE7E8AEA}" type="slidenum">
              <a:rPr lang="zh-CN" altLang="en-US" smtClean="0"/>
              <a:t>‹#›</a:t>
            </a:fld>
            <a:endParaRPr lang="zh-CN" altLang="en-US"/>
          </a:p>
        </p:txBody>
      </p:sp>
    </p:spTree>
    <p:extLst>
      <p:ext uri="{BB962C8B-B14F-4D97-AF65-F5344CB8AC3E}">
        <p14:creationId xmlns:p14="http://schemas.microsoft.com/office/powerpoint/2010/main" val="25849864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1AE159-7FE6-4A6C-0112-11CA73ECC649}"/>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983D3F05-F1B6-026D-E77A-AA7ED9586E8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F6A206E3-2CDC-D0F4-F9DC-75793C343C9A}"/>
              </a:ext>
            </a:extLst>
          </p:cNvPr>
          <p:cNvSpPr>
            <a:spLocks noGrp="1"/>
          </p:cNvSpPr>
          <p:nvPr>
            <p:ph type="dt" sz="half" idx="10"/>
          </p:nvPr>
        </p:nvSpPr>
        <p:spPr/>
        <p:txBody>
          <a:bodyPr/>
          <a:lstStyle/>
          <a:p>
            <a:fld id="{AE5255D4-3CE4-4487-971F-EA4D552E0CDD}" type="datetimeFigureOut">
              <a:rPr lang="zh-CN" altLang="en-US" smtClean="0"/>
              <a:t>2025/11/22</a:t>
            </a:fld>
            <a:endParaRPr lang="zh-CN" altLang="en-US"/>
          </a:p>
        </p:txBody>
      </p:sp>
      <p:sp>
        <p:nvSpPr>
          <p:cNvPr id="5" name="页脚占位符 4">
            <a:extLst>
              <a:ext uri="{FF2B5EF4-FFF2-40B4-BE49-F238E27FC236}">
                <a16:creationId xmlns:a16="http://schemas.microsoft.com/office/drawing/2014/main" id="{7480BABD-02E4-5F56-9732-86984F59A5C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276D399-C918-82FC-2C49-C48E137D7633}"/>
              </a:ext>
            </a:extLst>
          </p:cNvPr>
          <p:cNvSpPr>
            <a:spLocks noGrp="1"/>
          </p:cNvSpPr>
          <p:nvPr>
            <p:ph type="sldNum" sz="quarter" idx="12"/>
          </p:nvPr>
        </p:nvSpPr>
        <p:spPr/>
        <p:txBody>
          <a:bodyPr/>
          <a:lstStyle/>
          <a:p>
            <a:fld id="{258ADF6B-6C6E-46F6-9CD3-98D0EE7E8AEA}" type="slidenum">
              <a:rPr lang="zh-CN" altLang="en-US" smtClean="0"/>
              <a:t>‹#›</a:t>
            </a:fld>
            <a:endParaRPr lang="zh-CN" altLang="en-US"/>
          </a:p>
        </p:txBody>
      </p:sp>
    </p:spTree>
    <p:extLst>
      <p:ext uri="{BB962C8B-B14F-4D97-AF65-F5344CB8AC3E}">
        <p14:creationId xmlns:p14="http://schemas.microsoft.com/office/powerpoint/2010/main" val="1987252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7AB319-BCB1-9EF3-534A-EF669D19DA3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4EE8E64-B55F-B24F-B198-2F697A8627D3}"/>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CADD683C-1A9A-B782-9FCA-6B63F09DD51C}"/>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547ABA3-63C3-F9C5-A25D-2E60DBAC43A1}"/>
              </a:ext>
            </a:extLst>
          </p:cNvPr>
          <p:cNvSpPr>
            <a:spLocks noGrp="1"/>
          </p:cNvSpPr>
          <p:nvPr>
            <p:ph type="dt" sz="half" idx="10"/>
          </p:nvPr>
        </p:nvSpPr>
        <p:spPr/>
        <p:txBody>
          <a:bodyPr/>
          <a:lstStyle/>
          <a:p>
            <a:fld id="{AE5255D4-3CE4-4487-971F-EA4D552E0CDD}" type="datetimeFigureOut">
              <a:rPr lang="zh-CN" altLang="en-US" smtClean="0"/>
              <a:t>2025/11/22</a:t>
            </a:fld>
            <a:endParaRPr lang="zh-CN" altLang="en-US"/>
          </a:p>
        </p:txBody>
      </p:sp>
      <p:sp>
        <p:nvSpPr>
          <p:cNvPr id="6" name="页脚占位符 5">
            <a:extLst>
              <a:ext uri="{FF2B5EF4-FFF2-40B4-BE49-F238E27FC236}">
                <a16:creationId xmlns:a16="http://schemas.microsoft.com/office/drawing/2014/main" id="{F4552EAC-60C3-8FAB-947B-3293634BD8C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C093D59-B037-ECD4-458B-6916DB6EF3D7}"/>
              </a:ext>
            </a:extLst>
          </p:cNvPr>
          <p:cNvSpPr>
            <a:spLocks noGrp="1"/>
          </p:cNvSpPr>
          <p:nvPr>
            <p:ph type="sldNum" sz="quarter" idx="12"/>
          </p:nvPr>
        </p:nvSpPr>
        <p:spPr/>
        <p:txBody>
          <a:bodyPr/>
          <a:lstStyle/>
          <a:p>
            <a:fld id="{258ADF6B-6C6E-46F6-9CD3-98D0EE7E8AEA}" type="slidenum">
              <a:rPr lang="zh-CN" altLang="en-US" smtClean="0"/>
              <a:t>‹#›</a:t>
            </a:fld>
            <a:endParaRPr lang="zh-CN" altLang="en-US"/>
          </a:p>
        </p:txBody>
      </p:sp>
    </p:spTree>
    <p:extLst>
      <p:ext uri="{BB962C8B-B14F-4D97-AF65-F5344CB8AC3E}">
        <p14:creationId xmlns:p14="http://schemas.microsoft.com/office/powerpoint/2010/main" val="5052998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647D65-6EF0-3332-1610-BB0DAFF348BC}"/>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7AF59BDA-DC27-67F6-85FC-B316C527F8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1EA40D39-21E3-77F8-8844-79F14024DB7C}"/>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C6A4AD1F-C569-090E-E415-CB8C915B577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5B3B5637-2450-2F80-CDA8-0418406DF6B0}"/>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58D3D08C-D713-F670-A2D5-A47A5E5F255E}"/>
              </a:ext>
            </a:extLst>
          </p:cNvPr>
          <p:cNvSpPr>
            <a:spLocks noGrp="1"/>
          </p:cNvSpPr>
          <p:nvPr>
            <p:ph type="dt" sz="half" idx="10"/>
          </p:nvPr>
        </p:nvSpPr>
        <p:spPr/>
        <p:txBody>
          <a:bodyPr/>
          <a:lstStyle/>
          <a:p>
            <a:fld id="{AE5255D4-3CE4-4487-971F-EA4D552E0CDD}" type="datetimeFigureOut">
              <a:rPr lang="zh-CN" altLang="en-US" smtClean="0"/>
              <a:t>2025/11/22</a:t>
            </a:fld>
            <a:endParaRPr lang="zh-CN" altLang="en-US"/>
          </a:p>
        </p:txBody>
      </p:sp>
      <p:sp>
        <p:nvSpPr>
          <p:cNvPr id="8" name="页脚占位符 7">
            <a:extLst>
              <a:ext uri="{FF2B5EF4-FFF2-40B4-BE49-F238E27FC236}">
                <a16:creationId xmlns:a16="http://schemas.microsoft.com/office/drawing/2014/main" id="{C6456EC2-05B8-A8EF-9686-56199070F839}"/>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7BC4888E-81C9-7B58-B303-EB5D961E1BD7}"/>
              </a:ext>
            </a:extLst>
          </p:cNvPr>
          <p:cNvSpPr>
            <a:spLocks noGrp="1"/>
          </p:cNvSpPr>
          <p:nvPr>
            <p:ph type="sldNum" sz="quarter" idx="12"/>
          </p:nvPr>
        </p:nvSpPr>
        <p:spPr/>
        <p:txBody>
          <a:bodyPr/>
          <a:lstStyle/>
          <a:p>
            <a:fld id="{258ADF6B-6C6E-46F6-9CD3-98D0EE7E8AEA}" type="slidenum">
              <a:rPr lang="zh-CN" altLang="en-US" smtClean="0"/>
              <a:t>‹#›</a:t>
            </a:fld>
            <a:endParaRPr lang="zh-CN" altLang="en-US"/>
          </a:p>
        </p:txBody>
      </p:sp>
    </p:spTree>
    <p:extLst>
      <p:ext uri="{BB962C8B-B14F-4D97-AF65-F5344CB8AC3E}">
        <p14:creationId xmlns:p14="http://schemas.microsoft.com/office/powerpoint/2010/main" val="22063758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108832-CA19-1234-35EC-FBD0E402DF55}"/>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F355E34-088B-01AD-B925-8AA0078136E6}"/>
              </a:ext>
            </a:extLst>
          </p:cNvPr>
          <p:cNvSpPr>
            <a:spLocks noGrp="1"/>
          </p:cNvSpPr>
          <p:nvPr>
            <p:ph type="dt" sz="half" idx="10"/>
          </p:nvPr>
        </p:nvSpPr>
        <p:spPr/>
        <p:txBody>
          <a:bodyPr/>
          <a:lstStyle/>
          <a:p>
            <a:fld id="{AE5255D4-3CE4-4487-971F-EA4D552E0CDD}" type="datetimeFigureOut">
              <a:rPr lang="zh-CN" altLang="en-US" smtClean="0"/>
              <a:t>2025/11/22</a:t>
            </a:fld>
            <a:endParaRPr lang="zh-CN" altLang="en-US"/>
          </a:p>
        </p:txBody>
      </p:sp>
      <p:sp>
        <p:nvSpPr>
          <p:cNvPr id="4" name="页脚占位符 3">
            <a:extLst>
              <a:ext uri="{FF2B5EF4-FFF2-40B4-BE49-F238E27FC236}">
                <a16:creationId xmlns:a16="http://schemas.microsoft.com/office/drawing/2014/main" id="{3F68C93B-EC4A-3040-79F4-D6671F65ED43}"/>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E40AF301-A3F2-7DDA-246D-A9AF35EFE445}"/>
              </a:ext>
            </a:extLst>
          </p:cNvPr>
          <p:cNvSpPr>
            <a:spLocks noGrp="1"/>
          </p:cNvSpPr>
          <p:nvPr>
            <p:ph type="sldNum" sz="quarter" idx="12"/>
          </p:nvPr>
        </p:nvSpPr>
        <p:spPr/>
        <p:txBody>
          <a:bodyPr/>
          <a:lstStyle/>
          <a:p>
            <a:fld id="{258ADF6B-6C6E-46F6-9CD3-98D0EE7E8AEA}" type="slidenum">
              <a:rPr lang="zh-CN" altLang="en-US" smtClean="0"/>
              <a:t>‹#›</a:t>
            </a:fld>
            <a:endParaRPr lang="zh-CN" altLang="en-US"/>
          </a:p>
        </p:txBody>
      </p:sp>
    </p:spTree>
    <p:extLst>
      <p:ext uri="{BB962C8B-B14F-4D97-AF65-F5344CB8AC3E}">
        <p14:creationId xmlns:p14="http://schemas.microsoft.com/office/powerpoint/2010/main" val="26555861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436CEB2-71AD-756D-2091-F9DB36A9E844}"/>
              </a:ext>
            </a:extLst>
          </p:cNvPr>
          <p:cNvSpPr>
            <a:spLocks noGrp="1"/>
          </p:cNvSpPr>
          <p:nvPr>
            <p:ph type="dt" sz="half" idx="10"/>
          </p:nvPr>
        </p:nvSpPr>
        <p:spPr/>
        <p:txBody>
          <a:bodyPr/>
          <a:lstStyle/>
          <a:p>
            <a:fld id="{AE5255D4-3CE4-4487-971F-EA4D552E0CDD}" type="datetimeFigureOut">
              <a:rPr lang="zh-CN" altLang="en-US" smtClean="0"/>
              <a:t>2025/11/22</a:t>
            </a:fld>
            <a:endParaRPr lang="zh-CN" altLang="en-US"/>
          </a:p>
        </p:txBody>
      </p:sp>
      <p:sp>
        <p:nvSpPr>
          <p:cNvPr id="3" name="页脚占位符 2">
            <a:extLst>
              <a:ext uri="{FF2B5EF4-FFF2-40B4-BE49-F238E27FC236}">
                <a16:creationId xmlns:a16="http://schemas.microsoft.com/office/drawing/2014/main" id="{50C904D5-4BDC-7C2A-1201-55EB315900D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0564524F-DAC7-F732-6C73-20052C8F4EC3}"/>
              </a:ext>
            </a:extLst>
          </p:cNvPr>
          <p:cNvSpPr>
            <a:spLocks noGrp="1"/>
          </p:cNvSpPr>
          <p:nvPr>
            <p:ph type="sldNum" sz="quarter" idx="12"/>
          </p:nvPr>
        </p:nvSpPr>
        <p:spPr/>
        <p:txBody>
          <a:bodyPr/>
          <a:lstStyle/>
          <a:p>
            <a:fld id="{258ADF6B-6C6E-46F6-9CD3-98D0EE7E8AEA}" type="slidenum">
              <a:rPr lang="zh-CN" altLang="en-US" smtClean="0"/>
              <a:t>‹#›</a:t>
            </a:fld>
            <a:endParaRPr lang="zh-CN" altLang="en-US"/>
          </a:p>
        </p:txBody>
      </p:sp>
    </p:spTree>
    <p:extLst>
      <p:ext uri="{BB962C8B-B14F-4D97-AF65-F5344CB8AC3E}">
        <p14:creationId xmlns:p14="http://schemas.microsoft.com/office/powerpoint/2010/main" val="29427433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B5C5B2-1DD6-FB4F-3AE5-314F51049376}"/>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4B6506FC-0B0B-A98C-3847-59EFB73076D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DC041807-C2D1-EB49-B4EA-FDF065DA5D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692A176-9DF4-FD90-575C-3B747C2867AF}"/>
              </a:ext>
            </a:extLst>
          </p:cNvPr>
          <p:cNvSpPr>
            <a:spLocks noGrp="1"/>
          </p:cNvSpPr>
          <p:nvPr>
            <p:ph type="dt" sz="half" idx="10"/>
          </p:nvPr>
        </p:nvSpPr>
        <p:spPr/>
        <p:txBody>
          <a:bodyPr/>
          <a:lstStyle/>
          <a:p>
            <a:fld id="{AE5255D4-3CE4-4487-971F-EA4D552E0CDD}" type="datetimeFigureOut">
              <a:rPr lang="zh-CN" altLang="en-US" smtClean="0"/>
              <a:t>2025/11/22</a:t>
            </a:fld>
            <a:endParaRPr lang="zh-CN" altLang="en-US"/>
          </a:p>
        </p:txBody>
      </p:sp>
      <p:sp>
        <p:nvSpPr>
          <p:cNvPr id="6" name="页脚占位符 5">
            <a:extLst>
              <a:ext uri="{FF2B5EF4-FFF2-40B4-BE49-F238E27FC236}">
                <a16:creationId xmlns:a16="http://schemas.microsoft.com/office/drawing/2014/main" id="{7D42E97F-FD00-577F-4029-B78A72A1330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3FE2A09-CB78-4E5E-3B74-77C2349FD3D5}"/>
              </a:ext>
            </a:extLst>
          </p:cNvPr>
          <p:cNvSpPr>
            <a:spLocks noGrp="1"/>
          </p:cNvSpPr>
          <p:nvPr>
            <p:ph type="sldNum" sz="quarter" idx="12"/>
          </p:nvPr>
        </p:nvSpPr>
        <p:spPr/>
        <p:txBody>
          <a:bodyPr/>
          <a:lstStyle/>
          <a:p>
            <a:fld id="{258ADF6B-6C6E-46F6-9CD3-98D0EE7E8AEA}" type="slidenum">
              <a:rPr lang="zh-CN" altLang="en-US" smtClean="0"/>
              <a:t>‹#›</a:t>
            </a:fld>
            <a:endParaRPr lang="zh-CN" altLang="en-US"/>
          </a:p>
        </p:txBody>
      </p:sp>
    </p:spTree>
    <p:extLst>
      <p:ext uri="{BB962C8B-B14F-4D97-AF65-F5344CB8AC3E}">
        <p14:creationId xmlns:p14="http://schemas.microsoft.com/office/powerpoint/2010/main" val="5975467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EC5105-37C1-DFBC-2BAF-C821F3CF3F8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3FE777FD-5471-C0AC-4796-A254D12E961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B4F6D717-2B74-922B-FE12-BBEB8E39EB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A1A158A-57D3-87E9-3893-68576BD55656}"/>
              </a:ext>
            </a:extLst>
          </p:cNvPr>
          <p:cNvSpPr>
            <a:spLocks noGrp="1"/>
          </p:cNvSpPr>
          <p:nvPr>
            <p:ph type="dt" sz="half" idx="10"/>
          </p:nvPr>
        </p:nvSpPr>
        <p:spPr/>
        <p:txBody>
          <a:bodyPr/>
          <a:lstStyle/>
          <a:p>
            <a:fld id="{AE5255D4-3CE4-4487-971F-EA4D552E0CDD}" type="datetimeFigureOut">
              <a:rPr lang="zh-CN" altLang="en-US" smtClean="0"/>
              <a:t>2025/11/22</a:t>
            </a:fld>
            <a:endParaRPr lang="zh-CN" altLang="en-US"/>
          </a:p>
        </p:txBody>
      </p:sp>
      <p:sp>
        <p:nvSpPr>
          <p:cNvPr id="6" name="页脚占位符 5">
            <a:extLst>
              <a:ext uri="{FF2B5EF4-FFF2-40B4-BE49-F238E27FC236}">
                <a16:creationId xmlns:a16="http://schemas.microsoft.com/office/drawing/2014/main" id="{193275FE-9FB5-0719-2186-2C462AAF206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C0B5DD1-2D7D-AEAD-2785-2652E703F8C6}"/>
              </a:ext>
            </a:extLst>
          </p:cNvPr>
          <p:cNvSpPr>
            <a:spLocks noGrp="1"/>
          </p:cNvSpPr>
          <p:nvPr>
            <p:ph type="sldNum" sz="quarter" idx="12"/>
          </p:nvPr>
        </p:nvSpPr>
        <p:spPr/>
        <p:txBody>
          <a:bodyPr/>
          <a:lstStyle/>
          <a:p>
            <a:fld id="{258ADF6B-6C6E-46F6-9CD3-98D0EE7E8AEA}" type="slidenum">
              <a:rPr lang="zh-CN" altLang="en-US" smtClean="0"/>
              <a:t>‹#›</a:t>
            </a:fld>
            <a:endParaRPr lang="zh-CN" altLang="en-US"/>
          </a:p>
        </p:txBody>
      </p:sp>
    </p:spTree>
    <p:extLst>
      <p:ext uri="{BB962C8B-B14F-4D97-AF65-F5344CB8AC3E}">
        <p14:creationId xmlns:p14="http://schemas.microsoft.com/office/powerpoint/2010/main" val="15467652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3A25FD-5A72-D659-4CE9-97ED83C0492F}"/>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74A91C23-5141-CC1E-C899-B607F55A31DB}"/>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351288A-647C-58DC-BB97-3DCFD3061C80}"/>
              </a:ext>
            </a:extLst>
          </p:cNvPr>
          <p:cNvSpPr>
            <a:spLocks noGrp="1"/>
          </p:cNvSpPr>
          <p:nvPr>
            <p:ph type="dt" sz="half" idx="10"/>
          </p:nvPr>
        </p:nvSpPr>
        <p:spPr/>
        <p:txBody>
          <a:bodyPr/>
          <a:lstStyle/>
          <a:p>
            <a:fld id="{AE5255D4-3CE4-4487-971F-EA4D552E0CDD}" type="datetimeFigureOut">
              <a:rPr lang="zh-CN" altLang="en-US" smtClean="0"/>
              <a:t>2025/11/22</a:t>
            </a:fld>
            <a:endParaRPr lang="zh-CN" altLang="en-US"/>
          </a:p>
        </p:txBody>
      </p:sp>
      <p:sp>
        <p:nvSpPr>
          <p:cNvPr id="5" name="页脚占位符 4">
            <a:extLst>
              <a:ext uri="{FF2B5EF4-FFF2-40B4-BE49-F238E27FC236}">
                <a16:creationId xmlns:a16="http://schemas.microsoft.com/office/drawing/2014/main" id="{12E5D2B7-62D3-E8D1-DF3C-3780E3C769B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808D855-952E-E54B-E336-B3D8ADC9AE5D}"/>
              </a:ext>
            </a:extLst>
          </p:cNvPr>
          <p:cNvSpPr>
            <a:spLocks noGrp="1"/>
          </p:cNvSpPr>
          <p:nvPr>
            <p:ph type="sldNum" sz="quarter" idx="12"/>
          </p:nvPr>
        </p:nvSpPr>
        <p:spPr/>
        <p:txBody>
          <a:bodyPr/>
          <a:lstStyle/>
          <a:p>
            <a:fld id="{258ADF6B-6C6E-46F6-9CD3-98D0EE7E8AEA}" type="slidenum">
              <a:rPr lang="zh-CN" altLang="en-US" smtClean="0"/>
              <a:t>‹#›</a:t>
            </a:fld>
            <a:endParaRPr lang="zh-CN" altLang="en-US"/>
          </a:p>
        </p:txBody>
      </p:sp>
    </p:spTree>
    <p:extLst>
      <p:ext uri="{BB962C8B-B14F-4D97-AF65-F5344CB8AC3E}">
        <p14:creationId xmlns:p14="http://schemas.microsoft.com/office/powerpoint/2010/main" val="40613664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49C4087-B44A-335A-D140-7E1F9D5B17CF}"/>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78A30CDB-6751-D241-9033-1712081183BC}"/>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A34BBE7-D1B1-F57E-E018-B379706CC6D1}"/>
              </a:ext>
            </a:extLst>
          </p:cNvPr>
          <p:cNvSpPr>
            <a:spLocks noGrp="1"/>
          </p:cNvSpPr>
          <p:nvPr>
            <p:ph type="dt" sz="half" idx="10"/>
          </p:nvPr>
        </p:nvSpPr>
        <p:spPr/>
        <p:txBody>
          <a:bodyPr/>
          <a:lstStyle/>
          <a:p>
            <a:fld id="{AE5255D4-3CE4-4487-971F-EA4D552E0CDD}" type="datetimeFigureOut">
              <a:rPr lang="zh-CN" altLang="en-US" smtClean="0"/>
              <a:t>2025/11/22</a:t>
            </a:fld>
            <a:endParaRPr lang="zh-CN" altLang="en-US"/>
          </a:p>
        </p:txBody>
      </p:sp>
      <p:sp>
        <p:nvSpPr>
          <p:cNvPr id="5" name="页脚占位符 4">
            <a:extLst>
              <a:ext uri="{FF2B5EF4-FFF2-40B4-BE49-F238E27FC236}">
                <a16:creationId xmlns:a16="http://schemas.microsoft.com/office/drawing/2014/main" id="{87B55E65-FFD4-9EF1-7762-5DDCB845174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9B751F0-9124-B3C5-E7C3-EB80950BCE9B}"/>
              </a:ext>
            </a:extLst>
          </p:cNvPr>
          <p:cNvSpPr>
            <a:spLocks noGrp="1"/>
          </p:cNvSpPr>
          <p:nvPr>
            <p:ph type="sldNum" sz="quarter" idx="12"/>
          </p:nvPr>
        </p:nvSpPr>
        <p:spPr/>
        <p:txBody>
          <a:bodyPr/>
          <a:lstStyle/>
          <a:p>
            <a:fld id="{258ADF6B-6C6E-46F6-9CD3-98D0EE7E8AEA}" type="slidenum">
              <a:rPr lang="zh-CN" altLang="en-US" smtClean="0"/>
              <a:t>‹#›</a:t>
            </a:fld>
            <a:endParaRPr lang="zh-CN" altLang="en-US"/>
          </a:p>
        </p:txBody>
      </p:sp>
    </p:spTree>
    <p:extLst>
      <p:ext uri="{BB962C8B-B14F-4D97-AF65-F5344CB8AC3E}">
        <p14:creationId xmlns:p14="http://schemas.microsoft.com/office/powerpoint/2010/main" val="31935850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739DBD6F-4A3F-C892-445B-E92230E718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4C4B5D40-4EC1-1C1B-EA9B-EC7BA9E151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61064B4-6EF5-31BE-8E24-49CCED0A41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E5255D4-3CE4-4487-971F-EA4D552E0CDD}" type="datetimeFigureOut">
              <a:rPr lang="zh-CN" altLang="en-US" smtClean="0"/>
              <a:t>2025/11/22</a:t>
            </a:fld>
            <a:endParaRPr lang="zh-CN" altLang="en-US"/>
          </a:p>
        </p:txBody>
      </p:sp>
      <p:sp>
        <p:nvSpPr>
          <p:cNvPr id="5" name="页脚占位符 4">
            <a:extLst>
              <a:ext uri="{FF2B5EF4-FFF2-40B4-BE49-F238E27FC236}">
                <a16:creationId xmlns:a16="http://schemas.microsoft.com/office/drawing/2014/main" id="{46CA0F67-C4D2-2D7A-1965-FA156CDF65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98F682AE-0523-39D3-F895-BBF658638B1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58ADF6B-6C6E-46F6-9CD3-98D0EE7E8AEA}" type="slidenum">
              <a:rPr lang="zh-CN" altLang="en-US" smtClean="0"/>
              <a:t>‹#›</a:t>
            </a:fld>
            <a:endParaRPr lang="zh-CN" altLang="en-US"/>
          </a:p>
        </p:txBody>
      </p:sp>
    </p:spTree>
    <p:extLst>
      <p:ext uri="{BB962C8B-B14F-4D97-AF65-F5344CB8AC3E}">
        <p14:creationId xmlns:p14="http://schemas.microsoft.com/office/powerpoint/2010/main" val="8518445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C5C7FD-4EF8-E61B-B666-CFAD7E512193}"/>
              </a:ext>
            </a:extLst>
          </p:cNvPr>
          <p:cNvSpPr>
            <a:spLocks noGrp="1"/>
          </p:cNvSpPr>
          <p:nvPr>
            <p:ph type="ctrTitle"/>
          </p:nvPr>
        </p:nvSpPr>
        <p:spPr/>
        <p:txBody>
          <a:bodyPr/>
          <a:lstStyle/>
          <a:p>
            <a:r>
              <a:rPr lang="en-US" altLang="zh-CN" dirty="0"/>
              <a:t>Mesh</a:t>
            </a:r>
            <a:endParaRPr lang="zh-CN" altLang="en-US" dirty="0"/>
          </a:p>
        </p:txBody>
      </p:sp>
    </p:spTree>
    <p:extLst>
      <p:ext uri="{BB962C8B-B14F-4D97-AF65-F5344CB8AC3E}">
        <p14:creationId xmlns:p14="http://schemas.microsoft.com/office/powerpoint/2010/main" val="35296138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45F339-6278-6C90-D5F8-EA105E852A44}"/>
              </a:ext>
            </a:extLst>
          </p:cNvPr>
          <p:cNvSpPr>
            <a:spLocks noGrp="1"/>
          </p:cNvSpPr>
          <p:nvPr>
            <p:ph type="title"/>
          </p:nvPr>
        </p:nvSpPr>
        <p:spPr/>
        <p:txBody>
          <a:bodyPr/>
          <a:lstStyle/>
          <a:p>
            <a:r>
              <a:rPr lang="zh-CN" altLang="en-US" dirty="0"/>
              <a:t>什么是 </a:t>
            </a:r>
            <a:r>
              <a:rPr lang="en-US" altLang="zh-CN" dirty="0"/>
              <a:t>Mesh ?</a:t>
            </a:r>
            <a:endParaRPr lang="zh-CN" altLang="en-US" dirty="0"/>
          </a:p>
        </p:txBody>
      </p:sp>
      <p:sp>
        <p:nvSpPr>
          <p:cNvPr id="3" name="内容占位符 2">
            <a:extLst>
              <a:ext uri="{FF2B5EF4-FFF2-40B4-BE49-F238E27FC236}">
                <a16:creationId xmlns:a16="http://schemas.microsoft.com/office/drawing/2014/main" id="{3FA93798-6D06-7CE2-EB6B-D526C4D65E45}"/>
              </a:ext>
            </a:extLst>
          </p:cNvPr>
          <p:cNvSpPr>
            <a:spLocks noGrp="1"/>
          </p:cNvSpPr>
          <p:nvPr>
            <p:ph idx="1"/>
          </p:nvPr>
        </p:nvSpPr>
        <p:spPr>
          <a:xfrm>
            <a:off x="838200" y="1825625"/>
            <a:ext cx="10515600" cy="1874016"/>
          </a:xfrm>
        </p:spPr>
        <p:txBody>
          <a:bodyPr>
            <a:normAutofit fontScale="70000" lnSpcReduction="20000"/>
          </a:bodyPr>
          <a:lstStyle/>
          <a:p>
            <a:pPr>
              <a:lnSpc>
                <a:spcPct val="160000"/>
              </a:lnSpc>
            </a:pPr>
            <a:r>
              <a:rPr lang="zh-CN" altLang="en-US" dirty="0"/>
              <a:t>三角网格是多边形网格的一种，多边形网格又被称为“</a:t>
            </a:r>
            <a:r>
              <a:rPr lang="en-US" altLang="zh-CN" dirty="0"/>
              <a:t>Mesh”</a:t>
            </a:r>
            <a:r>
              <a:rPr lang="zh-CN" altLang="en-US" dirty="0"/>
              <a:t>，是计算机图形学中用于为各种不规则物体建立模型的一种数据结构。现实世界中的物体表面直观上看都是由曲面构成的；而在计算机世界中，由于只能用离散的结构去模拟现实中连续的事物。所以现实世界中的曲面实际上在计算机里是由无数个小的多边形面片去组成的。</a:t>
            </a:r>
          </a:p>
        </p:txBody>
      </p:sp>
      <p:sp>
        <p:nvSpPr>
          <p:cNvPr id="7" name="Rectangle 9">
            <a:extLst>
              <a:ext uri="{FF2B5EF4-FFF2-40B4-BE49-F238E27FC236}">
                <a16:creationId xmlns:a16="http://schemas.microsoft.com/office/drawing/2014/main" id="{C476B8B4-73AD-E145-EF02-947293DA015B}"/>
              </a:ext>
            </a:extLst>
          </p:cNvPr>
          <p:cNvSpPr>
            <a:spLocks noChangeArrowheads="1"/>
          </p:cNvSpPr>
          <p:nvPr/>
        </p:nvSpPr>
        <p:spPr bwMode="auto">
          <a:xfrm>
            <a:off x="6346950" y="2673101"/>
            <a:ext cx="5682315" cy="54784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900" b="0" i="0" u="none" strike="noStrike" cap="none" normalizeH="0" baseline="0" dirty="0">
                <a:ln>
                  <a:noFill/>
                </a:ln>
                <a:solidFill>
                  <a:srgbClr val="000000"/>
                </a:solidFill>
                <a:effectLst/>
                <a:latin typeface="Arial" panose="020B0604020202020204" pitchFamily="34" charset="0"/>
                <a:ea typeface="PingFang SC"/>
              </a:rPr>
              <a:t>　　</a:t>
            </a:r>
            <a:r>
              <a:rPr kumimoji="0" lang="zh-CN" altLang="zh-CN" sz="500" b="0" i="0" u="none" strike="noStrike" cap="none" normalizeH="0" baseline="0" dirty="0">
                <a:ln>
                  <a:noFill/>
                </a:ln>
                <a:solidFill>
                  <a:schemeClr val="tx1"/>
                </a:solidFill>
                <a:effectLst/>
                <a:latin typeface="Arial" panose="020B0604020202020204" pitchFamily="34" charset="0"/>
              </a:rPr>
              <a:t>  </a:t>
            </a:r>
            <a:r>
              <a:rPr kumimoji="0" lang="zh-CN" altLang="zh-CN" sz="17000" b="0" i="0" u="none" strike="noStrike" cap="none" normalizeH="0" baseline="0" dirty="0">
                <a:ln>
                  <a:noFill/>
                </a:ln>
                <a:solidFill>
                  <a:schemeClr val="tx1"/>
                </a:solidFill>
                <a:effectLst/>
                <a:latin typeface="Arial" panose="020B0604020202020204" pitchFamily="34" charset="0"/>
              </a:rPr>
              <a:t>     </a:t>
            </a:r>
            <a:r>
              <a:rPr kumimoji="0" lang="zh-CN" altLang="zh-CN" sz="900" b="0" i="0" u="none" strike="noStrike" cap="none" normalizeH="0" baseline="0" dirty="0">
                <a:ln>
                  <a:noFill/>
                </a:ln>
                <a:solidFill>
                  <a:srgbClr val="000000"/>
                </a:solidFill>
                <a:effectLst/>
                <a:latin typeface="Arial" panose="020B0604020202020204" pitchFamily="34" charset="0"/>
                <a:ea typeface="PingFang SC"/>
              </a:rPr>
              <a:t>   </a:t>
            </a:r>
            <a:r>
              <a:rPr kumimoji="0" lang="zh-CN" altLang="zh-CN" sz="500" b="0" i="0" u="none" strike="noStrike" cap="none" normalizeH="0" baseline="0" dirty="0">
                <a:ln>
                  <a:noFill/>
                </a:ln>
                <a:solidFill>
                  <a:schemeClr val="tx1"/>
                </a:solidFill>
                <a:effectLst/>
                <a:latin typeface="Arial" panose="020B0604020202020204" pitchFamily="34" charset="0"/>
              </a:rPr>
              <a:t>  </a:t>
            </a:r>
            <a:r>
              <a:rPr kumimoji="0" lang="zh-CN" altLang="zh-CN" sz="17500" b="0" i="0" u="none" strike="noStrike" cap="none" normalizeH="0" baseline="0" dirty="0">
                <a:ln>
                  <a:noFill/>
                </a:ln>
                <a:solidFill>
                  <a:schemeClr val="tx1"/>
                </a:solidFill>
                <a:effectLst/>
                <a:latin typeface="Arial" panose="020B0604020202020204" pitchFamily="34" charset="0"/>
              </a:rPr>
              <a:t>    </a:t>
            </a:r>
            <a:r>
              <a:rPr kumimoji="0" lang="zh-CN" altLang="zh-CN" sz="900" b="0" i="0" u="none" strike="noStrike" cap="none" normalizeH="0" baseline="0" dirty="0">
                <a:ln>
                  <a:noFill/>
                </a:ln>
                <a:solidFill>
                  <a:srgbClr val="000000"/>
                </a:solidFill>
                <a:effectLst/>
                <a:latin typeface="Arial" panose="020B0604020202020204" pitchFamily="34" charset="0"/>
                <a:ea typeface="PingFang SC"/>
              </a:rPr>
              <a:t>      </a:t>
            </a:r>
            <a:r>
              <a:rPr kumimoji="0" lang="zh-CN" altLang="zh-CN" sz="500" b="0" i="0" u="none" strike="noStrike" cap="none" normalizeH="0" baseline="0" dirty="0">
                <a:ln>
                  <a:noFill/>
                </a:ln>
                <a:solidFill>
                  <a:schemeClr val="tx1"/>
                </a:solidFill>
                <a:effectLst/>
                <a:latin typeface="Arial" panose="020B0604020202020204" pitchFamily="34" charset="0"/>
              </a:rPr>
              <a:t>  </a:t>
            </a:r>
            <a:r>
              <a:rPr kumimoji="0" lang="zh-CN" altLang="zh-CN" sz="17500" b="0" i="0" u="none" strike="noStrike" cap="none" normalizeH="0" baseline="0" dirty="0">
                <a:ln>
                  <a:noFill/>
                </a:ln>
                <a:solidFill>
                  <a:schemeClr val="tx1"/>
                </a:solidFill>
                <a:effectLst/>
                <a:latin typeface="Arial" panose="020B0604020202020204" pitchFamily="34" charset="0"/>
              </a:rPr>
              <a:t>     </a:t>
            </a:r>
            <a:r>
              <a:rPr kumimoji="0" lang="zh-CN" altLang="zh-CN" sz="1800" b="0" i="0" u="none" strike="noStrike" cap="none" normalizeH="0" baseline="0" dirty="0">
                <a:ln>
                  <a:noFill/>
                </a:ln>
                <a:solidFill>
                  <a:schemeClr val="tx1"/>
                </a:solidFill>
                <a:effectLst/>
                <a:latin typeface="Arial" panose="020B0604020202020204" pitchFamily="34" charset="0"/>
              </a:rPr>
              <a:t> </a:t>
            </a:r>
          </a:p>
        </p:txBody>
      </p:sp>
      <p:pic>
        <p:nvPicPr>
          <p:cNvPr id="1034" name="Picture 10">
            <a:extLst>
              <a:ext uri="{FF2B5EF4-FFF2-40B4-BE49-F238E27FC236}">
                <a16:creationId xmlns:a16="http://schemas.microsoft.com/office/drawing/2014/main" id="{64EDEC76-3F3F-7958-DE7C-4A68AB4F4D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9262" y="4055954"/>
            <a:ext cx="1946709" cy="2102150"/>
          </a:xfrm>
          <a:prstGeom prst="rect">
            <a:avLst/>
          </a:prstGeom>
          <a:noFill/>
          <a:extLst>
            <a:ext uri="{909E8E84-426E-40DD-AFC4-6F175D3DCCD1}">
              <a14:hiddenFill xmlns:a14="http://schemas.microsoft.com/office/drawing/2010/main">
                <a:solidFill>
                  <a:srgbClr val="FFFFFF"/>
                </a:solidFill>
              </a14:hiddenFill>
            </a:ext>
          </a:extLst>
        </p:spPr>
      </p:pic>
      <p:pic>
        <p:nvPicPr>
          <p:cNvPr id="1035" name="Picture 11">
            <a:extLst>
              <a:ext uri="{FF2B5EF4-FFF2-40B4-BE49-F238E27FC236}">
                <a16:creationId xmlns:a16="http://schemas.microsoft.com/office/drawing/2014/main" id="{D98F974C-8F38-2ED4-AC3F-581C5BC522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9812" y="4055954"/>
            <a:ext cx="1665436" cy="2161365"/>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a:extLst>
              <a:ext uri="{FF2B5EF4-FFF2-40B4-BE49-F238E27FC236}">
                <a16:creationId xmlns:a16="http://schemas.microsoft.com/office/drawing/2014/main" id="{DAD0E13B-2F85-FB57-0E23-532F0E3AC3E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15388" y="4055954"/>
            <a:ext cx="2161365" cy="21687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91840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04958-7234-ECF1-49EC-59CA5A0923CA}"/>
              </a:ext>
            </a:extLst>
          </p:cNvPr>
          <p:cNvSpPr>
            <a:spLocks noGrp="1"/>
          </p:cNvSpPr>
          <p:nvPr>
            <p:ph type="title"/>
          </p:nvPr>
        </p:nvSpPr>
        <p:spPr/>
        <p:txBody>
          <a:bodyPr/>
          <a:lstStyle/>
          <a:p>
            <a:r>
              <a:rPr lang="en-US" altLang="zh-CN" dirty="0"/>
              <a:t>P288 Case 6.1</a:t>
            </a:r>
            <a:endParaRPr lang="zh-CN" altLang="en-US" dirty="0"/>
          </a:p>
        </p:txBody>
      </p:sp>
      <p:pic>
        <p:nvPicPr>
          <p:cNvPr id="5" name="内容占位符 4" descr="报纸上的文字&#10;&#10;AI 生成的内容可能不正确。">
            <a:extLst>
              <a:ext uri="{FF2B5EF4-FFF2-40B4-BE49-F238E27FC236}">
                <a16:creationId xmlns:a16="http://schemas.microsoft.com/office/drawing/2014/main" id="{16ED390F-A5F9-BAB1-319B-C9C934185E2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60594" y="-3244"/>
            <a:ext cx="5286688" cy="6861244"/>
          </a:xfrm>
        </p:spPr>
      </p:pic>
    </p:spTree>
    <p:extLst>
      <p:ext uri="{BB962C8B-B14F-4D97-AF65-F5344CB8AC3E}">
        <p14:creationId xmlns:p14="http://schemas.microsoft.com/office/powerpoint/2010/main" val="9620693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567BDF-AB0B-14CA-B5DD-95AF4A90540E}"/>
              </a:ext>
            </a:extLst>
          </p:cNvPr>
          <p:cNvSpPr>
            <a:spLocks noGrp="1"/>
          </p:cNvSpPr>
          <p:nvPr>
            <p:ph type="title"/>
          </p:nvPr>
        </p:nvSpPr>
        <p:spPr/>
        <p:txBody>
          <a:bodyPr/>
          <a:lstStyle/>
          <a:p>
            <a:r>
              <a:rPr lang="zh-CN" altLang="en-US" dirty="0"/>
              <a:t>如何用 </a:t>
            </a:r>
            <a:r>
              <a:rPr lang="en-US" altLang="zh-CN" dirty="0"/>
              <a:t>txt </a:t>
            </a:r>
            <a:r>
              <a:rPr lang="zh-CN" altLang="en-US" dirty="0"/>
              <a:t>文件存储 </a:t>
            </a:r>
            <a:r>
              <a:rPr lang="en-US" altLang="zh-CN" dirty="0"/>
              <a:t>Mesh </a:t>
            </a:r>
            <a:r>
              <a:rPr lang="zh-CN" altLang="en-US" dirty="0"/>
              <a:t>？</a:t>
            </a:r>
          </a:p>
        </p:txBody>
      </p:sp>
      <p:pic>
        <p:nvPicPr>
          <p:cNvPr id="5" name="图片 4" descr="图示&#10;&#10;AI 生成的内容可能不正确。">
            <a:extLst>
              <a:ext uri="{FF2B5EF4-FFF2-40B4-BE49-F238E27FC236}">
                <a16:creationId xmlns:a16="http://schemas.microsoft.com/office/drawing/2014/main" id="{550FF7DA-8B3F-6A25-CC2A-DD0EDBEFAB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94389" y="196069"/>
            <a:ext cx="3650572" cy="2989237"/>
          </a:xfrm>
          <a:prstGeom prst="rect">
            <a:avLst/>
          </a:prstGeom>
        </p:spPr>
      </p:pic>
      <p:pic>
        <p:nvPicPr>
          <p:cNvPr id="11" name="图片 10" descr="电脑屏幕的照片上有文字&#10;&#10;AI 生成的内容可能不正确。">
            <a:extLst>
              <a:ext uri="{FF2B5EF4-FFF2-40B4-BE49-F238E27FC236}">
                <a16:creationId xmlns:a16="http://schemas.microsoft.com/office/drawing/2014/main" id="{4A87ED09-176A-ED80-A660-5B9A515A985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94389" y="3354362"/>
            <a:ext cx="3916179" cy="3149260"/>
          </a:xfrm>
          <a:prstGeom prst="rect">
            <a:avLst/>
          </a:prstGeom>
        </p:spPr>
      </p:pic>
      <p:sp>
        <p:nvSpPr>
          <p:cNvPr id="13" name="内容占位符 12">
            <a:extLst>
              <a:ext uri="{FF2B5EF4-FFF2-40B4-BE49-F238E27FC236}">
                <a16:creationId xmlns:a16="http://schemas.microsoft.com/office/drawing/2014/main" id="{B242A0D3-AF12-300C-A36E-702A015011E7}"/>
              </a:ext>
            </a:extLst>
          </p:cNvPr>
          <p:cNvSpPr>
            <a:spLocks noGrp="1"/>
          </p:cNvSpPr>
          <p:nvPr>
            <p:ph idx="1"/>
          </p:nvPr>
        </p:nvSpPr>
        <p:spPr>
          <a:xfrm>
            <a:off x="838200" y="1825625"/>
            <a:ext cx="6781800" cy="4351338"/>
          </a:xfrm>
        </p:spPr>
        <p:txBody>
          <a:bodyPr>
            <a:normAutofit fontScale="62500" lnSpcReduction="20000"/>
          </a:bodyPr>
          <a:lstStyle/>
          <a:p>
            <a:pPr>
              <a:lnSpc>
                <a:spcPct val="170000"/>
              </a:lnSpc>
            </a:pPr>
            <a:r>
              <a:rPr lang="zh-CN" altLang="en-US" dirty="0"/>
              <a:t>第一行 </a:t>
            </a:r>
            <a:r>
              <a:rPr lang="en-US" altLang="zh-CN" dirty="0"/>
              <a:t>10 7 7: </a:t>
            </a:r>
            <a:r>
              <a:rPr lang="zh-CN" altLang="en-US" dirty="0"/>
              <a:t>分别是顶点数量、法线数量、面数量，用于提前分配内存。</a:t>
            </a:r>
            <a:endParaRPr lang="en-US" altLang="zh-CN" dirty="0"/>
          </a:p>
          <a:p>
            <a:pPr>
              <a:lnSpc>
                <a:spcPct val="170000"/>
              </a:lnSpc>
            </a:pPr>
            <a:r>
              <a:rPr lang="zh-CN" altLang="en-US" dirty="0"/>
              <a:t>之后的 </a:t>
            </a:r>
            <a:r>
              <a:rPr lang="en-US" altLang="zh-CN" dirty="0"/>
              <a:t>10 </a:t>
            </a:r>
            <a:r>
              <a:rPr lang="zh-CN" altLang="en-US" dirty="0"/>
              <a:t>个</a:t>
            </a:r>
            <a:r>
              <a:rPr lang="en-US" altLang="zh-CN" dirty="0"/>
              <a:t> 3</a:t>
            </a:r>
            <a:r>
              <a:rPr lang="zh-CN" altLang="en-US" dirty="0"/>
              <a:t>元组 表示 </a:t>
            </a:r>
            <a:r>
              <a:rPr lang="en-US" altLang="zh-CN" dirty="0"/>
              <a:t>10 </a:t>
            </a:r>
            <a:r>
              <a:rPr lang="zh-CN" altLang="en-US" dirty="0"/>
              <a:t>个顶点的坐标。</a:t>
            </a:r>
            <a:endParaRPr lang="en-US" altLang="zh-CN" dirty="0"/>
          </a:p>
          <a:p>
            <a:pPr>
              <a:lnSpc>
                <a:spcPct val="170000"/>
              </a:lnSpc>
            </a:pPr>
            <a:r>
              <a:rPr lang="zh-CN" altLang="en-US" dirty="0"/>
              <a:t>之后的 </a:t>
            </a:r>
            <a:r>
              <a:rPr lang="en-US" altLang="zh-CN" dirty="0"/>
              <a:t>7 </a:t>
            </a:r>
            <a:r>
              <a:rPr lang="zh-CN" altLang="en-US" dirty="0"/>
              <a:t>个 </a:t>
            </a:r>
            <a:r>
              <a:rPr lang="en-US" altLang="zh-CN" dirty="0"/>
              <a:t>3</a:t>
            </a:r>
            <a:r>
              <a:rPr lang="zh-CN" altLang="en-US" dirty="0"/>
              <a:t>元组 表示 </a:t>
            </a:r>
            <a:r>
              <a:rPr lang="en-US" altLang="zh-CN" dirty="0"/>
              <a:t>7 </a:t>
            </a:r>
            <a:r>
              <a:rPr lang="zh-CN" altLang="en-US" dirty="0"/>
              <a:t>个法向量（光照、材质、环境效果等场景使用）。</a:t>
            </a:r>
            <a:endParaRPr lang="en-US" altLang="zh-CN" dirty="0"/>
          </a:p>
          <a:p>
            <a:pPr>
              <a:lnSpc>
                <a:spcPct val="170000"/>
              </a:lnSpc>
            </a:pPr>
            <a:r>
              <a:rPr lang="zh-CN" altLang="en-US" dirty="0"/>
              <a:t>之后的 </a:t>
            </a:r>
            <a:r>
              <a:rPr lang="en-US" altLang="zh-CN" dirty="0"/>
              <a:t>7 </a:t>
            </a:r>
            <a:r>
              <a:rPr lang="zh-CN" altLang="en-US" dirty="0"/>
              <a:t>行，对应 </a:t>
            </a:r>
            <a:r>
              <a:rPr lang="en-US" altLang="zh-CN" dirty="0"/>
              <a:t>7 </a:t>
            </a:r>
            <a:r>
              <a:rPr lang="zh-CN" altLang="en-US" dirty="0"/>
              <a:t>个面，首先是面上顶点的数量 </a:t>
            </a:r>
            <a:r>
              <a:rPr lang="en-US" altLang="zh-CN" dirty="0"/>
              <a:t>n</a:t>
            </a:r>
            <a:r>
              <a:rPr lang="zh-CN" altLang="en-US" dirty="0"/>
              <a:t>，接下来 </a:t>
            </a:r>
            <a:r>
              <a:rPr lang="en-US" altLang="zh-CN" dirty="0"/>
              <a:t>n </a:t>
            </a:r>
            <a:r>
              <a:rPr lang="zh-CN" altLang="en-US" dirty="0"/>
              <a:t>个数表示面上各顶点的索引，统一按照逆时针或顺时针顺序排列（站在物体外观察），最后的 </a:t>
            </a:r>
            <a:r>
              <a:rPr lang="en-US" altLang="zh-CN" dirty="0"/>
              <a:t>n </a:t>
            </a:r>
            <a:r>
              <a:rPr lang="zh-CN" altLang="en-US" dirty="0"/>
              <a:t>个数表示面上各顶点对应的法向量索引。</a:t>
            </a:r>
            <a:endParaRPr lang="en-US" altLang="zh-CN" dirty="0"/>
          </a:p>
          <a:p>
            <a:endParaRPr lang="en-US" altLang="zh-CN" dirty="0"/>
          </a:p>
          <a:p>
            <a:endParaRPr lang="zh-CN" altLang="en-US" dirty="0"/>
          </a:p>
        </p:txBody>
      </p:sp>
    </p:spTree>
    <p:extLst>
      <p:ext uri="{BB962C8B-B14F-4D97-AF65-F5344CB8AC3E}">
        <p14:creationId xmlns:p14="http://schemas.microsoft.com/office/powerpoint/2010/main" val="11429098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AECA2F-8281-8E4D-D599-BC416BA27161}"/>
              </a:ext>
            </a:extLst>
          </p:cNvPr>
          <p:cNvSpPr>
            <a:spLocks noGrp="1"/>
          </p:cNvSpPr>
          <p:nvPr>
            <p:ph type="title"/>
          </p:nvPr>
        </p:nvSpPr>
        <p:spPr/>
        <p:txBody>
          <a:bodyPr/>
          <a:lstStyle/>
          <a:p>
            <a:r>
              <a:rPr lang="zh-CN" altLang="en-US" dirty="0"/>
              <a:t>绘制图形</a:t>
            </a:r>
          </a:p>
        </p:txBody>
      </p:sp>
      <p:sp>
        <p:nvSpPr>
          <p:cNvPr id="3" name="内容占位符 2">
            <a:extLst>
              <a:ext uri="{FF2B5EF4-FFF2-40B4-BE49-F238E27FC236}">
                <a16:creationId xmlns:a16="http://schemas.microsoft.com/office/drawing/2014/main" id="{846076EF-744E-51FC-024E-4DA0A93A9BFA}"/>
              </a:ext>
            </a:extLst>
          </p:cNvPr>
          <p:cNvSpPr>
            <a:spLocks noGrp="1"/>
          </p:cNvSpPr>
          <p:nvPr>
            <p:ph idx="1"/>
          </p:nvPr>
        </p:nvSpPr>
        <p:spPr>
          <a:xfrm>
            <a:off x="838200" y="1844937"/>
            <a:ext cx="4470699" cy="4830183"/>
          </a:xfrm>
        </p:spPr>
        <p:txBody>
          <a:bodyPr>
            <a:normAutofit fontScale="55000" lnSpcReduction="20000"/>
          </a:bodyPr>
          <a:lstStyle/>
          <a:p>
            <a:pPr>
              <a:lnSpc>
                <a:spcPct val="170000"/>
              </a:lnSpc>
            </a:pPr>
            <a:r>
              <a:rPr lang="zh-CN" altLang="en-US" dirty="0"/>
              <a:t>面循环：遍历所有面，使用 </a:t>
            </a:r>
            <a:r>
              <a:rPr lang="en-US" altLang="zh-CN" dirty="0" err="1"/>
              <a:t>glBegin</a:t>
            </a:r>
            <a:r>
              <a:rPr lang="en-US" altLang="zh-CN" dirty="0"/>
              <a:t>(GL_LINE_LOOP) </a:t>
            </a:r>
            <a:r>
              <a:rPr lang="zh-CN" altLang="en-US" dirty="0"/>
              <a:t>以线环方式连接该面的所有顶点，首尾自动闭合，只显示轮廓，不填充。</a:t>
            </a:r>
          </a:p>
          <a:p>
            <a:pPr>
              <a:lnSpc>
                <a:spcPct val="170000"/>
              </a:lnSpc>
            </a:pPr>
            <a:r>
              <a:rPr lang="zh-CN" altLang="en-US" dirty="0"/>
              <a:t>顶点循环：遍历所有顶点，使用 </a:t>
            </a:r>
            <a:r>
              <a:rPr lang="en-US" altLang="zh-CN" dirty="0"/>
              <a:t>glNormal3f </a:t>
            </a:r>
            <a:r>
              <a:rPr lang="zh-CN" altLang="en-US" dirty="0"/>
              <a:t>为每个顶点设定法线。然而线框模式下未启用光照时法线无视觉效果；若启用光照仍可影响边线颜色插值。使用 </a:t>
            </a:r>
            <a:r>
              <a:rPr lang="en-US" altLang="zh-CN" dirty="0"/>
              <a:t>glVertex3f </a:t>
            </a:r>
            <a:r>
              <a:rPr lang="zh-CN" altLang="en-US" dirty="0"/>
              <a:t>向当前正在组装的图元</a:t>
            </a:r>
            <a:r>
              <a:rPr lang="en-US" altLang="zh-CN" dirty="0"/>
              <a:t>(primitive, </a:t>
            </a:r>
            <a:r>
              <a:rPr lang="zh-CN" altLang="en-US" dirty="0"/>
              <a:t>如 </a:t>
            </a:r>
            <a:r>
              <a:rPr lang="en-US" altLang="zh-CN" dirty="0"/>
              <a:t>GL_LINE_LOOP </a:t>
            </a:r>
            <a:r>
              <a:rPr lang="zh-CN" altLang="en-US" dirty="0"/>
              <a:t>的线环</a:t>
            </a:r>
            <a:r>
              <a:rPr lang="en-US" altLang="zh-CN" dirty="0"/>
              <a:t>)</a:t>
            </a:r>
            <a:r>
              <a:rPr lang="zh-CN" altLang="en-US" dirty="0"/>
              <a:t>追加一个顶点。</a:t>
            </a:r>
            <a:endParaRPr lang="en-US" altLang="zh-CN" dirty="0"/>
          </a:p>
          <a:p>
            <a:pPr>
              <a:lnSpc>
                <a:spcPct val="170000"/>
              </a:lnSpc>
            </a:pPr>
            <a:r>
              <a:rPr lang="en-US" altLang="zh-CN" dirty="0"/>
              <a:t>glEnd </a:t>
            </a:r>
            <a:r>
              <a:rPr lang="zh-CN" altLang="en-US" dirty="0"/>
              <a:t>结束该面轮廓。</a:t>
            </a:r>
            <a:endParaRPr lang="en-US" altLang="zh-CN" dirty="0"/>
          </a:p>
        </p:txBody>
      </p:sp>
      <p:pic>
        <p:nvPicPr>
          <p:cNvPr id="7" name="图片 6" descr="文本, 信件&#10;&#10;AI 生成的内容可能不正确。">
            <a:extLst>
              <a:ext uri="{FF2B5EF4-FFF2-40B4-BE49-F238E27FC236}">
                <a16:creationId xmlns:a16="http://schemas.microsoft.com/office/drawing/2014/main" id="{D7FBC00E-F388-9731-68DB-4E0FA9B0DD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42313" y="2113601"/>
            <a:ext cx="5656283" cy="3022349"/>
          </a:xfrm>
          <a:prstGeom prst="rect">
            <a:avLst/>
          </a:prstGeom>
        </p:spPr>
      </p:pic>
    </p:spTree>
    <p:extLst>
      <p:ext uri="{BB962C8B-B14F-4D97-AF65-F5344CB8AC3E}">
        <p14:creationId xmlns:p14="http://schemas.microsoft.com/office/powerpoint/2010/main" val="38116773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7086D8A-B80E-815F-1D23-377BB75BE3CD}"/>
              </a:ext>
            </a:extLst>
          </p:cNvPr>
          <p:cNvSpPr>
            <a:spLocks noGrp="1"/>
          </p:cNvSpPr>
          <p:nvPr>
            <p:ph type="title"/>
          </p:nvPr>
        </p:nvSpPr>
        <p:spPr/>
        <p:txBody>
          <a:bodyPr/>
          <a:lstStyle/>
          <a:p>
            <a:r>
              <a:rPr lang="en-US" altLang="zh-CN" dirty="0"/>
              <a:t>void </a:t>
            </a:r>
            <a:r>
              <a:rPr lang="en-US" altLang="zh-CN" dirty="0" err="1"/>
              <a:t>setupCamera</a:t>
            </a:r>
            <a:r>
              <a:rPr lang="en-US" altLang="zh-CN" dirty="0"/>
              <a:t>()</a:t>
            </a:r>
            <a:endParaRPr lang="zh-CN" altLang="en-US" dirty="0"/>
          </a:p>
        </p:txBody>
      </p:sp>
      <p:sp>
        <p:nvSpPr>
          <p:cNvPr id="3" name="内容占位符 2">
            <a:extLst>
              <a:ext uri="{FF2B5EF4-FFF2-40B4-BE49-F238E27FC236}">
                <a16:creationId xmlns:a16="http://schemas.microsoft.com/office/drawing/2014/main" id="{38D21D8D-70A5-C069-CE89-4A769771D16C}"/>
              </a:ext>
            </a:extLst>
          </p:cNvPr>
          <p:cNvSpPr>
            <a:spLocks noGrp="1"/>
          </p:cNvSpPr>
          <p:nvPr>
            <p:ph idx="1"/>
          </p:nvPr>
        </p:nvSpPr>
        <p:spPr>
          <a:xfrm>
            <a:off x="838200" y="2234662"/>
            <a:ext cx="10515600" cy="4204261"/>
          </a:xfrm>
        </p:spPr>
        <p:txBody>
          <a:bodyPr>
            <a:normAutofit fontScale="62500" lnSpcReduction="20000"/>
          </a:bodyPr>
          <a:lstStyle/>
          <a:p>
            <a:pPr>
              <a:lnSpc>
                <a:spcPct val="160000"/>
              </a:lnSpc>
            </a:pPr>
            <a:r>
              <a:rPr lang="en-US" altLang="zh-CN" dirty="0" err="1"/>
              <a:t>glMatrixMode</a:t>
            </a:r>
            <a:r>
              <a:rPr lang="en-US" altLang="zh-CN" dirty="0"/>
              <a:t>(GL_PROJECTION) </a:t>
            </a:r>
            <a:r>
              <a:rPr lang="zh-CN" altLang="en-US" dirty="0"/>
              <a:t>切换当前矩阵操作目标为投影矩阵，确保正交投影只写进投影矩阵。</a:t>
            </a:r>
            <a:endParaRPr lang="en-US" altLang="zh-CN" dirty="0"/>
          </a:p>
          <a:p>
            <a:pPr>
              <a:lnSpc>
                <a:spcPct val="160000"/>
              </a:lnSpc>
            </a:pPr>
            <a:r>
              <a:rPr lang="en-US" altLang="zh-CN" dirty="0" err="1"/>
              <a:t>glLoadIdentity</a:t>
            </a:r>
            <a:r>
              <a:rPr lang="en-US" altLang="zh-CN" dirty="0"/>
              <a:t>()</a:t>
            </a:r>
            <a:r>
              <a:rPr lang="zh-CN" altLang="en-US" dirty="0"/>
              <a:t>：将投影矩阵重置为单位矩阵。</a:t>
            </a:r>
            <a:endParaRPr lang="en-US" altLang="zh-CN" dirty="0"/>
          </a:p>
          <a:p>
            <a:pPr>
              <a:lnSpc>
                <a:spcPct val="160000"/>
              </a:lnSpc>
            </a:pPr>
            <a:r>
              <a:rPr lang="en-US" altLang="zh-CN" dirty="0" err="1"/>
              <a:t>glOrtho</a:t>
            </a:r>
            <a:r>
              <a:rPr lang="en-US" altLang="zh-CN" dirty="0"/>
              <a:t>(-8.0, 8.0, -6.0, 6.0, -50.0, 50.0)</a:t>
            </a:r>
            <a:r>
              <a:rPr lang="zh-CN" altLang="en-US" dirty="0"/>
              <a:t>：建立正交投影体，</a:t>
            </a:r>
            <a:r>
              <a:rPr lang="en-US" altLang="zh-CN" dirty="0"/>
              <a:t>x </a:t>
            </a:r>
            <a:r>
              <a:rPr lang="zh-CN" altLang="en-US" dirty="0"/>
              <a:t>可见范围 </a:t>
            </a:r>
            <a:r>
              <a:rPr lang="en-US" altLang="zh-CN" dirty="0"/>
              <a:t>[-8, 8]</a:t>
            </a:r>
            <a:r>
              <a:rPr lang="zh-CN" altLang="en-US" dirty="0"/>
              <a:t>，</a:t>
            </a:r>
            <a:r>
              <a:rPr lang="en-US" altLang="zh-CN" dirty="0"/>
              <a:t>y </a:t>
            </a:r>
            <a:r>
              <a:rPr lang="zh-CN" altLang="en-US" dirty="0"/>
              <a:t>范围 </a:t>
            </a:r>
            <a:r>
              <a:rPr lang="en-US" altLang="zh-CN" dirty="0"/>
              <a:t>[-8, 8]</a:t>
            </a:r>
            <a:r>
              <a:rPr lang="zh-CN" altLang="en-US" dirty="0"/>
              <a:t>，</a:t>
            </a:r>
            <a:r>
              <a:rPr lang="en-US" altLang="zh-CN" dirty="0"/>
              <a:t>z </a:t>
            </a:r>
            <a:r>
              <a:rPr lang="zh-CN" altLang="en-US" dirty="0"/>
              <a:t>可见范围 </a:t>
            </a:r>
            <a:r>
              <a:rPr lang="en-US" altLang="zh-CN" dirty="0"/>
              <a:t>[-50, 50]</a:t>
            </a:r>
            <a:r>
              <a:rPr lang="zh-CN" altLang="en-US" dirty="0"/>
              <a:t>。</a:t>
            </a:r>
            <a:endParaRPr lang="en-US" altLang="zh-CN" dirty="0"/>
          </a:p>
          <a:p>
            <a:pPr>
              <a:lnSpc>
                <a:spcPct val="160000"/>
              </a:lnSpc>
            </a:pPr>
            <a:r>
              <a:rPr lang="en-US" altLang="zh-CN" dirty="0" err="1"/>
              <a:t>glMatrixMode</a:t>
            </a:r>
            <a:r>
              <a:rPr lang="en-US" altLang="zh-CN" dirty="0"/>
              <a:t>(GL_MODELVIEW) </a:t>
            </a:r>
            <a:r>
              <a:rPr lang="zh-CN" altLang="en-US" dirty="0"/>
              <a:t>切换到模型视图矩阵，把“相机”变换写进模型视图矩阵。</a:t>
            </a:r>
            <a:endParaRPr lang="en-US" altLang="zh-CN" dirty="0"/>
          </a:p>
          <a:p>
            <a:pPr>
              <a:lnSpc>
                <a:spcPct val="160000"/>
              </a:lnSpc>
            </a:pPr>
            <a:r>
              <a:rPr lang="en-US" altLang="zh-CN" dirty="0" err="1"/>
              <a:t>glLoadIdentity</a:t>
            </a:r>
            <a:r>
              <a:rPr lang="en-US" altLang="zh-CN" dirty="0"/>
              <a:t>()</a:t>
            </a:r>
            <a:r>
              <a:rPr lang="zh-CN" altLang="en-US" dirty="0"/>
              <a:t>：重置模型视图矩阵为单位矩阵。</a:t>
            </a:r>
            <a:endParaRPr lang="en-US" altLang="zh-CN" dirty="0"/>
          </a:p>
          <a:p>
            <a:pPr>
              <a:lnSpc>
                <a:spcPct val="160000"/>
              </a:lnSpc>
            </a:pPr>
            <a:r>
              <a:rPr lang="en-US" altLang="zh-CN" dirty="0" err="1"/>
              <a:t>gluLookAt</a:t>
            </a:r>
            <a:r>
              <a:rPr lang="en-US" altLang="zh-CN" dirty="0"/>
              <a:t>(3.0, 2.0, 4.0, 1.0, 1.0, 1.0, 0.0, 1.0, 0.0) </a:t>
            </a:r>
            <a:r>
              <a:rPr lang="zh-CN" altLang="en-US" dirty="0"/>
              <a:t>设置视点位置</a:t>
            </a:r>
            <a:r>
              <a:rPr lang="en-US" altLang="zh-CN" dirty="0"/>
              <a:t>(3,2,4)</a:t>
            </a:r>
            <a:r>
              <a:rPr lang="zh-CN" altLang="en-US" dirty="0"/>
              <a:t>，观察目标点</a:t>
            </a:r>
            <a:r>
              <a:rPr lang="en-US" altLang="zh-CN" dirty="0"/>
              <a:t>(1,1,1)</a:t>
            </a:r>
            <a:r>
              <a:rPr lang="zh-CN" altLang="en-US" dirty="0"/>
              <a:t>，上方向</a:t>
            </a:r>
            <a:r>
              <a:rPr lang="en-US" altLang="zh-CN" dirty="0"/>
              <a:t>(0,1,0)</a:t>
            </a:r>
            <a:r>
              <a:rPr lang="zh-CN" altLang="en-US" dirty="0"/>
              <a:t>。</a:t>
            </a:r>
          </a:p>
        </p:txBody>
      </p:sp>
      <p:pic>
        <p:nvPicPr>
          <p:cNvPr id="5" name="图片 4" descr="文本&#10;&#10;AI 生成的内容可能不正确。">
            <a:extLst>
              <a:ext uri="{FF2B5EF4-FFF2-40B4-BE49-F238E27FC236}">
                <a16:creationId xmlns:a16="http://schemas.microsoft.com/office/drawing/2014/main" id="{6C0591D4-9D20-B2C2-5340-0F51435DF8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85641" y="252249"/>
            <a:ext cx="5572657" cy="1869537"/>
          </a:xfrm>
          <a:prstGeom prst="rect">
            <a:avLst/>
          </a:prstGeom>
        </p:spPr>
      </p:pic>
    </p:spTree>
    <p:extLst>
      <p:ext uri="{BB962C8B-B14F-4D97-AF65-F5344CB8AC3E}">
        <p14:creationId xmlns:p14="http://schemas.microsoft.com/office/powerpoint/2010/main" val="16089273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058098-A8BA-54B3-8723-3DE7376D8AAB}"/>
              </a:ext>
            </a:extLst>
          </p:cNvPr>
          <p:cNvSpPr>
            <a:spLocks noGrp="1"/>
          </p:cNvSpPr>
          <p:nvPr>
            <p:ph type="title"/>
          </p:nvPr>
        </p:nvSpPr>
        <p:spPr/>
        <p:txBody>
          <a:bodyPr/>
          <a:lstStyle/>
          <a:p>
            <a:r>
              <a:rPr lang="zh-CN" altLang="en-US" dirty="0"/>
              <a:t>实验要求</a:t>
            </a:r>
          </a:p>
        </p:txBody>
      </p:sp>
      <p:sp>
        <p:nvSpPr>
          <p:cNvPr id="3" name="内容占位符 2">
            <a:extLst>
              <a:ext uri="{FF2B5EF4-FFF2-40B4-BE49-F238E27FC236}">
                <a16:creationId xmlns:a16="http://schemas.microsoft.com/office/drawing/2014/main" id="{9FD38945-0EBF-21F9-8F0A-F036D44D1C57}"/>
              </a:ext>
            </a:extLst>
          </p:cNvPr>
          <p:cNvSpPr>
            <a:spLocks noGrp="1"/>
          </p:cNvSpPr>
          <p:nvPr>
            <p:ph idx="1"/>
          </p:nvPr>
        </p:nvSpPr>
        <p:spPr/>
        <p:txBody>
          <a:bodyPr>
            <a:normAutofit fontScale="92500" lnSpcReduction="10000"/>
          </a:bodyPr>
          <a:lstStyle/>
          <a:p>
            <a:pPr>
              <a:lnSpc>
                <a:spcPct val="150000"/>
              </a:lnSpc>
            </a:pPr>
            <a:r>
              <a:rPr lang="zh-CN" altLang="en-US" dirty="0"/>
              <a:t>编写一个 </a:t>
            </a:r>
            <a:r>
              <a:rPr lang="en-US" altLang="zh-CN" dirty="0" err="1"/>
              <a:t>readMesh</a:t>
            </a:r>
            <a:r>
              <a:rPr lang="en-US" altLang="zh-CN" dirty="0"/>
              <a:t> </a:t>
            </a:r>
            <a:r>
              <a:rPr lang="zh-CN" altLang="en-US" dirty="0"/>
              <a:t>函数 读取仓房模型的 </a:t>
            </a:r>
            <a:r>
              <a:rPr lang="en-US" altLang="zh-CN" dirty="0"/>
              <a:t>txt </a:t>
            </a:r>
            <a:r>
              <a:rPr lang="zh-CN" altLang="en-US" dirty="0"/>
              <a:t>文件。绘制图形，并设置合适的相机模型。</a:t>
            </a:r>
            <a:endParaRPr lang="en-US" altLang="zh-CN" dirty="0"/>
          </a:p>
          <a:p>
            <a:pPr>
              <a:lnSpc>
                <a:spcPct val="150000"/>
              </a:lnSpc>
            </a:pPr>
            <a:r>
              <a:rPr lang="zh-CN" altLang="en-US" dirty="0"/>
              <a:t>编写一个生成球体的函数 </a:t>
            </a:r>
            <a:r>
              <a:rPr lang="en-US" altLang="zh-CN" dirty="0" err="1"/>
              <a:t>generateSphere</a:t>
            </a:r>
            <a:r>
              <a:rPr lang="zh-CN" altLang="en-US" dirty="0"/>
              <a:t> ，可以通过改变函数参数来改变球体的半径、经度分段数和纬度分段数。</a:t>
            </a:r>
            <a:endParaRPr lang="en-US" altLang="zh-CN" dirty="0"/>
          </a:p>
          <a:p>
            <a:pPr marL="0" indent="0">
              <a:lnSpc>
                <a:spcPct val="150000"/>
              </a:lnSpc>
              <a:buNone/>
            </a:pPr>
            <a:endParaRPr lang="en-US" altLang="zh-CN" dirty="0"/>
          </a:p>
          <a:p>
            <a:pPr>
              <a:lnSpc>
                <a:spcPct val="150000"/>
              </a:lnSpc>
            </a:pPr>
            <a:r>
              <a:rPr lang="zh-CN" altLang="en-US" dirty="0"/>
              <a:t>编写与 </a:t>
            </a:r>
            <a:r>
              <a:rPr lang="en-US" altLang="zh-CN" dirty="0" err="1"/>
              <a:t>readMesh</a:t>
            </a:r>
            <a:r>
              <a:rPr lang="en-US" altLang="zh-CN" dirty="0"/>
              <a:t> </a:t>
            </a:r>
            <a:r>
              <a:rPr lang="zh-CN" altLang="en-US" dirty="0"/>
              <a:t>对应的 </a:t>
            </a:r>
            <a:r>
              <a:rPr lang="en-US" altLang="zh-CN" dirty="0" err="1"/>
              <a:t>writeMesh</a:t>
            </a:r>
            <a:r>
              <a:rPr lang="zh-CN" altLang="en-US" dirty="0"/>
              <a:t> 函数，将生成球体的点、法线、面等信息写入 </a:t>
            </a:r>
            <a:r>
              <a:rPr lang="en-US" altLang="zh-CN" dirty="0"/>
              <a:t>sphere.txt </a:t>
            </a:r>
            <a:r>
              <a:rPr lang="zh-CN" altLang="en-US" dirty="0"/>
              <a:t>文件。</a:t>
            </a:r>
          </a:p>
        </p:txBody>
      </p:sp>
      <p:pic>
        <p:nvPicPr>
          <p:cNvPr id="5" name="图片 4">
            <a:extLst>
              <a:ext uri="{FF2B5EF4-FFF2-40B4-BE49-F238E27FC236}">
                <a16:creationId xmlns:a16="http://schemas.microsoft.com/office/drawing/2014/main" id="{C16AEBAD-888A-F499-D102-13E2DCD6BB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60580" y="4392044"/>
            <a:ext cx="9007723" cy="478588"/>
          </a:xfrm>
          <a:prstGeom prst="rect">
            <a:avLst/>
          </a:prstGeom>
        </p:spPr>
      </p:pic>
    </p:spTree>
    <p:extLst>
      <p:ext uri="{BB962C8B-B14F-4D97-AF65-F5344CB8AC3E}">
        <p14:creationId xmlns:p14="http://schemas.microsoft.com/office/powerpoint/2010/main" val="40229857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形状&#10;&#10;AI 生成的内容可能不正确。">
            <a:extLst>
              <a:ext uri="{FF2B5EF4-FFF2-40B4-BE49-F238E27FC236}">
                <a16:creationId xmlns:a16="http://schemas.microsoft.com/office/drawing/2014/main" id="{432C71E3-4022-7CA2-D5A4-3B1AC37B12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9330" y="1222714"/>
            <a:ext cx="4145996" cy="4268840"/>
          </a:xfrm>
          <a:prstGeom prst="rect">
            <a:avLst/>
          </a:prstGeom>
        </p:spPr>
      </p:pic>
      <p:pic>
        <p:nvPicPr>
          <p:cNvPr id="7" name="图片 6" descr="图片包含 游戏机&#10;&#10;AI 生成的内容可能不正确。">
            <a:extLst>
              <a:ext uri="{FF2B5EF4-FFF2-40B4-BE49-F238E27FC236}">
                <a16:creationId xmlns:a16="http://schemas.microsoft.com/office/drawing/2014/main" id="{7F723E82-21FE-0300-E8D9-8A18C186E2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335" y="1222612"/>
            <a:ext cx="4487116" cy="4268942"/>
          </a:xfrm>
          <a:prstGeom prst="rect">
            <a:avLst/>
          </a:prstGeom>
        </p:spPr>
      </p:pic>
      <p:pic>
        <p:nvPicPr>
          <p:cNvPr id="9" name="图片 8" descr="图形用户界面, 应用程序&#10;&#10;AI 生成的内容可能不正确。">
            <a:extLst>
              <a:ext uri="{FF2B5EF4-FFF2-40B4-BE49-F238E27FC236}">
                <a16:creationId xmlns:a16="http://schemas.microsoft.com/office/drawing/2014/main" id="{2DAA5118-234B-2467-8DAE-AD65F5ABE1F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78447" y="2821107"/>
            <a:ext cx="1386766" cy="829045"/>
          </a:xfrm>
          <a:prstGeom prst="rect">
            <a:avLst/>
          </a:prstGeom>
        </p:spPr>
      </p:pic>
    </p:spTree>
    <p:extLst>
      <p:ext uri="{BB962C8B-B14F-4D97-AF65-F5344CB8AC3E}">
        <p14:creationId xmlns:p14="http://schemas.microsoft.com/office/powerpoint/2010/main" val="651828388"/>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183</TotalTime>
  <Words>561</Words>
  <Application>Microsoft Office PowerPoint</Application>
  <PresentationFormat>宽屏</PresentationFormat>
  <Paragraphs>27</Paragraphs>
  <Slides>8</Slides>
  <Notes>1</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8</vt:i4>
      </vt:variant>
    </vt:vector>
  </HeadingPairs>
  <TitlesOfParts>
    <vt:vector size="12" baseType="lpstr">
      <vt:lpstr>等线</vt:lpstr>
      <vt:lpstr>等线 Light</vt:lpstr>
      <vt:lpstr>Arial</vt:lpstr>
      <vt:lpstr>Office 主题​​</vt:lpstr>
      <vt:lpstr>Mesh</vt:lpstr>
      <vt:lpstr>什么是 Mesh ?</vt:lpstr>
      <vt:lpstr>P288 Case 6.1</vt:lpstr>
      <vt:lpstr>如何用 txt 文件存储 Mesh ？</vt:lpstr>
      <vt:lpstr>绘制图形</vt:lpstr>
      <vt:lpstr>void setupCamera()</vt:lpstr>
      <vt:lpstr>实验要求</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昊炎 刘</dc:creator>
  <cp:lastModifiedBy>昊炎 刘</cp:lastModifiedBy>
  <cp:revision>1</cp:revision>
  <dcterms:created xsi:type="dcterms:W3CDTF">2025-11-22T04:18:13Z</dcterms:created>
  <dcterms:modified xsi:type="dcterms:W3CDTF">2025-11-22T07:21:15Z</dcterms:modified>
</cp:coreProperties>
</file>