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FD317-0A0D-4EB4-A510-CFC2B073802D}" type="datetimeFigureOut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A11E4-82F2-40E3-A0A6-5B09016B6A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958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8A11E4-82F2-40E3-A0A6-5B09016B6A1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428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8A11E4-82F2-40E3-A0A6-5B09016B6A1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821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4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4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4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4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FAE6274-DD85-4CCB-A046-E2C56423ECC8}" type="slidenum">
              <a:rPr lang="zh-CN" altLang="en-US" sz="1200" smtClean="0"/>
              <a:pPr/>
              <a:t>19</a:t>
            </a:fld>
            <a:endParaRPr lang="en-US" altLang="zh-CN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907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F5C9B-99B2-41EF-B99B-FDE3C8DADE2B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71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A89E1-F87F-4ED4-B9FA-E36EFEC9F8B5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343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BB6A0-CAC8-42FA-A1C6-D5625C504380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701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6123-E281-4207-BE82-F9F634984F76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962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6534-73A3-422B-98FF-B3752AC83543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669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09A47-3CC9-4CAF-91F4-617D4748013B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68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2A31A-C3BF-4B66-8468-380F720F1573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471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0A307-3662-4DCD-908A-920BB58F15C5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430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8D56-659D-44EF-896A-811570EF33D6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586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A1D92-BF49-411C-A721-629FAE5E1DC7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823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3713F-E710-4407-9C17-4AA3A12B71A3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068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DABFF-2B3F-4C4F-8735-F24C9038C676}" type="datetime1">
              <a:rPr lang="zh-CN" altLang="en-US" smtClean="0"/>
              <a:t>2024/6/6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992535-4F88-477C-B241-4E637B27AB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96747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5103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11331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7942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0536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A91AD-5720-405A-8945-2E436DBDCA5E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D257B-AE6D-40B3-B754-FE76BC145C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085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oleObject" Target="../embeddings/oleObject7.bin"/><Relationship Id="rId18" Type="http://schemas.openxmlformats.org/officeDocument/2006/relationships/oleObject" Target="../embeddings/oleObject10.bin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12" Type="http://schemas.openxmlformats.org/officeDocument/2006/relationships/image" Target="../media/image5.wmf"/><Relationship Id="rId17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6.bin"/><Relationship Id="rId5" Type="http://schemas.openxmlformats.org/officeDocument/2006/relationships/image" Target="../media/image2.wmf"/><Relationship Id="rId15" Type="http://schemas.openxmlformats.org/officeDocument/2006/relationships/oleObject" Target="../embeddings/oleObject8.bin"/><Relationship Id="rId10" Type="http://schemas.openxmlformats.org/officeDocument/2006/relationships/image" Target="../media/image4.wmf"/><Relationship Id="rId19" Type="http://schemas.openxmlformats.org/officeDocument/2006/relationships/image" Target="../media/image8.wmf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5.bin"/><Relationship Id="rId14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14.wmf"/><Relationship Id="rId18" Type="http://schemas.openxmlformats.org/officeDocument/2006/relationships/oleObject" Target="../embeddings/oleObject19.bin"/><Relationship Id="rId26" Type="http://schemas.openxmlformats.org/officeDocument/2006/relationships/oleObject" Target="../embeddings/oleObject23.bin"/><Relationship Id="rId3" Type="http://schemas.openxmlformats.org/officeDocument/2006/relationships/image" Target="../media/image9.wmf"/><Relationship Id="rId21" Type="http://schemas.openxmlformats.org/officeDocument/2006/relationships/image" Target="../media/image18.wmf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6.bin"/><Relationship Id="rId17" Type="http://schemas.openxmlformats.org/officeDocument/2006/relationships/image" Target="../media/image16.wmf"/><Relationship Id="rId25" Type="http://schemas.openxmlformats.org/officeDocument/2006/relationships/image" Target="../media/image20.wmf"/><Relationship Id="rId2" Type="http://schemas.openxmlformats.org/officeDocument/2006/relationships/oleObject" Target="../embeddings/oleObject11.bin"/><Relationship Id="rId16" Type="http://schemas.openxmlformats.org/officeDocument/2006/relationships/oleObject" Target="../embeddings/oleObject18.bin"/><Relationship Id="rId20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3.wmf"/><Relationship Id="rId24" Type="http://schemas.openxmlformats.org/officeDocument/2006/relationships/oleObject" Target="../embeddings/oleObject22.bin"/><Relationship Id="rId5" Type="http://schemas.openxmlformats.org/officeDocument/2006/relationships/image" Target="../media/image10.wmf"/><Relationship Id="rId15" Type="http://schemas.openxmlformats.org/officeDocument/2006/relationships/image" Target="../media/image15.wmf"/><Relationship Id="rId23" Type="http://schemas.openxmlformats.org/officeDocument/2006/relationships/image" Target="../media/image19.wmf"/><Relationship Id="rId10" Type="http://schemas.openxmlformats.org/officeDocument/2006/relationships/oleObject" Target="../embeddings/oleObject15.bin"/><Relationship Id="rId19" Type="http://schemas.openxmlformats.org/officeDocument/2006/relationships/image" Target="../media/image17.w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17.bin"/><Relationship Id="rId22" Type="http://schemas.openxmlformats.org/officeDocument/2006/relationships/oleObject" Target="../embeddings/oleObject21.bin"/><Relationship Id="rId27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26.wmf"/><Relationship Id="rId3" Type="http://schemas.openxmlformats.org/officeDocument/2006/relationships/image" Target="../media/image21.wmf"/><Relationship Id="rId7" Type="http://schemas.openxmlformats.org/officeDocument/2006/relationships/image" Target="../media/image23.wmf"/><Relationship Id="rId12" Type="http://schemas.openxmlformats.org/officeDocument/2006/relationships/oleObject" Target="../embeddings/oleObject29.bin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25.wmf"/><Relationship Id="rId5" Type="http://schemas.openxmlformats.org/officeDocument/2006/relationships/image" Target="../media/image22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2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35.bin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0.w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w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10" Type="http://schemas.openxmlformats.org/officeDocument/2006/relationships/image" Target="../media/image29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31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37.wmf"/><Relationship Id="rId3" Type="http://schemas.openxmlformats.org/officeDocument/2006/relationships/image" Target="../media/image33.wmf"/><Relationship Id="rId7" Type="http://schemas.openxmlformats.org/officeDocument/2006/relationships/image" Target="../media/image34.wmf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39.wmf"/><Relationship Id="rId2" Type="http://schemas.openxmlformats.org/officeDocument/2006/relationships/oleObject" Target="../embeddings/oleObject37.bin"/><Relationship Id="rId16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36.wmf"/><Relationship Id="rId5" Type="http://schemas.openxmlformats.org/officeDocument/2006/relationships/image" Target="../media/image1.wmf"/><Relationship Id="rId15" Type="http://schemas.openxmlformats.org/officeDocument/2006/relationships/image" Target="../media/image38.wmf"/><Relationship Id="rId10" Type="http://schemas.openxmlformats.org/officeDocument/2006/relationships/oleObject" Target="../embeddings/oleObject41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35.wmf"/><Relationship Id="rId14" Type="http://schemas.openxmlformats.org/officeDocument/2006/relationships/oleObject" Target="../embeddings/oleObject4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13" Type="http://schemas.openxmlformats.org/officeDocument/2006/relationships/image" Target="../media/image44.wmf"/><Relationship Id="rId3" Type="http://schemas.openxmlformats.org/officeDocument/2006/relationships/image" Target="../media/image40.wmf"/><Relationship Id="rId7" Type="http://schemas.openxmlformats.org/officeDocument/2006/relationships/image" Target="../media/image42.wmf"/><Relationship Id="rId12" Type="http://schemas.openxmlformats.org/officeDocument/2006/relationships/oleObject" Target="../embeddings/oleObject50.bin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43.wmf"/><Relationship Id="rId5" Type="http://schemas.openxmlformats.org/officeDocument/2006/relationships/image" Target="../media/image41.wmf"/><Relationship Id="rId10" Type="http://schemas.openxmlformats.org/officeDocument/2006/relationships/oleObject" Target="../embeddings/oleObject49.bin"/><Relationship Id="rId4" Type="http://schemas.openxmlformats.org/officeDocument/2006/relationships/oleObject" Target="../embeddings/oleObject46.bin"/><Relationship Id="rId9" Type="http://schemas.openxmlformats.org/officeDocument/2006/relationships/image" Target="../media/image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3" Type="http://schemas.openxmlformats.org/officeDocument/2006/relationships/image" Target="../media/image1.wmf"/><Relationship Id="rId7" Type="http://schemas.openxmlformats.org/officeDocument/2006/relationships/image" Target="../media/image46.w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48.wmf"/><Relationship Id="rId5" Type="http://schemas.openxmlformats.org/officeDocument/2006/relationships/image" Target="../media/image45.wmf"/><Relationship Id="rId10" Type="http://schemas.openxmlformats.org/officeDocument/2006/relationships/oleObject" Target="../embeddings/oleObject55.bin"/><Relationship Id="rId4" Type="http://schemas.openxmlformats.org/officeDocument/2006/relationships/oleObject" Target="../embeddings/oleObject52.bin"/><Relationship Id="rId9" Type="http://schemas.openxmlformats.org/officeDocument/2006/relationships/image" Target="../media/image4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13" Type="http://schemas.openxmlformats.org/officeDocument/2006/relationships/image" Target="../media/image53.wmf"/><Relationship Id="rId3" Type="http://schemas.openxmlformats.org/officeDocument/2006/relationships/image" Target="../media/image49.wmf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61.bin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52.wmf"/><Relationship Id="rId5" Type="http://schemas.openxmlformats.org/officeDocument/2006/relationships/image" Target="../media/image1.wmf"/><Relationship Id="rId15" Type="http://schemas.openxmlformats.org/officeDocument/2006/relationships/image" Target="../media/image54.wmf"/><Relationship Id="rId10" Type="http://schemas.openxmlformats.org/officeDocument/2006/relationships/oleObject" Target="../embeddings/oleObject60.bin"/><Relationship Id="rId4" Type="http://schemas.openxmlformats.org/officeDocument/2006/relationships/oleObject" Target="../embeddings/oleObject57.bin"/><Relationship Id="rId9" Type="http://schemas.openxmlformats.org/officeDocument/2006/relationships/image" Target="../media/image51.wmf"/><Relationship Id="rId14" Type="http://schemas.openxmlformats.org/officeDocument/2006/relationships/oleObject" Target="../embeddings/oleObject62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3" Type="http://schemas.openxmlformats.org/officeDocument/2006/relationships/image" Target="../media/image55.wmf"/><Relationship Id="rId7" Type="http://schemas.openxmlformats.org/officeDocument/2006/relationships/image" Target="../media/image57.w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5.bin"/><Relationship Id="rId11" Type="http://schemas.openxmlformats.org/officeDocument/2006/relationships/image" Target="../media/image59.wmf"/><Relationship Id="rId5" Type="http://schemas.openxmlformats.org/officeDocument/2006/relationships/image" Target="../media/image56.wmf"/><Relationship Id="rId10" Type="http://schemas.openxmlformats.org/officeDocument/2006/relationships/oleObject" Target="../embeddings/oleObject67.bin"/><Relationship Id="rId4" Type="http://schemas.openxmlformats.org/officeDocument/2006/relationships/oleObject" Target="../embeddings/oleObject64.bin"/><Relationship Id="rId9" Type="http://schemas.openxmlformats.org/officeDocument/2006/relationships/image" Target="../media/image5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3" Type="http://schemas.openxmlformats.org/officeDocument/2006/relationships/image" Target="../media/image60.wmf"/><Relationship Id="rId7" Type="http://schemas.openxmlformats.org/officeDocument/2006/relationships/image" Target="../media/image62.wmf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70.bin"/><Relationship Id="rId11" Type="http://schemas.openxmlformats.org/officeDocument/2006/relationships/image" Target="../media/image64.wmf"/><Relationship Id="rId5" Type="http://schemas.openxmlformats.org/officeDocument/2006/relationships/image" Target="../media/image61.wmf"/><Relationship Id="rId10" Type="http://schemas.openxmlformats.org/officeDocument/2006/relationships/oleObject" Target="../embeddings/oleObject72.bin"/><Relationship Id="rId4" Type="http://schemas.openxmlformats.org/officeDocument/2006/relationships/oleObject" Target="../embeddings/oleObject69.bin"/><Relationship Id="rId9" Type="http://schemas.openxmlformats.org/officeDocument/2006/relationships/image" Target="../media/image6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13" Type="http://schemas.openxmlformats.org/officeDocument/2006/relationships/image" Target="../media/image69.wmf"/><Relationship Id="rId3" Type="http://schemas.openxmlformats.org/officeDocument/2006/relationships/image" Target="../media/image65.wmf"/><Relationship Id="rId7" Type="http://schemas.openxmlformats.org/officeDocument/2006/relationships/image" Target="../media/image66.wmf"/><Relationship Id="rId12" Type="http://schemas.openxmlformats.org/officeDocument/2006/relationships/oleObject" Target="../embeddings/oleObject78.bin"/><Relationship Id="rId2" Type="http://schemas.openxmlformats.org/officeDocument/2006/relationships/oleObject" Target="../embeddings/oleObject7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5.bin"/><Relationship Id="rId11" Type="http://schemas.openxmlformats.org/officeDocument/2006/relationships/image" Target="../media/image68.wmf"/><Relationship Id="rId5" Type="http://schemas.openxmlformats.org/officeDocument/2006/relationships/image" Target="../media/image1.wmf"/><Relationship Id="rId15" Type="http://schemas.openxmlformats.org/officeDocument/2006/relationships/image" Target="../media/image70.wmf"/><Relationship Id="rId10" Type="http://schemas.openxmlformats.org/officeDocument/2006/relationships/oleObject" Target="../embeddings/oleObject77.bin"/><Relationship Id="rId4" Type="http://schemas.openxmlformats.org/officeDocument/2006/relationships/oleObject" Target="../embeddings/oleObject74.bin"/><Relationship Id="rId9" Type="http://schemas.openxmlformats.org/officeDocument/2006/relationships/image" Target="../media/image67.wmf"/><Relationship Id="rId14" Type="http://schemas.openxmlformats.org/officeDocument/2006/relationships/oleObject" Target="../embeddings/oleObject79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13" Type="http://schemas.openxmlformats.org/officeDocument/2006/relationships/image" Target="../media/image76.wmf"/><Relationship Id="rId3" Type="http://schemas.openxmlformats.org/officeDocument/2006/relationships/image" Target="../media/image71.wmf"/><Relationship Id="rId7" Type="http://schemas.openxmlformats.org/officeDocument/2006/relationships/image" Target="../media/image73.wmf"/><Relationship Id="rId12" Type="http://schemas.openxmlformats.org/officeDocument/2006/relationships/oleObject" Target="../embeddings/oleObject85.bin"/><Relationship Id="rId2" Type="http://schemas.openxmlformats.org/officeDocument/2006/relationships/oleObject" Target="../embeddings/oleObject8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75.wmf"/><Relationship Id="rId5" Type="http://schemas.openxmlformats.org/officeDocument/2006/relationships/image" Target="../media/image72.wmf"/><Relationship Id="rId15" Type="http://schemas.openxmlformats.org/officeDocument/2006/relationships/image" Target="../media/image77.wmf"/><Relationship Id="rId10" Type="http://schemas.openxmlformats.org/officeDocument/2006/relationships/oleObject" Target="../embeddings/oleObject84.bin"/><Relationship Id="rId4" Type="http://schemas.openxmlformats.org/officeDocument/2006/relationships/oleObject" Target="../embeddings/oleObject81.bin"/><Relationship Id="rId9" Type="http://schemas.openxmlformats.org/officeDocument/2006/relationships/image" Target="../media/image74.wmf"/><Relationship Id="rId14" Type="http://schemas.openxmlformats.org/officeDocument/2006/relationships/oleObject" Target="../embeddings/oleObject86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13" Type="http://schemas.openxmlformats.org/officeDocument/2006/relationships/image" Target="../media/image83.wmf"/><Relationship Id="rId3" Type="http://schemas.openxmlformats.org/officeDocument/2006/relationships/image" Target="../media/image78.wmf"/><Relationship Id="rId7" Type="http://schemas.openxmlformats.org/officeDocument/2006/relationships/image" Target="../media/image80.wmf"/><Relationship Id="rId12" Type="http://schemas.openxmlformats.org/officeDocument/2006/relationships/oleObject" Target="../embeddings/oleObject92.bin"/><Relationship Id="rId2" Type="http://schemas.openxmlformats.org/officeDocument/2006/relationships/oleObject" Target="../embeddings/oleObject8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9.bin"/><Relationship Id="rId11" Type="http://schemas.openxmlformats.org/officeDocument/2006/relationships/image" Target="../media/image82.wmf"/><Relationship Id="rId5" Type="http://schemas.openxmlformats.org/officeDocument/2006/relationships/image" Target="../media/image79.wmf"/><Relationship Id="rId15" Type="http://schemas.openxmlformats.org/officeDocument/2006/relationships/image" Target="../media/image84.wmf"/><Relationship Id="rId10" Type="http://schemas.openxmlformats.org/officeDocument/2006/relationships/oleObject" Target="../embeddings/oleObject91.bin"/><Relationship Id="rId4" Type="http://schemas.openxmlformats.org/officeDocument/2006/relationships/oleObject" Target="../embeddings/oleObject88.bin"/><Relationship Id="rId9" Type="http://schemas.openxmlformats.org/officeDocument/2006/relationships/image" Target="../media/image81.wmf"/><Relationship Id="rId14" Type="http://schemas.openxmlformats.org/officeDocument/2006/relationships/oleObject" Target="../embeddings/oleObject9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oleObject" Target="../embeddings/oleObject99.bin"/><Relationship Id="rId18" Type="http://schemas.openxmlformats.org/officeDocument/2006/relationships/image" Target="../media/image92.wmf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6.bin"/><Relationship Id="rId12" Type="http://schemas.openxmlformats.org/officeDocument/2006/relationships/image" Target="../media/image89.wmf"/><Relationship Id="rId17" Type="http://schemas.openxmlformats.org/officeDocument/2006/relationships/oleObject" Target="../embeddings/oleObject101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9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98.bin"/><Relationship Id="rId5" Type="http://schemas.openxmlformats.org/officeDocument/2006/relationships/oleObject" Target="../embeddings/oleObject95.bin"/><Relationship Id="rId15" Type="http://schemas.openxmlformats.org/officeDocument/2006/relationships/oleObject" Target="../embeddings/oleObject100.bin"/><Relationship Id="rId10" Type="http://schemas.openxmlformats.org/officeDocument/2006/relationships/image" Target="../media/image88.wmf"/><Relationship Id="rId4" Type="http://schemas.openxmlformats.org/officeDocument/2006/relationships/image" Target="../media/image85.wmf"/><Relationship Id="rId9" Type="http://schemas.openxmlformats.org/officeDocument/2006/relationships/oleObject" Target="../embeddings/oleObject97.bin"/><Relationship Id="rId14" Type="http://schemas.openxmlformats.org/officeDocument/2006/relationships/image" Target="../media/image90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5.bin"/><Relationship Id="rId3" Type="http://schemas.openxmlformats.org/officeDocument/2006/relationships/image" Target="../media/image93.wmf"/><Relationship Id="rId7" Type="http://schemas.openxmlformats.org/officeDocument/2006/relationships/image" Target="../media/image95.wmf"/><Relationship Id="rId2" Type="http://schemas.openxmlformats.org/officeDocument/2006/relationships/oleObject" Target="../embeddings/oleObject10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4.bin"/><Relationship Id="rId5" Type="http://schemas.openxmlformats.org/officeDocument/2006/relationships/image" Target="../media/image94.wmf"/><Relationship Id="rId4" Type="http://schemas.openxmlformats.org/officeDocument/2006/relationships/oleObject" Target="../embeddings/oleObject103.bin"/><Relationship Id="rId9" Type="http://schemas.openxmlformats.org/officeDocument/2006/relationships/image" Target="../media/image9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oleObject" Target="../embeddings/oleObject106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3" Type="http://schemas.openxmlformats.org/officeDocument/2006/relationships/image" Target="../media/image98.wmf"/><Relationship Id="rId7" Type="http://schemas.openxmlformats.org/officeDocument/2006/relationships/image" Target="../media/image100.wmf"/><Relationship Id="rId2" Type="http://schemas.openxmlformats.org/officeDocument/2006/relationships/oleObject" Target="../embeddings/oleObject107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09.bin"/><Relationship Id="rId5" Type="http://schemas.openxmlformats.org/officeDocument/2006/relationships/image" Target="../media/image99.wmf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101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0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wmf"/><Relationship Id="rId5" Type="http://schemas.openxmlformats.org/officeDocument/2006/relationships/oleObject" Target="../embeddings/oleObject112.bin"/><Relationship Id="rId10" Type="http://schemas.openxmlformats.org/officeDocument/2006/relationships/image" Target="../media/image105.wmf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114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8.bin"/><Relationship Id="rId3" Type="http://schemas.openxmlformats.org/officeDocument/2006/relationships/image" Target="../media/image106.wmf"/><Relationship Id="rId7" Type="http://schemas.openxmlformats.org/officeDocument/2006/relationships/image" Target="../media/image108.wmf"/><Relationship Id="rId2" Type="http://schemas.openxmlformats.org/officeDocument/2006/relationships/oleObject" Target="../embeddings/oleObject11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7.bin"/><Relationship Id="rId5" Type="http://schemas.openxmlformats.org/officeDocument/2006/relationships/image" Target="../media/image107.wmf"/><Relationship Id="rId4" Type="http://schemas.openxmlformats.org/officeDocument/2006/relationships/oleObject" Target="../embeddings/oleObject116.bin"/><Relationship Id="rId9" Type="http://schemas.openxmlformats.org/officeDocument/2006/relationships/image" Target="../media/image109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2.bin"/><Relationship Id="rId3" Type="http://schemas.openxmlformats.org/officeDocument/2006/relationships/image" Target="../media/image110.wmf"/><Relationship Id="rId7" Type="http://schemas.openxmlformats.org/officeDocument/2006/relationships/image" Target="../media/image112.wmf"/><Relationship Id="rId2" Type="http://schemas.openxmlformats.org/officeDocument/2006/relationships/oleObject" Target="../embeddings/oleObject11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1.bin"/><Relationship Id="rId11" Type="http://schemas.openxmlformats.org/officeDocument/2006/relationships/image" Target="../media/image114.wmf"/><Relationship Id="rId5" Type="http://schemas.openxmlformats.org/officeDocument/2006/relationships/image" Target="../media/image111.wmf"/><Relationship Id="rId10" Type="http://schemas.openxmlformats.org/officeDocument/2006/relationships/oleObject" Target="../embeddings/oleObject123.bin"/><Relationship Id="rId4" Type="http://schemas.openxmlformats.org/officeDocument/2006/relationships/oleObject" Target="../embeddings/oleObject120.bin"/><Relationship Id="rId9" Type="http://schemas.openxmlformats.org/officeDocument/2006/relationships/image" Target="../media/image113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7.bin"/><Relationship Id="rId13" Type="http://schemas.openxmlformats.org/officeDocument/2006/relationships/image" Target="../media/image120.wmf"/><Relationship Id="rId3" Type="http://schemas.openxmlformats.org/officeDocument/2006/relationships/image" Target="../media/image115.wmf"/><Relationship Id="rId7" Type="http://schemas.openxmlformats.org/officeDocument/2006/relationships/image" Target="../media/image117.wmf"/><Relationship Id="rId12" Type="http://schemas.openxmlformats.org/officeDocument/2006/relationships/oleObject" Target="../embeddings/oleObject129.bin"/><Relationship Id="rId2" Type="http://schemas.openxmlformats.org/officeDocument/2006/relationships/oleObject" Target="../embeddings/oleObject12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6.bin"/><Relationship Id="rId11" Type="http://schemas.openxmlformats.org/officeDocument/2006/relationships/image" Target="../media/image119.wmf"/><Relationship Id="rId5" Type="http://schemas.openxmlformats.org/officeDocument/2006/relationships/image" Target="../media/image116.wmf"/><Relationship Id="rId10" Type="http://schemas.openxmlformats.org/officeDocument/2006/relationships/oleObject" Target="../embeddings/oleObject128.bin"/><Relationship Id="rId4" Type="http://schemas.openxmlformats.org/officeDocument/2006/relationships/oleObject" Target="../embeddings/oleObject125.bin"/><Relationship Id="rId9" Type="http://schemas.openxmlformats.org/officeDocument/2006/relationships/image" Target="../media/image118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2" Type="http://schemas.openxmlformats.org/officeDocument/2006/relationships/oleObject" Target="../embeddings/oleObject130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2.wmf"/><Relationship Id="rId4" Type="http://schemas.openxmlformats.org/officeDocument/2006/relationships/oleObject" Target="../embeddings/oleObject131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5.bin"/><Relationship Id="rId13" Type="http://schemas.openxmlformats.org/officeDocument/2006/relationships/image" Target="../media/image128.wmf"/><Relationship Id="rId3" Type="http://schemas.openxmlformats.org/officeDocument/2006/relationships/image" Target="../media/image123.wmf"/><Relationship Id="rId7" Type="http://schemas.openxmlformats.org/officeDocument/2006/relationships/image" Target="../media/image125.wmf"/><Relationship Id="rId12" Type="http://schemas.openxmlformats.org/officeDocument/2006/relationships/oleObject" Target="../embeddings/oleObject137.bin"/><Relationship Id="rId2" Type="http://schemas.openxmlformats.org/officeDocument/2006/relationships/oleObject" Target="../embeddings/oleObject132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134.bin"/><Relationship Id="rId11" Type="http://schemas.openxmlformats.org/officeDocument/2006/relationships/image" Target="../media/image127.wmf"/><Relationship Id="rId5" Type="http://schemas.openxmlformats.org/officeDocument/2006/relationships/image" Target="../media/image124.wmf"/><Relationship Id="rId10" Type="http://schemas.openxmlformats.org/officeDocument/2006/relationships/oleObject" Target="../embeddings/oleObject136.bin"/><Relationship Id="rId4" Type="http://schemas.openxmlformats.org/officeDocument/2006/relationships/oleObject" Target="../embeddings/oleObject133.bin"/><Relationship Id="rId9" Type="http://schemas.openxmlformats.org/officeDocument/2006/relationships/image" Target="../media/image126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1.bin"/><Relationship Id="rId3" Type="http://schemas.openxmlformats.org/officeDocument/2006/relationships/image" Target="../media/image129.wmf"/><Relationship Id="rId7" Type="http://schemas.openxmlformats.org/officeDocument/2006/relationships/image" Target="../media/image131.wmf"/><Relationship Id="rId2" Type="http://schemas.openxmlformats.org/officeDocument/2006/relationships/oleObject" Target="../embeddings/oleObject138.bin"/><Relationship Id="rId1" Type="http://schemas.openxmlformats.org/officeDocument/2006/relationships/slideLayout" Target="../slideLayouts/slideLayout15.xml"/><Relationship Id="rId6" Type="http://schemas.openxmlformats.org/officeDocument/2006/relationships/oleObject" Target="../embeddings/oleObject140.bin"/><Relationship Id="rId5" Type="http://schemas.openxmlformats.org/officeDocument/2006/relationships/image" Target="../media/image130.wmf"/><Relationship Id="rId4" Type="http://schemas.openxmlformats.org/officeDocument/2006/relationships/oleObject" Target="../embeddings/oleObject139.bin"/><Relationship Id="rId9" Type="http://schemas.openxmlformats.org/officeDocument/2006/relationships/image" Target="../media/image132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5.bin"/><Relationship Id="rId13" Type="http://schemas.openxmlformats.org/officeDocument/2006/relationships/image" Target="../media/image138.wmf"/><Relationship Id="rId3" Type="http://schemas.openxmlformats.org/officeDocument/2006/relationships/image" Target="../media/image133.wmf"/><Relationship Id="rId7" Type="http://schemas.openxmlformats.org/officeDocument/2006/relationships/image" Target="../media/image135.wmf"/><Relationship Id="rId12" Type="http://schemas.openxmlformats.org/officeDocument/2006/relationships/oleObject" Target="../embeddings/oleObject147.bin"/><Relationship Id="rId2" Type="http://schemas.openxmlformats.org/officeDocument/2006/relationships/oleObject" Target="../embeddings/oleObject142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144.bin"/><Relationship Id="rId11" Type="http://schemas.openxmlformats.org/officeDocument/2006/relationships/image" Target="../media/image137.wmf"/><Relationship Id="rId5" Type="http://schemas.openxmlformats.org/officeDocument/2006/relationships/image" Target="../media/image134.wmf"/><Relationship Id="rId10" Type="http://schemas.openxmlformats.org/officeDocument/2006/relationships/oleObject" Target="../embeddings/oleObject146.bin"/><Relationship Id="rId4" Type="http://schemas.openxmlformats.org/officeDocument/2006/relationships/oleObject" Target="../embeddings/oleObject143.bin"/><Relationship Id="rId9" Type="http://schemas.openxmlformats.org/officeDocument/2006/relationships/image" Target="../media/image136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8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wmf"/><Relationship Id="rId5" Type="http://schemas.openxmlformats.org/officeDocument/2006/relationships/oleObject" Target="../embeddings/oleObject149.bin"/><Relationship Id="rId4" Type="http://schemas.openxmlformats.org/officeDocument/2006/relationships/image" Target="../media/image139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3.bin"/><Relationship Id="rId13" Type="http://schemas.openxmlformats.org/officeDocument/2006/relationships/oleObject" Target="../embeddings/oleObject156.bin"/><Relationship Id="rId3" Type="http://schemas.openxmlformats.org/officeDocument/2006/relationships/image" Target="../media/image141.wmf"/><Relationship Id="rId7" Type="http://schemas.openxmlformats.org/officeDocument/2006/relationships/image" Target="../media/image142.wmf"/><Relationship Id="rId12" Type="http://schemas.openxmlformats.org/officeDocument/2006/relationships/oleObject" Target="../embeddings/oleObject155.bin"/><Relationship Id="rId2" Type="http://schemas.openxmlformats.org/officeDocument/2006/relationships/oleObject" Target="../embeddings/oleObject150.bin"/><Relationship Id="rId16" Type="http://schemas.openxmlformats.org/officeDocument/2006/relationships/image" Target="../media/image146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2.bin"/><Relationship Id="rId11" Type="http://schemas.openxmlformats.org/officeDocument/2006/relationships/image" Target="../media/image144.wmf"/><Relationship Id="rId5" Type="http://schemas.openxmlformats.org/officeDocument/2006/relationships/image" Target="../media/image1.wmf"/><Relationship Id="rId15" Type="http://schemas.openxmlformats.org/officeDocument/2006/relationships/oleObject" Target="../embeddings/oleObject157.bin"/><Relationship Id="rId10" Type="http://schemas.openxmlformats.org/officeDocument/2006/relationships/oleObject" Target="../embeddings/oleObject154.bin"/><Relationship Id="rId4" Type="http://schemas.openxmlformats.org/officeDocument/2006/relationships/oleObject" Target="../embeddings/oleObject151.bin"/><Relationship Id="rId9" Type="http://schemas.openxmlformats.org/officeDocument/2006/relationships/image" Target="../media/image143.wmf"/><Relationship Id="rId14" Type="http://schemas.openxmlformats.org/officeDocument/2006/relationships/image" Target="../media/image145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1.bin"/><Relationship Id="rId13" Type="http://schemas.openxmlformats.org/officeDocument/2006/relationships/image" Target="../media/image150.wmf"/><Relationship Id="rId3" Type="http://schemas.openxmlformats.org/officeDocument/2006/relationships/image" Target="../media/image147.wmf"/><Relationship Id="rId7" Type="http://schemas.openxmlformats.org/officeDocument/2006/relationships/image" Target="../media/image1.wmf"/><Relationship Id="rId12" Type="http://schemas.openxmlformats.org/officeDocument/2006/relationships/oleObject" Target="../embeddings/oleObject164.bin"/><Relationship Id="rId2" Type="http://schemas.openxmlformats.org/officeDocument/2006/relationships/oleObject" Target="../embeddings/oleObject15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0.bin"/><Relationship Id="rId11" Type="http://schemas.openxmlformats.org/officeDocument/2006/relationships/image" Target="../media/image149.wmf"/><Relationship Id="rId5" Type="http://schemas.openxmlformats.org/officeDocument/2006/relationships/image" Target="../media/image148.wmf"/><Relationship Id="rId10" Type="http://schemas.openxmlformats.org/officeDocument/2006/relationships/oleObject" Target="../embeddings/oleObject163.bin"/><Relationship Id="rId4" Type="http://schemas.openxmlformats.org/officeDocument/2006/relationships/oleObject" Target="../embeddings/oleObject159.bin"/><Relationship Id="rId9" Type="http://schemas.openxmlformats.org/officeDocument/2006/relationships/oleObject" Target="../embeddings/oleObject162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8.bin"/><Relationship Id="rId13" Type="http://schemas.openxmlformats.org/officeDocument/2006/relationships/image" Target="../media/image156.wmf"/><Relationship Id="rId3" Type="http://schemas.openxmlformats.org/officeDocument/2006/relationships/image" Target="../media/image151.wmf"/><Relationship Id="rId7" Type="http://schemas.openxmlformats.org/officeDocument/2006/relationships/image" Target="../media/image153.wmf"/><Relationship Id="rId12" Type="http://schemas.openxmlformats.org/officeDocument/2006/relationships/oleObject" Target="../embeddings/oleObject170.bin"/><Relationship Id="rId17" Type="http://schemas.openxmlformats.org/officeDocument/2006/relationships/image" Target="../media/image158.wmf"/><Relationship Id="rId2" Type="http://schemas.openxmlformats.org/officeDocument/2006/relationships/oleObject" Target="../embeddings/oleObject165.bin"/><Relationship Id="rId16" Type="http://schemas.openxmlformats.org/officeDocument/2006/relationships/oleObject" Target="../embeddings/oleObject17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7.bin"/><Relationship Id="rId11" Type="http://schemas.openxmlformats.org/officeDocument/2006/relationships/image" Target="../media/image155.wmf"/><Relationship Id="rId5" Type="http://schemas.openxmlformats.org/officeDocument/2006/relationships/image" Target="../media/image152.wmf"/><Relationship Id="rId15" Type="http://schemas.openxmlformats.org/officeDocument/2006/relationships/image" Target="../media/image157.wmf"/><Relationship Id="rId10" Type="http://schemas.openxmlformats.org/officeDocument/2006/relationships/oleObject" Target="../embeddings/oleObject169.bin"/><Relationship Id="rId4" Type="http://schemas.openxmlformats.org/officeDocument/2006/relationships/oleObject" Target="../embeddings/oleObject166.bin"/><Relationship Id="rId9" Type="http://schemas.openxmlformats.org/officeDocument/2006/relationships/image" Target="../media/image154.wmf"/><Relationship Id="rId14" Type="http://schemas.openxmlformats.org/officeDocument/2006/relationships/oleObject" Target="../embeddings/oleObject171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6.bin"/><Relationship Id="rId13" Type="http://schemas.openxmlformats.org/officeDocument/2006/relationships/image" Target="../media/image164.wmf"/><Relationship Id="rId18" Type="http://schemas.openxmlformats.org/officeDocument/2006/relationships/oleObject" Target="../embeddings/oleObject181.bin"/><Relationship Id="rId3" Type="http://schemas.openxmlformats.org/officeDocument/2006/relationships/image" Target="../media/image159.wmf"/><Relationship Id="rId7" Type="http://schemas.openxmlformats.org/officeDocument/2006/relationships/image" Target="../media/image161.wmf"/><Relationship Id="rId12" Type="http://schemas.openxmlformats.org/officeDocument/2006/relationships/oleObject" Target="../embeddings/oleObject178.bin"/><Relationship Id="rId17" Type="http://schemas.openxmlformats.org/officeDocument/2006/relationships/image" Target="../media/image166.wmf"/><Relationship Id="rId2" Type="http://schemas.openxmlformats.org/officeDocument/2006/relationships/oleObject" Target="../embeddings/oleObject173.bin"/><Relationship Id="rId16" Type="http://schemas.openxmlformats.org/officeDocument/2006/relationships/oleObject" Target="../embeddings/oleObject18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5.bin"/><Relationship Id="rId11" Type="http://schemas.openxmlformats.org/officeDocument/2006/relationships/image" Target="../media/image163.wmf"/><Relationship Id="rId5" Type="http://schemas.openxmlformats.org/officeDocument/2006/relationships/image" Target="../media/image160.wmf"/><Relationship Id="rId15" Type="http://schemas.openxmlformats.org/officeDocument/2006/relationships/image" Target="../media/image165.wmf"/><Relationship Id="rId10" Type="http://schemas.openxmlformats.org/officeDocument/2006/relationships/oleObject" Target="../embeddings/oleObject177.bin"/><Relationship Id="rId19" Type="http://schemas.openxmlformats.org/officeDocument/2006/relationships/image" Target="../media/image167.wmf"/><Relationship Id="rId4" Type="http://schemas.openxmlformats.org/officeDocument/2006/relationships/oleObject" Target="../embeddings/oleObject174.bin"/><Relationship Id="rId9" Type="http://schemas.openxmlformats.org/officeDocument/2006/relationships/image" Target="../media/image162.wmf"/><Relationship Id="rId14" Type="http://schemas.openxmlformats.org/officeDocument/2006/relationships/oleObject" Target="../embeddings/oleObject179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5.bin"/><Relationship Id="rId3" Type="http://schemas.openxmlformats.org/officeDocument/2006/relationships/image" Target="../media/image168.wmf"/><Relationship Id="rId7" Type="http://schemas.openxmlformats.org/officeDocument/2006/relationships/image" Target="../media/image170.wmf"/><Relationship Id="rId2" Type="http://schemas.openxmlformats.org/officeDocument/2006/relationships/oleObject" Target="../embeddings/oleObject18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4.bin"/><Relationship Id="rId11" Type="http://schemas.openxmlformats.org/officeDocument/2006/relationships/image" Target="../media/image172.wmf"/><Relationship Id="rId5" Type="http://schemas.openxmlformats.org/officeDocument/2006/relationships/image" Target="../media/image169.wmf"/><Relationship Id="rId10" Type="http://schemas.openxmlformats.org/officeDocument/2006/relationships/oleObject" Target="../embeddings/oleObject186.bin"/><Relationship Id="rId4" Type="http://schemas.openxmlformats.org/officeDocument/2006/relationships/oleObject" Target="../embeddings/oleObject183.bin"/><Relationship Id="rId9" Type="http://schemas.openxmlformats.org/officeDocument/2006/relationships/image" Target="../media/image171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0.bin"/><Relationship Id="rId13" Type="http://schemas.openxmlformats.org/officeDocument/2006/relationships/image" Target="../media/image178.wmf"/><Relationship Id="rId3" Type="http://schemas.openxmlformats.org/officeDocument/2006/relationships/image" Target="../media/image173.wmf"/><Relationship Id="rId7" Type="http://schemas.openxmlformats.org/officeDocument/2006/relationships/image" Target="../media/image175.wmf"/><Relationship Id="rId12" Type="http://schemas.openxmlformats.org/officeDocument/2006/relationships/oleObject" Target="../embeddings/oleObject192.bin"/><Relationship Id="rId2" Type="http://schemas.openxmlformats.org/officeDocument/2006/relationships/oleObject" Target="../embeddings/oleObject18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9.bin"/><Relationship Id="rId11" Type="http://schemas.openxmlformats.org/officeDocument/2006/relationships/image" Target="../media/image177.wmf"/><Relationship Id="rId5" Type="http://schemas.openxmlformats.org/officeDocument/2006/relationships/image" Target="../media/image174.wmf"/><Relationship Id="rId10" Type="http://schemas.openxmlformats.org/officeDocument/2006/relationships/oleObject" Target="../embeddings/oleObject191.bin"/><Relationship Id="rId4" Type="http://schemas.openxmlformats.org/officeDocument/2006/relationships/oleObject" Target="../embeddings/oleObject188.bin"/><Relationship Id="rId9" Type="http://schemas.openxmlformats.org/officeDocument/2006/relationships/image" Target="../media/image176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6.bin"/><Relationship Id="rId13" Type="http://schemas.openxmlformats.org/officeDocument/2006/relationships/image" Target="../media/image184.wmf"/><Relationship Id="rId18" Type="http://schemas.openxmlformats.org/officeDocument/2006/relationships/oleObject" Target="../embeddings/oleObject201.bin"/><Relationship Id="rId3" Type="http://schemas.openxmlformats.org/officeDocument/2006/relationships/image" Target="../media/image179.wmf"/><Relationship Id="rId21" Type="http://schemas.openxmlformats.org/officeDocument/2006/relationships/image" Target="../media/image188.wmf"/><Relationship Id="rId7" Type="http://schemas.openxmlformats.org/officeDocument/2006/relationships/image" Target="../media/image181.wmf"/><Relationship Id="rId12" Type="http://schemas.openxmlformats.org/officeDocument/2006/relationships/oleObject" Target="../embeddings/oleObject198.bin"/><Relationship Id="rId17" Type="http://schemas.openxmlformats.org/officeDocument/2006/relationships/image" Target="../media/image186.wmf"/><Relationship Id="rId2" Type="http://schemas.openxmlformats.org/officeDocument/2006/relationships/oleObject" Target="../embeddings/oleObject193.bin"/><Relationship Id="rId16" Type="http://schemas.openxmlformats.org/officeDocument/2006/relationships/oleObject" Target="../embeddings/oleObject200.bin"/><Relationship Id="rId20" Type="http://schemas.openxmlformats.org/officeDocument/2006/relationships/oleObject" Target="../embeddings/oleObject20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5.bin"/><Relationship Id="rId11" Type="http://schemas.openxmlformats.org/officeDocument/2006/relationships/image" Target="../media/image183.wmf"/><Relationship Id="rId5" Type="http://schemas.openxmlformats.org/officeDocument/2006/relationships/image" Target="../media/image180.wmf"/><Relationship Id="rId15" Type="http://schemas.openxmlformats.org/officeDocument/2006/relationships/image" Target="../media/image185.wmf"/><Relationship Id="rId10" Type="http://schemas.openxmlformats.org/officeDocument/2006/relationships/oleObject" Target="../embeddings/oleObject197.bin"/><Relationship Id="rId19" Type="http://schemas.openxmlformats.org/officeDocument/2006/relationships/image" Target="../media/image187.wmf"/><Relationship Id="rId4" Type="http://schemas.openxmlformats.org/officeDocument/2006/relationships/oleObject" Target="../embeddings/oleObject194.bin"/><Relationship Id="rId9" Type="http://schemas.openxmlformats.org/officeDocument/2006/relationships/image" Target="../media/image182.wmf"/><Relationship Id="rId14" Type="http://schemas.openxmlformats.org/officeDocument/2006/relationships/oleObject" Target="../embeddings/oleObject199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6.bin"/><Relationship Id="rId3" Type="http://schemas.openxmlformats.org/officeDocument/2006/relationships/image" Target="../media/image189.wmf"/><Relationship Id="rId7" Type="http://schemas.openxmlformats.org/officeDocument/2006/relationships/image" Target="../media/image191.wmf"/><Relationship Id="rId2" Type="http://schemas.openxmlformats.org/officeDocument/2006/relationships/oleObject" Target="../embeddings/oleObject20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5.bin"/><Relationship Id="rId11" Type="http://schemas.openxmlformats.org/officeDocument/2006/relationships/image" Target="../media/image193.wmf"/><Relationship Id="rId5" Type="http://schemas.openxmlformats.org/officeDocument/2006/relationships/image" Target="../media/image190.wmf"/><Relationship Id="rId10" Type="http://schemas.openxmlformats.org/officeDocument/2006/relationships/oleObject" Target="../embeddings/oleObject207.bin"/><Relationship Id="rId4" Type="http://schemas.openxmlformats.org/officeDocument/2006/relationships/oleObject" Target="../embeddings/oleObject204.bin"/><Relationship Id="rId9" Type="http://schemas.openxmlformats.org/officeDocument/2006/relationships/image" Target="../media/image192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1.bin"/><Relationship Id="rId13" Type="http://schemas.openxmlformats.org/officeDocument/2006/relationships/image" Target="../media/image199.wmf"/><Relationship Id="rId3" Type="http://schemas.openxmlformats.org/officeDocument/2006/relationships/image" Target="../media/image194.wmf"/><Relationship Id="rId7" Type="http://schemas.openxmlformats.org/officeDocument/2006/relationships/image" Target="../media/image196.wmf"/><Relationship Id="rId12" Type="http://schemas.openxmlformats.org/officeDocument/2006/relationships/oleObject" Target="../embeddings/oleObject213.bin"/><Relationship Id="rId2" Type="http://schemas.openxmlformats.org/officeDocument/2006/relationships/oleObject" Target="../embeddings/oleObject20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0.bin"/><Relationship Id="rId11" Type="http://schemas.openxmlformats.org/officeDocument/2006/relationships/image" Target="../media/image198.wmf"/><Relationship Id="rId5" Type="http://schemas.openxmlformats.org/officeDocument/2006/relationships/image" Target="../media/image195.wmf"/><Relationship Id="rId10" Type="http://schemas.openxmlformats.org/officeDocument/2006/relationships/oleObject" Target="../embeddings/oleObject212.bin"/><Relationship Id="rId4" Type="http://schemas.openxmlformats.org/officeDocument/2006/relationships/oleObject" Target="../embeddings/oleObject209.bin"/><Relationship Id="rId9" Type="http://schemas.openxmlformats.org/officeDocument/2006/relationships/image" Target="../media/image197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7.bin"/><Relationship Id="rId3" Type="http://schemas.openxmlformats.org/officeDocument/2006/relationships/image" Target="../media/image200.wmf"/><Relationship Id="rId7" Type="http://schemas.openxmlformats.org/officeDocument/2006/relationships/image" Target="../media/image202.wmf"/><Relationship Id="rId2" Type="http://schemas.openxmlformats.org/officeDocument/2006/relationships/oleObject" Target="../embeddings/oleObject21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6.bin"/><Relationship Id="rId5" Type="http://schemas.openxmlformats.org/officeDocument/2006/relationships/image" Target="../media/image201.wmf"/><Relationship Id="rId4" Type="http://schemas.openxmlformats.org/officeDocument/2006/relationships/oleObject" Target="../embeddings/oleObject215.bin"/><Relationship Id="rId9" Type="http://schemas.openxmlformats.org/officeDocument/2006/relationships/image" Target="../media/image203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1.bin"/><Relationship Id="rId3" Type="http://schemas.openxmlformats.org/officeDocument/2006/relationships/image" Target="../media/image204.wmf"/><Relationship Id="rId7" Type="http://schemas.openxmlformats.org/officeDocument/2006/relationships/image" Target="../media/image206.wmf"/><Relationship Id="rId2" Type="http://schemas.openxmlformats.org/officeDocument/2006/relationships/oleObject" Target="../embeddings/oleObject2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0.bin"/><Relationship Id="rId11" Type="http://schemas.openxmlformats.org/officeDocument/2006/relationships/image" Target="../media/image208.wmf"/><Relationship Id="rId5" Type="http://schemas.openxmlformats.org/officeDocument/2006/relationships/image" Target="../media/image205.wmf"/><Relationship Id="rId10" Type="http://schemas.openxmlformats.org/officeDocument/2006/relationships/oleObject" Target="../embeddings/oleObject222.bin"/><Relationship Id="rId4" Type="http://schemas.openxmlformats.org/officeDocument/2006/relationships/oleObject" Target="../embeddings/oleObject219.bin"/><Relationship Id="rId9" Type="http://schemas.openxmlformats.org/officeDocument/2006/relationships/image" Target="../media/image207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6.bin"/><Relationship Id="rId3" Type="http://schemas.openxmlformats.org/officeDocument/2006/relationships/image" Target="../media/image209.wmf"/><Relationship Id="rId7" Type="http://schemas.openxmlformats.org/officeDocument/2006/relationships/image" Target="../media/image211.wmf"/><Relationship Id="rId2" Type="http://schemas.openxmlformats.org/officeDocument/2006/relationships/oleObject" Target="../embeddings/oleObject22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5.bin"/><Relationship Id="rId11" Type="http://schemas.openxmlformats.org/officeDocument/2006/relationships/image" Target="../media/image213.wmf"/><Relationship Id="rId5" Type="http://schemas.openxmlformats.org/officeDocument/2006/relationships/image" Target="../media/image210.wmf"/><Relationship Id="rId10" Type="http://schemas.openxmlformats.org/officeDocument/2006/relationships/oleObject" Target="../embeddings/oleObject227.bin"/><Relationship Id="rId4" Type="http://schemas.openxmlformats.org/officeDocument/2006/relationships/oleObject" Target="../embeddings/oleObject224.bin"/><Relationship Id="rId9" Type="http://schemas.openxmlformats.org/officeDocument/2006/relationships/image" Target="../media/image212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1.bin"/><Relationship Id="rId13" Type="http://schemas.openxmlformats.org/officeDocument/2006/relationships/image" Target="../media/image219.wmf"/><Relationship Id="rId3" Type="http://schemas.openxmlformats.org/officeDocument/2006/relationships/image" Target="../media/image214.wmf"/><Relationship Id="rId7" Type="http://schemas.openxmlformats.org/officeDocument/2006/relationships/image" Target="../media/image216.wmf"/><Relationship Id="rId12" Type="http://schemas.openxmlformats.org/officeDocument/2006/relationships/oleObject" Target="../embeddings/oleObject233.bin"/><Relationship Id="rId2" Type="http://schemas.openxmlformats.org/officeDocument/2006/relationships/oleObject" Target="../embeddings/oleObject22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0.bin"/><Relationship Id="rId11" Type="http://schemas.openxmlformats.org/officeDocument/2006/relationships/image" Target="../media/image218.wmf"/><Relationship Id="rId5" Type="http://schemas.openxmlformats.org/officeDocument/2006/relationships/image" Target="../media/image215.wmf"/><Relationship Id="rId15" Type="http://schemas.openxmlformats.org/officeDocument/2006/relationships/image" Target="../media/image220.wmf"/><Relationship Id="rId10" Type="http://schemas.openxmlformats.org/officeDocument/2006/relationships/oleObject" Target="../embeddings/oleObject232.bin"/><Relationship Id="rId4" Type="http://schemas.openxmlformats.org/officeDocument/2006/relationships/oleObject" Target="../embeddings/oleObject229.bin"/><Relationship Id="rId9" Type="http://schemas.openxmlformats.org/officeDocument/2006/relationships/image" Target="../media/image217.wmf"/><Relationship Id="rId14" Type="http://schemas.openxmlformats.org/officeDocument/2006/relationships/oleObject" Target="../embeddings/oleObject234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8.bin"/><Relationship Id="rId13" Type="http://schemas.openxmlformats.org/officeDocument/2006/relationships/image" Target="../media/image226.wmf"/><Relationship Id="rId3" Type="http://schemas.openxmlformats.org/officeDocument/2006/relationships/image" Target="../media/image221.wmf"/><Relationship Id="rId7" Type="http://schemas.openxmlformats.org/officeDocument/2006/relationships/image" Target="../media/image223.wmf"/><Relationship Id="rId12" Type="http://schemas.openxmlformats.org/officeDocument/2006/relationships/oleObject" Target="../embeddings/oleObject240.bin"/><Relationship Id="rId17" Type="http://schemas.openxmlformats.org/officeDocument/2006/relationships/image" Target="../media/image228.wmf"/><Relationship Id="rId2" Type="http://schemas.openxmlformats.org/officeDocument/2006/relationships/oleObject" Target="../embeddings/oleObject235.bin"/><Relationship Id="rId16" Type="http://schemas.openxmlformats.org/officeDocument/2006/relationships/oleObject" Target="../embeddings/oleObject24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7.bin"/><Relationship Id="rId11" Type="http://schemas.openxmlformats.org/officeDocument/2006/relationships/image" Target="../media/image225.wmf"/><Relationship Id="rId5" Type="http://schemas.openxmlformats.org/officeDocument/2006/relationships/image" Target="../media/image222.wmf"/><Relationship Id="rId15" Type="http://schemas.openxmlformats.org/officeDocument/2006/relationships/image" Target="../media/image227.wmf"/><Relationship Id="rId10" Type="http://schemas.openxmlformats.org/officeDocument/2006/relationships/oleObject" Target="../embeddings/oleObject239.bin"/><Relationship Id="rId4" Type="http://schemas.openxmlformats.org/officeDocument/2006/relationships/oleObject" Target="../embeddings/oleObject236.bin"/><Relationship Id="rId9" Type="http://schemas.openxmlformats.org/officeDocument/2006/relationships/image" Target="../media/image224.wmf"/><Relationship Id="rId14" Type="http://schemas.openxmlformats.org/officeDocument/2006/relationships/oleObject" Target="../embeddings/oleObject241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6.bin"/><Relationship Id="rId3" Type="http://schemas.openxmlformats.org/officeDocument/2006/relationships/image" Target="../media/image229.wmf"/><Relationship Id="rId7" Type="http://schemas.openxmlformats.org/officeDocument/2006/relationships/image" Target="../media/image231.wmf"/><Relationship Id="rId2" Type="http://schemas.openxmlformats.org/officeDocument/2006/relationships/oleObject" Target="../embeddings/oleObject24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5.bin"/><Relationship Id="rId5" Type="http://schemas.openxmlformats.org/officeDocument/2006/relationships/image" Target="../media/image230.wmf"/><Relationship Id="rId4" Type="http://schemas.openxmlformats.org/officeDocument/2006/relationships/oleObject" Target="../embeddings/oleObject244.bin"/><Relationship Id="rId9" Type="http://schemas.openxmlformats.org/officeDocument/2006/relationships/image" Target="../media/image232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0.bin"/><Relationship Id="rId3" Type="http://schemas.openxmlformats.org/officeDocument/2006/relationships/image" Target="../media/image233.wmf"/><Relationship Id="rId7" Type="http://schemas.openxmlformats.org/officeDocument/2006/relationships/image" Target="../media/image235.wmf"/><Relationship Id="rId2" Type="http://schemas.openxmlformats.org/officeDocument/2006/relationships/oleObject" Target="../embeddings/oleObject24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9.bin"/><Relationship Id="rId11" Type="http://schemas.openxmlformats.org/officeDocument/2006/relationships/image" Target="../media/image237.wmf"/><Relationship Id="rId5" Type="http://schemas.openxmlformats.org/officeDocument/2006/relationships/image" Target="../media/image234.wmf"/><Relationship Id="rId10" Type="http://schemas.openxmlformats.org/officeDocument/2006/relationships/oleObject" Target="../embeddings/oleObject251.bin"/><Relationship Id="rId4" Type="http://schemas.openxmlformats.org/officeDocument/2006/relationships/oleObject" Target="../embeddings/oleObject248.bin"/><Relationship Id="rId9" Type="http://schemas.openxmlformats.org/officeDocument/2006/relationships/image" Target="../media/image236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5.bin"/><Relationship Id="rId13" Type="http://schemas.openxmlformats.org/officeDocument/2006/relationships/image" Target="../media/image243.wmf"/><Relationship Id="rId3" Type="http://schemas.openxmlformats.org/officeDocument/2006/relationships/image" Target="../media/image238.wmf"/><Relationship Id="rId7" Type="http://schemas.openxmlformats.org/officeDocument/2006/relationships/image" Target="../media/image240.wmf"/><Relationship Id="rId12" Type="http://schemas.openxmlformats.org/officeDocument/2006/relationships/oleObject" Target="../embeddings/oleObject257.bin"/><Relationship Id="rId2" Type="http://schemas.openxmlformats.org/officeDocument/2006/relationships/oleObject" Target="../embeddings/oleObject25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4.bin"/><Relationship Id="rId11" Type="http://schemas.openxmlformats.org/officeDocument/2006/relationships/image" Target="../media/image242.wmf"/><Relationship Id="rId5" Type="http://schemas.openxmlformats.org/officeDocument/2006/relationships/image" Target="../media/image239.wmf"/><Relationship Id="rId15" Type="http://schemas.openxmlformats.org/officeDocument/2006/relationships/image" Target="../media/image244.wmf"/><Relationship Id="rId10" Type="http://schemas.openxmlformats.org/officeDocument/2006/relationships/oleObject" Target="../embeddings/oleObject256.bin"/><Relationship Id="rId4" Type="http://schemas.openxmlformats.org/officeDocument/2006/relationships/oleObject" Target="../embeddings/oleObject253.bin"/><Relationship Id="rId9" Type="http://schemas.openxmlformats.org/officeDocument/2006/relationships/image" Target="../media/image241.wmf"/><Relationship Id="rId14" Type="http://schemas.openxmlformats.org/officeDocument/2006/relationships/oleObject" Target="../embeddings/oleObject258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2.bin"/><Relationship Id="rId13" Type="http://schemas.openxmlformats.org/officeDocument/2006/relationships/image" Target="../media/image250.wmf"/><Relationship Id="rId3" Type="http://schemas.openxmlformats.org/officeDocument/2006/relationships/image" Target="../media/image245.wmf"/><Relationship Id="rId7" Type="http://schemas.openxmlformats.org/officeDocument/2006/relationships/image" Target="../media/image247.wmf"/><Relationship Id="rId12" Type="http://schemas.openxmlformats.org/officeDocument/2006/relationships/oleObject" Target="../embeddings/oleObject264.bin"/><Relationship Id="rId2" Type="http://schemas.openxmlformats.org/officeDocument/2006/relationships/oleObject" Target="../embeddings/oleObject25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1.bin"/><Relationship Id="rId11" Type="http://schemas.openxmlformats.org/officeDocument/2006/relationships/image" Target="../media/image249.wmf"/><Relationship Id="rId5" Type="http://schemas.openxmlformats.org/officeDocument/2006/relationships/image" Target="../media/image246.wmf"/><Relationship Id="rId15" Type="http://schemas.openxmlformats.org/officeDocument/2006/relationships/image" Target="../media/image251.wmf"/><Relationship Id="rId10" Type="http://schemas.openxmlformats.org/officeDocument/2006/relationships/oleObject" Target="../embeddings/oleObject263.bin"/><Relationship Id="rId4" Type="http://schemas.openxmlformats.org/officeDocument/2006/relationships/oleObject" Target="../embeddings/oleObject260.bin"/><Relationship Id="rId9" Type="http://schemas.openxmlformats.org/officeDocument/2006/relationships/image" Target="../media/image248.wmf"/><Relationship Id="rId14" Type="http://schemas.openxmlformats.org/officeDocument/2006/relationships/oleObject" Target="../embeddings/oleObject265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9.bin"/><Relationship Id="rId13" Type="http://schemas.openxmlformats.org/officeDocument/2006/relationships/image" Target="../media/image257.wmf"/><Relationship Id="rId18" Type="http://schemas.openxmlformats.org/officeDocument/2006/relationships/oleObject" Target="../embeddings/oleObject274.bin"/><Relationship Id="rId3" Type="http://schemas.openxmlformats.org/officeDocument/2006/relationships/image" Target="../media/image252.wmf"/><Relationship Id="rId7" Type="http://schemas.openxmlformats.org/officeDocument/2006/relationships/image" Target="../media/image254.wmf"/><Relationship Id="rId12" Type="http://schemas.openxmlformats.org/officeDocument/2006/relationships/oleObject" Target="../embeddings/oleObject271.bin"/><Relationship Id="rId17" Type="http://schemas.openxmlformats.org/officeDocument/2006/relationships/image" Target="../media/image259.wmf"/><Relationship Id="rId2" Type="http://schemas.openxmlformats.org/officeDocument/2006/relationships/oleObject" Target="../embeddings/oleObject266.bin"/><Relationship Id="rId16" Type="http://schemas.openxmlformats.org/officeDocument/2006/relationships/oleObject" Target="../embeddings/oleObject27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8.bin"/><Relationship Id="rId11" Type="http://schemas.openxmlformats.org/officeDocument/2006/relationships/image" Target="../media/image256.wmf"/><Relationship Id="rId5" Type="http://schemas.openxmlformats.org/officeDocument/2006/relationships/image" Target="../media/image253.wmf"/><Relationship Id="rId15" Type="http://schemas.openxmlformats.org/officeDocument/2006/relationships/image" Target="../media/image258.wmf"/><Relationship Id="rId10" Type="http://schemas.openxmlformats.org/officeDocument/2006/relationships/oleObject" Target="../embeddings/oleObject270.bin"/><Relationship Id="rId19" Type="http://schemas.openxmlformats.org/officeDocument/2006/relationships/image" Target="../media/image260.wmf"/><Relationship Id="rId4" Type="http://schemas.openxmlformats.org/officeDocument/2006/relationships/oleObject" Target="../embeddings/oleObject267.bin"/><Relationship Id="rId9" Type="http://schemas.openxmlformats.org/officeDocument/2006/relationships/image" Target="../media/image255.wmf"/><Relationship Id="rId14" Type="http://schemas.openxmlformats.org/officeDocument/2006/relationships/oleObject" Target="../embeddings/oleObject272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8.bin"/><Relationship Id="rId13" Type="http://schemas.openxmlformats.org/officeDocument/2006/relationships/image" Target="../media/image266.wmf"/><Relationship Id="rId18" Type="http://schemas.openxmlformats.org/officeDocument/2006/relationships/oleObject" Target="../embeddings/oleObject283.bin"/><Relationship Id="rId3" Type="http://schemas.openxmlformats.org/officeDocument/2006/relationships/image" Target="../media/image261.wmf"/><Relationship Id="rId21" Type="http://schemas.openxmlformats.org/officeDocument/2006/relationships/image" Target="../media/image270.wmf"/><Relationship Id="rId7" Type="http://schemas.openxmlformats.org/officeDocument/2006/relationships/image" Target="../media/image263.wmf"/><Relationship Id="rId12" Type="http://schemas.openxmlformats.org/officeDocument/2006/relationships/oleObject" Target="../embeddings/oleObject280.bin"/><Relationship Id="rId17" Type="http://schemas.openxmlformats.org/officeDocument/2006/relationships/image" Target="../media/image268.wmf"/><Relationship Id="rId2" Type="http://schemas.openxmlformats.org/officeDocument/2006/relationships/oleObject" Target="../embeddings/oleObject275.bin"/><Relationship Id="rId16" Type="http://schemas.openxmlformats.org/officeDocument/2006/relationships/oleObject" Target="../embeddings/oleObject282.bin"/><Relationship Id="rId20" Type="http://schemas.openxmlformats.org/officeDocument/2006/relationships/oleObject" Target="../embeddings/oleObject28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7.bin"/><Relationship Id="rId11" Type="http://schemas.openxmlformats.org/officeDocument/2006/relationships/image" Target="../media/image265.wmf"/><Relationship Id="rId5" Type="http://schemas.openxmlformats.org/officeDocument/2006/relationships/image" Target="../media/image262.wmf"/><Relationship Id="rId15" Type="http://schemas.openxmlformats.org/officeDocument/2006/relationships/image" Target="../media/image267.wmf"/><Relationship Id="rId10" Type="http://schemas.openxmlformats.org/officeDocument/2006/relationships/oleObject" Target="../embeddings/oleObject279.bin"/><Relationship Id="rId19" Type="http://schemas.openxmlformats.org/officeDocument/2006/relationships/image" Target="../media/image269.wmf"/><Relationship Id="rId4" Type="http://schemas.openxmlformats.org/officeDocument/2006/relationships/oleObject" Target="../embeddings/oleObject276.bin"/><Relationship Id="rId9" Type="http://schemas.openxmlformats.org/officeDocument/2006/relationships/image" Target="../media/image264.wmf"/><Relationship Id="rId14" Type="http://schemas.openxmlformats.org/officeDocument/2006/relationships/oleObject" Target="../embeddings/oleObject281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8.bin"/><Relationship Id="rId13" Type="http://schemas.openxmlformats.org/officeDocument/2006/relationships/image" Target="../media/image276.wmf"/><Relationship Id="rId18" Type="http://schemas.openxmlformats.org/officeDocument/2006/relationships/oleObject" Target="../embeddings/oleObject293.bin"/><Relationship Id="rId26" Type="http://schemas.openxmlformats.org/officeDocument/2006/relationships/oleObject" Target="../embeddings/oleObject297.bin"/><Relationship Id="rId3" Type="http://schemas.openxmlformats.org/officeDocument/2006/relationships/image" Target="../media/image271.wmf"/><Relationship Id="rId21" Type="http://schemas.openxmlformats.org/officeDocument/2006/relationships/image" Target="../media/image280.wmf"/><Relationship Id="rId7" Type="http://schemas.openxmlformats.org/officeDocument/2006/relationships/image" Target="../media/image273.wmf"/><Relationship Id="rId12" Type="http://schemas.openxmlformats.org/officeDocument/2006/relationships/oleObject" Target="../embeddings/oleObject290.bin"/><Relationship Id="rId17" Type="http://schemas.openxmlformats.org/officeDocument/2006/relationships/image" Target="../media/image278.wmf"/><Relationship Id="rId25" Type="http://schemas.openxmlformats.org/officeDocument/2006/relationships/image" Target="../media/image282.wmf"/><Relationship Id="rId2" Type="http://schemas.openxmlformats.org/officeDocument/2006/relationships/oleObject" Target="../embeddings/oleObject285.bin"/><Relationship Id="rId16" Type="http://schemas.openxmlformats.org/officeDocument/2006/relationships/oleObject" Target="../embeddings/oleObject292.bin"/><Relationship Id="rId20" Type="http://schemas.openxmlformats.org/officeDocument/2006/relationships/oleObject" Target="../embeddings/oleObject294.bin"/><Relationship Id="rId29" Type="http://schemas.openxmlformats.org/officeDocument/2006/relationships/image" Target="../media/image284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7.bin"/><Relationship Id="rId11" Type="http://schemas.openxmlformats.org/officeDocument/2006/relationships/image" Target="../media/image275.wmf"/><Relationship Id="rId24" Type="http://schemas.openxmlformats.org/officeDocument/2006/relationships/oleObject" Target="../embeddings/oleObject296.bin"/><Relationship Id="rId5" Type="http://schemas.openxmlformats.org/officeDocument/2006/relationships/image" Target="../media/image272.wmf"/><Relationship Id="rId15" Type="http://schemas.openxmlformats.org/officeDocument/2006/relationships/image" Target="../media/image277.wmf"/><Relationship Id="rId23" Type="http://schemas.openxmlformats.org/officeDocument/2006/relationships/image" Target="../media/image281.wmf"/><Relationship Id="rId28" Type="http://schemas.openxmlformats.org/officeDocument/2006/relationships/oleObject" Target="../embeddings/oleObject298.bin"/><Relationship Id="rId10" Type="http://schemas.openxmlformats.org/officeDocument/2006/relationships/oleObject" Target="../embeddings/oleObject289.bin"/><Relationship Id="rId19" Type="http://schemas.openxmlformats.org/officeDocument/2006/relationships/image" Target="../media/image279.wmf"/><Relationship Id="rId31" Type="http://schemas.openxmlformats.org/officeDocument/2006/relationships/image" Target="../media/image285.wmf"/><Relationship Id="rId4" Type="http://schemas.openxmlformats.org/officeDocument/2006/relationships/oleObject" Target="../embeddings/oleObject286.bin"/><Relationship Id="rId9" Type="http://schemas.openxmlformats.org/officeDocument/2006/relationships/image" Target="../media/image274.wmf"/><Relationship Id="rId14" Type="http://schemas.openxmlformats.org/officeDocument/2006/relationships/oleObject" Target="../embeddings/oleObject291.bin"/><Relationship Id="rId22" Type="http://schemas.openxmlformats.org/officeDocument/2006/relationships/oleObject" Target="../embeddings/oleObject295.bin"/><Relationship Id="rId27" Type="http://schemas.openxmlformats.org/officeDocument/2006/relationships/image" Target="../media/image283.wmf"/><Relationship Id="rId30" Type="http://schemas.openxmlformats.org/officeDocument/2006/relationships/oleObject" Target="../embeddings/oleObject29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ChangeArrowheads="1"/>
          </p:cNvSpPr>
          <p:nvPr/>
        </p:nvSpPr>
        <p:spPr bwMode="auto">
          <a:xfrm>
            <a:off x="4073235" y="2347695"/>
            <a:ext cx="4793673" cy="707886"/>
          </a:xfrm>
          <a:prstGeom prst="rect">
            <a:avLst/>
          </a:prstGeom>
          <a:noFill/>
          <a:ln w="60325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4476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§</a:t>
            </a:r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3</a:t>
            </a:r>
            <a:r>
              <a:rPr lang="en-US" altLang="zh-CN" sz="4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4000" b="1" dirty="0">
                <a:solidFill>
                  <a:srgbClr val="FF0000"/>
                </a:solidFill>
                <a:latin typeface="+mn-ea"/>
                <a:ea typeface="+mn-ea"/>
              </a:rPr>
              <a:t>含参量积分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 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390909" y="166255"/>
            <a:ext cx="1491114" cy="523220"/>
          </a:xfrm>
          <a:prstGeom prst="rect">
            <a:avLst/>
          </a:prstGeom>
          <a:noFill/>
          <a:ln w="22225">
            <a:solidFill>
              <a:srgbClr val="FF7C8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13</a:t>
            </a:r>
            <a:endParaRPr lang="zh-CN" altLang="en-US" sz="28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059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 animBg="1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ChangeArrowheads="1"/>
          </p:cNvSpPr>
          <p:nvPr/>
        </p:nvSpPr>
        <p:spPr bwMode="auto">
          <a:xfrm>
            <a:off x="1782001" y="1160029"/>
            <a:ext cx="57438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一、含参量正常积分的定义</a:t>
            </a:r>
          </a:p>
        </p:txBody>
      </p:sp>
      <p:grpSp>
        <p:nvGrpSpPr>
          <p:cNvPr id="65539" name="Group 3"/>
          <p:cNvGrpSpPr>
            <a:grpSpLocks/>
          </p:cNvGrpSpPr>
          <p:nvPr/>
        </p:nvGrpSpPr>
        <p:grpSpPr bwMode="auto">
          <a:xfrm>
            <a:off x="2101669" y="1972724"/>
            <a:ext cx="7912100" cy="547688"/>
            <a:chOff x="0" y="0"/>
            <a:chExt cx="4984" cy="345"/>
          </a:xfrm>
        </p:grpSpPr>
        <p:graphicFrame>
          <p:nvGraphicFramePr>
            <p:cNvPr id="8221" name="Object 4"/>
            <p:cNvGraphicFramePr>
              <a:graphicFrameLocks noChangeAspect="1"/>
            </p:cNvGraphicFramePr>
            <p:nvPr/>
          </p:nvGraphicFramePr>
          <p:xfrm>
            <a:off x="269" y="66"/>
            <a:ext cx="73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169923" imgH="394213" progId="Equation.DSMT4">
                    <p:embed/>
                  </p:oleObj>
                </mc:Choice>
                <mc:Fallback>
                  <p:oleObj r:id="rId2" imgW="1169923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" y="66"/>
                          <a:ext cx="73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22" name="Object 5"/>
            <p:cNvGraphicFramePr>
              <a:graphicFrameLocks noChangeAspect="1"/>
            </p:cNvGraphicFramePr>
            <p:nvPr/>
          </p:nvGraphicFramePr>
          <p:xfrm>
            <a:off x="2815" y="80"/>
            <a:ext cx="1632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590800" imgH="393700" progId="Equation.DSMT4">
                    <p:embed/>
                  </p:oleObj>
                </mc:Choice>
                <mc:Fallback>
                  <p:oleObj r:id="rId4" imgW="2590800" imgH="3937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5" y="80"/>
                          <a:ext cx="1632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3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设</a:t>
              </a:r>
              <a:endParaRPr lang="zh-CN" altLang="en-US" sz="2400" b="1" dirty="0"/>
            </a:p>
          </p:txBody>
        </p:sp>
        <p:sp>
          <p:nvSpPr>
            <p:cNvPr id="8224" name="Rectangle 7"/>
            <p:cNvSpPr>
              <a:spLocks noChangeArrowheads="1"/>
            </p:cNvSpPr>
            <p:nvPr/>
          </p:nvSpPr>
          <p:spPr bwMode="auto">
            <a:xfrm>
              <a:off x="944" y="10"/>
              <a:ext cx="19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是定义在矩形区域</a:t>
              </a:r>
              <a:endParaRPr lang="zh-CN" altLang="en-US" sz="2400" b="1" dirty="0"/>
            </a:p>
          </p:txBody>
        </p:sp>
        <p:sp>
          <p:nvSpPr>
            <p:cNvPr id="8225" name="Rectangle 8"/>
            <p:cNvSpPr>
              <a:spLocks noChangeArrowheads="1"/>
            </p:cNvSpPr>
            <p:nvPr/>
          </p:nvSpPr>
          <p:spPr bwMode="auto">
            <a:xfrm>
              <a:off x="4396" y="18"/>
              <a:ext cx="5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上的</a:t>
              </a:r>
              <a:r>
                <a:rPr lang="zh-CN" altLang="en-US" sz="11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65545" name="Group 9"/>
          <p:cNvGrpSpPr>
            <a:grpSpLocks/>
          </p:cNvGrpSpPr>
          <p:nvPr/>
        </p:nvGrpSpPr>
        <p:grpSpPr bwMode="auto">
          <a:xfrm>
            <a:off x="2082500" y="3280351"/>
            <a:ext cx="8126412" cy="544512"/>
            <a:chOff x="0" y="0"/>
            <a:chExt cx="5119" cy="343"/>
          </a:xfrm>
        </p:grpSpPr>
        <p:sp>
          <p:nvSpPr>
            <p:cNvPr id="8218" name="Rectangle 10"/>
            <p:cNvSpPr>
              <a:spLocks noChangeArrowheads="1"/>
            </p:cNvSpPr>
            <p:nvPr/>
          </p:nvSpPr>
          <p:spPr bwMode="auto">
            <a:xfrm>
              <a:off x="0" y="0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定义在</a:t>
              </a:r>
              <a:endParaRPr lang="zh-CN" altLang="en-US" sz="2400" b="1" dirty="0"/>
            </a:p>
          </p:txBody>
        </p:sp>
        <p:graphicFrame>
          <p:nvGraphicFramePr>
            <p:cNvPr id="8219" name="Object 11"/>
            <p:cNvGraphicFramePr>
              <a:graphicFrameLocks noChangeAspect="1"/>
            </p:cNvGraphicFramePr>
            <p:nvPr/>
          </p:nvGraphicFramePr>
          <p:xfrm>
            <a:off x="741" y="59"/>
            <a:ext cx="534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852009" imgH="394213" progId="Equation.DSMT4">
                    <p:embed/>
                  </p:oleObj>
                </mc:Choice>
                <mc:Fallback>
                  <p:oleObj r:id="rId6" imgW="852009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1" y="59"/>
                          <a:ext cx="534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0" name="Rectangle 12"/>
            <p:cNvSpPr>
              <a:spLocks noChangeArrowheads="1"/>
            </p:cNvSpPr>
            <p:nvPr/>
          </p:nvSpPr>
          <p:spPr bwMode="auto">
            <a:xfrm>
              <a:off x="1196" y="13"/>
              <a:ext cx="392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上以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="1" i="1" dirty="0"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为自变量的一元函数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.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倘若这时</a:t>
              </a:r>
              <a:r>
                <a:rPr lang="zh-CN" altLang="en-US" sz="1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zh-CN" altLang="en-US" sz="2400" b="1" dirty="0"/>
            </a:p>
          </p:txBody>
        </p:sp>
      </p:grpSp>
      <p:grpSp>
        <p:nvGrpSpPr>
          <p:cNvPr id="65549" name="Group 13"/>
          <p:cNvGrpSpPr>
            <a:grpSpLocks/>
          </p:cNvGrpSpPr>
          <p:nvPr/>
        </p:nvGrpSpPr>
        <p:grpSpPr bwMode="auto">
          <a:xfrm>
            <a:off x="2149111" y="3929854"/>
            <a:ext cx="5719763" cy="541338"/>
            <a:chOff x="0" y="0"/>
            <a:chExt cx="3603" cy="341"/>
          </a:xfrm>
        </p:grpSpPr>
        <p:graphicFrame>
          <p:nvGraphicFramePr>
            <p:cNvPr id="8214" name="Object 14"/>
            <p:cNvGraphicFramePr>
              <a:graphicFrameLocks noChangeAspect="1"/>
            </p:cNvGraphicFramePr>
            <p:nvPr/>
          </p:nvGraphicFramePr>
          <p:xfrm>
            <a:off x="0" y="56"/>
            <a:ext cx="73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169923" imgH="394213" progId="Equation.DSMT4">
                    <p:embed/>
                  </p:oleObj>
                </mc:Choice>
                <mc:Fallback>
                  <p:oleObj r:id="rId8" imgW="1169923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56"/>
                          <a:ext cx="73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5" name="Object 15"/>
            <p:cNvGraphicFramePr>
              <a:graphicFrameLocks noChangeAspect="1"/>
            </p:cNvGraphicFramePr>
            <p:nvPr/>
          </p:nvGraphicFramePr>
          <p:xfrm>
            <a:off x="993" y="64"/>
            <a:ext cx="534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852009" imgH="394213" progId="Equation.DSMT4">
                    <p:embed/>
                  </p:oleObj>
                </mc:Choice>
                <mc:Fallback>
                  <p:oleObj r:id="rId9" imgW="852009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3" y="64"/>
                          <a:ext cx="534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6" name="Rectangle 16"/>
            <p:cNvSpPr>
              <a:spLocks noChangeArrowheads="1"/>
            </p:cNvSpPr>
            <p:nvPr/>
          </p:nvSpPr>
          <p:spPr bwMode="auto">
            <a:xfrm>
              <a:off x="688" y="0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endParaRPr lang="zh-CN" altLang="en-US" sz="2400" b="1" dirty="0"/>
            </a:p>
          </p:txBody>
        </p:sp>
        <p:sp>
          <p:nvSpPr>
            <p:cNvPr id="8217" name="Rectangle 17"/>
            <p:cNvSpPr>
              <a:spLocks noChangeArrowheads="1"/>
            </p:cNvSpPr>
            <p:nvPr/>
          </p:nvSpPr>
          <p:spPr bwMode="auto">
            <a:xfrm>
              <a:off x="1459" y="11"/>
              <a:ext cx="214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上可积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, 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则其积分值</a:t>
              </a:r>
              <a:r>
                <a:rPr lang="zh-CN" altLang="en-US" sz="1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zh-CN" altLang="en-US" sz="2400" b="1" dirty="0"/>
            </a:p>
          </p:txBody>
        </p:sp>
      </p:grpSp>
      <p:sp>
        <p:nvSpPr>
          <p:cNvPr id="8198" name="Rectangle 18"/>
          <p:cNvSpPr>
            <a:spLocks noChangeArrowheads="1"/>
          </p:cNvSpPr>
          <p:nvPr/>
        </p:nvSpPr>
        <p:spPr bwMode="auto">
          <a:xfrm>
            <a:off x="6003635" y="3086101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4800">
              <a:solidFill>
                <a:srgbClr val="FF0000"/>
              </a:solidFill>
            </a:endParaRPr>
          </a:p>
        </p:txBody>
      </p:sp>
      <p:graphicFrame>
        <p:nvGraphicFramePr>
          <p:cNvPr id="65555" name="Object 19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779493242"/>
              </p:ext>
            </p:extLst>
          </p:nvPr>
        </p:nvGraphicFramePr>
        <p:xfrm>
          <a:off x="3375025" y="4540143"/>
          <a:ext cx="66198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6616700" imgH="685800" progId="Equation.DSMT4">
                  <p:embed/>
                </p:oleObj>
              </mc:Choice>
              <mc:Fallback>
                <p:oleObj r:id="rId11" imgW="6616700" imgH="6858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5025" y="4540143"/>
                        <a:ext cx="661987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5556" name="Group 20"/>
          <p:cNvGrpSpPr>
            <a:grpSpLocks/>
          </p:cNvGrpSpPr>
          <p:nvPr/>
        </p:nvGrpSpPr>
        <p:grpSpPr bwMode="auto">
          <a:xfrm>
            <a:off x="2084939" y="5248962"/>
            <a:ext cx="4022725" cy="536575"/>
            <a:chOff x="-8" y="0"/>
            <a:chExt cx="2534" cy="338"/>
          </a:xfrm>
        </p:grpSpPr>
        <p:sp>
          <p:nvSpPr>
            <p:cNvPr id="8211" name="Rectangle 21"/>
            <p:cNvSpPr>
              <a:spLocks noChangeArrowheads="1"/>
            </p:cNvSpPr>
            <p:nvPr/>
          </p:nvSpPr>
          <p:spPr bwMode="auto">
            <a:xfrm>
              <a:off x="-8" y="8"/>
              <a:ext cx="108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是定义在 </a:t>
              </a:r>
              <a:endParaRPr lang="zh-CN" altLang="en-US" sz="2400" b="1" dirty="0"/>
            </a:p>
          </p:txBody>
        </p:sp>
        <p:graphicFrame>
          <p:nvGraphicFramePr>
            <p:cNvPr id="8212" name="Object 22"/>
            <p:cNvGraphicFramePr>
              <a:graphicFrameLocks noChangeAspect="1"/>
            </p:cNvGraphicFramePr>
            <p:nvPr/>
          </p:nvGraphicFramePr>
          <p:xfrm>
            <a:off x="990" y="53"/>
            <a:ext cx="570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902876" imgH="394213" progId="Equation.DSMT4">
                    <p:embed/>
                  </p:oleObj>
                </mc:Choice>
                <mc:Fallback>
                  <p:oleObj r:id="rId13" imgW="902876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0" y="53"/>
                          <a:ext cx="570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3" name="Rectangle 23"/>
            <p:cNvSpPr>
              <a:spLocks noChangeArrowheads="1"/>
            </p:cNvSpPr>
            <p:nvPr/>
          </p:nvSpPr>
          <p:spPr bwMode="auto">
            <a:xfrm>
              <a:off x="1438" y="0"/>
              <a:ext cx="108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上的函数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.</a:t>
              </a:r>
              <a:endParaRPr lang="en-US" altLang="zh-CN" sz="2400" b="1" dirty="0"/>
            </a:p>
          </p:txBody>
        </p:sp>
      </p:grpSp>
      <p:grpSp>
        <p:nvGrpSpPr>
          <p:cNvPr id="65560" name="Group 24"/>
          <p:cNvGrpSpPr>
            <a:grpSpLocks/>
          </p:cNvGrpSpPr>
          <p:nvPr/>
        </p:nvGrpSpPr>
        <p:grpSpPr bwMode="auto">
          <a:xfrm>
            <a:off x="2020095" y="5826019"/>
            <a:ext cx="5214938" cy="554038"/>
            <a:chOff x="-14" y="0"/>
            <a:chExt cx="3285" cy="349"/>
          </a:xfrm>
        </p:grpSpPr>
        <p:sp>
          <p:nvSpPr>
            <p:cNvPr id="8208" name="Rectangle 25"/>
            <p:cNvSpPr>
              <a:spLocks noChangeArrowheads="1"/>
            </p:cNvSpPr>
            <p:nvPr/>
          </p:nvSpPr>
          <p:spPr bwMode="auto">
            <a:xfrm>
              <a:off x="-14" y="19"/>
              <a:ext cx="121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一般地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, 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设 </a:t>
              </a:r>
              <a:endParaRPr lang="zh-CN" altLang="en-US" sz="2400" b="1" dirty="0"/>
            </a:p>
          </p:txBody>
        </p:sp>
        <p:graphicFrame>
          <p:nvGraphicFramePr>
            <p:cNvPr id="8209" name="Object 26"/>
            <p:cNvGraphicFramePr>
              <a:graphicFrameLocks noChangeAspect="1"/>
            </p:cNvGraphicFramePr>
            <p:nvPr/>
          </p:nvGraphicFramePr>
          <p:xfrm>
            <a:off x="1119" y="51"/>
            <a:ext cx="73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1169923" imgH="394213" progId="Equation.DSMT4">
                    <p:embed/>
                  </p:oleObj>
                </mc:Choice>
                <mc:Fallback>
                  <p:oleObj r:id="rId15" imgW="1169923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9" y="51"/>
                          <a:ext cx="73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0" name="Rectangle 27"/>
            <p:cNvSpPr>
              <a:spLocks noChangeArrowheads="1"/>
            </p:cNvSpPr>
            <p:nvPr/>
          </p:nvSpPr>
          <p:spPr bwMode="auto">
            <a:xfrm>
              <a:off x="1805" y="0"/>
              <a:ext cx="14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为定义在区域</a:t>
              </a:r>
              <a:endParaRPr lang="zh-CN" altLang="en-US" sz="2400" b="1" dirty="0"/>
            </a:p>
          </p:txBody>
        </p:sp>
      </p:grpSp>
      <p:grpSp>
        <p:nvGrpSpPr>
          <p:cNvPr id="65564" name="Group 28"/>
          <p:cNvGrpSpPr>
            <a:grpSpLocks/>
          </p:cNvGrpSpPr>
          <p:nvPr/>
        </p:nvGrpSpPr>
        <p:grpSpPr bwMode="auto">
          <a:xfrm>
            <a:off x="2049282" y="2637306"/>
            <a:ext cx="7964487" cy="539750"/>
            <a:chOff x="-18" y="0"/>
            <a:chExt cx="5017" cy="340"/>
          </a:xfrm>
        </p:grpSpPr>
        <p:grpSp>
          <p:nvGrpSpPr>
            <p:cNvPr id="8203" name="Group 29"/>
            <p:cNvGrpSpPr>
              <a:grpSpLocks/>
            </p:cNvGrpSpPr>
            <p:nvPr/>
          </p:nvGrpSpPr>
          <p:grpSpPr bwMode="auto">
            <a:xfrm>
              <a:off x="-18" y="0"/>
              <a:ext cx="5017" cy="340"/>
              <a:chOff x="-18" y="0"/>
              <a:chExt cx="5017" cy="340"/>
            </a:xfrm>
          </p:grpSpPr>
          <p:sp>
            <p:nvSpPr>
              <p:cNvPr id="8205" name="Rectangle 30"/>
              <p:cNvSpPr>
                <a:spLocks noChangeArrowheads="1"/>
              </p:cNvSpPr>
              <p:nvPr/>
            </p:nvSpPr>
            <p:spPr bwMode="auto">
              <a:xfrm>
                <a:off x="-18" y="0"/>
                <a:ext cx="1782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b="1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二元函数</a:t>
                </a:r>
                <a:r>
                  <a:rPr lang="en-US" altLang="zh-CN" sz="2800" b="1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en-US" sz="2800" b="1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当</a:t>
                </a:r>
                <a:r>
                  <a:rPr lang="zh-CN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en-US" sz="2800" b="1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取</a:t>
                </a:r>
                <a:endParaRPr lang="zh-CN" altLang="en-US" sz="2400" b="1" dirty="0"/>
              </a:p>
            </p:txBody>
          </p:sp>
          <p:graphicFrame>
            <p:nvGraphicFramePr>
              <p:cNvPr id="8206" name="Object 31"/>
              <p:cNvGraphicFramePr>
                <a:graphicFrameLocks noChangeAspect="1"/>
              </p:cNvGraphicFramePr>
              <p:nvPr/>
            </p:nvGraphicFramePr>
            <p:xfrm>
              <a:off x="1701" y="65"/>
              <a:ext cx="528" cy="2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6" imgW="839293" imgH="394213" progId="Equation.DSMT4">
                      <p:embed/>
                    </p:oleObj>
                  </mc:Choice>
                  <mc:Fallback>
                    <p:oleObj r:id="rId16" imgW="839293" imgH="394213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01" y="65"/>
                            <a:ext cx="528" cy="2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207" name="Rectangle 32"/>
              <p:cNvSpPr>
                <a:spLocks noChangeArrowheads="1"/>
              </p:cNvSpPr>
              <p:nvPr/>
            </p:nvSpPr>
            <p:spPr bwMode="auto">
              <a:xfrm>
                <a:off x="2179" y="13"/>
                <a:ext cx="282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b="1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上的定值时</a:t>
                </a:r>
                <a:r>
                  <a:rPr lang="en-US" altLang="zh-CN" sz="2800" b="1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800" b="1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函数       是</a:t>
                </a:r>
                <a:endParaRPr lang="zh-CN" altLang="en-US" sz="2400" b="1" dirty="0"/>
              </a:p>
            </p:txBody>
          </p:sp>
        </p:grpSp>
        <p:graphicFrame>
          <p:nvGraphicFramePr>
            <p:cNvPr id="8204" name="Object 33"/>
            <p:cNvGraphicFramePr>
              <a:graphicFrameLocks noChangeAspect="1"/>
            </p:cNvGraphicFramePr>
            <p:nvPr/>
          </p:nvGraphicFramePr>
          <p:xfrm>
            <a:off x="3949" y="80"/>
            <a:ext cx="712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1131774" imgH="394213" progId="Equation.DSMT4">
                    <p:embed/>
                  </p:oleObj>
                </mc:Choice>
                <mc:Fallback>
                  <p:oleObj r:id="rId18" imgW="1131774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9" y="80"/>
                          <a:ext cx="712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848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5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6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65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6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65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8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6003635" y="3233739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4800">
              <a:solidFill>
                <a:srgbClr val="FF0000"/>
              </a:solidFill>
            </a:endParaRPr>
          </a:p>
        </p:txBody>
      </p:sp>
      <p:graphicFrame>
        <p:nvGraphicFramePr>
          <p:cNvPr id="665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1064995"/>
              </p:ext>
            </p:extLst>
          </p:nvPr>
        </p:nvGraphicFramePr>
        <p:xfrm>
          <a:off x="3101473" y="1340927"/>
          <a:ext cx="56864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689600" imgH="393700" progId="Equation.DSMT4">
                  <p:embed/>
                </p:oleObj>
              </mc:Choice>
              <mc:Fallback>
                <p:oleObj r:id="rId2" imgW="56896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1473" y="1340927"/>
                        <a:ext cx="56864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564" name="Group 4"/>
          <p:cNvGrpSpPr>
            <a:grpSpLocks/>
          </p:cNvGrpSpPr>
          <p:nvPr/>
        </p:nvGrpSpPr>
        <p:grpSpPr bwMode="auto">
          <a:xfrm>
            <a:off x="2060575" y="1874839"/>
            <a:ext cx="8070850" cy="549276"/>
            <a:chOff x="-44" y="0"/>
            <a:chExt cx="5084" cy="346"/>
          </a:xfrm>
        </p:grpSpPr>
        <p:sp>
          <p:nvSpPr>
            <p:cNvPr id="9244" name="Rectangle 5"/>
            <p:cNvSpPr>
              <a:spLocks noChangeArrowheads="1"/>
            </p:cNvSpPr>
            <p:nvPr/>
          </p:nvSpPr>
          <p:spPr bwMode="auto">
            <a:xfrm>
              <a:off x="-44" y="16"/>
              <a:ext cx="397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上的二元函数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,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其中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 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),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 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为定义在</a:t>
              </a:r>
              <a:endParaRPr lang="zh-CN" altLang="en-US" sz="2400" b="1" dirty="0"/>
            </a:p>
          </p:txBody>
        </p:sp>
        <p:graphicFrame>
          <p:nvGraphicFramePr>
            <p:cNvPr id="9245" name="Object 6"/>
            <p:cNvGraphicFramePr>
              <a:graphicFrameLocks noChangeAspect="1"/>
            </p:cNvGraphicFramePr>
            <p:nvPr/>
          </p:nvGraphicFramePr>
          <p:xfrm>
            <a:off x="3825" y="56"/>
            <a:ext cx="486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775710" imgH="394213" progId="Equation.DSMT4">
                    <p:embed/>
                  </p:oleObj>
                </mc:Choice>
                <mc:Fallback>
                  <p:oleObj r:id="rId4" imgW="775710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5" y="56"/>
                          <a:ext cx="486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6" name="Rectangle 7"/>
            <p:cNvSpPr>
              <a:spLocks noChangeArrowheads="1"/>
            </p:cNvSpPr>
            <p:nvPr/>
          </p:nvSpPr>
          <p:spPr bwMode="auto">
            <a:xfrm>
              <a:off x="4249" y="0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上的连</a:t>
              </a:r>
              <a:endParaRPr lang="zh-CN" altLang="en-US" sz="2400" b="1" dirty="0"/>
            </a:p>
          </p:txBody>
        </p:sp>
      </p:grpSp>
      <p:sp>
        <p:nvSpPr>
          <p:cNvPr id="66568" name="Rectangle 8"/>
          <p:cNvSpPr>
            <a:spLocks noChangeArrowheads="1"/>
          </p:cNvSpPr>
          <p:nvPr/>
        </p:nvSpPr>
        <p:spPr bwMode="auto">
          <a:xfrm>
            <a:off x="2179705" y="2416860"/>
            <a:ext cx="288252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续函数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19-1)</a:t>
            </a:r>
            <a:r>
              <a:rPr lang="en-US" altLang="zh-CN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3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</p:txBody>
      </p:sp>
      <p:grpSp>
        <p:nvGrpSpPr>
          <p:cNvPr id="66569" name="Group 9"/>
          <p:cNvGrpSpPr>
            <a:grpSpLocks/>
          </p:cNvGrpSpPr>
          <p:nvPr/>
        </p:nvGrpSpPr>
        <p:grpSpPr bwMode="auto">
          <a:xfrm>
            <a:off x="6676522" y="2740026"/>
            <a:ext cx="3024188" cy="2876550"/>
            <a:chOff x="0" y="0"/>
            <a:chExt cx="1905" cy="1812"/>
          </a:xfrm>
        </p:grpSpPr>
        <p:graphicFrame>
          <p:nvGraphicFramePr>
            <p:cNvPr id="9229" name="Object 10"/>
            <p:cNvGraphicFramePr>
              <a:graphicFrameLocks noChangeAspect="1"/>
            </p:cNvGraphicFramePr>
            <p:nvPr/>
          </p:nvGraphicFramePr>
          <p:xfrm>
            <a:off x="694" y="1612"/>
            <a:ext cx="5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889772" imgH="317776" progId="Equation.DSMT4">
                    <p:embed/>
                  </p:oleObj>
                </mc:Choice>
                <mc:Fallback>
                  <p:oleObj r:id="rId6" imgW="889772" imgH="31777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4" y="1612"/>
                          <a:ext cx="5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230" name="Group 11"/>
            <p:cNvGrpSpPr>
              <a:grpSpLocks/>
            </p:cNvGrpSpPr>
            <p:nvPr/>
          </p:nvGrpSpPr>
          <p:grpSpPr bwMode="auto">
            <a:xfrm>
              <a:off x="0" y="0"/>
              <a:ext cx="1905" cy="1588"/>
              <a:chOff x="0" y="0"/>
              <a:chExt cx="1905" cy="1588"/>
            </a:xfrm>
          </p:grpSpPr>
          <p:sp>
            <p:nvSpPr>
              <p:cNvPr id="9231" name="未知"/>
              <p:cNvSpPr>
                <a:spLocks/>
              </p:cNvSpPr>
              <p:nvPr/>
            </p:nvSpPr>
            <p:spPr bwMode="auto">
              <a:xfrm>
                <a:off x="459" y="174"/>
                <a:ext cx="1144" cy="742"/>
              </a:xfrm>
              <a:custGeom>
                <a:avLst/>
                <a:gdLst>
                  <a:gd name="T0" fmla="*/ 0 w 2862"/>
                  <a:gd name="T1" fmla="*/ 2 h 1855"/>
                  <a:gd name="T2" fmla="*/ 0 w 2862"/>
                  <a:gd name="T3" fmla="*/ 7 h 1855"/>
                  <a:gd name="T4" fmla="*/ 6 w 2862"/>
                  <a:gd name="T5" fmla="*/ 7 h 1855"/>
                  <a:gd name="T6" fmla="*/ 12 w 2862"/>
                  <a:gd name="T7" fmla="*/ 6 h 1855"/>
                  <a:gd name="T8" fmla="*/ 12 w 2862"/>
                  <a:gd name="T9" fmla="*/ 4 h 1855"/>
                  <a:gd name="T10" fmla="*/ 8 w 2862"/>
                  <a:gd name="T11" fmla="*/ 1 h 1855"/>
                  <a:gd name="T12" fmla="*/ 3 w 2862"/>
                  <a:gd name="T13" fmla="*/ 0 h 1855"/>
                  <a:gd name="T14" fmla="*/ 0 w 2862"/>
                  <a:gd name="T15" fmla="*/ 2 h 185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862" h="1855">
                    <a:moveTo>
                      <a:pt x="0" y="406"/>
                    </a:moveTo>
                    <a:cubicBezTo>
                      <a:pt x="2" y="1272"/>
                      <a:pt x="2" y="1292"/>
                      <a:pt x="2" y="1732"/>
                    </a:cubicBezTo>
                    <a:cubicBezTo>
                      <a:pt x="622" y="1778"/>
                      <a:pt x="962" y="1855"/>
                      <a:pt x="1442" y="1798"/>
                    </a:cubicBezTo>
                    <a:cubicBezTo>
                      <a:pt x="1922" y="1804"/>
                      <a:pt x="2302" y="1564"/>
                      <a:pt x="2842" y="1418"/>
                    </a:cubicBezTo>
                    <a:cubicBezTo>
                      <a:pt x="2862" y="1158"/>
                      <a:pt x="2842" y="1334"/>
                      <a:pt x="2842" y="838"/>
                    </a:cubicBezTo>
                    <a:cubicBezTo>
                      <a:pt x="2542" y="544"/>
                      <a:pt x="2190" y="391"/>
                      <a:pt x="1902" y="272"/>
                    </a:cubicBezTo>
                    <a:cubicBezTo>
                      <a:pt x="1614" y="153"/>
                      <a:pt x="1138" y="0"/>
                      <a:pt x="802" y="72"/>
                    </a:cubicBezTo>
                    <a:cubicBezTo>
                      <a:pt x="466" y="144"/>
                      <a:pt x="236" y="342"/>
                      <a:pt x="0" y="406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00FF">
                      <a:alpha val="67998"/>
                    </a:srgbClr>
                  </a:gs>
                  <a:gs pos="100000">
                    <a:srgbClr val="FFFFFF">
                      <a:alpha val="75998"/>
                    </a:srgbClr>
                  </a:gs>
                </a:gsLst>
                <a:lin ang="2700000" scaled="1"/>
              </a:gradFill>
              <a:ln w="19050" cap="flat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32" name="Line 13"/>
              <p:cNvSpPr>
                <a:spLocks noChangeShapeType="1"/>
              </p:cNvSpPr>
              <p:nvPr/>
            </p:nvSpPr>
            <p:spPr bwMode="auto">
              <a:xfrm>
                <a:off x="5" y="1389"/>
                <a:ext cx="188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33" name="Line 14"/>
              <p:cNvSpPr>
                <a:spLocks noChangeShapeType="1"/>
              </p:cNvSpPr>
              <p:nvPr/>
            </p:nvSpPr>
            <p:spPr bwMode="auto">
              <a:xfrm flipH="1" flipV="1">
                <a:off x="223" y="74"/>
                <a:ext cx="0" cy="151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9234" name="Object 15"/>
              <p:cNvGraphicFramePr>
                <a:graphicFrameLocks noChangeAspect="1"/>
              </p:cNvGraphicFramePr>
              <p:nvPr/>
            </p:nvGraphicFramePr>
            <p:xfrm>
              <a:off x="0" y="1404"/>
              <a:ext cx="152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8" imgW="242246" imgH="267746" progId="Equation.DSMT4">
                      <p:embed/>
                    </p:oleObj>
                  </mc:Choice>
                  <mc:Fallback>
                    <p:oleObj r:id="rId8" imgW="242246" imgH="267746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1404"/>
                            <a:ext cx="152" cy="1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35" name="Line 16"/>
              <p:cNvSpPr>
                <a:spLocks noChangeShapeType="1"/>
              </p:cNvSpPr>
              <p:nvPr/>
            </p:nvSpPr>
            <p:spPr bwMode="auto">
              <a:xfrm>
                <a:off x="459" y="843"/>
                <a:ext cx="0" cy="54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36" name="Line 17"/>
              <p:cNvSpPr>
                <a:spLocks noChangeShapeType="1"/>
              </p:cNvSpPr>
              <p:nvPr/>
            </p:nvSpPr>
            <p:spPr bwMode="auto">
              <a:xfrm>
                <a:off x="1601" y="719"/>
                <a:ext cx="0" cy="67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9237" name="Object 18"/>
              <p:cNvGraphicFramePr>
                <a:graphicFrameLocks noChangeAspect="1"/>
              </p:cNvGraphicFramePr>
              <p:nvPr/>
            </p:nvGraphicFramePr>
            <p:xfrm>
              <a:off x="0" y="89"/>
              <a:ext cx="152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242141" imgH="293118" progId="Equation.DSMT4">
                      <p:embed/>
                    </p:oleObj>
                  </mc:Choice>
                  <mc:Fallback>
                    <p:oleObj r:id="rId10" imgW="242141" imgH="29311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89"/>
                            <a:ext cx="152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38" name="Object 19"/>
              <p:cNvGraphicFramePr>
                <a:graphicFrameLocks noChangeAspect="1"/>
              </p:cNvGraphicFramePr>
              <p:nvPr/>
            </p:nvGraphicFramePr>
            <p:xfrm>
              <a:off x="1769" y="1435"/>
              <a:ext cx="136" cy="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216747" imgH="203997" progId="Equation.DSMT4">
                      <p:embed/>
                    </p:oleObj>
                  </mc:Choice>
                  <mc:Fallback>
                    <p:oleObj r:id="rId12" imgW="216747" imgH="203997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69" y="1435"/>
                            <a:ext cx="136" cy="1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39" name="Object 20"/>
              <p:cNvGraphicFramePr>
                <a:graphicFrameLocks noChangeAspect="1"/>
              </p:cNvGraphicFramePr>
              <p:nvPr/>
            </p:nvGraphicFramePr>
            <p:xfrm>
              <a:off x="1551" y="1414"/>
              <a:ext cx="10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4" imgW="165820" imgH="242352" progId="Equation.DSMT4">
                      <p:embed/>
                    </p:oleObj>
                  </mc:Choice>
                  <mc:Fallback>
                    <p:oleObj r:id="rId14" imgW="165820" imgH="242352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51" y="1414"/>
                            <a:ext cx="10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40" name="Object 21"/>
              <p:cNvGraphicFramePr>
                <a:graphicFrameLocks noChangeAspect="1"/>
              </p:cNvGraphicFramePr>
              <p:nvPr/>
            </p:nvGraphicFramePr>
            <p:xfrm>
              <a:off x="391" y="1414"/>
              <a:ext cx="120" cy="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6" imgW="191665" imgH="204442" progId="Equation.DSMT4">
                      <p:embed/>
                    </p:oleObj>
                  </mc:Choice>
                  <mc:Fallback>
                    <p:oleObj r:id="rId16" imgW="191665" imgH="204442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1" y="1414"/>
                            <a:ext cx="120" cy="1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41" name="Object 22"/>
              <p:cNvGraphicFramePr>
                <a:graphicFrameLocks noChangeAspect="1"/>
              </p:cNvGraphicFramePr>
              <p:nvPr/>
            </p:nvGraphicFramePr>
            <p:xfrm>
              <a:off x="845" y="471"/>
              <a:ext cx="130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8" imgW="229697" imgH="242458" progId="Equation.DSMT4">
                      <p:embed/>
                    </p:oleObj>
                  </mc:Choice>
                  <mc:Fallback>
                    <p:oleObj r:id="rId18" imgW="229697" imgH="24245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45" y="471"/>
                            <a:ext cx="130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42" name="Object 23"/>
              <p:cNvGraphicFramePr>
                <a:graphicFrameLocks noChangeAspect="1"/>
              </p:cNvGraphicFramePr>
              <p:nvPr/>
            </p:nvGraphicFramePr>
            <p:xfrm>
              <a:off x="811" y="967"/>
              <a:ext cx="519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0" imgW="915592" imgH="292481" progId="Equation.DSMT4">
                      <p:embed/>
                    </p:oleObj>
                  </mc:Choice>
                  <mc:Fallback>
                    <p:oleObj r:id="rId20" imgW="915592" imgH="292481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11" y="967"/>
                            <a:ext cx="519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43" name="Object 24"/>
              <p:cNvGraphicFramePr>
                <a:graphicFrameLocks noChangeAspect="1"/>
              </p:cNvGraphicFramePr>
              <p:nvPr/>
            </p:nvGraphicFramePr>
            <p:xfrm>
              <a:off x="744" y="0"/>
              <a:ext cx="540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2" imgW="953742" imgH="292481" progId="Equation.DSMT4">
                      <p:embed/>
                    </p:oleObj>
                  </mc:Choice>
                  <mc:Fallback>
                    <p:oleObj r:id="rId22" imgW="953742" imgH="292481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44" y="0"/>
                            <a:ext cx="540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6585" name="Group 25"/>
          <p:cNvGrpSpPr>
            <a:grpSpLocks/>
          </p:cNvGrpSpPr>
          <p:nvPr/>
        </p:nvGrpSpPr>
        <p:grpSpPr bwMode="auto">
          <a:xfrm>
            <a:off x="2125954" y="5614988"/>
            <a:ext cx="8124824" cy="561974"/>
            <a:chOff x="0" y="0"/>
            <a:chExt cx="5118" cy="354"/>
          </a:xfrm>
        </p:grpSpPr>
        <p:graphicFrame>
          <p:nvGraphicFramePr>
            <p:cNvPr id="9224" name="Object 26"/>
            <p:cNvGraphicFramePr>
              <a:graphicFrameLocks noChangeAspect="1"/>
            </p:cNvGraphicFramePr>
            <p:nvPr/>
          </p:nvGraphicFramePr>
          <p:xfrm>
            <a:off x="728" y="62"/>
            <a:ext cx="52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839293" imgH="394213" progId="Equation.DSMT4">
                    <p:embed/>
                  </p:oleObj>
                </mc:Choice>
                <mc:Fallback>
                  <p:oleObj r:id="rId24" imgW="839293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8" y="62"/>
                          <a:ext cx="52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5" name="Object 27"/>
            <p:cNvGraphicFramePr>
              <a:graphicFrameLocks noChangeAspect="1"/>
            </p:cNvGraphicFramePr>
            <p:nvPr/>
          </p:nvGraphicFramePr>
          <p:xfrm>
            <a:off x="3165" y="70"/>
            <a:ext cx="73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1169923" imgH="394213" progId="Equation.DSMT4">
                    <p:embed/>
                  </p:oleObj>
                </mc:Choice>
                <mc:Fallback>
                  <p:oleObj r:id="rId26" imgW="1169923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5" y="70"/>
                          <a:ext cx="73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6" name="Rectangle 28"/>
            <p:cNvSpPr>
              <a:spLocks noChangeArrowheads="1"/>
            </p:cNvSpPr>
            <p:nvPr/>
          </p:nvSpPr>
          <p:spPr bwMode="auto">
            <a:xfrm>
              <a:off x="0" y="0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若对于</a:t>
              </a:r>
              <a:endParaRPr lang="zh-CN" altLang="en-US" sz="2400" b="1" dirty="0"/>
            </a:p>
          </p:txBody>
        </p:sp>
        <p:sp>
          <p:nvSpPr>
            <p:cNvPr id="9227" name="Rectangle 29"/>
            <p:cNvSpPr>
              <a:spLocks noChangeArrowheads="1"/>
            </p:cNvSpPr>
            <p:nvPr/>
          </p:nvSpPr>
          <p:spPr bwMode="auto">
            <a:xfrm>
              <a:off x="1191" y="24"/>
              <a:ext cx="213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上每一固定的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i="1" dirty="0"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值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,</a:t>
              </a:r>
              <a:r>
                <a:rPr lang="en-US" altLang="zh-CN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lang="en-US" altLang="zh-CN" sz="2400" b="1" dirty="0"/>
            </a:p>
          </p:txBody>
        </p:sp>
        <p:sp>
          <p:nvSpPr>
            <p:cNvPr id="9228" name="Rectangle 30"/>
            <p:cNvSpPr>
              <a:spLocks noChangeArrowheads="1"/>
            </p:cNvSpPr>
            <p:nvPr/>
          </p:nvSpPr>
          <p:spPr bwMode="auto">
            <a:xfrm>
              <a:off x="3819" y="24"/>
              <a:ext cx="129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作为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="1" i="1" dirty="0"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的函</a:t>
              </a:r>
              <a:r>
                <a:rPr lang="zh-CN" altLang="en-US" sz="1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zh-CN" altLang="en-US" sz="2400" b="1" dirty="0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080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66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586" name="Group 2"/>
          <p:cNvGrpSpPr>
            <a:grpSpLocks/>
          </p:cNvGrpSpPr>
          <p:nvPr/>
        </p:nvGrpSpPr>
        <p:grpSpPr bwMode="auto">
          <a:xfrm>
            <a:off x="2090448" y="1466559"/>
            <a:ext cx="6977063" cy="531813"/>
            <a:chOff x="-6" y="0"/>
            <a:chExt cx="4395" cy="335"/>
          </a:xfrm>
        </p:grpSpPr>
        <p:sp>
          <p:nvSpPr>
            <p:cNvPr id="10259" name="Rectangle 3"/>
            <p:cNvSpPr>
              <a:spLocks noChangeArrowheads="1"/>
            </p:cNvSpPr>
            <p:nvPr/>
          </p:nvSpPr>
          <p:spPr bwMode="auto">
            <a:xfrm>
              <a:off x="-6" y="0"/>
              <a:ext cx="131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数在闭区间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 </a:t>
              </a:r>
              <a:endParaRPr lang="zh-CN" altLang="en-US" sz="2400" b="1" dirty="0"/>
            </a:p>
          </p:txBody>
        </p:sp>
        <p:graphicFrame>
          <p:nvGraphicFramePr>
            <p:cNvPr id="10260" name="Object 4"/>
            <p:cNvGraphicFramePr>
              <a:graphicFrameLocks noChangeAspect="1"/>
            </p:cNvGraphicFramePr>
            <p:nvPr/>
          </p:nvGraphicFramePr>
          <p:xfrm>
            <a:off x="1193" y="50"/>
            <a:ext cx="1182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880416" imgH="393871" progId="Equation.DSMT4">
                    <p:embed/>
                  </p:oleObj>
                </mc:Choice>
                <mc:Fallback>
                  <p:oleObj r:id="rId2" imgW="1880416" imgH="39387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3" y="50"/>
                          <a:ext cx="1182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61" name="Rectangle 5"/>
            <p:cNvSpPr>
              <a:spLocks noChangeArrowheads="1"/>
            </p:cNvSpPr>
            <p:nvPr/>
          </p:nvSpPr>
          <p:spPr bwMode="auto">
            <a:xfrm>
              <a:off x="2254" y="5"/>
              <a:ext cx="213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上可积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,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则其积分值</a:t>
              </a:r>
              <a:r>
                <a:rPr lang="zh-CN" altLang="en-US" sz="1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zh-CN" altLang="en-US" sz="2400" b="1" dirty="0"/>
            </a:p>
          </p:txBody>
        </p:sp>
      </p:grpSp>
      <p:sp>
        <p:nvSpPr>
          <p:cNvPr id="10243" name="Rectangle 6"/>
          <p:cNvSpPr>
            <a:spLocks noChangeArrowheads="1"/>
          </p:cNvSpPr>
          <p:nvPr/>
        </p:nvSpPr>
        <p:spPr bwMode="auto">
          <a:xfrm>
            <a:off x="6003635" y="3067051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4800">
              <a:solidFill>
                <a:srgbClr val="FF0000"/>
              </a:solidFill>
            </a:endParaRPr>
          </a:p>
        </p:txBody>
      </p:sp>
      <p:graphicFrame>
        <p:nvGraphicFramePr>
          <p:cNvPr id="675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6144418"/>
              </p:ext>
            </p:extLst>
          </p:nvPr>
        </p:nvGraphicFramePr>
        <p:xfrm>
          <a:off x="2950873" y="2192209"/>
          <a:ext cx="6858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858000" imgH="723900" progId="Equation.DSMT4">
                  <p:embed/>
                </p:oleObj>
              </mc:Choice>
              <mc:Fallback>
                <p:oleObj r:id="rId4" imgW="68580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0873" y="2192209"/>
                        <a:ext cx="68580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7592" name="Group 8"/>
          <p:cNvGrpSpPr>
            <a:grpSpLocks/>
          </p:cNvGrpSpPr>
          <p:nvPr/>
        </p:nvGrpSpPr>
        <p:grpSpPr bwMode="auto">
          <a:xfrm>
            <a:off x="2090448" y="3196047"/>
            <a:ext cx="4078287" cy="527050"/>
            <a:chOff x="-2" y="1"/>
            <a:chExt cx="2569" cy="332"/>
          </a:xfrm>
        </p:grpSpPr>
        <p:sp>
          <p:nvSpPr>
            <p:cNvPr id="10256" name="Rectangle 9"/>
            <p:cNvSpPr>
              <a:spLocks noChangeArrowheads="1"/>
            </p:cNvSpPr>
            <p:nvPr/>
          </p:nvSpPr>
          <p:spPr bwMode="auto">
            <a:xfrm>
              <a:off x="-2" y="1"/>
              <a:ext cx="108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是定义在 </a:t>
              </a:r>
              <a:endParaRPr lang="zh-CN" altLang="en-US" sz="2400" b="1" dirty="0"/>
            </a:p>
          </p:txBody>
        </p:sp>
        <p:graphicFrame>
          <p:nvGraphicFramePr>
            <p:cNvPr id="10257" name="Object 10"/>
            <p:cNvGraphicFramePr>
              <a:graphicFrameLocks noChangeAspect="1"/>
            </p:cNvGraphicFramePr>
            <p:nvPr/>
          </p:nvGraphicFramePr>
          <p:xfrm>
            <a:off x="972" y="49"/>
            <a:ext cx="552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877443" imgH="394213" progId="Equation.DSMT4">
                    <p:embed/>
                  </p:oleObj>
                </mc:Choice>
                <mc:Fallback>
                  <p:oleObj r:id="rId6" imgW="877443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2" y="49"/>
                          <a:ext cx="552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8" name="Rectangle 11"/>
            <p:cNvSpPr>
              <a:spLocks noChangeArrowheads="1"/>
            </p:cNvSpPr>
            <p:nvPr/>
          </p:nvSpPr>
          <p:spPr bwMode="auto">
            <a:xfrm>
              <a:off x="1483" y="3"/>
              <a:ext cx="108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上的函数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.</a:t>
              </a:r>
              <a:endParaRPr lang="en-US" altLang="zh-CN" sz="2400" b="1" dirty="0"/>
            </a:p>
          </p:txBody>
        </p:sp>
      </p:grpSp>
      <p:grpSp>
        <p:nvGrpSpPr>
          <p:cNvPr id="67596" name="Group 12"/>
          <p:cNvGrpSpPr>
            <a:grpSpLocks/>
          </p:cNvGrpSpPr>
          <p:nvPr/>
        </p:nvGrpSpPr>
        <p:grpSpPr bwMode="auto">
          <a:xfrm>
            <a:off x="2090448" y="3962047"/>
            <a:ext cx="7826374" cy="528638"/>
            <a:chOff x="-37" y="0"/>
            <a:chExt cx="4930" cy="333"/>
          </a:xfrm>
        </p:grpSpPr>
        <p:graphicFrame>
          <p:nvGraphicFramePr>
            <p:cNvPr id="10252" name="Object 13"/>
            <p:cNvGraphicFramePr>
              <a:graphicFrameLocks noChangeAspect="1"/>
            </p:cNvGraphicFramePr>
            <p:nvPr/>
          </p:nvGraphicFramePr>
          <p:xfrm>
            <a:off x="3656" y="78"/>
            <a:ext cx="566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902876" imgH="394213" progId="Equation.DSMT4">
                    <p:embed/>
                  </p:oleObj>
                </mc:Choice>
                <mc:Fallback>
                  <p:oleObj r:id="rId8" imgW="902876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6" y="78"/>
                          <a:ext cx="566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3" name="Object 14"/>
            <p:cNvGraphicFramePr>
              <a:graphicFrameLocks noChangeAspect="1"/>
            </p:cNvGraphicFramePr>
            <p:nvPr/>
          </p:nvGraphicFramePr>
          <p:xfrm>
            <a:off x="4389" y="78"/>
            <a:ext cx="504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801143" imgH="394213" progId="Equation.DSMT4">
                    <p:embed/>
                  </p:oleObj>
                </mc:Choice>
                <mc:Fallback>
                  <p:oleObj r:id="rId10" imgW="801143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9" y="78"/>
                          <a:ext cx="504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4" name="Rectangle 15"/>
            <p:cNvSpPr>
              <a:spLocks noChangeArrowheads="1"/>
            </p:cNvSpPr>
            <p:nvPr/>
          </p:nvSpPr>
          <p:spPr bwMode="auto">
            <a:xfrm>
              <a:off x="-37" y="0"/>
              <a:ext cx="397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用积分形式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和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所定义的这函数 </a:t>
              </a:r>
              <a:endParaRPr lang="zh-CN" altLang="en-US" sz="2400" b="1" dirty="0"/>
            </a:p>
          </p:txBody>
        </p:sp>
        <p:sp>
          <p:nvSpPr>
            <p:cNvPr id="10255" name="Rectangle 16"/>
            <p:cNvSpPr>
              <a:spLocks noChangeArrowheads="1"/>
            </p:cNvSpPr>
            <p:nvPr/>
          </p:nvSpPr>
          <p:spPr bwMode="auto">
            <a:xfrm>
              <a:off x="4112" y="6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endParaRPr lang="zh-CN" altLang="en-US" sz="2400" b="1" dirty="0"/>
            </a:p>
          </p:txBody>
        </p:sp>
      </p:grpSp>
      <p:grpSp>
        <p:nvGrpSpPr>
          <p:cNvPr id="67601" name="Group 17"/>
          <p:cNvGrpSpPr>
            <a:grpSpLocks/>
          </p:cNvGrpSpPr>
          <p:nvPr/>
        </p:nvGrpSpPr>
        <p:grpSpPr bwMode="auto">
          <a:xfrm>
            <a:off x="2109787" y="4820818"/>
            <a:ext cx="7972425" cy="544513"/>
            <a:chOff x="0" y="0"/>
            <a:chExt cx="5022" cy="343"/>
          </a:xfrm>
        </p:grpSpPr>
        <p:sp>
          <p:nvSpPr>
            <p:cNvPr id="10249" name="Rectangle 18"/>
            <p:cNvSpPr>
              <a:spLocks noChangeArrowheads="1"/>
            </p:cNvSpPr>
            <p:nvPr/>
          </p:nvSpPr>
          <p:spPr bwMode="auto">
            <a:xfrm>
              <a:off x="0" y="0"/>
              <a:ext cx="15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通称为定义在 </a:t>
              </a:r>
              <a:endParaRPr lang="zh-CN" altLang="en-US" sz="2400" b="1" dirty="0"/>
            </a:p>
          </p:txBody>
        </p:sp>
        <p:graphicFrame>
          <p:nvGraphicFramePr>
            <p:cNvPr id="10250" name="Object 19"/>
            <p:cNvGraphicFramePr>
              <a:graphicFrameLocks noChangeAspect="1"/>
            </p:cNvGraphicFramePr>
            <p:nvPr/>
          </p:nvGraphicFramePr>
          <p:xfrm>
            <a:off x="1436" y="61"/>
            <a:ext cx="52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839293" imgH="394213" progId="Equation.DSMT4">
                    <p:embed/>
                  </p:oleObj>
                </mc:Choice>
                <mc:Fallback>
                  <p:oleObj r:id="rId12" imgW="839293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6" y="61"/>
                          <a:ext cx="52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1" name="Rectangle 20"/>
            <p:cNvSpPr>
              <a:spLocks noChangeArrowheads="1"/>
            </p:cNvSpPr>
            <p:nvPr/>
          </p:nvSpPr>
          <p:spPr bwMode="auto">
            <a:xfrm>
              <a:off x="1891" y="13"/>
              <a:ext cx="313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上的含参量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i="1" dirty="0"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的</a:t>
              </a:r>
              <a:r>
                <a:rPr lang="en-US" altLang="zh-CN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正常</a:t>
              </a:r>
              <a:r>
                <a:rPr lang="en-US" altLang="zh-CN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积分</a:t>
              </a:r>
              <a:r>
                <a:rPr lang="en-US" altLang="zh-CN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 </a:t>
              </a:r>
              <a:endParaRPr lang="en-US" altLang="zh-CN" sz="2400" b="1" dirty="0"/>
            </a:p>
          </p:txBody>
        </p:sp>
      </p:grpSp>
      <p:sp>
        <p:nvSpPr>
          <p:cNvPr id="67605" name="Rectangle 21"/>
          <p:cNvSpPr>
            <a:spLocks noChangeArrowheads="1"/>
          </p:cNvSpPr>
          <p:nvPr/>
        </p:nvSpPr>
        <p:spPr bwMode="auto">
          <a:xfrm>
            <a:off x="1967782" y="5490873"/>
            <a:ext cx="3713594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cs typeface="Times New Roman" panose="02020603050405020304" pitchFamily="18" charset="0"/>
              </a:rPr>
              <a:t>或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简称为含参量积分</a:t>
            </a:r>
            <a:r>
              <a:rPr lang="en-US" altLang="zh-CN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en-US" altLang="zh-CN" sz="3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057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7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67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67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0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"/>
          <p:cNvGrpSpPr>
            <a:grpSpLocks/>
          </p:cNvGrpSpPr>
          <p:nvPr/>
        </p:nvGrpSpPr>
        <p:grpSpPr bwMode="auto">
          <a:xfrm>
            <a:off x="1323690" y="1703566"/>
            <a:ext cx="9031858" cy="3205487"/>
            <a:chOff x="469" y="480"/>
            <a:chExt cx="5341" cy="4118"/>
          </a:xfrm>
        </p:grpSpPr>
        <p:sp>
          <p:nvSpPr>
            <p:cNvPr id="27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1993646" y="1045364"/>
            <a:ext cx="620714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二、含参量正常积分的连续性</a:t>
            </a:r>
          </a:p>
        </p:txBody>
      </p:sp>
      <p:grpSp>
        <p:nvGrpSpPr>
          <p:cNvPr id="68611" name="Group 3"/>
          <p:cNvGrpSpPr>
            <a:grpSpLocks/>
          </p:cNvGrpSpPr>
          <p:nvPr/>
        </p:nvGrpSpPr>
        <p:grpSpPr bwMode="auto">
          <a:xfrm>
            <a:off x="2077244" y="1972413"/>
            <a:ext cx="7913687" cy="539750"/>
            <a:chOff x="32" y="0"/>
            <a:chExt cx="4985" cy="340"/>
          </a:xfrm>
        </p:grpSpPr>
        <p:graphicFrame>
          <p:nvGraphicFramePr>
            <p:cNvPr id="11285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2671811"/>
                </p:ext>
              </p:extLst>
            </p:nvPr>
          </p:nvGraphicFramePr>
          <p:xfrm>
            <a:off x="1028" y="70"/>
            <a:ext cx="1374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185349" imgH="431987" progId="Equation.DSMT4">
                    <p:embed/>
                  </p:oleObj>
                </mc:Choice>
                <mc:Fallback>
                  <p:oleObj r:id="rId3" imgW="2185349" imgH="43198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8" y="70"/>
                          <a:ext cx="1374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6" name="Object 5"/>
            <p:cNvGraphicFramePr>
              <a:graphicFrameLocks noChangeAspect="1"/>
            </p:cNvGraphicFramePr>
            <p:nvPr/>
          </p:nvGraphicFramePr>
          <p:xfrm>
            <a:off x="3732" y="46"/>
            <a:ext cx="73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169923" imgH="394213" progId="Equation.DSMT4">
                    <p:embed/>
                  </p:oleObj>
                </mc:Choice>
                <mc:Fallback>
                  <p:oleObj r:id="rId5" imgW="1169923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2" y="46"/>
                          <a:ext cx="73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7" name="Rectangle 6"/>
            <p:cNvSpPr>
              <a:spLocks noChangeArrowheads="1"/>
            </p:cNvSpPr>
            <p:nvPr/>
          </p:nvSpPr>
          <p:spPr bwMode="auto">
            <a:xfrm>
              <a:off x="32" y="8"/>
              <a:ext cx="102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定理</a:t>
              </a: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3.1</a:t>
              </a:r>
              <a:r>
                <a:rPr lang="en-US" altLang="zh-CN" sz="28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88" name="Rectangle 7"/>
            <p:cNvSpPr>
              <a:spLocks noChangeArrowheads="1"/>
            </p:cNvSpPr>
            <p:nvPr/>
          </p:nvSpPr>
          <p:spPr bwMode="auto">
            <a:xfrm>
              <a:off x="2348" y="8"/>
              <a:ext cx="144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b="1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若二元函数</a:t>
              </a:r>
              <a:endParaRPr lang="zh-CN" altLang="en-US" sz="2400" b="1" dirty="0"/>
            </a:p>
          </p:txBody>
        </p:sp>
        <p:sp>
          <p:nvSpPr>
            <p:cNvPr id="11289" name="Rectangle 8"/>
            <p:cNvSpPr>
              <a:spLocks noChangeArrowheads="1"/>
            </p:cNvSpPr>
            <p:nvPr/>
          </p:nvSpPr>
          <p:spPr bwMode="auto">
            <a:xfrm>
              <a:off x="4429" y="0"/>
              <a:ext cx="5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在矩</a:t>
              </a:r>
              <a:r>
                <a:rPr lang="zh-CN" altLang="en-US" sz="11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68617" name="Group 9"/>
          <p:cNvGrpSpPr>
            <a:grpSpLocks/>
          </p:cNvGrpSpPr>
          <p:nvPr/>
        </p:nvGrpSpPr>
        <p:grpSpPr bwMode="auto">
          <a:xfrm>
            <a:off x="2122499" y="2734916"/>
            <a:ext cx="6318249" cy="557213"/>
            <a:chOff x="0" y="0"/>
            <a:chExt cx="3980" cy="351"/>
          </a:xfrm>
        </p:grpSpPr>
        <p:sp>
          <p:nvSpPr>
            <p:cNvPr id="11282" name="Rectangle 10"/>
            <p:cNvSpPr>
              <a:spLocks noChangeArrowheads="1"/>
            </p:cNvSpPr>
            <p:nvPr/>
          </p:nvSpPr>
          <p:spPr bwMode="auto">
            <a:xfrm>
              <a:off x="0" y="0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形区域</a:t>
              </a:r>
              <a:endParaRPr lang="zh-CN" altLang="en-US" sz="2400" b="1" dirty="0"/>
            </a:p>
          </p:txBody>
        </p:sp>
        <p:graphicFrame>
          <p:nvGraphicFramePr>
            <p:cNvPr id="11283" name="Object 11"/>
            <p:cNvGraphicFramePr>
              <a:graphicFrameLocks noChangeAspect="1"/>
            </p:cNvGraphicFramePr>
            <p:nvPr/>
          </p:nvGraphicFramePr>
          <p:xfrm>
            <a:off x="677" y="77"/>
            <a:ext cx="169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2692400" imgH="393700" progId="Equation.DSMT4">
                    <p:embed/>
                  </p:oleObj>
                </mc:Choice>
                <mc:Fallback>
                  <p:oleObj r:id="rId7" imgW="2692400" imgH="3937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7" y="77"/>
                          <a:ext cx="169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4" name="Rectangle 12"/>
            <p:cNvSpPr>
              <a:spLocks noChangeArrowheads="1"/>
            </p:cNvSpPr>
            <p:nvPr/>
          </p:nvSpPr>
          <p:spPr bwMode="auto">
            <a:xfrm>
              <a:off x="2256" y="21"/>
              <a:ext cx="172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上连续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,  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则函数</a:t>
              </a:r>
              <a:endParaRPr lang="zh-CN" altLang="en-US" sz="2400" b="1" dirty="0"/>
            </a:p>
          </p:txBody>
        </p:sp>
      </p:grpSp>
      <p:sp>
        <p:nvSpPr>
          <p:cNvPr id="11269" name="Rectangle 13"/>
          <p:cNvSpPr>
            <a:spLocks noChangeArrowheads="1"/>
          </p:cNvSpPr>
          <p:nvPr/>
        </p:nvSpPr>
        <p:spPr bwMode="auto">
          <a:xfrm>
            <a:off x="6003635" y="3068639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4800">
              <a:solidFill>
                <a:srgbClr val="FF0000"/>
              </a:solidFill>
            </a:endParaRPr>
          </a:p>
        </p:txBody>
      </p:sp>
      <p:graphicFrame>
        <p:nvGraphicFramePr>
          <p:cNvPr id="68622" name="Object 1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687570475"/>
              </p:ext>
            </p:extLst>
          </p:nvPr>
        </p:nvGraphicFramePr>
        <p:xfrm>
          <a:off x="4384676" y="3298478"/>
          <a:ext cx="3009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3009900" imgH="685800" progId="Equation.DSMT4">
                  <p:embed/>
                </p:oleObj>
              </mc:Choice>
              <mc:Fallback>
                <p:oleObj r:id="rId9" imgW="3009900" imgH="6858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4676" y="3298478"/>
                        <a:ext cx="30099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3" name="Rectangle 15"/>
          <p:cNvSpPr>
            <a:spLocks noChangeArrowheads="1"/>
          </p:cNvSpPr>
          <p:nvPr/>
        </p:nvSpPr>
        <p:spPr bwMode="auto">
          <a:xfrm>
            <a:off x="1973131" y="4039935"/>
            <a:ext cx="27847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cs typeface="Times New Roman" panose="02020603050405020304" pitchFamily="18" charset="0"/>
              </a:rPr>
              <a:t>在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800" b="1" dirty="0">
                <a:cs typeface="Times New Roman" panose="02020603050405020304" pitchFamily="18" charset="0"/>
              </a:rPr>
              <a:t>上连续</a:t>
            </a:r>
            <a:r>
              <a:rPr lang="en-US" altLang="zh-CN" sz="2800" b="1" dirty="0"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68624" name="Group 16"/>
          <p:cNvGrpSpPr>
            <a:grpSpLocks/>
          </p:cNvGrpSpPr>
          <p:nvPr/>
        </p:nvGrpSpPr>
        <p:grpSpPr bwMode="auto">
          <a:xfrm>
            <a:off x="1685926" y="4986336"/>
            <a:ext cx="8029574" cy="549276"/>
            <a:chOff x="-5" y="0"/>
            <a:chExt cx="5058" cy="346"/>
          </a:xfrm>
        </p:grpSpPr>
        <p:sp>
          <p:nvSpPr>
            <p:cNvPr id="11277" name="Rectangle 17"/>
            <p:cNvSpPr>
              <a:spLocks noChangeArrowheads="1"/>
            </p:cNvSpPr>
            <p:nvPr/>
          </p:nvSpPr>
          <p:spPr bwMode="auto">
            <a:xfrm>
              <a:off x="-5" y="16"/>
              <a:ext cx="74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证</a:t>
              </a:r>
              <a:r>
                <a:rPr lang="zh-CN" altLang="en-US" sz="2800" b="1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设</a:t>
              </a:r>
              <a:r>
                <a:rPr lang="zh-CN" altLang="en-US" sz="2800" dirty="0">
                  <a:solidFill>
                    <a:srgbClr val="FF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1278" name="Rectangle 18"/>
            <p:cNvSpPr>
              <a:spLocks noChangeArrowheads="1"/>
            </p:cNvSpPr>
            <p:nvPr/>
          </p:nvSpPr>
          <p:spPr bwMode="auto">
            <a:xfrm>
              <a:off x="1550" y="0"/>
              <a:ext cx="12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对充分小的</a:t>
              </a:r>
              <a:endParaRPr lang="zh-CN" altLang="en-US" sz="2400" b="1" dirty="0"/>
            </a:p>
          </p:txBody>
        </p:sp>
        <p:graphicFrame>
          <p:nvGraphicFramePr>
            <p:cNvPr id="11279" name="Object 19"/>
            <p:cNvGraphicFramePr>
              <a:graphicFrameLocks noChangeAspect="1"/>
            </p:cNvGraphicFramePr>
            <p:nvPr/>
          </p:nvGraphicFramePr>
          <p:xfrm>
            <a:off x="574" y="61"/>
            <a:ext cx="95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1524000" imgH="393700" progId="Equation.DSMT4">
                    <p:embed/>
                  </p:oleObj>
                </mc:Choice>
                <mc:Fallback>
                  <p:oleObj r:id="rId11" imgW="1524000" imgH="3937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4" y="61"/>
                          <a:ext cx="95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0" name="Object 20"/>
            <p:cNvGraphicFramePr>
              <a:graphicFrameLocks noChangeAspect="1"/>
            </p:cNvGraphicFramePr>
            <p:nvPr/>
          </p:nvGraphicFramePr>
          <p:xfrm>
            <a:off x="2734" y="53"/>
            <a:ext cx="1944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3084761" imgH="431613" progId="Equation.DSMT4">
                    <p:embed/>
                  </p:oleObj>
                </mc:Choice>
                <mc:Fallback>
                  <p:oleObj r:id="rId13" imgW="3084761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4" y="53"/>
                          <a:ext cx="1944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1" name="Rectangle 21"/>
            <p:cNvSpPr>
              <a:spLocks noChangeArrowheads="1"/>
            </p:cNvSpPr>
            <p:nvPr/>
          </p:nvSpPr>
          <p:spPr bwMode="auto">
            <a:xfrm>
              <a:off x="4577" y="8"/>
              <a:ext cx="4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zh-CN" altLang="en-US" sz="1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zh-CN" altLang="en-US" sz="2400" b="1" dirty="0"/>
            </a:p>
          </p:txBody>
        </p:sp>
      </p:grpSp>
      <p:grpSp>
        <p:nvGrpSpPr>
          <p:cNvPr id="68630" name="Group 22"/>
          <p:cNvGrpSpPr>
            <a:grpSpLocks/>
          </p:cNvGrpSpPr>
          <p:nvPr/>
        </p:nvGrpSpPr>
        <p:grpSpPr bwMode="auto">
          <a:xfrm>
            <a:off x="2178050" y="5679066"/>
            <a:ext cx="8032751" cy="527051"/>
            <a:chOff x="-19" y="0"/>
            <a:chExt cx="5060" cy="332"/>
          </a:xfrm>
        </p:grpSpPr>
        <p:sp>
          <p:nvSpPr>
            <p:cNvPr id="11274" name="Rectangle 23"/>
            <p:cNvSpPr>
              <a:spLocks noChangeArrowheads="1"/>
            </p:cNvSpPr>
            <p:nvPr/>
          </p:nvSpPr>
          <p:spPr bwMode="auto">
            <a:xfrm>
              <a:off x="-19" y="0"/>
              <a:ext cx="28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i="1" dirty="0"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为区间的端点</a:t>
              </a:r>
              <a:r>
                <a:rPr lang="en-US" altLang="zh-CN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则仅考虑 </a:t>
              </a:r>
              <a:endParaRPr lang="zh-CN" altLang="en-US" sz="2400" b="1" dirty="0"/>
            </a:p>
          </p:txBody>
        </p:sp>
        <p:graphicFrame>
          <p:nvGraphicFramePr>
            <p:cNvPr id="11275" name="Object 24"/>
            <p:cNvGraphicFramePr>
              <a:graphicFrameLocks noChangeAspect="1"/>
            </p:cNvGraphicFramePr>
            <p:nvPr/>
          </p:nvGraphicFramePr>
          <p:xfrm>
            <a:off x="2702" y="50"/>
            <a:ext cx="1630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2589676" imgH="431613" progId="Equation.DSMT4">
                    <p:embed/>
                  </p:oleObj>
                </mc:Choice>
                <mc:Fallback>
                  <p:oleObj r:id="rId15" imgW="2589676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2" y="50"/>
                          <a:ext cx="1630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6" name="Rectangle 25"/>
            <p:cNvSpPr>
              <a:spLocks noChangeArrowheads="1"/>
            </p:cNvSpPr>
            <p:nvPr/>
          </p:nvSpPr>
          <p:spPr bwMode="auto">
            <a:xfrm>
              <a:off x="4213" y="2"/>
              <a:ext cx="82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,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于是</a:t>
              </a:r>
              <a:r>
                <a:rPr lang="zh-CN" altLang="en-US" sz="1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zh-CN" altLang="en-US" sz="2400" b="1" dirty="0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749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68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6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0" grpId="0" autoUpdateAnimBg="0"/>
      <p:bldP spid="68623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6003635" y="3086101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4800">
              <a:solidFill>
                <a:srgbClr val="FF0000"/>
              </a:solidFill>
            </a:endParaRPr>
          </a:p>
        </p:txBody>
      </p:sp>
      <p:graphicFrame>
        <p:nvGraphicFramePr>
          <p:cNvPr id="696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7300791"/>
              </p:ext>
            </p:extLst>
          </p:nvPr>
        </p:nvGraphicFramePr>
        <p:xfrm>
          <a:off x="2178051" y="1236805"/>
          <a:ext cx="79343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937500" imgH="685800" progId="Equation.DSMT4">
                  <p:embed/>
                </p:oleObj>
              </mc:Choice>
              <mc:Fallback>
                <p:oleObj r:id="rId2" imgW="79375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051" y="1236805"/>
                        <a:ext cx="79343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9636" name="Group 4"/>
          <p:cNvGrpSpPr>
            <a:grpSpLocks/>
          </p:cNvGrpSpPr>
          <p:nvPr/>
        </p:nvGrpSpPr>
        <p:grpSpPr bwMode="auto">
          <a:xfrm>
            <a:off x="2055813" y="1987256"/>
            <a:ext cx="8056563" cy="558801"/>
            <a:chOff x="0" y="0"/>
            <a:chExt cx="5075" cy="352"/>
          </a:xfrm>
        </p:grpSpPr>
        <p:sp>
          <p:nvSpPr>
            <p:cNvPr id="12308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6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由于</a:t>
              </a:r>
              <a:r>
                <a:rPr lang="zh-CN" altLang="en-US" sz="2800" dirty="0">
                  <a:solidFill>
                    <a:srgbClr val="FF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12309" name="Object 6"/>
            <p:cNvGraphicFramePr>
              <a:graphicFrameLocks noChangeAspect="1"/>
            </p:cNvGraphicFramePr>
            <p:nvPr/>
          </p:nvGraphicFramePr>
          <p:xfrm>
            <a:off x="475" y="64"/>
            <a:ext cx="73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169923" imgH="394213" progId="Equation.DSMT4">
                    <p:embed/>
                  </p:oleObj>
                </mc:Choice>
                <mc:Fallback>
                  <p:oleObj r:id="rId4" imgW="1169923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" y="64"/>
                          <a:ext cx="73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0" name="Rectangle 7"/>
            <p:cNvSpPr>
              <a:spLocks noChangeArrowheads="1"/>
            </p:cNvSpPr>
            <p:nvPr/>
          </p:nvSpPr>
          <p:spPr bwMode="auto">
            <a:xfrm>
              <a:off x="1131" y="22"/>
              <a:ext cx="394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在有界闭区域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上连续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,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从而一致连续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,</a:t>
              </a:r>
              <a:r>
                <a:rPr lang="en-US" altLang="zh-CN" sz="1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en-US" altLang="zh-CN" sz="2400" b="1" dirty="0"/>
            </a:p>
          </p:txBody>
        </p:sp>
      </p:grpSp>
      <p:grpSp>
        <p:nvGrpSpPr>
          <p:cNvPr id="69640" name="Group 8"/>
          <p:cNvGrpSpPr>
            <a:grpSpLocks/>
          </p:cNvGrpSpPr>
          <p:nvPr/>
        </p:nvGrpSpPr>
        <p:grpSpPr bwMode="auto">
          <a:xfrm>
            <a:off x="2072666" y="2709213"/>
            <a:ext cx="7586662" cy="531812"/>
            <a:chOff x="0" y="0"/>
            <a:chExt cx="4779" cy="335"/>
          </a:xfrm>
        </p:grpSpPr>
        <p:graphicFrame>
          <p:nvGraphicFramePr>
            <p:cNvPr id="12303" name="Object 9"/>
            <p:cNvGraphicFramePr>
              <a:graphicFrameLocks noChangeAspect="1"/>
            </p:cNvGraphicFramePr>
            <p:nvPr/>
          </p:nvGraphicFramePr>
          <p:xfrm>
            <a:off x="1009" y="62"/>
            <a:ext cx="607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928309" imgH="394213" progId="Equation.DSMT4">
                    <p:embed/>
                  </p:oleObj>
                </mc:Choice>
                <mc:Fallback>
                  <p:oleObj r:id="rId6" imgW="928309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9" y="62"/>
                          <a:ext cx="607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4" name="Object 10"/>
            <p:cNvGraphicFramePr>
              <a:graphicFrameLocks noChangeAspect="1"/>
            </p:cNvGraphicFramePr>
            <p:nvPr/>
          </p:nvGraphicFramePr>
          <p:xfrm>
            <a:off x="2404" y="81"/>
            <a:ext cx="625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953742" imgH="394213" progId="Equation.DSMT4">
                    <p:embed/>
                  </p:oleObj>
                </mc:Choice>
                <mc:Fallback>
                  <p:oleObj r:id="rId8" imgW="953742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4" y="81"/>
                          <a:ext cx="625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5" name="Rectangle 11"/>
            <p:cNvSpPr>
              <a:spLocks noChangeArrowheads="1"/>
            </p:cNvSpPr>
            <p:nvPr/>
          </p:nvSpPr>
          <p:spPr bwMode="auto">
            <a:xfrm>
              <a:off x="0" y="0"/>
              <a:ext cx="10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即对任意</a:t>
              </a:r>
              <a:endParaRPr lang="zh-CN" altLang="en-US" sz="2400" b="1" dirty="0"/>
            </a:p>
          </p:txBody>
        </p:sp>
        <p:sp>
          <p:nvSpPr>
            <p:cNvPr id="12306" name="Rectangle 12"/>
            <p:cNvSpPr>
              <a:spLocks noChangeArrowheads="1"/>
            </p:cNvSpPr>
            <p:nvPr/>
          </p:nvSpPr>
          <p:spPr bwMode="auto">
            <a:xfrm>
              <a:off x="1632" y="0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总存在</a:t>
              </a:r>
              <a:endParaRPr lang="zh-CN" altLang="en-US" sz="2400" b="1" dirty="0"/>
            </a:p>
          </p:txBody>
        </p:sp>
        <p:sp>
          <p:nvSpPr>
            <p:cNvPr id="12307" name="Rectangle 13"/>
            <p:cNvSpPr>
              <a:spLocks noChangeArrowheads="1"/>
            </p:cNvSpPr>
            <p:nvPr/>
          </p:nvSpPr>
          <p:spPr bwMode="auto">
            <a:xfrm>
              <a:off x="3064" y="8"/>
              <a:ext cx="17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对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内任意两点</a:t>
              </a:r>
              <a:r>
                <a:rPr lang="zh-CN" altLang="en-US" sz="28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zh-CN" altLang="en-US" sz="2800" b="1" dirty="0"/>
            </a:p>
          </p:txBody>
        </p:sp>
      </p:grpSp>
      <p:grpSp>
        <p:nvGrpSpPr>
          <p:cNvPr id="69646" name="Group 14"/>
          <p:cNvGrpSpPr>
            <a:grpSpLocks/>
          </p:cNvGrpSpPr>
          <p:nvPr/>
        </p:nvGrpSpPr>
        <p:grpSpPr bwMode="auto">
          <a:xfrm>
            <a:off x="2178051" y="3418252"/>
            <a:ext cx="3702050" cy="519113"/>
            <a:chOff x="0" y="0"/>
            <a:chExt cx="2332" cy="327"/>
          </a:xfrm>
        </p:grpSpPr>
        <p:graphicFrame>
          <p:nvGraphicFramePr>
            <p:cNvPr id="12301" name="Object 15"/>
            <p:cNvGraphicFramePr>
              <a:graphicFrameLocks noChangeAspect="1"/>
            </p:cNvGraphicFramePr>
            <p:nvPr/>
          </p:nvGraphicFramePr>
          <p:xfrm>
            <a:off x="0" y="32"/>
            <a:ext cx="1830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2908300" imgH="444500" progId="Equation.DSMT4">
                    <p:embed/>
                  </p:oleObj>
                </mc:Choice>
                <mc:Fallback>
                  <p:oleObj r:id="rId10" imgW="2908300" imgH="4445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32"/>
                          <a:ext cx="1830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2" name="Rectangle 16"/>
            <p:cNvSpPr>
              <a:spLocks noChangeArrowheads="1"/>
            </p:cNvSpPr>
            <p:nvPr/>
          </p:nvSpPr>
          <p:spPr bwMode="auto">
            <a:xfrm>
              <a:off x="1766" y="0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只要</a:t>
              </a:r>
              <a:endParaRPr lang="zh-CN" altLang="en-US" sz="2400" b="1" dirty="0"/>
            </a:p>
          </p:txBody>
        </p:sp>
      </p:grpSp>
      <p:graphicFrame>
        <p:nvGraphicFramePr>
          <p:cNvPr id="6964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7235141"/>
              </p:ext>
            </p:extLst>
          </p:nvPr>
        </p:nvGraphicFramePr>
        <p:xfrm>
          <a:off x="3456125" y="4113278"/>
          <a:ext cx="40862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4089400" imgH="431800" progId="Equation.DSMT4">
                  <p:embed/>
                </p:oleObj>
              </mc:Choice>
              <mc:Fallback>
                <p:oleObj r:id="rId12" imgW="40894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6125" y="4113278"/>
                        <a:ext cx="40862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50" name="Rectangle 18"/>
          <p:cNvSpPr>
            <a:spLocks noChangeArrowheads="1"/>
          </p:cNvSpPr>
          <p:nvPr/>
        </p:nvSpPr>
        <p:spPr bwMode="auto">
          <a:xfrm>
            <a:off x="2108994" y="4500543"/>
            <a:ext cx="11015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cs typeface="Times New Roman" panose="02020603050405020304" pitchFamily="18" charset="0"/>
              </a:rPr>
              <a:t>就有</a:t>
            </a:r>
            <a:r>
              <a:rPr lang="zh-CN" altLang="en-US" sz="2800" dirty="0">
                <a:solidFill>
                  <a:srgbClr val="FF0000"/>
                </a:solidFill>
                <a:cs typeface="Times New Roman" panose="02020603050405020304" pitchFamily="18" charset="0"/>
              </a:rPr>
              <a:t>  </a:t>
            </a:r>
          </a:p>
        </p:txBody>
      </p:sp>
      <p:graphicFrame>
        <p:nvGraphicFramePr>
          <p:cNvPr id="6965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7043570"/>
              </p:ext>
            </p:extLst>
          </p:nvPr>
        </p:nvGraphicFramePr>
        <p:xfrm>
          <a:off x="3456125" y="5134224"/>
          <a:ext cx="66198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6616700" imgH="431800" progId="Equation.DSMT4">
                  <p:embed/>
                </p:oleObj>
              </mc:Choice>
              <mc:Fallback>
                <p:oleObj r:id="rId14" imgW="66167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6125" y="5134224"/>
                        <a:ext cx="66198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9652" name="Group 20"/>
          <p:cNvGrpSpPr>
            <a:grpSpLocks/>
          </p:cNvGrpSpPr>
          <p:nvPr/>
        </p:nvGrpSpPr>
        <p:grpSpPr bwMode="auto">
          <a:xfrm>
            <a:off x="2069735" y="5648568"/>
            <a:ext cx="5365750" cy="523874"/>
            <a:chOff x="-32" y="0"/>
            <a:chExt cx="3380" cy="330"/>
          </a:xfrm>
        </p:grpSpPr>
        <p:sp>
          <p:nvSpPr>
            <p:cNvPr id="12299" name="Rectangle 21"/>
            <p:cNvSpPr>
              <a:spLocks noChangeArrowheads="1"/>
            </p:cNvSpPr>
            <p:nvPr/>
          </p:nvSpPr>
          <p:spPr bwMode="auto">
            <a:xfrm>
              <a:off x="-32" y="0"/>
              <a:ext cx="205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所以由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(3), (4)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可得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, </a:t>
              </a:r>
              <a:endParaRPr lang="en-US" altLang="zh-CN" sz="2400" b="1" dirty="0"/>
            </a:p>
          </p:txBody>
        </p:sp>
        <p:graphicFrame>
          <p:nvGraphicFramePr>
            <p:cNvPr id="12300" name="Object 22"/>
            <p:cNvGraphicFramePr>
              <a:graphicFrameLocks noChangeAspect="1"/>
            </p:cNvGraphicFramePr>
            <p:nvPr/>
          </p:nvGraphicFramePr>
          <p:xfrm>
            <a:off x="2001" y="48"/>
            <a:ext cx="1347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2133600" imgH="431800" progId="Equation.DSMT4">
                    <p:embed/>
                  </p:oleObj>
                </mc:Choice>
                <mc:Fallback>
                  <p:oleObj r:id="rId16" imgW="2133600" imgH="431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1" y="48"/>
                          <a:ext cx="1347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329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9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9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6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6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50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6003635" y="3086101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4800">
              <a:solidFill>
                <a:srgbClr val="FF0000"/>
              </a:solidFill>
            </a:endParaRPr>
          </a:p>
        </p:txBody>
      </p:sp>
      <p:graphicFrame>
        <p:nvGraphicFramePr>
          <p:cNvPr id="706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0085981"/>
              </p:ext>
            </p:extLst>
          </p:nvPr>
        </p:nvGraphicFramePr>
        <p:xfrm>
          <a:off x="2239168" y="1187202"/>
          <a:ext cx="7467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467600" imgH="685800" progId="Equation.DSMT4">
                  <p:embed/>
                </p:oleObj>
              </mc:Choice>
              <mc:Fallback>
                <p:oleObj r:id="rId2" imgW="74676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9168" y="1187202"/>
                        <a:ext cx="74676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6003635" y="3086101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4800">
              <a:solidFill>
                <a:srgbClr val="FF0000"/>
              </a:solidFill>
            </a:endParaRPr>
          </a:p>
        </p:txBody>
      </p:sp>
      <p:graphicFrame>
        <p:nvGraphicFramePr>
          <p:cNvPr id="706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94781"/>
              </p:ext>
            </p:extLst>
          </p:nvPr>
        </p:nvGraphicFramePr>
        <p:xfrm>
          <a:off x="5320934" y="1892427"/>
          <a:ext cx="27908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794000" imgH="685800" progId="Equation.DSMT4">
                  <p:embed/>
                </p:oleObj>
              </mc:Choice>
              <mc:Fallback>
                <p:oleObj r:id="rId4" imgW="27940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0934" y="1892427"/>
                        <a:ext cx="27908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0662" name="Group 6"/>
          <p:cNvGrpSpPr>
            <a:grpSpLocks/>
          </p:cNvGrpSpPr>
          <p:nvPr/>
        </p:nvGrpSpPr>
        <p:grpSpPr bwMode="auto">
          <a:xfrm>
            <a:off x="2057810" y="2583098"/>
            <a:ext cx="3867150" cy="523876"/>
            <a:chOff x="0" y="-2"/>
            <a:chExt cx="2436" cy="330"/>
          </a:xfrm>
        </p:grpSpPr>
        <p:sp>
          <p:nvSpPr>
            <p:cNvPr id="13331" name="Rectangle 7"/>
            <p:cNvSpPr>
              <a:spLocks noChangeArrowheads="1"/>
            </p:cNvSpPr>
            <p:nvPr/>
          </p:nvSpPr>
          <p:spPr bwMode="auto">
            <a:xfrm>
              <a:off x="0" y="0"/>
              <a:ext cx="11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即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在</a:t>
              </a:r>
              <a:endParaRPr lang="zh-CN" altLang="en-US" sz="2400" b="1" dirty="0"/>
            </a:p>
          </p:txBody>
        </p:sp>
        <p:graphicFrame>
          <p:nvGraphicFramePr>
            <p:cNvPr id="13332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6744075"/>
                </p:ext>
              </p:extLst>
            </p:nvPr>
          </p:nvGraphicFramePr>
          <p:xfrm>
            <a:off x="1076" y="48"/>
            <a:ext cx="560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864726" imgH="394213" progId="Equation.DSMT4">
                    <p:embed/>
                  </p:oleObj>
                </mc:Choice>
                <mc:Fallback>
                  <p:oleObj r:id="rId6" imgW="864726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6" y="48"/>
                          <a:ext cx="560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3" name="Rectangle 9"/>
            <p:cNvSpPr>
              <a:spLocks noChangeArrowheads="1"/>
            </p:cNvSpPr>
            <p:nvPr/>
          </p:nvSpPr>
          <p:spPr bwMode="auto">
            <a:xfrm>
              <a:off x="1516" y="-2"/>
              <a:ext cx="92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上连续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.</a:t>
              </a:r>
              <a:endParaRPr lang="en-US" altLang="zh-CN" sz="2400" b="1" dirty="0"/>
            </a:p>
          </p:txBody>
        </p:sp>
      </p:grpSp>
      <p:grpSp>
        <p:nvGrpSpPr>
          <p:cNvPr id="70666" name="Group 10"/>
          <p:cNvGrpSpPr>
            <a:grpSpLocks/>
          </p:cNvGrpSpPr>
          <p:nvPr/>
        </p:nvGrpSpPr>
        <p:grpSpPr bwMode="auto">
          <a:xfrm>
            <a:off x="2010996" y="3145824"/>
            <a:ext cx="7867651" cy="541338"/>
            <a:chOff x="-10" y="0"/>
            <a:chExt cx="4956" cy="341"/>
          </a:xfrm>
        </p:grpSpPr>
        <p:sp>
          <p:nvSpPr>
            <p:cNvPr id="13328" name="Rectangle 11"/>
            <p:cNvSpPr>
              <a:spLocks noChangeArrowheads="1"/>
            </p:cNvSpPr>
            <p:nvPr/>
          </p:nvSpPr>
          <p:spPr bwMode="auto">
            <a:xfrm>
              <a:off x="-10" y="11"/>
              <a:ext cx="14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同理可证</a:t>
              </a:r>
              <a:r>
                <a:rPr lang="en-US" altLang="zh-CN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endParaRPr lang="zh-CN" altLang="en-US" sz="2400" b="1" dirty="0"/>
            </a:p>
          </p:txBody>
        </p:sp>
        <p:graphicFrame>
          <p:nvGraphicFramePr>
            <p:cNvPr id="13329" name="Object 12"/>
            <p:cNvGraphicFramePr>
              <a:graphicFrameLocks noChangeAspect="1"/>
            </p:cNvGraphicFramePr>
            <p:nvPr/>
          </p:nvGraphicFramePr>
          <p:xfrm>
            <a:off x="1337" y="56"/>
            <a:ext cx="73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169923" imgH="394213" progId="Equation.DSMT4">
                    <p:embed/>
                  </p:oleObj>
                </mc:Choice>
                <mc:Fallback>
                  <p:oleObj r:id="rId8" imgW="1169923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7" y="56"/>
                          <a:ext cx="73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0" name="Rectangle 13"/>
            <p:cNvSpPr>
              <a:spLocks noChangeArrowheads="1"/>
            </p:cNvSpPr>
            <p:nvPr/>
          </p:nvSpPr>
          <p:spPr bwMode="auto">
            <a:xfrm>
              <a:off x="1981" y="0"/>
              <a:ext cx="296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在矩形区域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上连续</a:t>
              </a:r>
              <a:r>
                <a:rPr lang="en-US" altLang="zh-CN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则含参</a:t>
              </a:r>
              <a:r>
                <a:rPr lang="zh-CN" altLang="en-US" sz="1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zh-CN" altLang="en-US" sz="2400" b="1" dirty="0"/>
            </a:p>
          </p:txBody>
        </p:sp>
      </p:grpSp>
      <p:grpSp>
        <p:nvGrpSpPr>
          <p:cNvPr id="70670" name="Group 14"/>
          <p:cNvGrpSpPr>
            <a:grpSpLocks/>
          </p:cNvGrpSpPr>
          <p:nvPr/>
        </p:nvGrpSpPr>
        <p:grpSpPr bwMode="auto">
          <a:xfrm>
            <a:off x="2073275" y="3739086"/>
            <a:ext cx="1917700" cy="531813"/>
            <a:chOff x="0" y="0"/>
            <a:chExt cx="1208" cy="335"/>
          </a:xfrm>
        </p:grpSpPr>
        <p:sp>
          <p:nvSpPr>
            <p:cNvPr id="13325" name="Rectangle 15"/>
            <p:cNvSpPr>
              <a:spLocks noChangeArrowheads="1"/>
            </p:cNvSpPr>
            <p:nvPr/>
          </p:nvSpPr>
          <p:spPr bwMode="auto">
            <a:xfrm>
              <a:off x="0" y="8"/>
              <a:ext cx="45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量</a:t>
              </a:r>
              <a:r>
                <a:rPr lang="zh-CN" altLang="en-US" sz="2800" dirty="0">
                  <a:solidFill>
                    <a:srgbClr val="FF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13326" name="Object 16"/>
            <p:cNvGraphicFramePr>
              <a:graphicFrameLocks noChangeAspect="1"/>
            </p:cNvGraphicFramePr>
            <p:nvPr/>
          </p:nvGraphicFramePr>
          <p:xfrm>
            <a:off x="294" y="98"/>
            <a:ext cx="162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254774" imgH="318468" progId="Equation.DSMT4">
                    <p:embed/>
                  </p:oleObj>
                </mc:Choice>
                <mc:Fallback>
                  <p:oleObj r:id="rId10" imgW="254774" imgH="31846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" y="98"/>
                          <a:ext cx="162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7" name="Rectangle 17"/>
            <p:cNvSpPr>
              <a:spLocks noChangeArrowheads="1"/>
            </p:cNvSpPr>
            <p:nvPr/>
          </p:nvSpPr>
          <p:spPr bwMode="auto">
            <a:xfrm>
              <a:off x="395" y="0"/>
              <a:ext cx="81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的积分</a:t>
              </a:r>
              <a:r>
                <a:rPr lang="zh-CN" altLang="en-US" sz="1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zh-CN" altLang="en-US" sz="2400" b="1" dirty="0"/>
            </a:p>
          </p:txBody>
        </p:sp>
      </p:grpSp>
      <p:sp>
        <p:nvSpPr>
          <p:cNvPr id="13321" name="Rectangle 18"/>
          <p:cNvSpPr>
            <a:spLocks noChangeArrowheads="1"/>
          </p:cNvSpPr>
          <p:nvPr/>
        </p:nvSpPr>
        <p:spPr bwMode="auto">
          <a:xfrm>
            <a:off x="6003635" y="3086101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4800">
              <a:solidFill>
                <a:srgbClr val="FF0000"/>
              </a:solidFill>
            </a:endParaRPr>
          </a:p>
        </p:txBody>
      </p:sp>
      <p:graphicFrame>
        <p:nvGraphicFramePr>
          <p:cNvPr id="7067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5140082"/>
              </p:ext>
            </p:extLst>
          </p:nvPr>
        </p:nvGraphicFramePr>
        <p:xfrm>
          <a:off x="4116022" y="4229761"/>
          <a:ext cx="6019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6019800" imgH="685800" progId="Equation.DSMT4">
                  <p:embed/>
                </p:oleObj>
              </mc:Choice>
              <mc:Fallback>
                <p:oleObj r:id="rId12" imgW="60198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6022" y="4229761"/>
                        <a:ext cx="6019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76" name="Rectangle 20"/>
          <p:cNvSpPr>
            <a:spLocks noChangeArrowheads="1"/>
          </p:cNvSpPr>
          <p:nvPr/>
        </p:nvSpPr>
        <p:spPr bwMode="auto">
          <a:xfrm>
            <a:off x="2057810" y="4899306"/>
            <a:ext cx="26773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,d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上连续</a:t>
            </a:r>
            <a:r>
              <a:rPr lang="en-US" altLang="zh-CN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0677" name="Rectangle 21"/>
          <p:cNvSpPr>
            <a:spLocks noChangeArrowheads="1"/>
          </p:cNvSpPr>
          <p:nvPr/>
        </p:nvSpPr>
        <p:spPr bwMode="auto">
          <a:xfrm>
            <a:off x="2073275" y="5510593"/>
            <a:ext cx="77993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注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cs typeface="Times New Roman" panose="02020603050405020304" pitchFamily="18" charset="0"/>
              </a:rPr>
              <a:t>  </a:t>
            </a:r>
            <a:r>
              <a:rPr lang="zh-CN" altLang="en-US" sz="2800" b="1" dirty="0">
                <a:cs typeface="Times New Roman" panose="02020603050405020304" pitchFamily="18" charset="0"/>
              </a:rPr>
              <a:t>对于定理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</a:t>
            </a:r>
            <a:r>
              <a:rPr lang="zh-CN" altLang="en-US" sz="2800" b="1" dirty="0">
                <a:cs typeface="Times New Roman" panose="02020603050405020304" pitchFamily="18" charset="0"/>
              </a:rPr>
              <a:t>的结论也可以写成如下的形式</a:t>
            </a:r>
            <a:r>
              <a:rPr lang="en-US" altLang="zh-CN" sz="2800" b="1" dirty="0"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52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0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0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70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70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70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76" grpId="0" autoUpdateAnimBg="0"/>
      <p:bldP spid="7067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682" name="Group 2"/>
          <p:cNvGrpSpPr>
            <a:grpSpLocks/>
          </p:cNvGrpSpPr>
          <p:nvPr/>
        </p:nvGrpSpPr>
        <p:grpSpPr bwMode="auto">
          <a:xfrm>
            <a:off x="2074068" y="1368190"/>
            <a:ext cx="6659564" cy="539751"/>
            <a:chOff x="0" y="0"/>
            <a:chExt cx="4195" cy="340"/>
          </a:xfrm>
        </p:grpSpPr>
        <p:sp>
          <p:nvSpPr>
            <p:cNvPr id="1435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endParaRPr lang="zh-CN" altLang="en-US" sz="2400" b="1" dirty="0"/>
            </a:p>
          </p:txBody>
        </p:sp>
        <p:graphicFrame>
          <p:nvGraphicFramePr>
            <p:cNvPr id="14356" name="Object 4"/>
            <p:cNvGraphicFramePr>
              <a:graphicFrameLocks noChangeAspect="1"/>
            </p:cNvGraphicFramePr>
            <p:nvPr/>
          </p:nvGraphicFramePr>
          <p:xfrm>
            <a:off x="277" y="58"/>
            <a:ext cx="73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169923" imgH="394213" progId="Equation.DSMT4">
                    <p:embed/>
                  </p:oleObj>
                </mc:Choice>
                <mc:Fallback>
                  <p:oleObj r:id="rId2" imgW="1169923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" y="58"/>
                          <a:ext cx="73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7" name="Rectangle 5"/>
            <p:cNvSpPr>
              <a:spLocks noChangeArrowheads="1"/>
            </p:cNvSpPr>
            <p:nvPr/>
          </p:nvSpPr>
          <p:spPr bwMode="auto">
            <a:xfrm>
              <a:off x="907" y="10"/>
              <a:ext cx="328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在矩形区域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800" b="1" i="1" dirty="0"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上连续</a:t>
              </a:r>
              <a:r>
                <a:rPr lang="en-US" altLang="zh-CN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则对任何</a:t>
              </a:r>
              <a:r>
                <a:rPr lang="zh-CN" altLang="en-US" sz="28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zh-CN" altLang="en-US" sz="2800" b="1" dirty="0"/>
            </a:p>
          </p:txBody>
        </p:sp>
      </p:grpSp>
      <p:sp>
        <p:nvSpPr>
          <p:cNvPr id="14339" name="Rectangle 6"/>
          <p:cNvSpPr>
            <a:spLocks noChangeArrowheads="1"/>
          </p:cNvSpPr>
          <p:nvPr/>
        </p:nvSpPr>
        <p:spPr bwMode="auto">
          <a:xfrm>
            <a:off x="6003635" y="2955926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4800">
              <a:solidFill>
                <a:srgbClr val="FF0000"/>
              </a:solidFill>
            </a:endParaRPr>
          </a:p>
        </p:txBody>
      </p:sp>
      <p:grpSp>
        <p:nvGrpSpPr>
          <p:cNvPr id="71687" name="Group 7"/>
          <p:cNvGrpSpPr>
            <a:grpSpLocks/>
          </p:cNvGrpSpPr>
          <p:nvPr/>
        </p:nvGrpSpPr>
        <p:grpSpPr bwMode="auto">
          <a:xfrm>
            <a:off x="2135188" y="1987433"/>
            <a:ext cx="2489200" cy="519113"/>
            <a:chOff x="0" y="0"/>
            <a:chExt cx="1568" cy="327"/>
          </a:xfrm>
        </p:grpSpPr>
        <p:graphicFrame>
          <p:nvGraphicFramePr>
            <p:cNvPr id="14353" name="Object 8"/>
            <p:cNvGraphicFramePr>
              <a:graphicFrameLocks noChangeAspect="1"/>
            </p:cNvGraphicFramePr>
            <p:nvPr/>
          </p:nvGraphicFramePr>
          <p:xfrm>
            <a:off x="0" y="53"/>
            <a:ext cx="1014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613600" imgH="431987" progId="Equation.DSMT4">
                    <p:embed/>
                  </p:oleObj>
                </mc:Choice>
                <mc:Fallback>
                  <p:oleObj r:id="rId4" imgW="1613600" imgH="43198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53"/>
                          <a:ext cx="1014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4" name="Rectangle 9"/>
            <p:cNvSpPr>
              <a:spLocks noChangeArrowheads="1"/>
            </p:cNvSpPr>
            <p:nvPr/>
          </p:nvSpPr>
          <p:spPr bwMode="auto">
            <a:xfrm>
              <a:off x="980" y="0"/>
              <a:ext cx="5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都有</a:t>
              </a:r>
              <a:r>
                <a:rPr lang="zh-CN" altLang="en-US" sz="11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4341" name="Rectangle 10"/>
          <p:cNvSpPr>
            <a:spLocks noChangeArrowheads="1"/>
          </p:cNvSpPr>
          <p:nvPr/>
        </p:nvSpPr>
        <p:spPr bwMode="auto">
          <a:xfrm>
            <a:off x="6003635" y="3052764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4800">
              <a:solidFill>
                <a:srgbClr val="FF0000"/>
              </a:solidFill>
            </a:endParaRPr>
          </a:p>
        </p:txBody>
      </p:sp>
      <p:graphicFrame>
        <p:nvGraphicFramePr>
          <p:cNvPr id="7169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6712702"/>
              </p:ext>
            </p:extLst>
          </p:nvPr>
        </p:nvGraphicFramePr>
        <p:xfrm>
          <a:off x="3327982" y="2579688"/>
          <a:ext cx="543877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5435600" imgH="749300" progId="Equation.DSMT4">
                  <p:embed/>
                </p:oleObj>
              </mc:Choice>
              <mc:Fallback>
                <p:oleObj r:id="rId6" imgW="5435600" imgH="749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982" y="2579688"/>
                        <a:ext cx="5438775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92" name="Rectangle 12"/>
          <p:cNvSpPr>
            <a:spLocks noChangeArrowheads="1"/>
          </p:cNvSpPr>
          <p:nvPr/>
        </p:nvSpPr>
        <p:spPr bwMode="auto">
          <a:xfrm>
            <a:off x="2074068" y="3358421"/>
            <a:ext cx="8043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这个结论表明</a:t>
            </a:r>
            <a:r>
              <a:rPr lang="en-US" altLang="zh-CN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定义在矩形区域上的连续函数</a:t>
            </a:r>
            <a:r>
              <a:rPr lang="en-US" altLang="zh-CN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其极</a:t>
            </a:r>
          </a:p>
        </p:txBody>
      </p:sp>
      <p:sp>
        <p:nvSpPr>
          <p:cNvPr id="71693" name="Rectangle 13"/>
          <p:cNvSpPr>
            <a:spLocks noChangeArrowheads="1"/>
          </p:cNvSpPr>
          <p:nvPr/>
        </p:nvSpPr>
        <p:spPr bwMode="auto">
          <a:xfrm>
            <a:off x="2135188" y="3928944"/>
            <a:ext cx="6435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限运算与积分运算的顺序是可以交换的</a:t>
            </a:r>
            <a:r>
              <a:rPr lang="en-US" altLang="zh-CN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345" name="Rectangle 14"/>
          <p:cNvSpPr>
            <a:spLocks noChangeArrowheads="1"/>
          </p:cNvSpPr>
          <p:nvPr/>
        </p:nvSpPr>
        <p:spPr bwMode="auto">
          <a:xfrm>
            <a:off x="6003635" y="3214689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4800">
              <a:solidFill>
                <a:srgbClr val="FF0000"/>
              </a:solidFill>
            </a:endParaRPr>
          </a:p>
        </p:txBody>
      </p:sp>
      <p:graphicFrame>
        <p:nvGraphicFramePr>
          <p:cNvPr id="7169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0142295"/>
              </p:ext>
            </p:extLst>
          </p:nvPr>
        </p:nvGraphicFramePr>
        <p:xfrm>
          <a:off x="2289968" y="5162553"/>
          <a:ext cx="761206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607160" imgH="444240" progId="Equation.DSMT4">
                  <p:embed/>
                </p:oleObj>
              </mc:Choice>
              <mc:Fallback>
                <p:oleObj name="Equation" r:id="rId8" imgW="76071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968" y="5162553"/>
                        <a:ext cx="7612063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2" name="Rectangle 18"/>
          <p:cNvSpPr>
            <a:spLocks noChangeArrowheads="1"/>
          </p:cNvSpPr>
          <p:nvPr/>
        </p:nvSpPr>
        <p:spPr bwMode="auto">
          <a:xfrm>
            <a:off x="2135188" y="5724157"/>
            <a:ext cx="238558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French Script MT" panose="03020402040607040605" pitchFamily="66" charset="0"/>
                <a:cs typeface="Times New Roman" panose="02020603050405020304" pitchFamily="18" charset="0"/>
              </a:rPr>
              <a:t>I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为任意区间</a:t>
            </a:r>
            <a:r>
              <a:rPr lang="en-US" altLang="zh-CN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11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en-US" altLang="zh-CN" sz="2400" b="1" dirty="0"/>
          </a:p>
        </p:txBody>
      </p:sp>
      <p:grpSp>
        <p:nvGrpSpPr>
          <p:cNvPr id="71699" name="Group 19"/>
          <p:cNvGrpSpPr>
            <a:grpSpLocks/>
          </p:cNvGrpSpPr>
          <p:nvPr/>
        </p:nvGrpSpPr>
        <p:grpSpPr bwMode="auto">
          <a:xfrm>
            <a:off x="2114550" y="4539395"/>
            <a:ext cx="7777162" cy="519113"/>
            <a:chOff x="0" y="0"/>
            <a:chExt cx="4899" cy="327"/>
          </a:xfrm>
        </p:grpSpPr>
        <p:sp>
          <p:nvSpPr>
            <p:cNvPr id="14349" name="Rectangle 20"/>
            <p:cNvSpPr>
              <a:spLocks noChangeArrowheads="1"/>
            </p:cNvSpPr>
            <p:nvPr/>
          </p:nvSpPr>
          <p:spPr bwMode="auto">
            <a:xfrm>
              <a:off x="0" y="0"/>
              <a:ext cx="471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注</a:t>
              </a: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 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由于连续性是局部性质</a:t>
              </a:r>
              <a:r>
                <a:rPr lang="en-US" altLang="zh-CN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定理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3.1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中条件</a:t>
              </a:r>
            </a:p>
          </p:txBody>
        </p:sp>
        <p:graphicFrame>
          <p:nvGraphicFramePr>
            <p:cNvPr id="14350" name="Object 21"/>
            <p:cNvGraphicFramePr>
              <a:graphicFrameLocks noChangeAspect="1"/>
            </p:cNvGraphicFramePr>
            <p:nvPr/>
          </p:nvGraphicFramePr>
          <p:xfrm>
            <a:off x="4491" y="37"/>
            <a:ext cx="40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648544" imgH="394213" progId="Equation.DSMT4">
                    <p:embed/>
                  </p:oleObj>
                </mc:Choice>
                <mc:Fallback>
                  <p:oleObj r:id="rId10" imgW="648544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1" y="37"/>
                          <a:ext cx="40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065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1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7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71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71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2" grpId="0" autoUpdateAnimBg="0"/>
      <p:bldP spid="71693" grpId="0" autoUpdateAnimBg="0"/>
      <p:bldP spid="1435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"/>
          <p:cNvGrpSpPr>
            <a:grpSpLocks/>
          </p:cNvGrpSpPr>
          <p:nvPr/>
        </p:nvGrpSpPr>
        <p:grpSpPr bwMode="auto">
          <a:xfrm>
            <a:off x="1605688" y="732764"/>
            <a:ext cx="9283959" cy="3898136"/>
            <a:chOff x="469" y="480"/>
            <a:chExt cx="5341" cy="4118"/>
          </a:xfrm>
        </p:grpSpPr>
        <p:sp>
          <p:nvSpPr>
            <p:cNvPr id="25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72706" name="Group 2"/>
          <p:cNvGrpSpPr>
            <a:grpSpLocks/>
          </p:cNvGrpSpPr>
          <p:nvPr/>
        </p:nvGrpSpPr>
        <p:grpSpPr bwMode="auto">
          <a:xfrm>
            <a:off x="2119314" y="1141255"/>
            <a:ext cx="7975114" cy="536575"/>
            <a:chOff x="52" y="0"/>
            <a:chExt cx="4948" cy="338"/>
          </a:xfrm>
        </p:grpSpPr>
        <p:graphicFrame>
          <p:nvGraphicFramePr>
            <p:cNvPr id="1537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3664597"/>
                </p:ext>
              </p:extLst>
            </p:nvPr>
          </p:nvGraphicFramePr>
          <p:xfrm>
            <a:off x="1021" y="68"/>
            <a:ext cx="1392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210760" imgH="431987" progId="Equation.DSMT4">
                    <p:embed/>
                  </p:oleObj>
                </mc:Choice>
                <mc:Fallback>
                  <p:oleObj r:id="rId2" imgW="2210760" imgH="43198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1" y="68"/>
                          <a:ext cx="1392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0" name="Object 4"/>
            <p:cNvGraphicFramePr>
              <a:graphicFrameLocks noChangeAspect="1"/>
            </p:cNvGraphicFramePr>
            <p:nvPr/>
          </p:nvGraphicFramePr>
          <p:xfrm>
            <a:off x="3749" y="61"/>
            <a:ext cx="73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169923" imgH="394213" progId="Equation.DSMT4">
                    <p:embed/>
                  </p:oleObj>
                </mc:Choice>
                <mc:Fallback>
                  <p:oleObj r:id="rId4" imgW="1169923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9" y="61"/>
                          <a:ext cx="73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1" name="Rectangle 5"/>
            <p:cNvSpPr>
              <a:spLocks noChangeArrowheads="1"/>
            </p:cNvSpPr>
            <p:nvPr/>
          </p:nvSpPr>
          <p:spPr bwMode="auto">
            <a:xfrm>
              <a:off x="52" y="8"/>
              <a:ext cx="96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定理</a:t>
              </a: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3.2 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382" name="Rectangle 6"/>
            <p:cNvSpPr>
              <a:spLocks noChangeArrowheads="1"/>
            </p:cNvSpPr>
            <p:nvPr/>
          </p:nvSpPr>
          <p:spPr bwMode="auto">
            <a:xfrm>
              <a:off x="2375" y="8"/>
              <a:ext cx="142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b="1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若二元函数</a:t>
              </a:r>
              <a:endParaRPr lang="zh-CN" altLang="en-US" sz="2400" b="1" dirty="0"/>
            </a:p>
          </p:txBody>
        </p:sp>
        <p:sp>
          <p:nvSpPr>
            <p:cNvPr id="15383" name="Rectangle 7"/>
            <p:cNvSpPr>
              <a:spLocks noChangeArrowheads="1"/>
            </p:cNvSpPr>
            <p:nvPr/>
          </p:nvSpPr>
          <p:spPr bwMode="auto">
            <a:xfrm>
              <a:off x="4421" y="0"/>
              <a:ext cx="5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在区</a:t>
              </a:r>
              <a:r>
                <a:rPr lang="zh-CN" altLang="en-US" sz="1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zh-CN" altLang="en-US" sz="2400" b="1" dirty="0"/>
            </a:p>
          </p:txBody>
        </p:sp>
      </p:grpSp>
      <p:grpSp>
        <p:nvGrpSpPr>
          <p:cNvPr id="72712" name="Group 8"/>
          <p:cNvGrpSpPr>
            <a:grpSpLocks/>
          </p:cNvGrpSpPr>
          <p:nvPr/>
        </p:nvGrpSpPr>
        <p:grpSpPr bwMode="auto">
          <a:xfrm>
            <a:off x="2118038" y="1850090"/>
            <a:ext cx="8015287" cy="549276"/>
            <a:chOff x="0" y="0"/>
            <a:chExt cx="5049" cy="346"/>
          </a:xfrm>
        </p:grpSpPr>
        <p:sp>
          <p:nvSpPr>
            <p:cNvPr id="15376" name="Rectangle 9"/>
            <p:cNvSpPr>
              <a:spLocks noChangeArrowheads="1"/>
            </p:cNvSpPr>
            <p:nvPr/>
          </p:nvSpPr>
          <p:spPr bwMode="auto">
            <a:xfrm>
              <a:off x="0" y="0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域</a:t>
              </a:r>
              <a:endParaRPr lang="zh-CN" altLang="en-US" sz="2400" b="1" dirty="0"/>
            </a:p>
          </p:txBody>
        </p:sp>
        <p:graphicFrame>
          <p:nvGraphicFramePr>
            <p:cNvPr id="15377" name="Object 10"/>
            <p:cNvGraphicFramePr>
              <a:graphicFrameLocks noChangeAspect="1"/>
            </p:cNvGraphicFramePr>
            <p:nvPr/>
          </p:nvGraphicFramePr>
          <p:xfrm>
            <a:off x="304" y="78"/>
            <a:ext cx="3582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5689600" imgH="393700" progId="Equation.DSMT4">
                    <p:embed/>
                  </p:oleObj>
                </mc:Choice>
                <mc:Fallback>
                  <p:oleObj r:id="rId6" imgW="5689600" imgH="3937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" y="78"/>
                          <a:ext cx="3582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8" name="Rectangle 11"/>
            <p:cNvSpPr>
              <a:spLocks noChangeArrowheads="1"/>
            </p:cNvSpPr>
            <p:nvPr/>
          </p:nvSpPr>
          <p:spPr bwMode="auto">
            <a:xfrm>
              <a:off x="3819" y="16"/>
              <a:ext cx="123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上连续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, 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其</a:t>
              </a:r>
              <a:r>
                <a:rPr lang="zh-CN" altLang="en-US" sz="1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zh-CN" altLang="en-US" sz="2400" b="1" dirty="0"/>
            </a:p>
          </p:txBody>
        </p:sp>
      </p:grpSp>
      <p:grpSp>
        <p:nvGrpSpPr>
          <p:cNvPr id="72716" name="Group 12"/>
          <p:cNvGrpSpPr>
            <a:grpSpLocks/>
          </p:cNvGrpSpPr>
          <p:nvPr/>
        </p:nvGrpSpPr>
        <p:grpSpPr bwMode="auto">
          <a:xfrm>
            <a:off x="2123179" y="2551957"/>
            <a:ext cx="6878639" cy="527049"/>
            <a:chOff x="-10" y="0"/>
            <a:chExt cx="4333" cy="332"/>
          </a:xfrm>
        </p:grpSpPr>
        <p:sp>
          <p:nvSpPr>
            <p:cNvPr id="15373" name="Rectangle 13"/>
            <p:cNvSpPr>
              <a:spLocks noChangeArrowheads="1"/>
            </p:cNvSpPr>
            <p:nvPr/>
          </p:nvSpPr>
          <p:spPr bwMode="auto">
            <a:xfrm>
              <a:off x="-10" y="0"/>
              <a:ext cx="148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),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为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 </a:t>
              </a:r>
              <a:endParaRPr lang="zh-CN" altLang="en-US" sz="2400" b="1" dirty="0"/>
            </a:p>
          </p:txBody>
        </p:sp>
        <p:graphicFrame>
          <p:nvGraphicFramePr>
            <p:cNvPr id="15374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99265782"/>
                </p:ext>
              </p:extLst>
            </p:nvPr>
          </p:nvGraphicFramePr>
          <p:xfrm>
            <a:off x="1441" y="57"/>
            <a:ext cx="52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839293" imgH="394213" progId="Equation.DSMT4">
                    <p:embed/>
                  </p:oleObj>
                </mc:Choice>
                <mc:Fallback>
                  <p:oleObj r:id="rId8" imgW="839293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1" y="57"/>
                          <a:ext cx="52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5" name="Rectangle 15"/>
            <p:cNvSpPr>
              <a:spLocks noChangeArrowheads="1"/>
            </p:cNvSpPr>
            <p:nvPr/>
          </p:nvSpPr>
          <p:spPr bwMode="auto">
            <a:xfrm>
              <a:off x="1919" y="2"/>
              <a:ext cx="240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上的连续函数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, 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则函数</a:t>
              </a:r>
              <a:r>
                <a:rPr lang="zh-CN" altLang="en-US" sz="28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zh-CN" altLang="en-US" sz="2800" b="1" dirty="0"/>
            </a:p>
          </p:txBody>
        </p:sp>
      </p:grpSp>
      <p:graphicFrame>
        <p:nvGraphicFramePr>
          <p:cNvPr id="7272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9972159"/>
              </p:ext>
            </p:extLst>
          </p:nvPr>
        </p:nvGraphicFramePr>
        <p:xfrm>
          <a:off x="3777382" y="3165394"/>
          <a:ext cx="62960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299200" imgH="723900" progId="Equation.DSMT4">
                  <p:embed/>
                </p:oleObj>
              </mc:Choice>
              <mc:Fallback>
                <p:oleObj r:id="rId10" imgW="62992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7382" y="3165394"/>
                        <a:ext cx="629602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2721" name="Group 17"/>
          <p:cNvGrpSpPr>
            <a:grpSpLocks/>
          </p:cNvGrpSpPr>
          <p:nvPr/>
        </p:nvGrpSpPr>
        <p:grpSpPr bwMode="auto">
          <a:xfrm>
            <a:off x="2159487" y="3787694"/>
            <a:ext cx="2551113" cy="574674"/>
            <a:chOff x="0" y="0"/>
            <a:chExt cx="1607" cy="362"/>
          </a:xfrm>
        </p:grpSpPr>
        <p:sp>
          <p:nvSpPr>
            <p:cNvPr id="15370" name="Rectangle 18"/>
            <p:cNvSpPr>
              <a:spLocks noChangeArrowheads="1"/>
            </p:cNvSpPr>
            <p:nvPr/>
          </p:nvSpPr>
          <p:spPr bwMode="auto">
            <a:xfrm>
              <a:off x="0" y="0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在</a:t>
              </a:r>
              <a:endParaRPr lang="zh-CN" altLang="en-US" sz="2400" b="1" dirty="0"/>
            </a:p>
          </p:txBody>
        </p:sp>
        <p:graphicFrame>
          <p:nvGraphicFramePr>
            <p:cNvPr id="15371" name="Object 19"/>
            <p:cNvGraphicFramePr>
              <a:graphicFrameLocks noChangeAspect="1"/>
            </p:cNvGraphicFramePr>
            <p:nvPr/>
          </p:nvGraphicFramePr>
          <p:xfrm>
            <a:off x="282" y="64"/>
            <a:ext cx="52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839293" imgH="394213" progId="Equation.DSMT4">
                    <p:embed/>
                  </p:oleObj>
                </mc:Choice>
                <mc:Fallback>
                  <p:oleObj r:id="rId12" imgW="839293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" y="64"/>
                          <a:ext cx="52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2" name="Rectangle 20"/>
            <p:cNvSpPr>
              <a:spLocks noChangeArrowheads="1"/>
            </p:cNvSpPr>
            <p:nvPr/>
          </p:nvSpPr>
          <p:spPr bwMode="auto">
            <a:xfrm>
              <a:off x="750" y="32"/>
              <a:ext cx="85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上连续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.</a:t>
              </a:r>
              <a:endParaRPr lang="en-US" altLang="zh-CN" sz="2400" b="1" dirty="0"/>
            </a:p>
          </p:txBody>
        </p:sp>
      </p:grpSp>
      <p:sp>
        <p:nvSpPr>
          <p:cNvPr id="72725" name="Rectangle 21"/>
          <p:cNvSpPr>
            <a:spLocks noChangeArrowheads="1"/>
          </p:cNvSpPr>
          <p:nvPr/>
        </p:nvSpPr>
        <p:spPr bwMode="auto">
          <a:xfrm>
            <a:off x="1952559" y="4627806"/>
            <a:ext cx="49728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证 </a:t>
            </a:r>
            <a:r>
              <a:rPr lang="zh-CN" altLang="en-US" sz="2800" b="1" dirty="0">
                <a:cs typeface="Times New Roman" panose="02020603050405020304" pitchFamily="18" charset="0"/>
              </a:rPr>
              <a:t>对积分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  <a:r>
              <a:rPr lang="zh-CN" altLang="en-US" sz="2800" b="1" dirty="0">
                <a:cs typeface="Times New Roman" panose="02020603050405020304" pitchFamily="18" charset="0"/>
              </a:rPr>
              <a:t>用换元积分法</a:t>
            </a:r>
            <a:r>
              <a:rPr lang="en-US" altLang="zh-CN" sz="2800" b="1" dirty="0">
                <a:cs typeface="Times New Roman" panose="02020603050405020304" pitchFamily="18" charset="0"/>
              </a:rPr>
              <a:t>, </a:t>
            </a:r>
            <a:r>
              <a:rPr lang="zh-CN" altLang="en-US" sz="2800" b="1" dirty="0">
                <a:cs typeface="Times New Roman" panose="02020603050405020304" pitchFamily="18" charset="0"/>
              </a:rPr>
              <a:t>令 </a:t>
            </a:r>
          </a:p>
        </p:txBody>
      </p:sp>
      <p:graphicFrame>
        <p:nvGraphicFramePr>
          <p:cNvPr id="7272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6791937"/>
              </p:ext>
            </p:extLst>
          </p:nvPr>
        </p:nvGraphicFramePr>
        <p:xfrm>
          <a:off x="3943351" y="5348067"/>
          <a:ext cx="37433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3746500" imgH="393700" progId="Equation.DSMT4">
                  <p:embed/>
                </p:oleObj>
              </mc:Choice>
              <mc:Fallback>
                <p:oleObj r:id="rId14" imgW="37465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3351" y="5348067"/>
                        <a:ext cx="37433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27" name="Rectangle 23"/>
          <p:cNvSpPr>
            <a:spLocks noChangeArrowheads="1"/>
          </p:cNvSpPr>
          <p:nvPr/>
        </p:nvSpPr>
        <p:spPr bwMode="auto">
          <a:xfrm>
            <a:off x="1891795" y="5840678"/>
            <a:ext cx="83423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cs typeface="Times New Roman" panose="02020603050405020304" pitchFamily="18" charset="0"/>
              </a:rPr>
              <a:t>当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i="1" dirty="0"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cs typeface="Times New Roman" panose="02020603050405020304" pitchFamily="18" charset="0"/>
              </a:rPr>
              <a:t>在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cs typeface="Times New Roman" panose="02020603050405020304" pitchFamily="18" charset="0"/>
              </a:rPr>
              <a:t>与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cs typeface="Times New Roman" panose="02020603050405020304" pitchFamily="18" charset="0"/>
              </a:rPr>
              <a:t>之间取值时</a:t>
            </a:r>
            <a:r>
              <a:rPr lang="en-US" altLang="zh-CN" sz="2800" b="1" dirty="0">
                <a:cs typeface="Times New Roman" panose="02020603050405020304" pitchFamily="18" charset="0"/>
              </a:rPr>
              <a:t>,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 i="1" dirty="0"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cs typeface="Times New Roman" panose="02020603050405020304" pitchFamily="18" charset="0"/>
              </a:rPr>
              <a:t>在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1] </a:t>
            </a:r>
            <a:r>
              <a:rPr lang="zh-CN" altLang="en-US" sz="2800" b="1" dirty="0">
                <a:cs typeface="Times New Roman" panose="02020603050405020304" pitchFamily="18" charset="0"/>
              </a:rPr>
              <a:t>上取值</a:t>
            </a:r>
            <a:r>
              <a:rPr lang="en-US" altLang="zh-CN" sz="2800" b="1" dirty="0">
                <a:cs typeface="Times New Roman" panose="02020603050405020304" pitchFamily="18" charset="0"/>
              </a:rPr>
              <a:t>,  </a:t>
            </a:r>
            <a:r>
              <a:rPr lang="zh-CN" altLang="en-US" sz="2800" b="1" dirty="0">
                <a:cs typeface="Times New Roman" panose="02020603050405020304" pitchFamily="18" charset="0"/>
              </a:rPr>
              <a:t>且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894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2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7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7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7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25" grpId="0" autoUpdateAnimBg="0"/>
      <p:bldP spid="7272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6003635" y="3233739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4800">
              <a:solidFill>
                <a:srgbClr val="FF0000"/>
              </a:solidFill>
            </a:endParaRPr>
          </a:p>
        </p:txBody>
      </p:sp>
      <p:graphicFrame>
        <p:nvGraphicFramePr>
          <p:cNvPr id="737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3439123"/>
              </p:ext>
            </p:extLst>
          </p:nvPr>
        </p:nvGraphicFramePr>
        <p:xfrm>
          <a:off x="3559908" y="1281789"/>
          <a:ext cx="31146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111500" imgH="393700" progId="Equation.DSMT4">
                  <p:embed/>
                </p:oleObj>
              </mc:Choice>
              <mc:Fallback>
                <p:oleObj r:id="rId2" imgW="31115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9908" y="1281789"/>
                        <a:ext cx="31146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2" name="Rectangle 4"/>
          <p:cNvSpPr>
            <a:spLocks noChangeArrowheads="1"/>
          </p:cNvSpPr>
          <p:nvPr/>
        </p:nvSpPr>
        <p:spPr bwMode="auto">
          <a:xfrm>
            <a:off x="2001044" y="1729465"/>
            <a:ext cx="2952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cs typeface="Times New Roman" panose="02020603050405020304" pitchFamily="18" charset="0"/>
              </a:rPr>
              <a:t>所以从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  <a:r>
              <a:rPr lang="zh-CN" altLang="en-US" sz="2800" b="1" dirty="0">
                <a:cs typeface="Times New Roman" panose="02020603050405020304" pitchFamily="18" charset="0"/>
              </a:rPr>
              <a:t>式可得</a:t>
            </a:r>
            <a:r>
              <a:rPr lang="zh-CN" altLang="en-US" sz="28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737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1640937"/>
              </p:ext>
            </p:extLst>
          </p:nvPr>
        </p:nvGraphicFramePr>
        <p:xfrm>
          <a:off x="2401094" y="2284297"/>
          <a:ext cx="34004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403600" imgH="723900" progId="Equation.DSMT4">
                  <p:embed/>
                </p:oleObj>
              </mc:Choice>
              <mc:Fallback>
                <p:oleObj r:id="rId4" imgW="34036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1094" y="2284297"/>
                        <a:ext cx="340042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5651874"/>
              </p:ext>
            </p:extLst>
          </p:nvPr>
        </p:nvGraphicFramePr>
        <p:xfrm>
          <a:off x="3315494" y="3064612"/>
          <a:ext cx="68103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807200" imgH="685800" progId="Equation.DSMT4">
                  <p:embed/>
                </p:oleObj>
              </mc:Choice>
              <mc:Fallback>
                <p:oleObj r:id="rId6" imgW="68072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5494" y="3064612"/>
                        <a:ext cx="681037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Rectangle 7"/>
          <p:cNvSpPr>
            <a:spLocks noChangeArrowheads="1"/>
          </p:cNvSpPr>
          <p:nvPr/>
        </p:nvSpPr>
        <p:spPr bwMode="auto">
          <a:xfrm>
            <a:off x="6003635" y="2724151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4800">
              <a:solidFill>
                <a:srgbClr val="FF0000"/>
              </a:solidFill>
            </a:endParaRPr>
          </a:p>
        </p:txBody>
      </p:sp>
      <p:sp>
        <p:nvSpPr>
          <p:cNvPr id="73736" name="Rectangle 8"/>
          <p:cNvSpPr>
            <a:spLocks noChangeArrowheads="1"/>
          </p:cNvSpPr>
          <p:nvPr/>
        </p:nvSpPr>
        <p:spPr bwMode="auto">
          <a:xfrm>
            <a:off x="2065248" y="3816553"/>
            <a:ext cx="24481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cs typeface="Times New Roman" panose="02020603050405020304" pitchFamily="18" charset="0"/>
              </a:rPr>
              <a:t>由于被积函数 </a:t>
            </a:r>
          </a:p>
        </p:txBody>
      </p:sp>
      <p:graphicFrame>
        <p:nvGraphicFramePr>
          <p:cNvPr id="737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77190"/>
              </p:ext>
            </p:extLst>
          </p:nvPr>
        </p:nvGraphicFramePr>
        <p:xfrm>
          <a:off x="3165108" y="4495097"/>
          <a:ext cx="58197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5816600" imgH="393700" progId="Equation.DSMT4">
                  <p:embed/>
                </p:oleObj>
              </mc:Choice>
              <mc:Fallback>
                <p:oleObj r:id="rId8" imgW="58166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5108" y="4495097"/>
                        <a:ext cx="58197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738" name="Group 10"/>
          <p:cNvGrpSpPr>
            <a:grpSpLocks/>
          </p:cNvGrpSpPr>
          <p:nvPr/>
        </p:nvGrpSpPr>
        <p:grpSpPr bwMode="auto">
          <a:xfrm>
            <a:off x="2066131" y="5023584"/>
            <a:ext cx="8059738" cy="552450"/>
            <a:chOff x="0" y="0"/>
            <a:chExt cx="5077" cy="348"/>
          </a:xfrm>
        </p:grpSpPr>
        <p:sp>
          <p:nvSpPr>
            <p:cNvPr id="16396" name="Rectangle 11"/>
            <p:cNvSpPr>
              <a:spLocks noChangeArrowheads="1"/>
            </p:cNvSpPr>
            <p:nvPr/>
          </p:nvSpPr>
          <p:spPr bwMode="auto">
            <a:xfrm>
              <a:off x="0" y="0"/>
              <a:ext cx="135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在矩形区域 </a:t>
              </a:r>
              <a:endParaRPr lang="zh-CN" altLang="en-US" sz="2400" b="1" dirty="0"/>
            </a:p>
          </p:txBody>
        </p:sp>
        <p:graphicFrame>
          <p:nvGraphicFramePr>
            <p:cNvPr id="16397" name="Object 12"/>
            <p:cNvGraphicFramePr>
              <a:graphicFrameLocks noChangeAspect="1"/>
            </p:cNvGraphicFramePr>
            <p:nvPr/>
          </p:nvGraphicFramePr>
          <p:xfrm>
            <a:off x="1219" y="66"/>
            <a:ext cx="1200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905827" imgH="393871" progId="Equation.DSMT4">
                    <p:embed/>
                  </p:oleObj>
                </mc:Choice>
                <mc:Fallback>
                  <p:oleObj r:id="rId10" imgW="1905827" imgH="39387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9" y="66"/>
                          <a:ext cx="1200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8" name="Rectangle 13"/>
            <p:cNvSpPr>
              <a:spLocks noChangeArrowheads="1"/>
            </p:cNvSpPr>
            <p:nvPr/>
          </p:nvSpPr>
          <p:spPr bwMode="auto">
            <a:xfrm>
              <a:off x="2353" y="21"/>
              <a:ext cx="27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上连续</a:t>
              </a:r>
              <a:r>
                <a:rPr lang="en-US" altLang="zh-CN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由定理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3.1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得积分</a:t>
              </a:r>
              <a:r>
                <a:rPr lang="zh-CN" altLang="en-US" sz="28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zh-CN" altLang="en-US" sz="2800" b="1" dirty="0"/>
            </a:p>
          </p:txBody>
        </p:sp>
      </p:grpSp>
      <p:sp>
        <p:nvSpPr>
          <p:cNvPr id="73742" name="Rectangle 14"/>
          <p:cNvSpPr>
            <a:spLocks noChangeArrowheads="1"/>
          </p:cNvSpPr>
          <p:nvPr/>
        </p:nvSpPr>
        <p:spPr bwMode="auto">
          <a:xfrm>
            <a:off x="2065248" y="5668715"/>
            <a:ext cx="570540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  <a:r>
              <a:rPr lang="zh-CN" altLang="en-US" sz="2800" b="1" dirty="0">
                <a:cs typeface="Times New Roman" panose="02020603050405020304" pitchFamily="18" charset="0"/>
              </a:rPr>
              <a:t>所确定的函数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cs typeface="Times New Roman" panose="02020603050405020304" pitchFamily="18" charset="0"/>
              </a:rPr>
              <a:t>在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800" b="1" dirty="0">
                <a:cs typeface="Times New Roman" panose="02020603050405020304" pitchFamily="18" charset="0"/>
              </a:rPr>
              <a:t>连续</a:t>
            </a:r>
            <a:r>
              <a:rPr lang="en-US" altLang="zh-CN" sz="2800" b="1" dirty="0">
                <a:cs typeface="Times New Roman" panose="02020603050405020304" pitchFamily="18" charset="0"/>
              </a:rPr>
              <a:t>.</a:t>
            </a:r>
            <a:r>
              <a:rPr lang="en-US" altLang="zh-CN" sz="3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03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7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7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7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2" grpId="0" autoUpdateAnimBg="0"/>
      <p:bldP spid="73736" grpId="0" autoUpdateAnimBg="0"/>
      <p:bldP spid="73742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1291237"/>
              </p:ext>
            </p:extLst>
          </p:nvPr>
        </p:nvGraphicFramePr>
        <p:xfrm>
          <a:off x="2355850" y="2070200"/>
          <a:ext cx="3833813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14320" imgH="406080" progId="Equation.DSMT4">
                  <p:embed/>
                </p:oleObj>
              </mc:Choice>
              <mc:Fallback>
                <p:oleObj name="Equation" r:id="rId2" imgW="17143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5850" y="2070200"/>
                        <a:ext cx="3833813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2006592"/>
              </p:ext>
            </p:extLst>
          </p:nvPr>
        </p:nvGraphicFramePr>
        <p:xfrm>
          <a:off x="2009754" y="5040972"/>
          <a:ext cx="6163541" cy="1009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79480" imgH="406080" progId="Equation.DSMT4">
                  <p:embed/>
                </p:oleObj>
              </mc:Choice>
              <mc:Fallback>
                <p:oleObj name="Equation" r:id="rId4" imgW="26794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9754" y="5040972"/>
                        <a:ext cx="6163541" cy="10092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498291"/>
              </p:ext>
            </p:extLst>
          </p:nvPr>
        </p:nvGraphicFramePr>
        <p:xfrm>
          <a:off x="1647704" y="3205040"/>
          <a:ext cx="7090785" cy="99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13000" imgH="406080" progId="Equation.DSMT4">
                  <p:embed/>
                </p:oleObj>
              </mc:Choice>
              <mc:Fallback>
                <p:oleObj name="Equation" r:id="rId6" imgW="3213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7704" y="3205040"/>
                        <a:ext cx="7090785" cy="99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1583065"/>
              </p:ext>
            </p:extLst>
          </p:nvPr>
        </p:nvGraphicFramePr>
        <p:xfrm>
          <a:off x="1583460" y="4412491"/>
          <a:ext cx="4606203" cy="512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45960" imgH="215640" progId="Equation.DSMT4">
                  <p:embed/>
                </p:oleObj>
              </mc:Choice>
              <mc:Fallback>
                <p:oleObj name="Equation" r:id="rId8" imgW="21459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3460" y="4412491"/>
                        <a:ext cx="4606203" cy="5128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2" name="Object 1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399855762"/>
              </p:ext>
            </p:extLst>
          </p:nvPr>
        </p:nvGraphicFramePr>
        <p:xfrm>
          <a:off x="2915893" y="1054986"/>
          <a:ext cx="3870614" cy="1015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49080" imgH="406080" progId="Equation.DSMT4">
                  <p:embed/>
                </p:oleObj>
              </mc:Choice>
              <mc:Fallback>
                <p:oleObj name="Equation" r:id="rId10" imgW="15490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93" y="1054986"/>
                        <a:ext cx="3870614" cy="10152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760815" y="1306400"/>
            <a:ext cx="8018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60815" y="2296924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992535-4F88-477C-B241-4E637B27AB06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6663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30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"/>
          <p:cNvGrpSpPr>
            <a:grpSpLocks/>
          </p:cNvGrpSpPr>
          <p:nvPr/>
        </p:nvGrpSpPr>
        <p:grpSpPr bwMode="auto">
          <a:xfrm>
            <a:off x="1553549" y="1724182"/>
            <a:ext cx="9237306" cy="4857903"/>
            <a:chOff x="469" y="480"/>
            <a:chExt cx="5341" cy="4118"/>
          </a:xfrm>
        </p:grpSpPr>
        <p:sp>
          <p:nvSpPr>
            <p:cNvPr id="23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1935458" y="955081"/>
            <a:ext cx="620714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三、含参量正常积分的可微性</a:t>
            </a:r>
          </a:p>
        </p:txBody>
      </p:sp>
      <p:grpSp>
        <p:nvGrpSpPr>
          <p:cNvPr id="74755" name="Group 3"/>
          <p:cNvGrpSpPr>
            <a:grpSpLocks/>
          </p:cNvGrpSpPr>
          <p:nvPr/>
        </p:nvGrpSpPr>
        <p:grpSpPr bwMode="auto">
          <a:xfrm>
            <a:off x="2138853" y="1960296"/>
            <a:ext cx="7793037" cy="536574"/>
            <a:chOff x="32" y="0"/>
            <a:chExt cx="4909" cy="338"/>
          </a:xfrm>
        </p:grpSpPr>
        <p:graphicFrame>
          <p:nvGraphicFramePr>
            <p:cNvPr id="18449" name="Object 4"/>
            <p:cNvGraphicFramePr>
              <a:graphicFrameLocks noChangeAspect="1"/>
            </p:cNvGraphicFramePr>
            <p:nvPr/>
          </p:nvGraphicFramePr>
          <p:xfrm>
            <a:off x="1048" y="61"/>
            <a:ext cx="1374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185349" imgH="431987" progId="Equation.DSMT4">
                    <p:embed/>
                  </p:oleObj>
                </mc:Choice>
                <mc:Fallback>
                  <p:oleObj r:id="rId2" imgW="2185349" imgH="43198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8" y="61"/>
                          <a:ext cx="1374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0" name="Object 5"/>
            <p:cNvGraphicFramePr>
              <a:graphicFrameLocks noChangeAspect="1"/>
            </p:cNvGraphicFramePr>
            <p:nvPr/>
          </p:nvGraphicFramePr>
          <p:xfrm>
            <a:off x="3239" y="61"/>
            <a:ext cx="73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169923" imgH="394213" progId="Equation.DSMT4">
                    <p:embed/>
                  </p:oleObj>
                </mc:Choice>
                <mc:Fallback>
                  <p:oleObj r:id="rId4" imgW="1169923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9" y="61"/>
                          <a:ext cx="73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1" name="Rectangle 6"/>
            <p:cNvSpPr>
              <a:spLocks noChangeArrowheads="1"/>
            </p:cNvSpPr>
            <p:nvPr/>
          </p:nvSpPr>
          <p:spPr bwMode="auto">
            <a:xfrm>
              <a:off x="32" y="0"/>
              <a:ext cx="102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定理</a:t>
              </a: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3.3</a:t>
              </a:r>
              <a:r>
                <a:rPr lang="en-US" altLang="zh-CN" sz="28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52" name="Rectangle 7"/>
            <p:cNvSpPr>
              <a:spLocks noChangeArrowheads="1"/>
            </p:cNvSpPr>
            <p:nvPr/>
          </p:nvSpPr>
          <p:spPr bwMode="auto">
            <a:xfrm>
              <a:off x="2368" y="8"/>
              <a:ext cx="99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b="1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若函数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 </a:t>
              </a:r>
              <a:endParaRPr lang="zh-CN" altLang="en-US" sz="2400" b="1" dirty="0"/>
            </a:p>
          </p:txBody>
        </p:sp>
        <p:sp>
          <p:nvSpPr>
            <p:cNvPr id="18453" name="Rectangle 8"/>
            <p:cNvSpPr>
              <a:spLocks noChangeArrowheads="1"/>
            </p:cNvSpPr>
            <p:nvPr/>
          </p:nvSpPr>
          <p:spPr bwMode="auto">
            <a:xfrm>
              <a:off x="3903" y="8"/>
              <a:ext cx="10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与其偏导</a:t>
              </a:r>
              <a:r>
                <a:rPr lang="zh-CN" altLang="en-US" sz="11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4761" name="Group 9"/>
          <p:cNvGrpSpPr>
            <a:grpSpLocks/>
          </p:cNvGrpSpPr>
          <p:nvPr/>
        </p:nvGrpSpPr>
        <p:grpSpPr bwMode="auto">
          <a:xfrm>
            <a:off x="2166288" y="2669781"/>
            <a:ext cx="7894638" cy="536574"/>
            <a:chOff x="0" y="0"/>
            <a:chExt cx="4973" cy="338"/>
          </a:xfrm>
        </p:grpSpPr>
        <p:graphicFrame>
          <p:nvGraphicFramePr>
            <p:cNvPr id="18444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2264654"/>
                </p:ext>
              </p:extLst>
            </p:nvPr>
          </p:nvGraphicFramePr>
          <p:xfrm>
            <a:off x="316" y="46"/>
            <a:ext cx="806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82680" imgH="431640" progId="Equation.DSMT4">
                    <p:embed/>
                  </p:oleObj>
                </mc:Choice>
                <mc:Fallback>
                  <p:oleObj name="Equation" r:id="rId6" imgW="128268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" y="46"/>
                          <a:ext cx="806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5" name="Object 11"/>
            <p:cNvGraphicFramePr>
              <a:graphicFrameLocks noChangeAspect="1"/>
            </p:cNvGraphicFramePr>
            <p:nvPr/>
          </p:nvGraphicFramePr>
          <p:xfrm>
            <a:off x="2497" y="69"/>
            <a:ext cx="1582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2514600" imgH="393700" progId="Equation.DSMT4">
                    <p:embed/>
                  </p:oleObj>
                </mc:Choice>
                <mc:Fallback>
                  <p:oleObj r:id="rId8" imgW="2514600" imgH="3937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7" y="69"/>
                          <a:ext cx="1582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6" name="Rectangle 12"/>
            <p:cNvSpPr>
              <a:spLocks noChangeArrowheads="1"/>
            </p:cNvSpPr>
            <p:nvPr/>
          </p:nvSpPr>
          <p:spPr bwMode="auto">
            <a:xfrm>
              <a:off x="0" y="0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数</a:t>
              </a:r>
              <a:endParaRPr lang="zh-CN" altLang="en-US" sz="2400" b="1" dirty="0"/>
            </a:p>
          </p:txBody>
        </p:sp>
        <p:sp>
          <p:nvSpPr>
            <p:cNvPr id="18447" name="Rectangle 13"/>
            <p:cNvSpPr>
              <a:spLocks noChangeArrowheads="1"/>
            </p:cNvSpPr>
            <p:nvPr/>
          </p:nvSpPr>
          <p:spPr bwMode="auto">
            <a:xfrm>
              <a:off x="1123" y="0"/>
              <a:ext cx="15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都在矩形区域 </a:t>
              </a:r>
              <a:endParaRPr lang="zh-CN" altLang="en-US" sz="2400" b="1" dirty="0"/>
            </a:p>
          </p:txBody>
        </p:sp>
        <p:sp>
          <p:nvSpPr>
            <p:cNvPr id="18448" name="Rectangle 14"/>
            <p:cNvSpPr>
              <a:spLocks noChangeArrowheads="1"/>
            </p:cNvSpPr>
            <p:nvPr/>
          </p:nvSpPr>
          <p:spPr bwMode="auto">
            <a:xfrm>
              <a:off x="3981" y="8"/>
              <a:ext cx="99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上连续</a:t>
              </a:r>
              <a:r>
                <a:rPr lang="en-US" altLang="zh-CN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sz="1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en-US" altLang="zh-CN" sz="2400" b="1" dirty="0"/>
            </a:p>
          </p:txBody>
        </p:sp>
      </p:grpSp>
      <p:sp>
        <p:nvSpPr>
          <p:cNvPr id="74767" name="Rectangle 15"/>
          <p:cNvSpPr>
            <a:spLocks noChangeArrowheads="1"/>
          </p:cNvSpPr>
          <p:nvPr/>
        </p:nvSpPr>
        <p:spPr bwMode="auto">
          <a:xfrm>
            <a:off x="2111304" y="3165745"/>
            <a:ext cx="15478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则函数 </a:t>
            </a:r>
            <a:r>
              <a:rPr lang="zh-CN" altLang="en-US" sz="3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</p:txBody>
      </p:sp>
      <p:graphicFrame>
        <p:nvGraphicFramePr>
          <p:cNvPr id="7476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5676352"/>
              </p:ext>
            </p:extLst>
          </p:nvPr>
        </p:nvGraphicFramePr>
        <p:xfrm>
          <a:off x="4478499" y="3753789"/>
          <a:ext cx="3387406" cy="7718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009900" imgH="685800" progId="Equation.DSMT4">
                  <p:embed/>
                </p:oleObj>
              </mc:Choice>
              <mc:Fallback>
                <p:oleObj r:id="rId10" imgW="30099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8499" y="3753789"/>
                        <a:ext cx="3387406" cy="7718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4769" name="Group 17"/>
          <p:cNvGrpSpPr>
            <a:grpSpLocks/>
          </p:cNvGrpSpPr>
          <p:nvPr/>
        </p:nvGrpSpPr>
        <p:grpSpPr bwMode="auto">
          <a:xfrm>
            <a:off x="2201253" y="4453219"/>
            <a:ext cx="3024188" cy="549276"/>
            <a:chOff x="0" y="0"/>
            <a:chExt cx="1905" cy="346"/>
          </a:xfrm>
        </p:grpSpPr>
        <p:sp>
          <p:nvSpPr>
            <p:cNvPr id="18441" name="Rectangle 18"/>
            <p:cNvSpPr>
              <a:spLocks noChangeArrowheads="1"/>
            </p:cNvSpPr>
            <p:nvPr/>
          </p:nvSpPr>
          <p:spPr bwMode="auto">
            <a:xfrm>
              <a:off x="0" y="0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在</a:t>
              </a:r>
              <a:endParaRPr lang="zh-CN" altLang="en-US" sz="2400" b="1" dirty="0"/>
            </a:p>
          </p:txBody>
        </p:sp>
        <p:graphicFrame>
          <p:nvGraphicFramePr>
            <p:cNvPr id="18442" name="Object 19"/>
            <p:cNvGraphicFramePr>
              <a:graphicFrameLocks noChangeAspect="1"/>
            </p:cNvGraphicFramePr>
            <p:nvPr/>
          </p:nvGraphicFramePr>
          <p:xfrm>
            <a:off x="296" y="64"/>
            <a:ext cx="52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839293" imgH="394213" progId="Equation.DSMT4">
                    <p:embed/>
                  </p:oleObj>
                </mc:Choice>
                <mc:Fallback>
                  <p:oleObj r:id="rId12" imgW="839293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" y="64"/>
                          <a:ext cx="52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3" name="Rectangle 20"/>
            <p:cNvSpPr>
              <a:spLocks noChangeArrowheads="1"/>
            </p:cNvSpPr>
            <p:nvPr/>
          </p:nvSpPr>
          <p:spPr bwMode="auto">
            <a:xfrm>
              <a:off x="759" y="16"/>
              <a:ext cx="114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上可微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, 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且</a:t>
              </a:r>
              <a:endParaRPr lang="zh-CN" altLang="en-US" sz="2400" b="1" dirty="0"/>
            </a:p>
          </p:txBody>
        </p:sp>
      </p:grpSp>
      <p:graphicFrame>
        <p:nvGraphicFramePr>
          <p:cNvPr id="7477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017046"/>
              </p:ext>
            </p:extLst>
          </p:nvPr>
        </p:nvGraphicFramePr>
        <p:xfrm>
          <a:off x="3910015" y="5100126"/>
          <a:ext cx="5405437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787640" imgH="850680" progId="Equation.DSMT4">
                  <p:embed/>
                </p:oleObj>
              </mc:Choice>
              <mc:Fallback>
                <p:oleObj name="Equation" r:id="rId14" imgW="478764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0015" y="5100126"/>
                        <a:ext cx="5405437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48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4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7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7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 autoUpdateAnimBg="0"/>
      <p:bldP spid="74767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778" name="Group 2"/>
          <p:cNvGrpSpPr>
            <a:grpSpLocks/>
          </p:cNvGrpSpPr>
          <p:nvPr/>
        </p:nvGrpSpPr>
        <p:grpSpPr bwMode="auto">
          <a:xfrm>
            <a:off x="2081215" y="1152253"/>
            <a:ext cx="8013699" cy="523876"/>
            <a:chOff x="0" y="0"/>
            <a:chExt cx="5048" cy="330"/>
          </a:xfrm>
        </p:grpSpPr>
        <p:graphicFrame>
          <p:nvGraphicFramePr>
            <p:cNvPr id="19474" name="Object 3"/>
            <p:cNvGraphicFramePr>
              <a:graphicFrameLocks noChangeAspect="1"/>
            </p:cNvGraphicFramePr>
            <p:nvPr/>
          </p:nvGraphicFramePr>
          <p:xfrm>
            <a:off x="866" y="69"/>
            <a:ext cx="48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775710" imgH="394213" progId="Equation.DSMT4">
                    <p:embed/>
                  </p:oleObj>
                </mc:Choice>
                <mc:Fallback>
                  <p:oleObj r:id="rId2" imgW="775710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6" y="69"/>
                          <a:ext cx="48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5" name="Object 4"/>
            <p:cNvGraphicFramePr>
              <a:graphicFrameLocks noChangeAspect="1"/>
            </p:cNvGraphicFramePr>
            <p:nvPr/>
          </p:nvGraphicFramePr>
          <p:xfrm>
            <a:off x="2939" y="56"/>
            <a:ext cx="1302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070999" imgH="393871" progId="Equation.DSMT4">
                    <p:embed/>
                  </p:oleObj>
                </mc:Choice>
                <mc:Fallback>
                  <p:oleObj r:id="rId4" imgW="2070999" imgH="39387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9" y="56"/>
                          <a:ext cx="1302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01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证</a:t>
              </a:r>
              <a:r>
                <a:rPr lang="zh-CN" altLang="en-US" sz="2800" dirty="0">
                  <a:solidFill>
                    <a:srgbClr val="0000FF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对于</a:t>
              </a:r>
              <a:r>
                <a:rPr lang="zh-CN" altLang="en-US" sz="2800" dirty="0">
                  <a:latin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lang="zh-CN" altLang="en-US" sz="2400" dirty="0"/>
            </a:p>
          </p:txBody>
        </p:sp>
        <p:sp>
          <p:nvSpPr>
            <p:cNvPr id="19477" name="Rectangle 6"/>
            <p:cNvSpPr>
              <a:spLocks noChangeArrowheads="1"/>
            </p:cNvSpPr>
            <p:nvPr/>
          </p:nvSpPr>
          <p:spPr bwMode="auto">
            <a:xfrm>
              <a:off x="1262" y="0"/>
              <a:ext cx="173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内任意一点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i="1" dirty="0">
                  <a:cs typeface="Times New Roman" panose="02020603050405020304" pitchFamily="18" charset="0"/>
                </a:rPr>
                <a:t>,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设</a:t>
              </a:r>
              <a:endParaRPr lang="zh-CN" altLang="en-US" sz="2400" b="1" dirty="0"/>
            </a:p>
          </p:txBody>
        </p:sp>
        <p:sp>
          <p:nvSpPr>
            <p:cNvPr id="19478" name="Rectangle 7"/>
            <p:cNvSpPr>
              <a:spLocks noChangeArrowheads="1"/>
            </p:cNvSpPr>
            <p:nvPr/>
          </p:nvSpPr>
          <p:spPr bwMode="auto">
            <a:xfrm>
              <a:off x="4207" y="0"/>
              <a:ext cx="84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zh-CN" altLang="en-US" sz="1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为 </a:t>
              </a:r>
            </a:p>
          </p:txBody>
        </p:sp>
      </p:grpSp>
      <p:sp>
        <p:nvSpPr>
          <p:cNvPr id="75784" name="Rectangle 8"/>
          <p:cNvSpPr>
            <a:spLocks noChangeArrowheads="1"/>
          </p:cNvSpPr>
          <p:nvPr/>
        </p:nvSpPr>
        <p:spPr bwMode="auto">
          <a:xfrm>
            <a:off x="2008923" y="1730898"/>
            <a:ext cx="56685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cs typeface="Times New Roman" panose="02020603050405020304" pitchFamily="18" charset="0"/>
              </a:rPr>
              <a:t>区间的端点</a:t>
            </a:r>
            <a:r>
              <a:rPr lang="en-US" altLang="zh-CN" sz="2800" b="1" dirty="0">
                <a:cs typeface="Times New Roman" panose="02020603050405020304" pitchFamily="18" charset="0"/>
              </a:rPr>
              <a:t>,  </a:t>
            </a:r>
            <a:r>
              <a:rPr lang="zh-CN" altLang="en-US" sz="2800" b="1" dirty="0">
                <a:cs typeface="Times New Roman" panose="02020603050405020304" pitchFamily="18" charset="0"/>
              </a:rPr>
              <a:t>则讨论单侧函数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cs typeface="Times New Roman" panose="02020603050405020304" pitchFamily="18" charset="0"/>
              </a:rPr>
              <a:t>,  </a:t>
            </a:r>
            <a:r>
              <a:rPr lang="zh-CN" altLang="en-US" sz="2800" b="1" dirty="0">
                <a:cs typeface="Times New Roman" panose="02020603050405020304" pitchFamily="18" charset="0"/>
              </a:rPr>
              <a:t>则 </a:t>
            </a:r>
          </a:p>
        </p:txBody>
      </p:sp>
      <p:sp>
        <p:nvSpPr>
          <p:cNvPr id="19460" name="Rectangle 9"/>
          <p:cNvSpPr>
            <a:spLocks noChangeArrowheads="1"/>
          </p:cNvSpPr>
          <p:nvPr/>
        </p:nvSpPr>
        <p:spPr bwMode="auto">
          <a:xfrm>
            <a:off x="6003635" y="3005139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4800">
              <a:solidFill>
                <a:srgbClr val="FF0000"/>
              </a:solidFill>
            </a:endParaRPr>
          </a:p>
        </p:txBody>
      </p:sp>
      <p:graphicFrame>
        <p:nvGraphicFramePr>
          <p:cNvPr id="757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267807"/>
              </p:ext>
            </p:extLst>
          </p:nvPr>
        </p:nvGraphicFramePr>
        <p:xfrm>
          <a:off x="2570164" y="2308887"/>
          <a:ext cx="705802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061200" imgH="850900" progId="Equation.DSMT4">
                  <p:embed/>
                </p:oleObj>
              </mc:Choice>
              <mc:Fallback>
                <p:oleObj r:id="rId6" imgW="7061200" imgH="850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0164" y="2308887"/>
                        <a:ext cx="7058025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5787" name="Group 11"/>
          <p:cNvGrpSpPr>
            <a:grpSpLocks/>
          </p:cNvGrpSpPr>
          <p:nvPr/>
        </p:nvGrpSpPr>
        <p:grpSpPr bwMode="auto">
          <a:xfrm>
            <a:off x="2041526" y="3179880"/>
            <a:ext cx="8018463" cy="536575"/>
            <a:chOff x="0" y="0"/>
            <a:chExt cx="5051" cy="338"/>
          </a:xfrm>
        </p:grpSpPr>
        <p:sp>
          <p:nvSpPr>
            <p:cNvPr id="19471" name="Rectangle 12"/>
            <p:cNvSpPr>
              <a:spLocks noChangeArrowheads="1"/>
            </p:cNvSpPr>
            <p:nvPr/>
          </p:nvSpPr>
          <p:spPr bwMode="auto">
            <a:xfrm>
              <a:off x="0" y="11"/>
              <a:ext cx="33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由微分学的拉格朗日中值定理及 </a:t>
              </a:r>
              <a:endParaRPr lang="zh-CN" altLang="en-US" sz="2400" b="1" dirty="0"/>
            </a:p>
          </p:txBody>
        </p:sp>
        <p:graphicFrame>
          <p:nvGraphicFramePr>
            <p:cNvPr id="19472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0783979"/>
                </p:ext>
              </p:extLst>
            </p:nvPr>
          </p:nvGraphicFramePr>
          <p:xfrm>
            <a:off x="3255" y="61"/>
            <a:ext cx="797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69720" imgH="431640" progId="Equation.DSMT4">
                    <p:embed/>
                  </p:oleObj>
                </mc:Choice>
                <mc:Fallback>
                  <p:oleObj name="Equation" r:id="rId8" imgW="126972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5" y="61"/>
                          <a:ext cx="797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3" name="Rectangle 14"/>
            <p:cNvSpPr>
              <a:spLocks noChangeArrowheads="1"/>
            </p:cNvSpPr>
            <p:nvPr/>
          </p:nvSpPr>
          <p:spPr bwMode="auto">
            <a:xfrm>
              <a:off x="4013" y="0"/>
              <a:ext cx="10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在有界闭</a:t>
              </a:r>
              <a:r>
                <a:rPr lang="zh-CN" altLang="en-US" sz="1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zh-CN" altLang="en-US" sz="2400" b="1" dirty="0"/>
            </a:p>
          </p:txBody>
        </p:sp>
      </p:grpSp>
      <p:grpSp>
        <p:nvGrpSpPr>
          <p:cNvPr id="75791" name="Group 15"/>
          <p:cNvGrpSpPr>
            <a:grpSpLocks/>
          </p:cNvGrpSpPr>
          <p:nvPr/>
        </p:nvGrpSpPr>
        <p:grpSpPr bwMode="auto">
          <a:xfrm>
            <a:off x="2041526" y="3906836"/>
            <a:ext cx="8053388" cy="536576"/>
            <a:chOff x="-17" y="0"/>
            <a:chExt cx="5073" cy="338"/>
          </a:xfrm>
        </p:grpSpPr>
        <p:sp>
          <p:nvSpPr>
            <p:cNvPr id="19468" name="Rectangle 16"/>
            <p:cNvSpPr>
              <a:spLocks noChangeArrowheads="1"/>
            </p:cNvSpPr>
            <p:nvPr/>
          </p:nvSpPr>
          <p:spPr bwMode="auto">
            <a:xfrm>
              <a:off x="-17" y="8"/>
              <a:ext cx="328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域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上连续</a:t>
              </a:r>
              <a:r>
                <a:rPr lang="en-US" altLang="zh-CN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从而一致连续</a:t>
              </a:r>
              <a:r>
                <a:rPr lang="en-US" altLang="zh-CN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对 </a:t>
              </a:r>
              <a:endParaRPr lang="zh-CN" altLang="en-US" sz="2400" b="1" dirty="0"/>
            </a:p>
          </p:txBody>
        </p:sp>
        <p:graphicFrame>
          <p:nvGraphicFramePr>
            <p:cNvPr id="19469" name="Object 17"/>
            <p:cNvGraphicFramePr>
              <a:graphicFrameLocks noChangeAspect="1"/>
            </p:cNvGraphicFramePr>
            <p:nvPr/>
          </p:nvGraphicFramePr>
          <p:xfrm>
            <a:off x="3058" y="77"/>
            <a:ext cx="1434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2274287" imgH="393871" progId="Equation.DSMT4">
                    <p:embed/>
                  </p:oleObj>
                </mc:Choice>
                <mc:Fallback>
                  <p:oleObj r:id="rId10" imgW="2274287" imgH="39387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8" y="77"/>
                          <a:ext cx="1434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0" name="Rectangle 18"/>
            <p:cNvSpPr>
              <a:spLocks noChangeArrowheads="1"/>
            </p:cNvSpPr>
            <p:nvPr/>
          </p:nvSpPr>
          <p:spPr bwMode="auto">
            <a:xfrm>
              <a:off x="4468" y="0"/>
              <a:ext cx="5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只要</a:t>
              </a:r>
              <a:r>
                <a:rPr lang="zh-CN" altLang="en-US" sz="11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5795" name="Group 19"/>
          <p:cNvGrpSpPr>
            <a:grpSpLocks/>
          </p:cNvGrpSpPr>
          <p:nvPr/>
        </p:nvGrpSpPr>
        <p:grpSpPr bwMode="auto">
          <a:xfrm>
            <a:off x="2178479" y="4443046"/>
            <a:ext cx="2487612" cy="523876"/>
            <a:chOff x="0" y="0"/>
            <a:chExt cx="1567" cy="330"/>
          </a:xfrm>
        </p:grpSpPr>
        <p:graphicFrame>
          <p:nvGraphicFramePr>
            <p:cNvPr id="19466" name="Object 20"/>
            <p:cNvGraphicFramePr>
              <a:graphicFrameLocks noChangeAspect="1"/>
            </p:cNvGraphicFramePr>
            <p:nvPr/>
          </p:nvGraphicFramePr>
          <p:xfrm>
            <a:off x="0" y="45"/>
            <a:ext cx="984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562778" imgH="431987" progId="Equation.DSMT4">
                    <p:embed/>
                  </p:oleObj>
                </mc:Choice>
                <mc:Fallback>
                  <p:oleObj r:id="rId12" imgW="1562778" imgH="43198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45"/>
                          <a:ext cx="984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67" name="Rectangle 21"/>
            <p:cNvSpPr>
              <a:spLocks noChangeArrowheads="1"/>
            </p:cNvSpPr>
            <p:nvPr/>
          </p:nvSpPr>
          <p:spPr bwMode="auto">
            <a:xfrm>
              <a:off x="936" y="0"/>
              <a:ext cx="63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就有</a:t>
              </a:r>
              <a:endParaRPr lang="zh-CN" altLang="en-US" sz="2400" b="1" dirty="0"/>
            </a:p>
          </p:txBody>
        </p:sp>
      </p:grpSp>
      <p:graphicFrame>
        <p:nvGraphicFramePr>
          <p:cNvPr id="7579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5218548"/>
              </p:ext>
            </p:extLst>
          </p:nvPr>
        </p:nvGraphicFramePr>
        <p:xfrm>
          <a:off x="3441702" y="5224098"/>
          <a:ext cx="4919783" cy="915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067000" imgH="939600" progId="Equation.DSMT4">
                  <p:embed/>
                </p:oleObj>
              </mc:Choice>
              <mc:Fallback>
                <p:oleObj name="Equation" r:id="rId14" imgW="506700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02" y="5224098"/>
                        <a:ext cx="4919783" cy="9155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815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5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5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75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75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75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4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8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681591"/>
              </p:ext>
            </p:extLst>
          </p:nvPr>
        </p:nvGraphicFramePr>
        <p:xfrm>
          <a:off x="3597458" y="1410377"/>
          <a:ext cx="48037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00600" imgH="507960" progId="Equation.DSMT4">
                  <p:embed/>
                </p:oleObj>
              </mc:Choice>
              <mc:Fallback>
                <p:oleObj name="Equation" r:id="rId2" imgW="480060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458" y="1410377"/>
                        <a:ext cx="48037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873695"/>
              </p:ext>
            </p:extLst>
          </p:nvPr>
        </p:nvGraphicFramePr>
        <p:xfrm>
          <a:off x="1862138" y="2166821"/>
          <a:ext cx="29718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970511" imgH="431613" progId="Equation.DSMT4">
                  <p:embed/>
                </p:oleObj>
              </mc:Choice>
              <mc:Fallback>
                <p:oleObj r:id="rId4" imgW="2970511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138" y="2166821"/>
                        <a:ext cx="297180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3456458"/>
              </p:ext>
            </p:extLst>
          </p:nvPr>
        </p:nvGraphicFramePr>
        <p:xfrm>
          <a:off x="2889006" y="2790437"/>
          <a:ext cx="28860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82880" imgH="939600" progId="Equation.DSMT4">
                  <p:embed/>
                </p:oleObj>
              </mc:Choice>
              <mc:Fallback>
                <p:oleObj name="Equation" r:id="rId6" imgW="288288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006" y="2790437"/>
                        <a:ext cx="288607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4509673"/>
              </p:ext>
            </p:extLst>
          </p:nvPr>
        </p:nvGraphicFramePr>
        <p:xfrm>
          <a:off x="3467041" y="3878011"/>
          <a:ext cx="6081712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083280" imgH="939600" progId="Equation.DSMT4">
                  <p:embed/>
                </p:oleObj>
              </mc:Choice>
              <mc:Fallback>
                <p:oleObj name="Equation" r:id="rId8" imgW="608328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041" y="3878011"/>
                        <a:ext cx="6081712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7962583"/>
              </p:ext>
            </p:extLst>
          </p:nvPr>
        </p:nvGraphicFramePr>
        <p:xfrm>
          <a:off x="3467041" y="4950096"/>
          <a:ext cx="1600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600895" imgH="393871" progId="Equation.DSMT4">
                  <p:embed/>
                </p:oleObj>
              </mc:Choice>
              <mc:Fallback>
                <p:oleObj r:id="rId10" imgW="1600895" imgH="39387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041" y="4950096"/>
                        <a:ext cx="1600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6807" name="Group 7"/>
          <p:cNvGrpSpPr>
            <a:grpSpLocks/>
          </p:cNvGrpSpPr>
          <p:nvPr/>
        </p:nvGrpSpPr>
        <p:grpSpPr bwMode="auto">
          <a:xfrm>
            <a:off x="1862138" y="5485877"/>
            <a:ext cx="5010150" cy="549276"/>
            <a:chOff x="-12" y="0"/>
            <a:chExt cx="3156" cy="346"/>
          </a:xfrm>
        </p:grpSpPr>
        <p:graphicFrame>
          <p:nvGraphicFramePr>
            <p:cNvPr id="20488" name="Object 8"/>
            <p:cNvGraphicFramePr>
              <a:graphicFrameLocks noChangeAspect="1"/>
            </p:cNvGraphicFramePr>
            <p:nvPr/>
          </p:nvGraphicFramePr>
          <p:xfrm>
            <a:off x="1857" y="69"/>
            <a:ext cx="936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486545" imgH="393871" progId="Equation.DSMT4">
                    <p:embed/>
                  </p:oleObj>
                </mc:Choice>
                <mc:Fallback>
                  <p:oleObj r:id="rId12" imgW="1486545" imgH="39387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7" y="69"/>
                          <a:ext cx="936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89" name="Rectangle 9"/>
            <p:cNvSpPr>
              <a:spLocks noChangeArrowheads="1"/>
            </p:cNvSpPr>
            <p:nvPr/>
          </p:nvSpPr>
          <p:spPr bwMode="auto">
            <a:xfrm>
              <a:off x="-12" y="0"/>
              <a:ext cx="199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这就证明了对一切 </a:t>
              </a:r>
              <a:endParaRPr lang="zh-CN" altLang="en-US" sz="2400" b="1" dirty="0"/>
            </a:p>
          </p:txBody>
        </p:sp>
        <p:sp>
          <p:nvSpPr>
            <p:cNvPr id="20490" name="Rectangle 10"/>
            <p:cNvSpPr>
              <a:spLocks noChangeArrowheads="1"/>
            </p:cNvSpPr>
            <p:nvPr/>
          </p:nvSpPr>
          <p:spPr bwMode="auto">
            <a:xfrm>
              <a:off x="2739" y="16"/>
              <a:ext cx="40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有</a:t>
              </a:r>
              <a:endParaRPr lang="zh-CN" altLang="en-US" sz="2400" b="1" dirty="0"/>
            </a:p>
          </p:txBody>
        </p:sp>
      </p:grpSp>
      <p:graphicFrame>
        <p:nvGraphicFramePr>
          <p:cNvPr id="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5759635"/>
              </p:ext>
            </p:extLst>
          </p:nvPr>
        </p:nvGraphicFramePr>
        <p:xfrm>
          <a:off x="6872289" y="5323952"/>
          <a:ext cx="3757612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759120" imgH="850680" progId="Equation.DSMT4">
                  <p:embed/>
                </p:oleObj>
              </mc:Choice>
              <mc:Fallback>
                <p:oleObj name="Equation" r:id="rId14" imgW="375912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2289" y="5323952"/>
                        <a:ext cx="3757612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5177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7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"/>
          <p:cNvGrpSpPr>
            <a:grpSpLocks/>
          </p:cNvGrpSpPr>
          <p:nvPr/>
        </p:nvGrpSpPr>
        <p:grpSpPr bwMode="auto">
          <a:xfrm>
            <a:off x="1081746" y="1085119"/>
            <a:ext cx="10122585" cy="5358274"/>
            <a:chOff x="469" y="480"/>
            <a:chExt cx="5341" cy="4118"/>
          </a:xfrm>
        </p:grpSpPr>
        <p:sp>
          <p:nvSpPr>
            <p:cNvPr id="25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77826" name="Group 2"/>
          <p:cNvGrpSpPr>
            <a:grpSpLocks/>
          </p:cNvGrpSpPr>
          <p:nvPr/>
        </p:nvGrpSpPr>
        <p:grpSpPr bwMode="auto">
          <a:xfrm>
            <a:off x="2050402" y="2292325"/>
            <a:ext cx="7966075" cy="544513"/>
            <a:chOff x="0" y="0"/>
            <a:chExt cx="5018" cy="343"/>
          </a:xfrm>
        </p:grpSpPr>
        <p:graphicFrame>
          <p:nvGraphicFramePr>
            <p:cNvPr id="21522" name="Object 3"/>
            <p:cNvGraphicFramePr>
              <a:graphicFrameLocks noChangeAspect="1"/>
            </p:cNvGraphicFramePr>
            <p:nvPr/>
          </p:nvGraphicFramePr>
          <p:xfrm>
            <a:off x="0" y="54"/>
            <a:ext cx="1542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452164" imgH="393871" progId="Equation.DSMT4">
                    <p:embed/>
                  </p:oleObj>
                </mc:Choice>
                <mc:Fallback>
                  <p:oleObj r:id="rId3" imgW="2452164" imgH="39387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54"/>
                          <a:ext cx="1542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23" name="Object 4"/>
            <p:cNvGraphicFramePr>
              <a:graphicFrameLocks noChangeAspect="1"/>
            </p:cNvGraphicFramePr>
            <p:nvPr/>
          </p:nvGraphicFramePr>
          <p:xfrm>
            <a:off x="4157" y="64"/>
            <a:ext cx="52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839293" imgH="394213" progId="Equation.DSMT4">
                    <p:embed/>
                  </p:oleObj>
                </mc:Choice>
                <mc:Fallback>
                  <p:oleObj r:id="rId5" imgW="839293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7" y="64"/>
                          <a:ext cx="52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4" name="Rectangle 5"/>
            <p:cNvSpPr>
              <a:spLocks noChangeArrowheads="1"/>
            </p:cNvSpPr>
            <p:nvPr/>
          </p:nvSpPr>
          <p:spPr bwMode="auto">
            <a:xfrm>
              <a:off x="1458" y="13"/>
              <a:ext cx="278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上连续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,</a:t>
              </a:r>
              <a:r>
                <a:rPr lang="en-US" altLang="zh-CN" sz="2800" b="1" i="1" dirty="0">
                  <a:cs typeface="Times New Roman" panose="02020603050405020304" pitchFamily="18" charset="0"/>
                </a:rPr>
                <a:t> 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),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为定义在</a:t>
              </a:r>
              <a:endParaRPr lang="zh-CN" altLang="en-US" sz="2400" b="1" dirty="0"/>
            </a:p>
          </p:txBody>
        </p:sp>
        <p:sp>
          <p:nvSpPr>
            <p:cNvPr id="21525" name="Rectangle 6"/>
            <p:cNvSpPr>
              <a:spLocks noChangeArrowheads="1"/>
            </p:cNvSpPr>
            <p:nvPr/>
          </p:nvSpPr>
          <p:spPr bwMode="auto">
            <a:xfrm>
              <a:off x="4655" y="0"/>
              <a:ext cx="36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上</a:t>
              </a:r>
              <a:r>
                <a:rPr lang="zh-CN" altLang="en-US" sz="1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zh-CN" altLang="en-US" sz="2400" b="1" dirty="0"/>
            </a:p>
          </p:txBody>
        </p:sp>
      </p:grpSp>
      <p:grpSp>
        <p:nvGrpSpPr>
          <p:cNvPr id="77832" name="Group 8"/>
          <p:cNvGrpSpPr>
            <a:grpSpLocks/>
          </p:cNvGrpSpPr>
          <p:nvPr/>
        </p:nvGrpSpPr>
        <p:grpSpPr bwMode="auto">
          <a:xfrm>
            <a:off x="2000396" y="1525047"/>
            <a:ext cx="7727950" cy="595313"/>
            <a:chOff x="32" y="0"/>
            <a:chExt cx="4768" cy="375"/>
          </a:xfrm>
        </p:grpSpPr>
        <p:graphicFrame>
          <p:nvGraphicFramePr>
            <p:cNvPr id="21517" name="Object 9"/>
            <p:cNvGraphicFramePr>
              <a:graphicFrameLocks noChangeAspect="1"/>
            </p:cNvGraphicFramePr>
            <p:nvPr/>
          </p:nvGraphicFramePr>
          <p:xfrm>
            <a:off x="1051" y="117"/>
            <a:ext cx="504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801143" imgH="394213" progId="Equation.DSMT4">
                    <p:embed/>
                  </p:oleObj>
                </mc:Choice>
                <mc:Fallback>
                  <p:oleObj r:id="rId7" imgW="801143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1" y="117"/>
                          <a:ext cx="504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8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3061010"/>
                </p:ext>
              </p:extLst>
            </p:nvPr>
          </p:nvGraphicFramePr>
          <p:xfrm>
            <a:off x="2881" y="64"/>
            <a:ext cx="1614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565360" imgH="431640" progId="Equation.DSMT4">
                    <p:embed/>
                  </p:oleObj>
                </mc:Choice>
                <mc:Fallback>
                  <p:oleObj name="Equation" r:id="rId9" imgW="256536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1" y="64"/>
                          <a:ext cx="1614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19" name="Rectangle 11"/>
            <p:cNvSpPr>
              <a:spLocks noChangeArrowheads="1"/>
            </p:cNvSpPr>
            <p:nvPr/>
          </p:nvSpPr>
          <p:spPr bwMode="auto">
            <a:xfrm>
              <a:off x="32" y="24"/>
              <a:ext cx="100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定理</a:t>
              </a: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3.4</a:t>
              </a:r>
              <a:r>
                <a:rPr lang="en-US" altLang="zh-CN" sz="28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20" name="Rectangle 12"/>
            <p:cNvSpPr>
              <a:spLocks noChangeArrowheads="1"/>
            </p:cNvSpPr>
            <p:nvPr/>
          </p:nvSpPr>
          <p:spPr bwMode="auto">
            <a:xfrm>
              <a:off x="1492" y="45"/>
              <a:ext cx="141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0000FF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的可微性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b="1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 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设</a:t>
              </a:r>
              <a:endParaRPr lang="zh-CN" altLang="en-US" sz="2400" b="1" dirty="0"/>
            </a:p>
          </p:txBody>
        </p:sp>
        <p:sp>
          <p:nvSpPr>
            <p:cNvPr id="21521" name="Rectangle 13"/>
            <p:cNvSpPr>
              <a:spLocks noChangeArrowheads="1"/>
            </p:cNvSpPr>
            <p:nvPr/>
          </p:nvSpPr>
          <p:spPr bwMode="auto">
            <a:xfrm>
              <a:off x="4445" y="0"/>
              <a:ext cx="35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r>
                <a:rPr lang="zh-CN" altLang="en-US" sz="11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7838" name="Rectangle 14"/>
          <p:cNvSpPr>
            <a:spLocks noChangeArrowheads="1"/>
          </p:cNvSpPr>
          <p:nvPr/>
        </p:nvSpPr>
        <p:spPr bwMode="auto">
          <a:xfrm>
            <a:off x="1767316" y="2935243"/>
            <a:ext cx="62087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cs typeface="Times New Roman" panose="02020603050405020304" pitchFamily="18" charset="0"/>
              </a:rPr>
              <a:t>其值含于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800" b="1" dirty="0">
                <a:cs typeface="Times New Roman" panose="02020603050405020304" pitchFamily="18" charset="0"/>
              </a:rPr>
              <a:t>内的可微函数</a:t>
            </a:r>
            <a:r>
              <a:rPr lang="en-US" altLang="zh-CN" sz="2800" b="1" dirty="0">
                <a:cs typeface="Times New Roman" panose="02020603050405020304" pitchFamily="18" charset="0"/>
              </a:rPr>
              <a:t>,  </a:t>
            </a:r>
            <a:r>
              <a:rPr lang="zh-CN" altLang="en-US" sz="2800" b="1" dirty="0">
                <a:cs typeface="Times New Roman" panose="02020603050405020304" pitchFamily="18" charset="0"/>
              </a:rPr>
              <a:t>则函数</a:t>
            </a:r>
          </a:p>
        </p:txBody>
      </p:sp>
      <p:graphicFrame>
        <p:nvGraphicFramePr>
          <p:cNvPr id="7783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529063"/>
              </p:ext>
            </p:extLst>
          </p:nvPr>
        </p:nvGraphicFramePr>
        <p:xfrm>
          <a:off x="4090728" y="3517856"/>
          <a:ext cx="34385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441600" imgH="723600" progId="Equation.DSMT4">
                  <p:embed/>
                </p:oleObj>
              </mc:Choice>
              <mc:Fallback>
                <p:oleObj name="Equation" r:id="rId11" imgW="344160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0728" y="3517856"/>
                        <a:ext cx="343852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7840" name="Group 16"/>
          <p:cNvGrpSpPr>
            <a:grpSpLocks/>
          </p:cNvGrpSpPr>
          <p:nvPr/>
        </p:nvGrpSpPr>
        <p:grpSpPr bwMode="auto">
          <a:xfrm>
            <a:off x="1948453" y="4124235"/>
            <a:ext cx="3028951" cy="574674"/>
            <a:chOff x="0" y="0"/>
            <a:chExt cx="1908" cy="362"/>
          </a:xfrm>
        </p:grpSpPr>
        <p:sp>
          <p:nvSpPr>
            <p:cNvPr id="21514" name="Rectangle 17"/>
            <p:cNvSpPr>
              <a:spLocks noChangeArrowheads="1"/>
            </p:cNvSpPr>
            <p:nvPr/>
          </p:nvSpPr>
          <p:spPr bwMode="auto">
            <a:xfrm>
              <a:off x="0" y="0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在</a:t>
              </a:r>
              <a:endParaRPr lang="zh-CN" altLang="en-US" sz="2400" b="1" dirty="0"/>
            </a:p>
          </p:txBody>
        </p:sp>
        <p:graphicFrame>
          <p:nvGraphicFramePr>
            <p:cNvPr id="21515" name="Object 18"/>
            <p:cNvGraphicFramePr>
              <a:graphicFrameLocks noChangeAspect="1"/>
            </p:cNvGraphicFramePr>
            <p:nvPr/>
          </p:nvGraphicFramePr>
          <p:xfrm>
            <a:off x="293" y="80"/>
            <a:ext cx="52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839293" imgH="394213" progId="Equation.DSMT4">
                    <p:embed/>
                  </p:oleObj>
                </mc:Choice>
                <mc:Fallback>
                  <p:oleObj r:id="rId13" imgW="839293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" y="80"/>
                          <a:ext cx="52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16" name="Rectangle 19"/>
            <p:cNvSpPr>
              <a:spLocks noChangeArrowheads="1"/>
            </p:cNvSpPr>
            <p:nvPr/>
          </p:nvSpPr>
          <p:spPr bwMode="auto">
            <a:xfrm>
              <a:off x="762" y="32"/>
              <a:ext cx="114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上可微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, 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且</a:t>
              </a:r>
              <a:endParaRPr lang="zh-CN" altLang="en-US" sz="2400" b="1" dirty="0"/>
            </a:p>
          </p:txBody>
        </p:sp>
      </p:grpSp>
      <p:graphicFrame>
        <p:nvGraphicFramePr>
          <p:cNvPr id="7784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4060384"/>
              </p:ext>
            </p:extLst>
          </p:nvPr>
        </p:nvGraphicFramePr>
        <p:xfrm>
          <a:off x="2933700" y="4746437"/>
          <a:ext cx="618807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184800" imgH="723600" progId="Equation.DSMT4">
                  <p:embed/>
                </p:oleObj>
              </mc:Choice>
              <mc:Fallback>
                <p:oleObj name="Equation" r:id="rId15" imgW="618480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3700" y="4746437"/>
                        <a:ext cx="618807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903036"/>
              </p:ext>
            </p:extLst>
          </p:nvPr>
        </p:nvGraphicFramePr>
        <p:xfrm>
          <a:off x="5013325" y="5667146"/>
          <a:ext cx="513397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5575300" imgH="406400" progId="Equation.DSMT4">
                  <p:embed/>
                </p:oleObj>
              </mc:Choice>
              <mc:Fallback>
                <p:oleObj r:id="rId17" imgW="55753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3325" y="5667146"/>
                        <a:ext cx="513397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025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7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7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7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77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77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38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ChangeArrowheads="1"/>
          </p:cNvSpPr>
          <p:nvPr/>
        </p:nvSpPr>
        <p:spPr bwMode="auto">
          <a:xfrm>
            <a:off x="1903845" y="1325486"/>
            <a:ext cx="44438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证</a:t>
            </a:r>
            <a:r>
              <a:rPr lang="zh-CN" altLang="en-US" sz="2800" dirty="0">
                <a:solidFill>
                  <a:srgbClr val="FF0000"/>
                </a:solidFill>
                <a:cs typeface="Times New Roman" panose="02020603050405020304" pitchFamily="18" charset="0"/>
              </a:rPr>
              <a:t>  </a:t>
            </a:r>
            <a:r>
              <a:rPr lang="zh-CN" altLang="en-US" sz="2800" b="1" dirty="0">
                <a:cs typeface="Times New Roman" panose="02020603050405020304" pitchFamily="18" charset="0"/>
              </a:rPr>
              <a:t>把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cs typeface="Times New Roman" panose="02020603050405020304" pitchFamily="18" charset="0"/>
              </a:rPr>
              <a:t>看作复合函数</a:t>
            </a:r>
            <a:r>
              <a:rPr lang="en-US" altLang="zh-CN" sz="2800" b="1" dirty="0">
                <a:cs typeface="Times New Roman" panose="02020603050405020304" pitchFamily="18" charset="0"/>
              </a:rPr>
              <a:t>:  </a:t>
            </a:r>
          </a:p>
        </p:txBody>
      </p:sp>
      <p:graphicFrame>
        <p:nvGraphicFramePr>
          <p:cNvPr id="788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1477046"/>
              </p:ext>
            </p:extLst>
          </p:nvPr>
        </p:nvGraphicFramePr>
        <p:xfrm>
          <a:off x="3136779" y="1952192"/>
          <a:ext cx="50387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041900" imgH="685800" progId="Equation.DSMT4">
                  <p:embed/>
                </p:oleObj>
              </mc:Choice>
              <mc:Fallback>
                <p:oleObj r:id="rId2" imgW="50419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779" y="1952192"/>
                        <a:ext cx="50387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4162396"/>
              </p:ext>
            </p:extLst>
          </p:nvPr>
        </p:nvGraphicFramePr>
        <p:xfrm>
          <a:off x="3920760" y="2712471"/>
          <a:ext cx="28432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844800" imgH="393700" progId="Equation.DSMT4">
                  <p:embed/>
                </p:oleObj>
              </mc:Choice>
              <mc:Fallback>
                <p:oleObj r:id="rId4" imgW="28448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0760" y="2712471"/>
                        <a:ext cx="28432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3" name="Rectangle 5"/>
          <p:cNvSpPr>
            <a:spLocks noChangeArrowheads="1"/>
          </p:cNvSpPr>
          <p:nvPr/>
        </p:nvSpPr>
        <p:spPr bwMode="auto">
          <a:xfrm>
            <a:off x="1903845" y="3221126"/>
            <a:ext cx="77636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cs typeface="Times New Roman" panose="02020603050405020304" pitchFamily="18" charset="0"/>
              </a:rPr>
              <a:t>由复合函数求导法则及变动上限积分的性质</a:t>
            </a:r>
            <a:r>
              <a:rPr lang="en-US" altLang="zh-CN" sz="2800" b="1" dirty="0">
                <a:cs typeface="Times New Roman" panose="02020603050405020304" pitchFamily="18" charset="0"/>
              </a:rPr>
              <a:t>, </a:t>
            </a:r>
            <a:r>
              <a:rPr lang="zh-CN" altLang="en-US" sz="2800" b="1" dirty="0">
                <a:cs typeface="Times New Roman" panose="02020603050405020304" pitchFamily="18" charset="0"/>
              </a:rPr>
              <a:t>有  </a:t>
            </a:r>
          </a:p>
        </p:txBody>
      </p:sp>
      <p:graphicFrame>
        <p:nvGraphicFramePr>
          <p:cNvPr id="788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8401679"/>
              </p:ext>
            </p:extLst>
          </p:nvPr>
        </p:nvGraphicFramePr>
        <p:xfrm>
          <a:off x="3059479" y="3893305"/>
          <a:ext cx="4930775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927320" imgH="838080" progId="Equation.DSMT4">
                  <p:embed/>
                </p:oleObj>
              </mc:Choice>
              <mc:Fallback>
                <p:oleObj name="Equation" r:id="rId6" imgW="492732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479" y="3893305"/>
                        <a:ext cx="4930775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108224"/>
              </p:ext>
            </p:extLst>
          </p:nvPr>
        </p:nvGraphicFramePr>
        <p:xfrm>
          <a:off x="4397009" y="4877289"/>
          <a:ext cx="527050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270400" imgH="1269720" progId="Equation.DSMT4">
                  <p:embed/>
                </p:oleObj>
              </mc:Choice>
              <mc:Fallback>
                <p:oleObj name="Equation" r:id="rId8" imgW="5270400" imgH="1269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7009" y="4877289"/>
                        <a:ext cx="5270500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577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8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7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0" grpId="0" autoUpdateAnimBg="0"/>
      <p:bldP spid="78853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1984085" y="1811000"/>
            <a:ext cx="80391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注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由于可微性也是局部性质</a:t>
            </a:r>
            <a:r>
              <a:rPr lang="en-US" altLang="zh-CN" sz="2800" b="1" dirty="0">
                <a:cs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定理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</a:t>
            </a:r>
            <a:r>
              <a:rPr lang="en-US" altLang="zh-CN" sz="2800" b="1" dirty="0"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中条件</a:t>
            </a:r>
            <a:r>
              <a:rPr lang="zh-CN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i="1" dirty="0"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cs typeface="Times New Roman" panose="02020603050405020304" pitchFamily="18" charset="0"/>
              </a:rPr>
              <a:t>与 </a:t>
            </a:r>
            <a:endParaRPr lang="zh-CN" altLang="en-US" sz="28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6003635" y="1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4800">
              <a:solidFill>
                <a:srgbClr val="FF0000"/>
              </a:solidFill>
            </a:endParaRPr>
          </a:p>
        </p:txBody>
      </p:sp>
      <p:graphicFrame>
        <p:nvGraphicFramePr>
          <p:cNvPr id="798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9836660"/>
              </p:ext>
            </p:extLst>
          </p:nvPr>
        </p:nvGraphicFramePr>
        <p:xfrm>
          <a:off x="2137279" y="2588541"/>
          <a:ext cx="7732712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34240" imgH="457200" progId="Equation.DSMT4">
                  <p:embed/>
                </p:oleObj>
              </mc:Choice>
              <mc:Fallback>
                <p:oleObj name="Equation" r:id="rId2" imgW="77342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7279" y="2588541"/>
                        <a:ext cx="7732712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2591526" y="2200321"/>
            <a:ext cx="363538" cy="523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767485" y="3310114"/>
            <a:ext cx="36916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其中</a:t>
            </a:r>
            <a:r>
              <a:rPr lang="en-US" altLang="zh-CN" sz="2800" b="1" dirty="0">
                <a:latin typeface="French Script MT" panose="03020402040607040605" pitchFamily="66" charset="0"/>
                <a:cs typeface="Times New Roman" panose="02020603050405020304" pitchFamily="18" charset="0"/>
              </a:rPr>
              <a:t>I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为任意区间</a:t>
            </a:r>
            <a:r>
              <a:rPr lang="en-US" altLang="zh-CN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11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en-US" altLang="zh-CN" sz="24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657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4" grpId="0" autoUpdateAnimBg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079256" y="1421629"/>
            <a:ext cx="1066800" cy="523875"/>
          </a:xfrm>
          <a:prstGeom prst="rect">
            <a:avLst/>
          </a:prstGeom>
          <a:noFill/>
          <a:ln w="12700" algn="ctr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2</a:t>
            </a:r>
          </a:p>
        </p:txBody>
      </p:sp>
      <p:graphicFrame>
        <p:nvGraphicFramePr>
          <p:cNvPr id="6248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551860"/>
              </p:ext>
            </p:extLst>
          </p:nvPr>
        </p:nvGraphicFramePr>
        <p:xfrm>
          <a:off x="3429000" y="1307220"/>
          <a:ext cx="4876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76800" imgH="850900" progId="Equation.DSMT4">
                  <p:embed/>
                </p:oleObj>
              </mc:Choice>
              <mc:Fallback>
                <p:oleObj name="Equation" r:id="rId2" imgW="4876800" imgH="850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307220"/>
                        <a:ext cx="48768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999278" y="2367867"/>
            <a:ext cx="3868122" cy="523220"/>
          </a:xfrm>
          <a:prstGeom prst="rect">
            <a:avLst/>
          </a:prstGeom>
          <a:noFill/>
          <a:ln w="12700" algn="ctr">
            <a:noFill/>
            <a:miter lim="800000"/>
            <a:headEnd/>
            <a:tailEnd type="none" w="med" len="lg"/>
          </a:ln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  </a:t>
            </a:r>
            <a:r>
              <a:rPr lang="zh-CN" altLang="en-US" dirty="0">
                <a:latin typeface="+mn-ea"/>
                <a:ea typeface="+mn-ea"/>
              </a:rPr>
              <a:t>由定理 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3.</a:t>
            </a:r>
            <a:r>
              <a:rPr lang="en-US" altLang="zh-CN" dirty="0"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宋体" panose="02010600030101010101" pitchFamily="2" charset="-122"/>
                <a:ea typeface="黑体" panose="02010609060101010101" pitchFamily="49" charset="-122"/>
              </a:rPr>
              <a:t>，</a:t>
            </a:r>
            <a:r>
              <a:rPr lang="zh-CN" altLang="en-US" dirty="0">
                <a:latin typeface="+mn-ea"/>
                <a:ea typeface="+mn-ea"/>
              </a:rPr>
              <a:t>得</a:t>
            </a:r>
            <a:endParaRPr lang="en-US" altLang="zh-CN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graphicFrame>
        <p:nvGraphicFramePr>
          <p:cNvPr id="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3675768"/>
              </p:ext>
            </p:extLst>
          </p:nvPr>
        </p:nvGraphicFramePr>
        <p:xfrm>
          <a:off x="2463800" y="2992972"/>
          <a:ext cx="58420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842000" imgH="952500" progId="Equation.DSMT4">
                  <p:embed/>
                </p:oleObj>
              </mc:Choice>
              <mc:Fallback>
                <p:oleObj name="Equation" r:id="rId4" imgW="5842000" imgH="952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2992972"/>
                        <a:ext cx="58420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563318"/>
              </p:ext>
            </p:extLst>
          </p:nvPr>
        </p:nvGraphicFramePr>
        <p:xfrm>
          <a:off x="3349625" y="3967452"/>
          <a:ext cx="41910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91000" imgH="1181100" progId="Equation.DSMT4">
                  <p:embed/>
                </p:oleObj>
              </mc:Choice>
              <mc:Fallback>
                <p:oleObj name="Equation" r:id="rId6" imgW="4191000" imgH="1181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25" y="3967452"/>
                        <a:ext cx="4191000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1746969"/>
              </p:ext>
            </p:extLst>
          </p:nvPr>
        </p:nvGraphicFramePr>
        <p:xfrm>
          <a:off x="3349625" y="5254877"/>
          <a:ext cx="28829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82900" imgH="952500" progId="Equation.DSMT4">
                  <p:embed/>
                </p:oleObj>
              </mc:Choice>
              <mc:Fallback>
                <p:oleObj name="Equation" r:id="rId8" imgW="2882900" imgH="952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25" y="5254877"/>
                        <a:ext cx="28829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958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62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08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6927893"/>
              </p:ext>
            </p:extLst>
          </p:nvPr>
        </p:nvGraphicFramePr>
        <p:xfrm>
          <a:off x="2652945" y="1537333"/>
          <a:ext cx="7194550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73320" imgH="431640" progId="Equation.DSMT4">
                  <p:embed/>
                </p:oleObj>
              </mc:Choice>
              <mc:Fallback>
                <p:oleObj name="Equation" r:id="rId3" imgW="3073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2945" y="1537333"/>
                        <a:ext cx="7194550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5104748"/>
              </p:ext>
            </p:extLst>
          </p:nvPr>
        </p:nvGraphicFramePr>
        <p:xfrm>
          <a:off x="2301787" y="2652989"/>
          <a:ext cx="8123093" cy="1000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04960" imgH="431640" progId="Equation.DSMT4">
                  <p:embed/>
                </p:oleObj>
              </mc:Choice>
              <mc:Fallback>
                <p:oleObj name="Equation" r:id="rId5" imgW="3504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787" y="2652989"/>
                        <a:ext cx="8123093" cy="1000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9531476"/>
              </p:ext>
            </p:extLst>
          </p:nvPr>
        </p:nvGraphicFramePr>
        <p:xfrm>
          <a:off x="2007843" y="3707447"/>
          <a:ext cx="6423838" cy="11158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05040" imgH="469800" progId="Equation.DSMT4">
                  <p:embed/>
                </p:oleObj>
              </mc:Choice>
              <mc:Fallback>
                <p:oleObj name="Equation" r:id="rId7" imgW="27050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7843" y="3707447"/>
                        <a:ext cx="6423838" cy="11158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094179"/>
              </p:ext>
            </p:extLst>
          </p:nvPr>
        </p:nvGraphicFramePr>
        <p:xfrm>
          <a:off x="2877233" y="4823325"/>
          <a:ext cx="7104967" cy="1115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073320" imgH="482400" progId="Equation.DSMT4">
                  <p:embed/>
                </p:oleObj>
              </mc:Choice>
              <mc:Fallback>
                <p:oleObj name="Equation" r:id="rId9" imgW="30733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7233" y="4823325"/>
                        <a:ext cx="7104967" cy="11156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1497953" y="1776058"/>
                <a:ext cx="115499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1" i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例</m:t>
                      </m:r>
                      <m:r>
                        <m:rPr>
                          <m:nor/>
                        </m:rPr>
                        <a:rPr lang="en-US" altLang="zh-CN" sz="2800" b="1" i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953" y="1776058"/>
                <a:ext cx="1154992" cy="52322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1758048" y="289171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514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0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0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0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0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1924115" y="1884089"/>
            <a:ext cx="900112" cy="523875"/>
          </a:xfrm>
          <a:prstGeom prst="rect">
            <a:avLst/>
          </a:prstGeom>
          <a:noFill/>
          <a:ln w="12700" algn="ctr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4</a:t>
            </a:r>
          </a:p>
        </p:txBody>
      </p:sp>
      <p:graphicFrame>
        <p:nvGraphicFramePr>
          <p:cNvPr id="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8435739"/>
              </p:ext>
            </p:extLst>
          </p:nvPr>
        </p:nvGraphicFramePr>
        <p:xfrm>
          <a:off x="3194539" y="1803127"/>
          <a:ext cx="6032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32500" imgH="685800" progId="Equation.DSMT4">
                  <p:embed/>
                </p:oleObj>
              </mc:Choice>
              <mc:Fallback>
                <p:oleObj name="Equation" r:id="rId2" imgW="60325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539" y="1803127"/>
                        <a:ext cx="60325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1924115" y="2715344"/>
            <a:ext cx="8208963" cy="519113"/>
          </a:xfrm>
          <a:prstGeom prst="rect">
            <a:avLst/>
          </a:prstGeom>
          <a:noFill/>
          <a:ln w="12700" algn="ctr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解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  </a:t>
            </a:r>
            <a:r>
              <a:rPr lang="zh-CN" altLang="en-US" dirty="0">
                <a:latin typeface="+mn-ea"/>
                <a:ea typeface="+mn-ea"/>
              </a:rPr>
              <a:t>本题直接积分较困难，故采用</a:t>
            </a:r>
            <a:r>
              <a:rPr lang="zh-CN" altLang="en-US" dirty="0">
                <a:solidFill>
                  <a:srgbClr val="CC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“先导后积”</a:t>
            </a:r>
            <a:r>
              <a:rPr lang="zh-CN" altLang="en-US" dirty="0">
                <a:latin typeface="+mn-ea"/>
                <a:ea typeface="+mn-ea"/>
              </a:rPr>
              <a:t>法</a:t>
            </a:r>
            <a:endParaRPr lang="en-US" altLang="zh-CN" dirty="0">
              <a:latin typeface="+mn-ea"/>
              <a:ea typeface="+mn-ea"/>
            </a:endParaRPr>
          </a:p>
        </p:txBody>
      </p:sp>
      <p:graphicFrame>
        <p:nvGraphicFramePr>
          <p:cNvPr id="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5143439"/>
              </p:ext>
            </p:extLst>
          </p:nvPr>
        </p:nvGraphicFramePr>
        <p:xfrm>
          <a:off x="2103581" y="3460874"/>
          <a:ext cx="59753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664200" imgH="508000" progId="Equation.DSMT4">
                  <p:embed/>
                </p:oleObj>
              </mc:Choice>
              <mc:Fallback>
                <p:oleObj name="Equation" r:id="rId4" imgW="56642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3581" y="3460874"/>
                        <a:ext cx="59753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0446892"/>
              </p:ext>
            </p:extLst>
          </p:nvPr>
        </p:nvGraphicFramePr>
        <p:xfrm>
          <a:off x="2103581" y="4256374"/>
          <a:ext cx="7850032" cy="462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543800" imgH="444240" progId="Equation.DSMT4">
                  <p:embed/>
                </p:oleObj>
              </mc:Choice>
              <mc:Fallback>
                <p:oleObj name="Equation" r:id="rId6" imgW="75438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3581" y="4256374"/>
                        <a:ext cx="7850032" cy="4625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0865714"/>
              </p:ext>
            </p:extLst>
          </p:nvPr>
        </p:nvGraphicFramePr>
        <p:xfrm>
          <a:off x="2103581" y="5080288"/>
          <a:ext cx="6235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235560" imgH="444240" progId="Equation.DSMT4">
                  <p:embed/>
                </p:oleObj>
              </mc:Choice>
              <mc:Fallback>
                <p:oleObj name="Equation" r:id="rId8" imgW="62355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3581" y="5080288"/>
                        <a:ext cx="6235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470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0258587"/>
              </p:ext>
            </p:extLst>
          </p:nvPr>
        </p:nvGraphicFramePr>
        <p:xfrm>
          <a:off x="2424113" y="1516399"/>
          <a:ext cx="71247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24700" imgH="939800" progId="Equation.DSMT4">
                  <p:embed/>
                </p:oleObj>
              </mc:Choice>
              <mc:Fallback>
                <p:oleObj name="Equation" r:id="rId2" imgW="7124700" imgH="93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1516399"/>
                        <a:ext cx="71247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8757890"/>
              </p:ext>
            </p:extLst>
          </p:nvPr>
        </p:nvGraphicFramePr>
        <p:xfrm>
          <a:off x="3228975" y="2623207"/>
          <a:ext cx="3073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73400" imgH="850900" progId="Equation.DSMT4">
                  <p:embed/>
                </p:oleObj>
              </mc:Choice>
              <mc:Fallback>
                <p:oleObj name="Equation" r:id="rId4" imgW="3073400" imgH="850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8975" y="2623207"/>
                        <a:ext cx="3073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0376297"/>
              </p:ext>
            </p:extLst>
          </p:nvPr>
        </p:nvGraphicFramePr>
        <p:xfrm>
          <a:off x="2424113" y="3641115"/>
          <a:ext cx="4165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65600" imgH="838200" progId="Equation.DSMT4">
                  <p:embed/>
                </p:oleObj>
              </mc:Choice>
              <mc:Fallback>
                <p:oleObj name="Equation" r:id="rId6" imgW="4165600" imgH="838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3641115"/>
                        <a:ext cx="4165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2"/>
          <p:cNvGraphicFramePr>
            <a:graphicFrameLocks noChangeAspect="1"/>
          </p:cNvGraphicFramePr>
          <p:nvPr/>
        </p:nvGraphicFramePr>
        <p:xfrm>
          <a:off x="2495550" y="4365625"/>
          <a:ext cx="4127500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27500" imgH="1727200" progId="Equation.DSMT4">
                  <p:embed/>
                </p:oleObj>
              </mc:Choice>
              <mc:Fallback>
                <p:oleObj name="Equation" r:id="rId8" imgW="4127500" imgH="172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4365625"/>
                        <a:ext cx="4127500" cy="172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2"/>
          <p:cNvGraphicFramePr>
            <a:graphicFrameLocks noChangeAspect="1"/>
          </p:cNvGraphicFramePr>
          <p:nvPr/>
        </p:nvGraphicFramePr>
        <p:xfrm>
          <a:off x="6743700" y="4724400"/>
          <a:ext cx="2997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97200" imgH="914400" progId="Equation.DSMT4">
                  <p:embed/>
                </p:oleObj>
              </mc:Choice>
              <mc:Fallback>
                <p:oleObj name="Equation" r:id="rId10" imgW="29972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0" y="4724400"/>
                        <a:ext cx="2997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664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8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8731677"/>
              </p:ext>
            </p:extLst>
          </p:nvPr>
        </p:nvGraphicFramePr>
        <p:xfrm>
          <a:off x="2446826" y="1169068"/>
          <a:ext cx="53594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59400" imgH="1092200" progId="Equation.DSMT4">
                  <p:embed/>
                </p:oleObj>
              </mc:Choice>
              <mc:Fallback>
                <p:oleObj name="Equation" r:id="rId2" imgW="5359400" imgH="1092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826" y="1169068"/>
                        <a:ext cx="535940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6273026"/>
              </p:ext>
            </p:extLst>
          </p:nvPr>
        </p:nvGraphicFramePr>
        <p:xfrm>
          <a:off x="2446826" y="2296621"/>
          <a:ext cx="42799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79900" imgH="952500" progId="Equation.DSMT4">
                  <p:embed/>
                </p:oleObj>
              </mc:Choice>
              <mc:Fallback>
                <p:oleObj name="Equation" r:id="rId4" imgW="4279900" imgH="952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826" y="2296621"/>
                        <a:ext cx="42799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9336699"/>
              </p:ext>
            </p:extLst>
          </p:nvPr>
        </p:nvGraphicFramePr>
        <p:xfrm>
          <a:off x="6825518" y="2182321"/>
          <a:ext cx="28575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57500" imgH="1066800" progId="Equation.DSMT4">
                  <p:embed/>
                </p:oleObj>
              </mc:Choice>
              <mc:Fallback>
                <p:oleObj name="Equation" r:id="rId6" imgW="2857500" imgH="1066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5518" y="2182321"/>
                        <a:ext cx="28575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8822180"/>
              </p:ext>
            </p:extLst>
          </p:nvPr>
        </p:nvGraphicFramePr>
        <p:xfrm>
          <a:off x="2446826" y="3319828"/>
          <a:ext cx="51054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105400" imgH="1066800" progId="Equation.DSMT4">
                  <p:embed/>
                </p:oleObj>
              </mc:Choice>
              <mc:Fallback>
                <p:oleObj name="Equation" r:id="rId8" imgW="5105400" imgH="1066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826" y="3319828"/>
                        <a:ext cx="51054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576413"/>
              </p:ext>
            </p:extLst>
          </p:nvPr>
        </p:nvGraphicFramePr>
        <p:xfrm>
          <a:off x="4079875" y="4494823"/>
          <a:ext cx="43180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318000" imgH="1193800" progId="Equation.DSMT4">
                  <p:embed/>
                </p:oleObj>
              </mc:Choice>
              <mc:Fallback>
                <p:oleObj name="Equation" r:id="rId10" imgW="4318000" imgH="119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4494823"/>
                        <a:ext cx="431800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360429"/>
              </p:ext>
            </p:extLst>
          </p:nvPr>
        </p:nvGraphicFramePr>
        <p:xfrm>
          <a:off x="4079875" y="5718786"/>
          <a:ext cx="32639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263900" imgH="546100" progId="Equation.DSMT4">
                  <p:embed/>
                </p:oleObj>
              </mc:Choice>
              <mc:Fallback>
                <p:oleObj name="Equation" r:id="rId12" imgW="3263900" imgH="546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5718786"/>
                        <a:ext cx="32639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56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2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8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930091"/>
              </p:ext>
            </p:extLst>
          </p:nvPr>
        </p:nvGraphicFramePr>
        <p:xfrm>
          <a:off x="2495550" y="1278426"/>
          <a:ext cx="427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79900" imgH="431800" progId="Equation.DSMT4">
                  <p:embed/>
                </p:oleObj>
              </mc:Choice>
              <mc:Fallback>
                <p:oleObj name="Equation" r:id="rId2" imgW="42799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1278426"/>
                        <a:ext cx="4279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6890399"/>
              </p:ext>
            </p:extLst>
          </p:nvPr>
        </p:nvGraphicFramePr>
        <p:xfrm>
          <a:off x="2495550" y="1715599"/>
          <a:ext cx="38989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98900" imgH="952500" progId="Equation.DSMT4">
                  <p:embed/>
                </p:oleObj>
              </mc:Choice>
              <mc:Fallback>
                <p:oleObj name="Equation" r:id="rId4" imgW="3898900" imgH="952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1715599"/>
                        <a:ext cx="38989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2125737" y="2527300"/>
            <a:ext cx="8533028" cy="2486025"/>
          </a:xfrm>
          <a:prstGeom prst="rect">
            <a:avLst/>
          </a:prstGeom>
          <a:noFill/>
          <a:ln w="12700" algn="ctr">
            <a:noFill/>
            <a:miter lim="800000"/>
            <a:headEnd/>
            <a:tailEnd type="none" w="med" len="lg"/>
          </a:ln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注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1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   </a:t>
            </a:r>
            <a:r>
              <a:rPr lang="zh-CN" altLang="en-US" dirty="0">
                <a:latin typeface="+mn-ea"/>
                <a:ea typeface="+mn-ea"/>
              </a:rPr>
              <a:t>有时当被积函数含有对数函数，用“凑微分”、“分部积分”等常规方法求解较困难时，注意到对数函数的导数是有理函数，便于积分，故采用</a:t>
            </a:r>
            <a:r>
              <a:rPr lang="zh-CN" altLang="en-US" dirty="0">
                <a:solidFill>
                  <a:srgbClr val="CC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“先导后积”</a:t>
            </a:r>
            <a:r>
              <a:rPr lang="zh-CN" altLang="en-US" dirty="0">
                <a:latin typeface="+mn-ea"/>
                <a:ea typeface="+mn-ea"/>
              </a:rPr>
              <a:t>法，是求积分的高级方法</a:t>
            </a:r>
            <a:r>
              <a:rPr lang="en-US" altLang="zh-CN" dirty="0">
                <a:latin typeface="+mn-ea"/>
                <a:ea typeface="+mn-ea"/>
              </a:rPr>
              <a:t>.</a:t>
            </a: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2125737" y="4901958"/>
            <a:ext cx="8533028" cy="1298817"/>
          </a:xfrm>
          <a:prstGeom prst="rect">
            <a:avLst/>
          </a:prstGeom>
          <a:noFill/>
          <a:ln w="12700" algn="ctr">
            <a:noFill/>
            <a:miter lim="800000"/>
            <a:headEnd/>
            <a:tailEnd type="none" w="med" len="lg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注</a:t>
            </a:r>
            <a:r>
              <a:rPr kumimoji="1"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2</a:t>
            </a:r>
            <a:r>
              <a:rPr kumimoji="1"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   </a:t>
            </a:r>
            <a:r>
              <a:rPr kumimoji="1" lang="zh-CN" altLang="en-US" sz="2800" b="1" dirty="0">
                <a:latin typeface="+mn-ea"/>
                <a:ea typeface="+mn-ea"/>
              </a:rPr>
              <a:t>有时积分中无参数，为了计算积分，可以恰当地</a:t>
            </a:r>
            <a:r>
              <a:rPr kumimoji="1" lang="zh-CN" altLang="en-US" sz="2800" b="1" dirty="0">
                <a:solidFill>
                  <a:srgbClr val="CC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“嵌入”</a:t>
            </a:r>
            <a:r>
              <a:rPr kumimoji="1" lang="zh-CN" altLang="en-US" sz="2800" b="1" dirty="0">
                <a:latin typeface="+mn-ea"/>
                <a:ea typeface="+mn-ea"/>
              </a:rPr>
              <a:t>参数</a:t>
            </a:r>
            <a:r>
              <a:rPr kumimoji="1" lang="en-US" altLang="zh-CN" sz="28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325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2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1614978" y="1153598"/>
            <a:ext cx="3475037" cy="584200"/>
          </a:xfrm>
          <a:prstGeom prst="rect">
            <a:avLst/>
          </a:prstGeom>
          <a:noFill/>
          <a:ln w="12700" algn="ctr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*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 </a:t>
            </a:r>
            <a:r>
              <a:rPr lang="zh-CN" altLang="en-US" sz="3200" b="1" dirty="0">
                <a:latin typeface="+mn-ea"/>
              </a:rPr>
              <a:t>计算积分</a:t>
            </a:r>
          </a:p>
        </p:txBody>
      </p:sp>
      <p:graphicFrame>
        <p:nvGraphicFramePr>
          <p:cNvPr id="727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4281205"/>
              </p:ext>
            </p:extLst>
          </p:nvPr>
        </p:nvGraphicFramePr>
        <p:xfrm>
          <a:off x="3627438" y="1737798"/>
          <a:ext cx="272097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17800" imgH="850900" progId="Equation.DSMT4">
                  <p:embed/>
                </p:oleObj>
              </mc:Choice>
              <mc:Fallback>
                <p:oleObj name="Equation" r:id="rId2" imgW="2717800" imgH="850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7438" y="1737798"/>
                        <a:ext cx="2720975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1" name="Rectangle 7"/>
          <p:cNvSpPr>
            <a:spLocks noChangeArrowheads="1"/>
          </p:cNvSpPr>
          <p:nvPr/>
        </p:nvSpPr>
        <p:spPr bwMode="auto">
          <a:xfrm>
            <a:off x="2060575" y="2433168"/>
            <a:ext cx="1214438" cy="584200"/>
          </a:xfrm>
          <a:prstGeom prst="rect">
            <a:avLst/>
          </a:prstGeom>
          <a:noFill/>
          <a:ln w="12700" algn="ctr">
            <a:noFill/>
            <a:miter lim="800000"/>
            <a:headEnd/>
            <a:tailEnd type="none" w="med" len="lg"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解</a:t>
            </a:r>
            <a:r>
              <a:rPr lang="zh-CN" altLang="en-US" sz="3200" b="1" dirty="0">
                <a:latin typeface="+mn-ea"/>
              </a:rPr>
              <a:t> 令</a:t>
            </a:r>
          </a:p>
        </p:txBody>
      </p:sp>
      <p:sp>
        <p:nvSpPr>
          <p:cNvPr id="31749" name="Rectangle 9"/>
          <p:cNvSpPr>
            <a:spLocks noChangeArrowheads="1"/>
          </p:cNvSpPr>
          <p:nvPr/>
        </p:nvSpPr>
        <p:spPr bwMode="auto">
          <a:xfrm>
            <a:off x="6003635" y="0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7271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937397"/>
              </p:ext>
            </p:extLst>
          </p:nvPr>
        </p:nvGraphicFramePr>
        <p:xfrm>
          <a:off x="3627438" y="2904836"/>
          <a:ext cx="49784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978400" imgH="850900" progId="Equation.DSMT4">
                  <p:embed/>
                </p:oleObj>
              </mc:Choice>
              <mc:Fallback>
                <p:oleObj name="Equation" r:id="rId4" imgW="4978400" imgH="850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7438" y="2904836"/>
                        <a:ext cx="4978400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21" name="Rectangle 17"/>
          <p:cNvSpPr>
            <a:spLocks noChangeArrowheads="1"/>
          </p:cNvSpPr>
          <p:nvPr/>
        </p:nvSpPr>
        <p:spPr bwMode="auto">
          <a:xfrm>
            <a:off x="1960776" y="4408250"/>
            <a:ext cx="462338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上满足定理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3.3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的条件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,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于是</a:t>
            </a:r>
            <a:r>
              <a:rPr kumimoji="1" lang="zh-CN" altLang="en-US" sz="3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</p:txBody>
      </p:sp>
      <p:graphicFrame>
        <p:nvGraphicFramePr>
          <p:cNvPr id="7272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9485884"/>
              </p:ext>
            </p:extLst>
          </p:nvPr>
        </p:nvGraphicFramePr>
        <p:xfrm>
          <a:off x="3926682" y="4959567"/>
          <a:ext cx="43799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81500" imgH="914400" progId="Equation.DSMT4">
                  <p:embed/>
                </p:oleObj>
              </mc:Choice>
              <mc:Fallback>
                <p:oleObj name="Equation" r:id="rId6" imgW="43815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6682" y="4959567"/>
                        <a:ext cx="43799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30" name="Rectangle 26"/>
          <p:cNvSpPr>
            <a:spLocks noChangeArrowheads="1"/>
          </p:cNvSpPr>
          <p:nvPr/>
        </p:nvSpPr>
        <p:spPr bwMode="auto">
          <a:xfrm>
            <a:off x="2135189" y="5802530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因为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2060575" y="3823908"/>
            <a:ext cx="7947025" cy="550863"/>
            <a:chOff x="369" y="2085"/>
            <a:chExt cx="5006" cy="332"/>
          </a:xfrm>
        </p:grpSpPr>
        <p:graphicFrame>
          <p:nvGraphicFramePr>
            <p:cNvPr id="31755" name="Object 13"/>
            <p:cNvGraphicFramePr>
              <a:graphicFrameLocks noChangeAspect="1"/>
            </p:cNvGraphicFramePr>
            <p:nvPr/>
          </p:nvGraphicFramePr>
          <p:xfrm>
            <a:off x="868" y="2171"/>
            <a:ext cx="1640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603500" imgH="393700" progId="Equation.DSMT4">
                    <p:embed/>
                  </p:oleObj>
                </mc:Choice>
                <mc:Fallback>
                  <p:oleObj name="Equation" r:id="rId8" imgW="2603500" imgH="3937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8" y="2171"/>
                          <a:ext cx="1640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6" name="Object 12"/>
            <p:cNvGraphicFramePr>
              <a:graphicFrameLocks noChangeAspect="1"/>
            </p:cNvGraphicFramePr>
            <p:nvPr/>
          </p:nvGraphicFramePr>
          <p:xfrm>
            <a:off x="3927" y="2168"/>
            <a:ext cx="144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298700" imgH="393700" progId="Equation.DSMT4">
                    <p:embed/>
                  </p:oleObj>
                </mc:Choice>
                <mc:Fallback>
                  <p:oleObj name="Equation" r:id="rId10" imgW="2298700" imgH="3937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7" y="2168"/>
                          <a:ext cx="144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57" name="Rectangle 14"/>
            <p:cNvSpPr>
              <a:spLocks noChangeArrowheads="1"/>
            </p:cNvSpPr>
            <p:nvPr/>
          </p:nvSpPr>
          <p:spPr bwMode="auto">
            <a:xfrm>
              <a:off x="369" y="2085"/>
              <a:ext cx="5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 dirty="0">
                  <a:latin typeface="宋体" panose="02010600030101010101" pitchFamily="2" charset="-122"/>
                </a:rPr>
                <a:t>显然</a:t>
              </a:r>
              <a:endParaRPr kumimoji="1"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758" name="Rectangle 15"/>
            <p:cNvSpPr>
              <a:spLocks noChangeArrowheads="1"/>
            </p:cNvSpPr>
            <p:nvPr/>
          </p:nvSpPr>
          <p:spPr bwMode="auto">
            <a:xfrm>
              <a:off x="2381" y="2085"/>
              <a:ext cx="15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dirty="0">
                  <a:latin typeface="宋体" panose="02010600030101010101" pitchFamily="2" charset="-122"/>
                </a:rPr>
                <a:t> </a:t>
              </a:r>
              <a:r>
                <a:rPr kumimoji="1" lang="zh-CN" altLang="en-US" sz="2800" b="1" dirty="0">
                  <a:latin typeface="宋体" panose="02010600030101010101" pitchFamily="2" charset="-122"/>
                </a:rPr>
                <a:t>且函数    在</a:t>
              </a:r>
              <a:endParaRPr kumimoji="1" lang="zh-CN" altLang="en-US" sz="2400" b="1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1759" name="Object 27"/>
            <p:cNvGraphicFramePr>
              <a:graphicFrameLocks noChangeAspect="1"/>
            </p:cNvGraphicFramePr>
            <p:nvPr/>
          </p:nvGraphicFramePr>
          <p:xfrm>
            <a:off x="3227" y="2168"/>
            <a:ext cx="45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723586" imgH="393529" progId="Equation.DSMT4">
                    <p:embed/>
                  </p:oleObj>
                </mc:Choice>
                <mc:Fallback>
                  <p:oleObj name="Equation" r:id="rId12" imgW="723586" imgH="39352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7" y="2168"/>
                          <a:ext cx="456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94014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7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7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2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8" grpId="0"/>
      <p:bldP spid="72711" grpId="0"/>
      <p:bldP spid="72721" grpId="0"/>
      <p:bldP spid="7273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7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348425"/>
              </p:ext>
            </p:extLst>
          </p:nvPr>
        </p:nvGraphicFramePr>
        <p:xfrm>
          <a:off x="2382462" y="1396032"/>
          <a:ext cx="64166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13500" imgH="939800" progId="Equation.DSMT4">
                  <p:embed/>
                </p:oleObj>
              </mc:Choice>
              <mc:Fallback>
                <p:oleObj name="Equation" r:id="rId2" imgW="6413500" imgH="93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2462" y="1396032"/>
                        <a:ext cx="641667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7606232"/>
              </p:ext>
            </p:extLst>
          </p:nvPr>
        </p:nvGraphicFramePr>
        <p:xfrm>
          <a:off x="1995663" y="2922959"/>
          <a:ext cx="754380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543800" imgH="876300" progId="Equation.DSMT4">
                  <p:embed/>
                </p:oleObj>
              </mc:Choice>
              <mc:Fallback>
                <p:oleObj name="Equation" r:id="rId4" imgW="7543800" imgH="876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5663" y="2922959"/>
                        <a:ext cx="7543800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662441"/>
              </p:ext>
            </p:extLst>
          </p:nvPr>
        </p:nvGraphicFramePr>
        <p:xfrm>
          <a:off x="2723107" y="4027364"/>
          <a:ext cx="697547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972300" imgH="876300" progId="Equation.DSMT4">
                  <p:embed/>
                </p:oleObj>
              </mc:Choice>
              <mc:Fallback>
                <p:oleObj name="Equation" r:id="rId6" imgW="6972300" imgH="876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3107" y="4027364"/>
                        <a:ext cx="6975475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6" name="Rectangle 8"/>
          <p:cNvSpPr>
            <a:spLocks noChangeArrowheads="1"/>
          </p:cNvSpPr>
          <p:nvPr/>
        </p:nvSpPr>
        <p:spPr bwMode="auto">
          <a:xfrm>
            <a:off x="1384476" y="2403846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所以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7374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6013959"/>
              </p:ext>
            </p:extLst>
          </p:nvPr>
        </p:nvGraphicFramePr>
        <p:xfrm>
          <a:off x="2723107" y="5131769"/>
          <a:ext cx="459422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597400" imgH="876300" progId="Equation.DSMT4">
                  <p:embed/>
                </p:oleObj>
              </mc:Choice>
              <mc:Fallback>
                <p:oleObj name="Equation" r:id="rId8" imgW="4597400" imgH="876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3107" y="5131769"/>
                        <a:ext cx="4594225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334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7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7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6621739"/>
              </p:ext>
            </p:extLst>
          </p:nvPr>
        </p:nvGraphicFramePr>
        <p:xfrm>
          <a:off x="2595853" y="1484157"/>
          <a:ext cx="718502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88200" imgH="939800" progId="Equation.DSMT4">
                  <p:embed/>
                </p:oleObj>
              </mc:Choice>
              <mc:Fallback>
                <p:oleObj name="Equation" r:id="rId2" imgW="7188200" imgH="93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853" y="1484157"/>
                        <a:ext cx="718502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052440"/>
              </p:ext>
            </p:extLst>
          </p:nvPr>
        </p:nvGraphicFramePr>
        <p:xfrm>
          <a:off x="4191000" y="2442625"/>
          <a:ext cx="57658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765800" imgH="850900" progId="Equation.DSMT4">
                  <p:embed/>
                </p:oleObj>
              </mc:Choice>
              <mc:Fallback>
                <p:oleObj name="Equation" r:id="rId4" imgW="5765800" imgH="850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442625"/>
                        <a:ext cx="5765800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1549741"/>
              </p:ext>
            </p:extLst>
          </p:nvPr>
        </p:nvGraphicFramePr>
        <p:xfrm>
          <a:off x="4191000" y="3276136"/>
          <a:ext cx="323532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38500" imgH="850900" progId="Equation.DSMT4">
                  <p:embed/>
                </p:oleObj>
              </mc:Choice>
              <mc:Fallback>
                <p:oleObj name="Equation" r:id="rId6" imgW="3238500" imgH="850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276136"/>
                        <a:ext cx="3235325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1" name="Rectangle 9"/>
          <p:cNvSpPr>
            <a:spLocks noChangeArrowheads="1"/>
          </p:cNvSpPr>
          <p:nvPr/>
        </p:nvSpPr>
        <p:spPr bwMode="auto">
          <a:xfrm>
            <a:off x="1968152" y="1089185"/>
            <a:ext cx="1165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因而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   </a:t>
            </a:r>
            <a:endParaRPr kumimoji="1"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33798" name="Rectangle 10"/>
          <p:cNvSpPr>
            <a:spLocks noChangeArrowheads="1"/>
          </p:cNvSpPr>
          <p:nvPr/>
        </p:nvSpPr>
        <p:spPr bwMode="auto">
          <a:xfrm>
            <a:off x="6003635" y="3705553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7476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5135923"/>
              </p:ext>
            </p:extLst>
          </p:nvPr>
        </p:nvGraphicFramePr>
        <p:xfrm>
          <a:off x="4191000" y="4015226"/>
          <a:ext cx="2209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209800" imgH="838200" progId="Equation.DSMT4">
                  <p:embed/>
                </p:oleObj>
              </mc:Choice>
              <mc:Fallback>
                <p:oleObj r:id="rId8" imgW="2209800" imgH="838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015226"/>
                        <a:ext cx="2209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995921" y="4968106"/>
            <a:ext cx="18791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另一方面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        </a:t>
            </a:r>
            <a:endParaRPr kumimoji="1"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757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7712365"/>
              </p:ext>
            </p:extLst>
          </p:nvPr>
        </p:nvGraphicFramePr>
        <p:xfrm>
          <a:off x="4102100" y="4805526"/>
          <a:ext cx="4597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97400" imgH="685800" progId="Equation.DSMT4">
                  <p:embed/>
                </p:oleObj>
              </mc:Choice>
              <mc:Fallback>
                <p:oleObj name="Equation" r:id="rId10" imgW="45974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2100" y="4805526"/>
                        <a:ext cx="4597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2013240" y="5626741"/>
            <a:ext cx="1254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所以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    </a:t>
            </a:r>
            <a:endParaRPr kumimoji="1"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7207888"/>
              </p:ext>
            </p:extLst>
          </p:nvPr>
        </p:nvGraphicFramePr>
        <p:xfrm>
          <a:off x="3875088" y="5510703"/>
          <a:ext cx="252571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527300" imgH="850900" progId="Equation.DSMT4">
                  <p:embed/>
                </p:oleObj>
              </mc:Choice>
              <mc:Fallback>
                <p:oleObj r:id="rId12" imgW="2527300" imgH="850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5088" y="5510703"/>
                        <a:ext cx="2525712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564286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7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1" grpId="0"/>
      <p:bldP spid="10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2162419" y="1298116"/>
            <a:ext cx="9906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解法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94211" name="Text Box 3"/>
          <p:cNvSpPr txBox="1">
            <a:spLocks noChangeArrowheads="1"/>
          </p:cNvSpPr>
          <p:nvPr/>
        </p:nvSpPr>
        <p:spPr bwMode="auto">
          <a:xfrm>
            <a:off x="3490546" y="1298117"/>
            <a:ext cx="9906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因为</a:t>
            </a:r>
          </a:p>
        </p:txBody>
      </p:sp>
      <p:graphicFrame>
        <p:nvGraphicFramePr>
          <p:cNvPr id="942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1021186"/>
              </p:ext>
            </p:extLst>
          </p:nvPr>
        </p:nvGraphicFramePr>
        <p:xfrm>
          <a:off x="4730750" y="1118363"/>
          <a:ext cx="3114675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85720" imgH="431640" progId="Equation.DSMT4">
                  <p:embed/>
                </p:oleObj>
              </mc:Choice>
              <mc:Fallback>
                <p:oleObj name="Equation" r:id="rId3" imgW="14857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0" y="1118363"/>
                        <a:ext cx="3114675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3" name="Text Box 5"/>
          <p:cNvSpPr txBox="1">
            <a:spLocks noChangeArrowheads="1"/>
          </p:cNvSpPr>
          <p:nvPr/>
        </p:nvSpPr>
        <p:spPr bwMode="auto">
          <a:xfrm>
            <a:off x="2065781" y="2314455"/>
            <a:ext cx="94268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所以</a:t>
            </a:r>
          </a:p>
        </p:txBody>
      </p:sp>
      <p:graphicFrame>
        <p:nvGraphicFramePr>
          <p:cNvPr id="942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4810374"/>
              </p:ext>
            </p:extLst>
          </p:nvPr>
        </p:nvGraphicFramePr>
        <p:xfrm>
          <a:off x="3069936" y="2066468"/>
          <a:ext cx="6310312" cy="373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09600" imgH="1765080" progId="Equation.DSMT4">
                  <p:embed/>
                </p:oleObj>
              </mc:Choice>
              <mc:Fallback>
                <p:oleObj name="Equation" r:id="rId5" imgW="3009600" imgH="1765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9936" y="2066468"/>
                        <a:ext cx="6310312" cy="373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1891567" y="5665788"/>
            <a:ext cx="7550150" cy="690562"/>
          </a:xfrm>
          <a:prstGeom prst="rect">
            <a:avLst/>
          </a:prstGeom>
          <a:noFill/>
          <a:ln w="12700" algn="ctr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注   </a:t>
            </a:r>
            <a:r>
              <a:rPr lang="zh-CN" altLang="en-US" dirty="0">
                <a:latin typeface="+mn-ea"/>
                <a:ea typeface="+mn-ea"/>
              </a:rPr>
              <a:t>本题也可令</a:t>
            </a:r>
            <a:r>
              <a:rPr lang="en-US" altLang="zh-CN" i="1" dirty="0">
                <a:ea typeface="+mn-ea"/>
                <a:cs typeface="Times New Roman" panose="02020603050405020304" pitchFamily="18" charset="0"/>
              </a:rPr>
              <a:t>x 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= tan</a:t>
            </a:r>
            <a:r>
              <a:rPr lang="el-GR" altLang="zh-CN" i="1" dirty="0">
                <a:ea typeface="+mn-ea"/>
                <a:cs typeface="Times New Roman" panose="02020603050405020304" pitchFamily="18" charset="0"/>
              </a:rPr>
              <a:t>θ</a:t>
            </a:r>
            <a:r>
              <a:rPr lang="zh-CN" altLang="en-US" dirty="0">
                <a:latin typeface="+mn-ea"/>
                <a:ea typeface="+mn-ea"/>
              </a:rPr>
              <a:t>，直接积分求出</a:t>
            </a:r>
            <a:r>
              <a:rPr lang="en-US" altLang="zh-CN" dirty="0">
                <a:latin typeface="+mn-ea"/>
                <a:ea typeface="+mn-ea"/>
              </a:rPr>
              <a:t>.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1913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942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94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42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 build="p" autoUpdateAnimBg="0"/>
      <p:bldP spid="94213" grpId="0" build="p" autoUpdateAnimBg="0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"/>
          <p:cNvGrpSpPr>
            <a:grpSpLocks/>
          </p:cNvGrpSpPr>
          <p:nvPr/>
        </p:nvGrpSpPr>
        <p:grpSpPr bwMode="auto">
          <a:xfrm>
            <a:off x="1238697" y="2103253"/>
            <a:ext cx="9433249" cy="2313977"/>
            <a:chOff x="469" y="480"/>
            <a:chExt cx="5341" cy="4118"/>
          </a:xfrm>
        </p:grpSpPr>
        <p:sp>
          <p:nvSpPr>
            <p:cNvPr id="28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80898" name="Rectangle 2"/>
          <p:cNvSpPr>
            <a:spLocks noChangeArrowheads="1"/>
          </p:cNvSpPr>
          <p:nvPr/>
        </p:nvSpPr>
        <p:spPr bwMode="auto">
          <a:xfrm>
            <a:off x="1762919" y="762432"/>
            <a:ext cx="620714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四、含参量正常积分的可积性</a:t>
            </a:r>
          </a:p>
        </p:txBody>
      </p:sp>
      <p:sp>
        <p:nvSpPr>
          <p:cNvPr id="80899" name="Rectangle 3"/>
          <p:cNvSpPr>
            <a:spLocks noChangeArrowheads="1"/>
          </p:cNvSpPr>
          <p:nvPr/>
        </p:nvSpPr>
        <p:spPr bwMode="auto">
          <a:xfrm>
            <a:off x="1682139" y="1561261"/>
            <a:ext cx="418941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cs typeface="Times New Roman" panose="02020603050405020304" pitchFamily="18" charset="0"/>
              </a:rPr>
              <a:t>由定理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</a:t>
            </a:r>
            <a:r>
              <a:rPr lang="zh-CN" altLang="en-US" sz="2800" b="1" dirty="0">
                <a:cs typeface="Times New Roman" panose="02020603050405020304" pitchFamily="18" charset="0"/>
              </a:rPr>
              <a:t>与定理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</a:t>
            </a:r>
            <a:r>
              <a:rPr lang="zh-CN" altLang="en-US" sz="2800" b="1" dirty="0">
                <a:cs typeface="Times New Roman" panose="02020603050405020304" pitchFamily="18" charset="0"/>
              </a:rPr>
              <a:t>推得</a:t>
            </a:r>
            <a:r>
              <a:rPr lang="en-US" altLang="zh-CN" sz="2800" b="1" dirty="0">
                <a:cs typeface="Times New Roman" panose="02020603050405020304" pitchFamily="18" charset="0"/>
              </a:rPr>
              <a:t>:</a:t>
            </a:r>
          </a:p>
        </p:txBody>
      </p:sp>
      <p:grpSp>
        <p:nvGrpSpPr>
          <p:cNvPr id="80900" name="Group 4"/>
          <p:cNvGrpSpPr>
            <a:grpSpLocks/>
          </p:cNvGrpSpPr>
          <p:nvPr/>
        </p:nvGrpSpPr>
        <p:grpSpPr bwMode="auto">
          <a:xfrm>
            <a:off x="1881003" y="2242403"/>
            <a:ext cx="7483476" cy="544511"/>
            <a:chOff x="47" y="-5"/>
            <a:chExt cx="4714" cy="343"/>
          </a:xfrm>
        </p:grpSpPr>
        <p:graphicFrame>
          <p:nvGraphicFramePr>
            <p:cNvPr id="35862" name="Object 5"/>
            <p:cNvGraphicFramePr>
              <a:graphicFrameLocks noChangeAspect="1"/>
            </p:cNvGraphicFramePr>
            <p:nvPr/>
          </p:nvGraphicFramePr>
          <p:xfrm>
            <a:off x="1035" y="53"/>
            <a:ext cx="1374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185349" imgH="431987" progId="Equation.DSMT4">
                    <p:embed/>
                  </p:oleObj>
                </mc:Choice>
                <mc:Fallback>
                  <p:oleObj r:id="rId2" imgW="2185349" imgH="43198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5" y="53"/>
                          <a:ext cx="1374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3" name="Object 6"/>
            <p:cNvGraphicFramePr>
              <a:graphicFrameLocks noChangeAspect="1"/>
            </p:cNvGraphicFramePr>
            <p:nvPr/>
          </p:nvGraphicFramePr>
          <p:xfrm>
            <a:off x="2804" y="72"/>
            <a:ext cx="73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169923" imgH="394213" progId="Equation.DSMT4">
                    <p:embed/>
                  </p:oleObj>
                </mc:Choice>
                <mc:Fallback>
                  <p:oleObj r:id="rId4" imgW="1169923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4" y="72"/>
                          <a:ext cx="73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4" name="Rectangle 7"/>
            <p:cNvSpPr>
              <a:spLocks noChangeArrowheads="1"/>
            </p:cNvSpPr>
            <p:nvPr/>
          </p:nvSpPr>
          <p:spPr bwMode="auto">
            <a:xfrm>
              <a:off x="47" y="-5"/>
              <a:ext cx="102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panose="02010600030101010101" pitchFamily="2" charset="-122"/>
                  <a:cs typeface="Times New Roman" panose="02020603050405020304" pitchFamily="18" charset="0"/>
                </a:rPr>
                <a:t>定理</a:t>
              </a:r>
              <a:r>
                <a:rPr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3.5</a:t>
              </a:r>
              <a:r>
                <a:rPr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65" name="Rectangle 8"/>
            <p:cNvSpPr>
              <a:spLocks noChangeArrowheads="1"/>
            </p:cNvSpPr>
            <p:nvPr/>
          </p:nvSpPr>
          <p:spPr bwMode="auto">
            <a:xfrm>
              <a:off x="2342" y="8"/>
              <a:ext cx="5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endParaRPr lang="zh-CN" altLang="en-US" sz="2400" b="1" dirty="0"/>
            </a:p>
          </p:txBody>
        </p:sp>
        <p:sp>
          <p:nvSpPr>
            <p:cNvPr id="35866" name="Rectangle 9"/>
            <p:cNvSpPr>
              <a:spLocks noChangeArrowheads="1"/>
            </p:cNvSpPr>
            <p:nvPr/>
          </p:nvSpPr>
          <p:spPr bwMode="auto">
            <a:xfrm>
              <a:off x="3498" y="0"/>
              <a:ext cx="126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在矩形区域</a:t>
              </a:r>
              <a:r>
                <a:rPr lang="zh-CN" altLang="en-US" sz="1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zh-CN" altLang="en-US" sz="2400" b="1" dirty="0"/>
            </a:p>
          </p:txBody>
        </p:sp>
      </p:grpSp>
      <p:grpSp>
        <p:nvGrpSpPr>
          <p:cNvPr id="80906" name="Group 10"/>
          <p:cNvGrpSpPr>
            <a:grpSpLocks/>
          </p:cNvGrpSpPr>
          <p:nvPr/>
        </p:nvGrpSpPr>
        <p:grpSpPr bwMode="auto">
          <a:xfrm>
            <a:off x="2000249" y="2968569"/>
            <a:ext cx="7921625" cy="523874"/>
            <a:chOff x="0" y="0"/>
            <a:chExt cx="4990" cy="330"/>
          </a:xfrm>
        </p:grpSpPr>
        <p:graphicFrame>
          <p:nvGraphicFramePr>
            <p:cNvPr id="35859" name="Object 11"/>
            <p:cNvGraphicFramePr>
              <a:graphicFrameLocks noChangeAspect="1"/>
            </p:cNvGraphicFramePr>
            <p:nvPr/>
          </p:nvGraphicFramePr>
          <p:xfrm>
            <a:off x="0" y="45"/>
            <a:ext cx="1632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2590800" imgH="393700" progId="Equation.DSMT4">
                    <p:embed/>
                  </p:oleObj>
                </mc:Choice>
                <mc:Fallback>
                  <p:oleObj r:id="rId6" imgW="2590800" imgH="3937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45"/>
                          <a:ext cx="1632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0" name="Object 12"/>
            <p:cNvGraphicFramePr>
              <a:graphicFrameLocks noChangeAspect="1"/>
            </p:cNvGraphicFramePr>
            <p:nvPr/>
          </p:nvGraphicFramePr>
          <p:xfrm>
            <a:off x="4322" y="37"/>
            <a:ext cx="66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068191" imgH="394213" progId="Equation.DSMT4">
                    <p:embed/>
                  </p:oleObj>
                </mc:Choice>
                <mc:Fallback>
                  <p:oleObj r:id="rId8" imgW="1068191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2" y="37"/>
                          <a:ext cx="66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1" name="Rectangle 13"/>
            <p:cNvSpPr>
              <a:spLocks noChangeArrowheads="1"/>
            </p:cNvSpPr>
            <p:nvPr/>
          </p:nvSpPr>
          <p:spPr bwMode="auto">
            <a:xfrm>
              <a:off x="1565" y="0"/>
              <a:ext cx="301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上连续</a:t>
              </a:r>
              <a:r>
                <a:rPr lang="en-US" altLang="zh-CN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 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分别在</a:t>
              </a:r>
              <a:endParaRPr lang="zh-CN" altLang="en-US" sz="2400" b="1" dirty="0"/>
            </a:p>
          </p:txBody>
        </p:sp>
      </p:grpSp>
      <p:grpSp>
        <p:nvGrpSpPr>
          <p:cNvPr id="80910" name="Group 14"/>
          <p:cNvGrpSpPr>
            <a:grpSpLocks/>
          </p:cNvGrpSpPr>
          <p:nvPr/>
        </p:nvGrpSpPr>
        <p:grpSpPr bwMode="auto">
          <a:xfrm>
            <a:off x="1886743" y="3575123"/>
            <a:ext cx="2709862" cy="544512"/>
            <a:chOff x="0" y="0"/>
            <a:chExt cx="1707" cy="343"/>
          </a:xfrm>
        </p:grpSpPr>
        <p:sp>
          <p:nvSpPr>
            <p:cNvPr id="35856" name="Rectangle 15"/>
            <p:cNvSpPr>
              <a:spLocks noChangeArrowheads="1"/>
            </p:cNvSpPr>
            <p:nvPr/>
          </p:nvSpPr>
          <p:spPr bwMode="auto">
            <a:xfrm>
              <a:off x="0" y="0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和</a:t>
              </a:r>
              <a:endParaRPr lang="zh-CN" altLang="en-US" sz="2400" b="1" dirty="0"/>
            </a:p>
          </p:txBody>
        </p:sp>
        <p:graphicFrame>
          <p:nvGraphicFramePr>
            <p:cNvPr id="35857" name="Object 16"/>
            <p:cNvGraphicFramePr>
              <a:graphicFrameLocks noChangeAspect="1"/>
            </p:cNvGraphicFramePr>
            <p:nvPr/>
          </p:nvGraphicFramePr>
          <p:xfrm>
            <a:off x="321" y="61"/>
            <a:ext cx="494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788427" imgH="394213" progId="Equation.DSMT4">
                    <p:embed/>
                  </p:oleObj>
                </mc:Choice>
                <mc:Fallback>
                  <p:oleObj r:id="rId10" imgW="788427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" y="61"/>
                          <a:ext cx="494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58" name="Rectangle 17"/>
            <p:cNvSpPr>
              <a:spLocks noChangeArrowheads="1"/>
            </p:cNvSpPr>
            <p:nvPr/>
          </p:nvSpPr>
          <p:spPr bwMode="auto">
            <a:xfrm>
              <a:off x="781" y="16"/>
              <a:ext cx="9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上可积</a:t>
              </a:r>
              <a:r>
                <a:rPr lang="en-US" altLang="zh-CN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sz="1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en-US" altLang="zh-CN" sz="2400" b="1" dirty="0"/>
            </a:p>
          </p:txBody>
        </p:sp>
      </p:grpSp>
      <p:grpSp>
        <p:nvGrpSpPr>
          <p:cNvPr id="80914" name="Group 18"/>
          <p:cNvGrpSpPr>
            <a:grpSpLocks/>
          </p:cNvGrpSpPr>
          <p:nvPr/>
        </p:nvGrpSpPr>
        <p:grpSpPr bwMode="auto">
          <a:xfrm>
            <a:off x="1886743" y="4425167"/>
            <a:ext cx="7913686" cy="531813"/>
            <a:chOff x="-9" y="0"/>
            <a:chExt cx="4985" cy="335"/>
          </a:xfrm>
        </p:grpSpPr>
        <p:sp>
          <p:nvSpPr>
            <p:cNvPr id="35853" name="Rectangle 19"/>
            <p:cNvSpPr>
              <a:spLocks noChangeArrowheads="1"/>
            </p:cNvSpPr>
            <p:nvPr/>
          </p:nvSpPr>
          <p:spPr bwMode="auto">
            <a:xfrm>
              <a:off x="-9" y="5"/>
              <a:ext cx="139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这就是说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: 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在</a:t>
              </a:r>
              <a:endParaRPr lang="zh-CN" altLang="en-US" sz="2400" b="1" dirty="0"/>
            </a:p>
          </p:txBody>
        </p:sp>
        <p:graphicFrame>
          <p:nvGraphicFramePr>
            <p:cNvPr id="35854" name="Object 20"/>
            <p:cNvGraphicFramePr>
              <a:graphicFrameLocks noChangeAspect="1"/>
            </p:cNvGraphicFramePr>
            <p:nvPr/>
          </p:nvGraphicFramePr>
          <p:xfrm>
            <a:off x="1297" y="45"/>
            <a:ext cx="73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169923" imgH="394213" progId="Equation.DSMT4">
                    <p:embed/>
                  </p:oleObj>
                </mc:Choice>
                <mc:Fallback>
                  <p:oleObj r:id="rId12" imgW="1169923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7" y="45"/>
                          <a:ext cx="73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55" name="Rectangle 21"/>
            <p:cNvSpPr>
              <a:spLocks noChangeArrowheads="1"/>
            </p:cNvSpPr>
            <p:nvPr/>
          </p:nvSpPr>
          <p:spPr bwMode="auto">
            <a:xfrm>
              <a:off x="1958" y="0"/>
              <a:ext cx="301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连续性假设下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,  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同时存在两个</a:t>
              </a:r>
            </a:p>
          </p:txBody>
        </p:sp>
      </p:grpSp>
      <p:sp>
        <p:nvSpPr>
          <p:cNvPr id="80918" name="Rectangle 22"/>
          <p:cNvSpPr>
            <a:spLocks noChangeArrowheads="1"/>
          </p:cNvSpPr>
          <p:nvPr/>
        </p:nvSpPr>
        <p:spPr bwMode="auto">
          <a:xfrm>
            <a:off x="1886743" y="4933950"/>
            <a:ext cx="3517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求</a:t>
            </a:r>
            <a:r>
              <a:rPr lang="zh-CN" altLang="en-US" sz="2800" b="1" dirty="0">
                <a:cs typeface="Times New Roman" panose="02020603050405020304" pitchFamily="18" charset="0"/>
              </a:rPr>
              <a:t>积顺序不同的积分</a:t>
            </a:r>
            <a:r>
              <a:rPr lang="en-US" altLang="zh-CN" sz="2800" b="1" dirty="0">
                <a:cs typeface="Times New Roman" panose="02020603050405020304" pitchFamily="18" charset="0"/>
              </a:rPr>
              <a:t>:</a:t>
            </a:r>
          </a:p>
        </p:txBody>
      </p:sp>
      <p:grpSp>
        <p:nvGrpSpPr>
          <p:cNvPr id="80919" name="Group 23"/>
          <p:cNvGrpSpPr>
            <a:grpSpLocks/>
          </p:cNvGrpSpPr>
          <p:nvPr/>
        </p:nvGrpSpPr>
        <p:grpSpPr bwMode="auto">
          <a:xfrm>
            <a:off x="2473324" y="5462588"/>
            <a:ext cx="6724650" cy="831850"/>
            <a:chOff x="0" y="0"/>
            <a:chExt cx="4236" cy="524"/>
          </a:xfrm>
        </p:grpSpPr>
        <p:graphicFrame>
          <p:nvGraphicFramePr>
            <p:cNvPr id="35850" name="Object 24"/>
            <p:cNvGraphicFramePr>
              <a:graphicFrameLocks noChangeAspect="1"/>
            </p:cNvGraphicFramePr>
            <p:nvPr/>
          </p:nvGraphicFramePr>
          <p:xfrm>
            <a:off x="0" y="14"/>
            <a:ext cx="1824" cy="5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2895600" imgH="812800" progId="Equation.DSMT4">
                    <p:embed/>
                  </p:oleObj>
                </mc:Choice>
                <mc:Fallback>
                  <p:oleObj r:id="rId13" imgW="2895600" imgH="812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4"/>
                          <a:ext cx="1824" cy="5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1" name="Object 25"/>
            <p:cNvGraphicFramePr>
              <a:graphicFrameLocks noChangeAspect="1"/>
            </p:cNvGraphicFramePr>
            <p:nvPr/>
          </p:nvGraphicFramePr>
          <p:xfrm>
            <a:off x="2316" y="0"/>
            <a:ext cx="1920" cy="5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3048000" imgH="812800" progId="Equation.DSMT4">
                    <p:embed/>
                  </p:oleObj>
                </mc:Choice>
                <mc:Fallback>
                  <p:oleObj r:id="rId15" imgW="3048000" imgH="812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6" y="0"/>
                          <a:ext cx="1920" cy="5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52" name="Rectangle 26"/>
            <p:cNvSpPr>
              <a:spLocks noChangeArrowheads="1"/>
            </p:cNvSpPr>
            <p:nvPr/>
          </p:nvSpPr>
          <p:spPr bwMode="auto">
            <a:xfrm>
              <a:off x="1816" y="94"/>
              <a:ext cx="46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与</a:t>
              </a:r>
              <a:r>
                <a:rPr lang="zh-CN" altLang="en-US" sz="28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239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0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8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80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80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autoUpdateAnimBg="0"/>
      <p:bldP spid="80899" grpId="0" autoUpdateAnimBg="0"/>
      <p:bldP spid="80918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"/>
          <p:cNvGrpSpPr>
            <a:grpSpLocks/>
          </p:cNvGrpSpPr>
          <p:nvPr/>
        </p:nvGrpSpPr>
        <p:grpSpPr bwMode="auto">
          <a:xfrm>
            <a:off x="1717189" y="4134953"/>
            <a:ext cx="9097347" cy="2403959"/>
            <a:chOff x="469" y="480"/>
            <a:chExt cx="5341" cy="4118"/>
          </a:xfrm>
        </p:grpSpPr>
        <p:sp>
          <p:nvSpPr>
            <p:cNvPr id="25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2011607" y="982504"/>
            <a:ext cx="69749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cs typeface="Times New Roman" panose="02020603050405020304" pitchFamily="18" charset="0"/>
              </a:rPr>
              <a:t>为书写简便起见</a:t>
            </a:r>
            <a:r>
              <a:rPr lang="en-US" altLang="zh-CN" sz="2800" b="1" dirty="0">
                <a:cs typeface="Times New Roman" panose="02020603050405020304" pitchFamily="18" charset="0"/>
              </a:rPr>
              <a:t>,  </a:t>
            </a:r>
            <a:r>
              <a:rPr lang="zh-CN" altLang="en-US" sz="2800" b="1" dirty="0">
                <a:cs typeface="Times New Roman" panose="02020603050405020304" pitchFamily="18" charset="0"/>
              </a:rPr>
              <a:t>今后将上述两个积分写作</a:t>
            </a:r>
            <a:endParaRPr lang="zh-CN" altLang="en-US" sz="2400" b="1" dirty="0"/>
          </a:p>
        </p:txBody>
      </p:sp>
      <p:grpSp>
        <p:nvGrpSpPr>
          <p:cNvPr id="81923" name="Group 3"/>
          <p:cNvGrpSpPr>
            <a:grpSpLocks/>
          </p:cNvGrpSpPr>
          <p:nvPr/>
        </p:nvGrpSpPr>
        <p:grpSpPr bwMode="auto">
          <a:xfrm>
            <a:off x="2638426" y="1502741"/>
            <a:ext cx="6673850" cy="698500"/>
            <a:chOff x="0" y="0"/>
            <a:chExt cx="4204" cy="440"/>
          </a:xfrm>
        </p:grpSpPr>
        <p:graphicFrame>
          <p:nvGraphicFramePr>
            <p:cNvPr id="36885" name="Object 4"/>
            <p:cNvGraphicFramePr>
              <a:graphicFrameLocks noChangeAspect="1"/>
            </p:cNvGraphicFramePr>
            <p:nvPr/>
          </p:nvGraphicFramePr>
          <p:xfrm>
            <a:off x="0" y="8"/>
            <a:ext cx="1638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603500" imgH="685800" progId="Equation.DSMT4">
                    <p:embed/>
                  </p:oleObj>
                </mc:Choice>
                <mc:Fallback>
                  <p:oleObj r:id="rId2" imgW="2603500" imgH="685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8"/>
                          <a:ext cx="1638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86" name="Object 5"/>
            <p:cNvGraphicFramePr>
              <a:graphicFrameLocks noChangeAspect="1"/>
            </p:cNvGraphicFramePr>
            <p:nvPr/>
          </p:nvGraphicFramePr>
          <p:xfrm>
            <a:off x="2470" y="0"/>
            <a:ext cx="1734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755900" imgH="685800" progId="Equation.DSMT4">
                    <p:embed/>
                  </p:oleObj>
                </mc:Choice>
                <mc:Fallback>
                  <p:oleObj r:id="rId4" imgW="2755900" imgH="685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0" y="0"/>
                          <a:ext cx="1734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7" name="Rectangle 6"/>
            <p:cNvSpPr>
              <a:spLocks noChangeArrowheads="1"/>
            </p:cNvSpPr>
            <p:nvPr/>
          </p:nvSpPr>
          <p:spPr bwMode="auto">
            <a:xfrm>
              <a:off x="1802" y="88"/>
              <a:ext cx="46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与 </a:t>
              </a:r>
              <a:endParaRPr lang="zh-CN" altLang="en-US" sz="2400" b="1" dirty="0"/>
            </a:p>
          </p:txBody>
        </p:sp>
      </p:grpSp>
      <p:grpSp>
        <p:nvGrpSpPr>
          <p:cNvPr id="81927" name="Group 7"/>
          <p:cNvGrpSpPr>
            <a:grpSpLocks/>
          </p:cNvGrpSpPr>
          <p:nvPr/>
        </p:nvGrpSpPr>
        <p:grpSpPr bwMode="auto">
          <a:xfrm>
            <a:off x="2076819" y="2259146"/>
            <a:ext cx="8093075" cy="544513"/>
            <a:chOff x="0" y="0"/>
            <a:chExt cx="5098" cy="343"/>
          </a:xfrm>
        </p:grpSpPr>
        <p:sp>
          <p:nvSpPr>
            <p:cNvPr id="36882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10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前者表示</a:t>
              </a:r>
              <a:endParaRPr lang="zh-CN" altLang="en-US" sz="2400" b="1" dirty="0"/>
            </a:p>
          </p:txBody>
        </p:sp>
        <p:graphicFrame>
          <p:nvGraphicFramePr>
            <p:cNvPr id="36883" name="Object 9"/>
            <p:cNvGraphicFramePr>
              <a:graphicFrameLocks noChangeAspect="1"/>
            </p:cNvGraphicFramePr>
            <p:nvPr/>
          </p:nvGraphicFramePr>
          <p:xfrm>
            <a:off x="960" y="61"/>
            <a:ext cx="73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169923" imgH="394213" progId="Equation.DSMT4">
                    <p:embed/>
                  </p:oleObj>
                </mc:Choice>
                <mc:Fallback>
                  <p:oleObj r:id="rId6" imgW="1169923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61"/>
                          <a:ext cx="73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4" name="Rectangle 10"/>
            <p:cNvSpPr>
              <a:spLocks noChangeArrowheads="1"/>
            </p:cNvSpPr>
            <p:nvPr/>
          </p:nvSpPr>
          <p:spPr bwMode="auto">
            <a:xfrm>
              <a:off x="1603" y="13"/>
              <a:ext cx="349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先对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 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求积然后对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i="1" dirty="0"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求积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,  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后者则</a:t>
              </a:r>
              <a:endParaRPr lang="zh-CN" altLang="en-US" sz="2400" b="1" dirty="0"/>
            </a:p>
          </p:txBody>
        </p:sp>
      </p:grpSp>
      <p:sp>
        <p:nvSpPr>
          <p:cNvPr id="81931" name="Rectangle 11"/>
          <p:cNvSpPr>
            <a:spLocks noChangeArrowheads="1"/>
          </p:cNvSpPr>
          <p:nvPr/>
        </p:nvSpPr>
        <p:spPr bwMode="auto">
          <a:xfrm>
            <a:off x="2076819" y="2880630"/>
            <a:ext cx="65870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cs typeface="Times New Roman" panose="02020603050405020304" pitchFamily="18" charset="0"/>
              </a:rPr>
              <a:t>表示求积顺序相反</a:t>
            </a:r>
            <a:r>
              <a:rPr lang="en-US" altLang="zh-CN" sz="2800" b="1" dirty="0">
                <a:cs typeface="Times New Roman" panose="02020603050405020304" pitchFamily="18" charset="0"/>
              </a:rPr>
              <a:t>. </a:t>
            </a:r>
            <a:r>
              <a:rPr lang="zh-CN" altLang="en-US" sz="2800" b="1" dirty="0">
                <a:cs typeface="Times New Roman" panose="02020603050405020304" pitchFamily="18" charset="0"/>
              </a:rPr>
              <a:t>它们统称为累次积分</a:t>
            </a:r>
            <a:r>
              <a:rPr lang="en-US" altLang="zh-CN" sz="2800" b="1" dirty="0"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81932" name="Group 12"/>
          <p:cNvGrpSpPr>
            <a:grpSpLocks/>
          </p:cNvGrpSpPr>
          <p:nvPr/>
        </p:nvGrpSpPr>
        <p:grpSpPr bwMode="auto">
          <a:xfrm>
            <a:off x="2127129" y="3506954"/>
            <a:ext cx="7970838" cy="561976"/>
            <a:chOff x="0" y="0"/>
            <a:chExt cx="5021" cy="354"/>
          </a:xfrm>
        </p:grpSpPr>
        <p:sp>
          <p:nvSpPr>
            <p:cNvPr id="36879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在</a:t>
              </a:r>
              <a:endParaRPr lang="zh-CN" altLang="en-US" sz="2400" b="1" dirty="0"/>
            </a:p>
          </p:txBody>
        </p:sp>
        <p:graphicFrame>
          <p:nvGraphicFramePr>
            <p:cNvPr id="36880" name="Object 14"/>
            <p:cNvGraphicFramePr>
              <a:graphicFrameLocks noChangeAspect="1"/>
            </p:cNvGraphicFramePr>
            <p:nvPr/>
          </p:nvGraphicFramePr>
          <p:xfrm>
            <a:off x="275" y="64"/>
            <a:ext cx="73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169923" imgH="394213" progId="Equation.DSMT4">
                    <p:embed/>
                  </p:oleObj>
                </mc:Choice>
                <mc:Fallback>
                  <p:oleObj r:id="rId8" imgW="1169923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" y="64"/>
                          <a:ext cx="73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1" name="Rectangle 15"/>
            <p:cNvSpPr>
              <a:spLocks noChangeArrowheads="1"/>
            </p:cNvSpPr>
            <p:nvPr/>
          </p:nvSpPr>
          <p:spPr bwMode="auto">
            <a:xfrm>
              <a:off x="917" y="24"/>
              <a:ext cx="410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连续性假设下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,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累次积分与求积顺序无关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.</a:t>
              </a:r>
              <a:endParaRPr lang="en-US" altLang="zh-CN" sz="2400" b="1" dirty="0"/>
            </a:p>
          </p:txBody>
        </p:sp>
      </p:grpSp>
      <p:grpSp>
        <p:nvGrpSpPr>
          <p:cNvPr id="81936" name="Group 16"/>
          <p:cNvGrpSpPr>
            <a:grpSpLocks/>
          </p:cNvGrpSpPr>
          <p:nvPr/>
        </p:nvGrpSpPr>
        <p:grpSpPr bwMode="auto">
          <a:xfrm>
            <a:off x="2114551" y="4348821"/>
            <a:ext cx="7773988" cy="544513"/>
            <a:chOff x="29" y="0"/>
            <a:chExt cx="4897" cy="343"/>
          </a:xfrm>
        </p:grpSpPr>
        <p:graphicFrame>
          <p:nvGraphicFramePr>
            <p:cNvPr id="36874" name="Object 17"/>
            <p:cNvGraphicFramePr>
              <a:graphicFrameLocks noChangeAspect="1"/>
            </p:cNvGraphicFramePr>
            <p:nvPr/>
          </p:nvGraphicFramePr>
          <p:xfrm>
            <a:off x="1212" y="61"/>
            <a:ext cx="73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169923" imgH="394213" progId="Equation.DSMT4">
                    <p:embed/>
                  </p:oleObj>
                </mc:Choice>
                <mc:Fallback>
                  <p:oleObj r:id="rId9" imgW="1169923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2" y="61"/>
                          <a:ext cx="73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5" name="Object 18"/>
            <p:cNvGraphicFramePr>
              <a:graphicFrameLocks noChangeAspect="1"/>
            </p:cNvGraphicFramePr>
            <p:nvPr/>
          </p:nvGraphicFramePr>
          <p:xfrm>
            <a:off x="3082" y="72"/>
            <a:ext cx="151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2414048" imgH="393871" progId="Equation.DSMT4">
                    <p:embed/>
                  </p:oleObj>
                </mc:Choice>
                <mc:Fallback>
                  <p:oleObj r:id="rId10" imgW="2414048" imgH="39387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2" y="72"/>
                          <a:ext cx="151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6" name="Rectangle 19"/>
            <p:cNvSpPr>
              <a:spLocks noChangeArrowheads="1"/>
            </p:cNvSpPr>
            <p:nvPr/>
          </p:nvSpPr>
          <p:spPr bwMode="auto">
            <a:xfrm>
              <a:off x="29" y="0"/>
              <a:ext cx="123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panose="02010600030101010101" pitchFamily="2" charset="-122"/>
                  <a:cs typeface="Times New Roman" panose="02020603050405020304" pitchFamily="18" charset="0"/>
                </a:rPr>
                <a:t>定理</a:t>
              </a:r>
              <a:r>
                <a:rPr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3.6</a:t>
              </a:r>
              <a:r>
                <a:rPr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Times New Roman" panose="02020603050405020304" pitchFamily="18" charset="0"/>
                </a:rPr>
                <a:t> 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endParaRPr lang="zh-CN" altLang="en-US" sz="2400" b="1" dirty="0"/>
            </a:p>
          </p:txBody>
        </p:sp>
        <p:sp>
          <p:nvSpPr>
            <p:cNvPr id="36877" name="Rectangle 20"/>
            <p:cNvSpPr>
              <a:spLocks noChangeArrowheads="1"/>
            </p:cNvSpPr>
            <p:nvPr/>
          </p:nvSpPr>
          <p:spPr bwMode="auto">
            <a:xfrm>
              <a:off x="1881" y="0"/>
              <a:ext cx="12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在矩形区域</a:t>
              </a:r>
              <a:endParaRPr lang="zh-CN" altLang="en-US" sz="2400" b="1" dirty="0"/>
            </a:p>
          </p:txBody>
        </p:sp>
        <p:sp>
          <p:nvSpPr>
            <p:cNvPr id="36878" name="Rectangle 21"/>
            <p:cNvSpPr>
              <a:spLocks noChangeArrowheads="1"/>
            </p:cNvSpPr>
            <p:nvPr/>
          </p:nvSpPr>
          <p:spPr bwMode="auto">
            <a:xfrm>
              <a:off x="4563" y="16"/>
              <a:ext cx="36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上</a:t>
              </a:r>
              <a:r>
                <a:rPr lang="zh-CN" altLang="en-US" sz="11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81942" name="Rectangle 22"/>
          <p:cNvSpPr>
            <a:spLocks noChangeArrowheads="1"/>
          </p:cNvSpPr>
          <p:nvPr/>
        </p:nvSpPr>
        <p:spPr bwMode="auto">
          <a:xfrm>
            <a:off x="2155825" y="4789755"/>
            <a:ext cx="157286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cs typeface="Times New Roman" panose="02020603050405020304" pitchFamily="18" charset="0"/>
              </a:rPr>
              <a:t>连续</a:t>
            </a:r>
            <a:r>
              <a:rPr lang="en-US" altLang="zh-CN" sz="2800" b="1" dirty="0">
                <a:cs typeface="Times New Roman" panose="02020603050405020304" pitchFamily="18" charset="0"/>
              </a:rPr>
              <a:t>, </a:t>
            </a:r>
            <a:r>
              <a:rPr lang="zh-CN" altLang="en-US" sz="2800" b="1" dirty="0">
                <a:cs typeface="Times New Roman" panose="02020603050405020304" pitchFamily="18" charset="0"/>
              </a:rPr>
              <a:t>则</a:t>
            </a:r>
            <a:r>
              <a:rPr lang="zh-CN" altLang="en-US" sz="3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</p:txBody>
      </p:sp>
      <p:graphicFrame>
        <p:nvGraphicFramePr>
          <p:cNvPr id="8194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0580040"/>
              </p:ext>
            </p:extLst>
          </p:nvPr>
        </p:nvGraphicFramePr>
        <p:xfrm>
          <a:off x="3185992" y="5587999"/>
          <a:ext cx="69119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6908800" imgH="685800" progId="Equation.DSMT4">
                  <p:embed/>
                </p:oleObj>
              </mc:Choice>
              <mc:Fallback>
                <p:oleObj r:id="rId12" imgW="69088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5992" y="5587999"/>
                        <a:ext cx="691197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066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8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8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81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2" grpId="0" autoUpdateAnimBg="0"/>
      <p:bldP spid="81931" grpId="0" autoUpdateAnimBg="0"/>
      <p:bldP spid="81942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946" name="Group 2"/>
          <p:cNvGrpSpPr>
            <a:grpSpLocks noChangeAspect="1"/>
          </p:cNvGrpSpPr>
          <p:nvPr/>
        </p:nvGrpSpPr>
        <p:grpSpPr bwMode="auto">
          <a:xfrm>
            <a:off x="2218670" y="1632104"/>
            <a:ext cx="7854950" cy="693737"/>
            <a:chOff x="0" y="0"/>
            <a:chExt cx="4948" cy="437"/>
          </a:xfrm>
        </p:grpSpPr>
        <p:graphicFrame>
          <p:nvGraphicFramePr>
            <p:cNvPr id="37908" name="Object 3"/>
            <p:cNvGraphicFramePr>
              <a:graphicFrameLocks noChangeAspect="1"/>
            </p:cNvGraphicFramePr>
            <p:nvPr/>
          </p:nvGraphicFramePr>
          <p:xfrm>
            <a:off x="0" y="5"/>
            <a:ext cx="2442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3873500" imgH="685800" progId="Equation.DSMT4">
                    <p:embed/>
                  </p:oleObj>
                </mc:Choice>
                <mc:Fallback>
                  <p:oleObj r:id="rId2" imgW="3873500" imgH="685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5"/>
                          <a:ext cx="2442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9" name="Object 4"/>
            <p:cNvGraphicFramePr>
              <a:graphicFrameLocks noChangeAspect="1"/>
            </p:cNvGraphicFramePr>
            <p:nvPr/>
          </p:nvGraphicFramePr>
          <p:xfrm>
            <a:off x="2494" y="0"/>
            <a:ext cx="2454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3898900" imgH="685800" progId="Equation.DSMT4">
                    <p:embed/>
                  </p:oleObj>
                </mc:Choice>
                <mc:Fallback>
                  <p:oleObj r:id="rId4" imgW="3898900" imgH="685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4" y="0"/>
                          <a:ext cx="2454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1958518" y="1030615"/>
            <a:ext cx="189667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证</a:t>
            </a:r>
            <a:r>
              <a:rPr lang="zh-CN" altLang="en-US" sz="2800" b="1" dirty="0">
                <a:solidFill>
                  <a:srgbClr val="0000FF"/>
                </a:solidFill>
                <a:cs typeface="Times New Roman" panose="02020603050405020304" pitchFamily="18" charset="0"/>
              </a:rPr>
              <a:t>  </a:t>
            </a:r>
            <a:r>
              <a:rPr lang="zh-CN" altLang="en-US" sz="2800" b="1" dirty="0">
                <a:cs typeface="Times New Roman" panose="02020603050405020304" pitchFamily="18" charset="0"/>
              </a:rPr>
              <a:t>记</a:t>
            </a:r>
            <a:r>
              <a:rPr lang="zh-CN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       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829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3903934"/>
              </p:ext>
            </p:extLst>
          </p:nvPr>
        </p:nvGraphicFramePr>
        <p:xfrm>
          <a:off x="3855192" y="3037378"/>
          <a:ext cx="40767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076700" imgH="850900" progId="Equation.DSMT4">
                  <p:embed/>
                </p:oleObj>
              </mc:Choice>
              <mc:Fallback>
                <p:oleObj r:id="rId6" imgW="4076700" imgH="850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5192" y="3037378"/>
                        <a:ext cx="4076700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951" name="Group 7"/>
          <p:cNvGrpSpPr>
            <a:grpSpLocks/>
          </p:cNvGrpSpPr>
          <p:nvPr/>
        </p:nvGrpSpPr>
        <p:grpSpPr bwMode="auto">
          <a:xfrm>
            <a:off x="1942445" y="2432844"/>
            <a:ext cx="7569200" cy="536575"/>
            <a:chOff x="0" y="0"/>
            <a:chExt cx="4768" cy="338"/>
          </a:xfrm>
        </p:grpSpPr>
        <p:graphicFrame>
          <p:nvGraphicFramePr>
            <p:cNvPr id="37906" name="Object 8"/>
            <p:cNvGraphicFramePr>
              <a:graphicFrameLocks noChangeAspect="1"/>
            </p:cNvGraphicFramePr>
            <p:nvPr/>
          </p:nvGraphicFramePr>
          <p:xfrm>
            <a:off x="528" y="56"/>
            <a:ext cx="4240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6728080" imgH="444307" progId="Equation.DSMT4">
                    <p:embed/>
                  </p:oleObj>
                </mc:Choice>
                <mc:Fallback>
                  <p:oleObj r:id="rId8" imgW="6728080" imgH="44430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56"/>
                          <a:ext cx="4240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07" name="Rectangle 9"/>
            <p:cNvSpPr>
              <a:spLocks noChangeArrowheads="1"/>
            </p:cNvSpPr>
            <p:nvPr/>
          </p:nvSpPr>
          <p:spPr bwMode="auto">
            <a:xfrm>
              <a:off x="0" y="0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其中</a:t>
              </a:r>
              <a:endParaRPr lang="zh-CN" altLang="en-US" sz="2400" b="1" dirty="0"/>
            </a:p>
          </p:txBody>
        </p:sp>
      </p:grpSp>
      <p:sp>
        <p:nvSpPr>
          <p:cNvPr id="37894" name="Rectangle 10"/>
          <p:cNvSpPr>
            <a:spLocks noChangeArrowheads="1"/>
          </p:cNvSpPr>
          <p:nvPr/>
        </p:nvSpPr>
        <p:spPr bwMode="auto">
          <a:xfrm>
            <a:off x="6003635" y="3489326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4800">
              <a:solidFill>
                <a:srgbClr val="FF0000"/>
              </a:solidFill>
            </a:endParaRPr>
          </a:p>
        </p:txBody>
      </p:sp>
      <p:graphicFrame>
        <p:nvGraphicFramePr>
          <p:cNvPr id="8295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7427623"/>
              </p:ext>
            </p:extLst>
          </p:nvPr>
        </p:nvGraphicFramePr>
        <p:xfrm>
          <a:off x="4632326" y="4930775"/>
          <a:ext cx="32607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263900" imgH="685800" progId="Equation.DSMT4">
                  <p:embed/>
                </p:oleObj>
              </mc:Choice>
              <mc:Fallback>
                <p:oleObj r:id="rId10" imgW="32639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2326" y="4930775"/>
                        <a:ext cx="32607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956" name="Group 12"/>
          <p:cNvGrpSpPr>
            <a:grpSpLocks/>
          </p:cNvGrpSpPr>
          <p:nvPr/>
        </p:nvGrpSpPr>
        <p:grpSpPr bwMode="auto">
          <a:xfrm>
            <a:off x="2117725" y="4110038"/>
            <a:ext cx="6715125" cy="685800"/>
            <a:chOff x="0" y="0"/>
            <a:chExt cx="4230" cy="432"/>
          </a:xfrm>
        </p:grpSpPr>
        <p:graphicFrame>
          <p:nvGraphicFramePr>
            <p:cNvPr id="37903" name="Object 13"/>
            <p:cNvGraphicFramePr>
              <a:graphicFrameLocks noChangeAspect="1"/>
            </p:cNvGraphicFramePr>
            <p:nvPr/>
          </p:nvGraphicFramePr>
          <p:xfrm>
            <a:off x="491" y="0"/>
            <a:ext cx="3118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4953000" imgH="685800" progId="Equation.DSMT4">
                    <p:embed/>
                  </p:oleObj>
                </mc:Choice>
                <mc:Fallback>
                  <p:oleObj r:id="rId12" imgW="4953000" imgH="685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" y="0"/>
                          <a:ext cx="3118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04" name="Rectangle 14"/>
            <p:cNvSpPr>
              <a:spLocks noChangeArrowheads="1"/>
            </p:cNvSpPr>
            <p:nvPr/>
          </p:nvSpPr>
          <p:spPr bwMode="auto">
            <a:xfrm>
              <a:off x="0" y="21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对于</a:t>
              </a:r>
              <a:endParaRPr lang="zh-CN" altLang="en-US" sz="2400" b="1" dirty="0"/>
            </a:p>
          </p:txBody>
        </p:sp>
        <p:sp>
          <p:nvSpPr>
            <p:cNvPr id="37905" name="Rectangle 15"/>
            <p:cNvSpPr>
              <a:spLocks noChangeArrowheads="1"/>
            </p:cNvSpPr>
            <p:nvPr/>
          </p:nvSpPr>
          <p:spPr bwMode="auto">
            <a:xfrm>
              <a:off x="3599" y="38"/>
              <a:ext cx="63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则有</a:t>
              </a:r>
              <a:endParaRPr lang="zh-CN" altLang="en-US" sz="2400" b="1" dirty="0"/>
            </a:p>
          </p:txBody>
        </p:sp>
      </p:grpSp>
      <p:grpSp>
        <p:nvGrpSpPr>
          <p:cNvPr id="82960" name="Group 16"/>
          <p:cNvGrpSpPr>
            <a:grpSpLocks/>
          </p:cNvGrpSpPr>
          <p:nvPr/>
        </p:nvGrpSpPr>
        <p:grpSpPr bwMode="auto">
          <a:xfrm>
            <a:off x="2117725" y="5608638"/>
            <a:ext cx="9374189" cy="717549"/>
            <a:chOff x="0" y="0"/>
            <a:chExt cx="5905" cy="452"/>
          </a:xfrm>
        </p:grpSpPr>
        <p:graphicFrame>
          <p:nvGraphicFramePr>
            <p:cNvPr id="37898" name="Object 17"/>
            <p:cNvGraphicFramePr>
              <a:graphicFrameLocks noChangeAspect="1"/>
            </p:cNvGraphicFramePr>
            <p:nvPr/>
          </p:nvGraphicFramePr>
          <p:xfrm>
            <a:off x="511" y="90"/>
            <a:ext cx="766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220790" imgH="394213" progId="Equation.DSMT4">
                    <p:embed/>
                  </p:oleObj>
                </mc:Choice>
                <mc:Fallback>
                  <p:oleObj r:id="rId14" imgW="1220790" imgH="3942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" y="90"/>
                          <a:ext cx="766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899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6257182"/>
                </p:ext>
              </p:extLst>
            </p:nvPr>
          </p:nvGraphicFramePr>
          <p:xfrm>
            <a:off x="1529" y="69"/>
            <a:ext cx="1770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806560" imgH="431640" progId="Equation.DSMT4">
                    <p:embed/>
                  </p:oleObj>
                </mc:Choice>
                <mc:Fallback>
                  <p:oleObj name="Equation" r:id="rId16" imgW="280656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9" y="69"/>
                          <a:ext cx="1770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00" name="Rectangle 19"/>
            <p:cNvSpPr>
              <a:spLocks noChangeArrowheads="1"/>
            </p:cNvSpPr>
            <p:nvPr/>
          </p:nvSpPr>
          <p:spPr bwMode="auto">
            <a:xfrm>
              <a:off x="0" y="0"/>
              <a:ext cx="6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因为</a:t>
              </a:r>
              <a:r>
                <a:rPr lang="zh-CN" altLang="en-US" sz="2800" dirty="0">
                  <a:solidFill>
                    <a:srgbClr val="FF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37901" name="Rectangle 20"/>
            <p:cNvSpPr>
              <a:spLocks noChangeArrowheads="1"/>
            </p:cNvSpPr>
            <p:nvPr/>
          </p:nvSpPr>
          <p:spPr bwMode="auto">
            <a:xfrm>
              <a:off x="1243" y="16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endParaRPr lang="zh-CN" altLang="en-US" sz="2400" b="1" dirty="0"/>
            </a:p>
          </p:txBody>
        </p:sp>
        <p:sp>
          <p:nvSpPr>
            <p:cNvPr id="37902" name="Rectangle 21"/>
            <p:cNvSpPr>
              <a:spLocks noChangeArrowheads="1"/>
            </p:cNvSpPr>
            <p:nvPr/>
          </p:nvSpPr>
          <p:spPr bwMode="auto">
            <a:xfrm>
              <a:off x="3228" y="16"/>
              <a:ext cx="2677" cy="4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都在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上连续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,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由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定理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3.3,       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zh-CN" altLang="en-US" sz="2400" b="1" dirty="0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21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8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82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9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970" name="Object 2"/>
          <p:cNvGraphicFramePr>
            <a:graphicFrameLocks noChangeAspect="1"/>
          </p:cNvGraphicFramePr>
          <p:nvPr/>
        </p:nvGraphicFramePr>
        <p:xfrm>
          <a:off x="3735389" y="3629026"/>
          <a:ext cx="44481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445000" imgH="444500" progId="Equation.DSMT4">
                  <p:embed/>
                </p:oleObj>
              </mc:Choice>
              <mc:Fallback>
                <p:oleObj r:id="rId2" imgW="44450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5389" y="3629026"/>
                        <a:ext cx="444817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1608080"/>
              </p:ext>
            </p:extLst>
          </p:nvPr>
        </p:nvGraphicFramePr>
        <p:xfrm>
          <a:off x="2138364" y="1178718"/>
          <a:ext cx="58293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829120" imgH="850680" progId="Equation.DSMT4">
                  <p:embed/>
                </p:oleObj>
              </mc:Choice>
              <mc:Fallback>
                <p:oleObj name="Equation" r:id="rId4" imgW="582912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8364" y="1178718"/>
                        <a:ext cx="5829300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2" name="Object 4"/>
          <p:cNvGraphicFramePr>
            <a:graphicFrameLocks noChangeAspect="1"/>
          </p:cNvGraphicFramePr>
          <p:nvPr/>
        </p:nvGraphicFramePr>
        <p:xfrm>
          <a:off x="4154489" y="2133600"/>
          <a:ext cx="33496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352800" imgH="685800" progId="Equation.DSMT4">
                  <p:embed/>
                </p:oleObj>
              </mc:Choice>
              <mc:Fallback>
                <p:oleObj r:id="rId6" imgW="33528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4489" y="2133600"/>
                        <a:ext cx="33496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3974" name="Group 6"/>
          <p:cNvGrpSpPr>
            <a:grpSpLocks/>
          </p:cNvGrpSpPr>
          <p:nvPr/>
        </p:nvGrpSpPr>
        <p:grpSpPr bwMode="auto">
          <a:xfrm>
            <a:off x="2106612" y="2924176"/>
            <a:ext cx="7011988" cy="538163"/>
            <a:chOff x="-5" y="0"/>
            <a:chExt cx="4417" cy="339"/>
          </a:xfrm>
        </p:grpSpPr>
        <p:graphicFrame>
          <p:nvGraphicFramePr>
            <p:cNvPr id="38928" name="Object 7"/>
            <p:cNvGraphicFramePr>
              <a:graphicFrameLocks noChangeAspect="1"/>
            </p:cNvGraphicFramePr>
            <p:nvPr/>
          </p:nvGraphicFramePr>
          <p:xfrm>
            <a:off x="510" y="69"/>
            <a:ext cx="1296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2058293" imgH="431987" progId="Equation.DSMT4">
                    <p:embed/>
                  </p:oleObj>
                </mc:Choice>
                <mc:Fallback>
                  <p:oleObj r:id="rId8" imgW="2058293" imgH="43198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" y="69"/>
                          <a:ext cx="1296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29" name="Object 8"/>
            <p:cNvGraphicFramePr>
              <a:graphicFrameLocks noChangeAspect="1"/>
            </p:cNvGraphicFramePr>
            <p:nvPr/>
          </p:nvGraphicFramePr>
          <p:xfrm>
            <a:off x="3059" y="64"/>
            <a:ext cx="930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473840" imgH="393871" progId="Equation.DSMT4">
                    <p:embed/>
                  </p:oleObj>
                </mc:Choice>
                <mc:Fallback>
                  <p:oleObj r:id="rId10" imgW="1473840" imgH="39387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9" y="64"/>
                          <a:ext cx="930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30" name="Rectangle 9"/>
            <p:cNvSpPr>
              <a:spLocks noChangeArrowheads="1"/>
            </p:cNvSpPr>
            <p:nvPr/>
          </p:nvSpPr>
          <p:spPr bwMode="auto">
            <a:xfrm>
              <a:off x="-5" y="0"/>
              <a:ext cx="63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故得</a:t>
              </a:r>
              <a:r>
                <a:rPr lang="zh-CN" altLang="en-US" sz="28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38931" name="Rectangle 10"/>
            <p:cNvSpPr>
              <a:spLocks noChangeArrowheads="1"/>
            </p:cNvSpPr>
            <p:nvPr/>
          </p:nvSpPr>
          <p:spPr bwMode="auto">
            <a:xfrm>
              <a:off x="1824" y="7"/>
              <a:ext cx="131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因此对一切 </a:t>
              </a:r>
              <a:endParaRPr lang="zh-CN" altLang="en-US" sz="2400" b="1" dirty="0"/>
            </a:p>
          </p:txBody>
        </p:sp>
        <p:sp>
          <p:nvSpPr>
            <p:cNvPr id="38932" name="Rectangle 11"/>
            <p:cNvSpPr>
              <a:spLocks noChangeArrowheads="1"/>
            </p:cNvSpPr>
            <p:nvPr/>
          </p:nvSpPr>
          <p:spPr bwMode="auto">
            <a:xfrm>
              <a:off x="4007" y="0"/>
              <a:ext cx="40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有</a:t>
              </a:r>
              <a:r>
                <a:rPr lang="zh-CN" altLang="en-US" sz="28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83980" name="Object 12"/>
          <p:cNvGraphicFramePr>
            <a:graphicFrameLocks noChangeAspect="1"/>
          </p:cNvGraphicFramePr>
          <p:nvPr/>
        </p:nvGraphicFramePr>
        <p:xfrm>
          <a:off x="4141789" y="4941889"/>
          <a:ext cx="38258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821042" imgH="431613" progId="Equation.DSMT4">
                  <p:embed/>
                </p:oleObj>
              </mc:Choice>
              <mc:Fallback>
                <p:oleObj r:id="rId12" imgW="3821042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1789" y="4941889"/>
                        <a:ext cx="38258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3981" name="Group 13"/>
          <p:cNvGrpSpPr>
            <a:grpSpLocks/>
          </p:cNvGrpSpPr>
          <p:nvPr/>
        </p:nvGrpSpPr>
        <p:grpSpPr bwMode="auto">
          <a:xfrm>
            <a:off x="2028826" y="4208464"/>
            <a:ext cx="7165974" cy="533399"/>
            <a:chOff x="-41" y="0"/>
            <a:chExt cx="4514" cy="336"/>
          </a:xfrm>
        </p:grpSpPr>
        <p:sp>
          <p:nvSpPr>
            <p:cNvPr id="38924" name="Rectangle 14"/>
            <p:cNvSpPr>
              <a:spLocks noChangeArrowheads="1"/>
            </p:cNvSpPr>
            <p:nvPr/>
          </p:nvSpPr>
          <p:spPr bwMode="auto">
            <a:xfrm>
              <a:off x="-41" y="6"/>
              <a:ext cx="132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当</a:t>
              </a:r>
              <a:r>
                <a:rPr lang="zh-CN" altLang="en-US" sz="2800" b="1" i="1" dirty="0">
                  <a:cs typeface="Times New Roman" panose="02020603050405020304" pitchFamily="18" charset="0"/>
                </a:rPr>
                <a:t>          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时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,</a:t>
              </a:r>
              <a:r>
                <a:rPr lang="en-US" altLang="zh-CN" sz="28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endParaRPr lang="en-US" altLang="zh-CN" sz="2400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38925" name="Object 15"/>
            <p:cNvGraphicFramePr>
              <a:graphicFrameLocks noChangeAspect="1"/>
            </p:cNvGraphicFramePr>
            <p:nvPr/>
          </p:nvGraphicFramePr>
          <p:xfrm>
            <a:off x="1178" y="46"/>
            <a:ext cx="2696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4278043" imgH="444307" progId="Equation.DSMT4">
                    <p:embed/>
                  </p:oleObj>
                </mc:Choice>
                <mc:Fallback>
                  <p:oleObj r:id="rId14" imgW="4278043" imgH="44430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8" y="46"/>
                          <a:ext cx="2696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26" name="Rectangle 16"/>
            <p:cNvSpPr>
              <a:spLocks noChangeArrowheads="1"/>
            </p:cNvSpPr>
            <p:nvPr/>
          </p:nvSpPr>
          <p:spPr bwMode="auto">
            <a:xfrm>
              <a:off x="3907" y="0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即得</a:t>
              </a:r>
              <a:endParaRPr lang="zh-CN" altLang="en-US" sz="2400" b="1" dirty="0"/>
            </a:p>
          </p:txBody>
        </p:sp>
        <p:graphicFrame>
          <p:nvGraphicFramePr>
            <p:cNvPr id="38927" name="Object 17"/>
            <p:cNvGraphicFramePr>
              <a:graphicFrameLocks noChangeAspect="1"/>
            </p:cNvGraphicFramePr>
            <p:nvPr/>
          </p:nvGraphicFramePr>
          <p:xfrm>
            <a:off x="347" y="94"/>
            <a:ext cx="49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788427" imgH="241615" progId="Equation.DSMT4">
                    <p:embed/>
                  </p:oleObj>
                </mc:Choice>
                <mc:Fallback>
                  <p:oleObj r:id="rId16" imgW="788427" imgH="24161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" y="94"/>
                          <a:ext cx="49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3986" name="Group 18"/>
          <p:cNvGrpSpPr>
            <a:grpSpLocks/>
          </p:cNvGrpSpPr>
          <p:nvPr/>
        </p:nvGrpSpPr>
        <p:grpSpPr bwMode="auto">
          <a:xfrm>
            <a:off x="2052638" y="5491163"/>
            <a:ext cx="5310188" cy="523874"/>
            <a:chOff x="-50" y="0"/>
            <a:chExt cx="3345" cy="330"/>
          </a:xfrm>
        </p:grpSpPr>
        <p:sp>
          <p:nvSpPr>
            <p:cNvPr id="38922" name="Rectangle 19"/>
            <p:cNvSpPr>
              <a:spLocks noChangeArrowheads="1"/>
            </p:cNvSpPr>
            <p:nvPr/>
          </p:nvSpPr>
          <p:spPr bwMode="auto">
            <a:xfrm>
              <a:off x="-50" y="0"/>
              <a:ext cx="334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cs typeface="Times New Roman" panose="02020603050405020304" pitchFamily="18" charset="0"/>
                </a:rPr>
                <a:t>取</a:t>
              </a:r>
              <a:r>
                <a:rPr lang="zh-CN" altLang="en-US" sz="2800" b="1" i="1" dirty="0">
                  <a:cs typeface="Times New Roman" panose="02020603050405020304" pitchFamily="18" charset="0"/>
                </a:rPr>
                <a:t>  </a:t>
              </a:r>
              <a:r>
                <a:rPr lang="zh-CN" altLang="en-US" sz="2800" i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       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就得到所要证明的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(8)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式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.</a:t>
              </a:r>
              <a:endParaRPr lang="en-US" altLang="zh-CN" sz="2400" b="1" dirty="0"/>
            </a:p>
          </p:txBody>
        </p:sp>
        <p:graphicFrame>
          <p:nvGraphicFramePr>
            <p:cNvPr id="38923" name="Object 20"/>
            <p:cNvGraphicFramePr>
              <a:graphicFrameLocks noChangeAspect="1"/>
            </p:cNvGraphicFramePr>
            <p:nvPr/>
          </p:nvGraphicFramePr>
          <p:xfrm>
            <a:off x="307" y="62"/>
            <a:ext cx="487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775373" imgH="317776" progId="Equation.DSMT4">
                    <p:embed/>
                  </p:oleObj>
                </mc:Choice>
                <mc:Fallback>
                  <p:oleObj r:id="rId18" imgW="775373" imgH="31777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" y="62"/>
                          <a:ext cx="487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428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83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83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83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94" name="Group 10"/>
          <p:cNvGrpSpPr>
            <a:grpSpLocks/>
          </p:cNvGrpSpPr>
          <p:nvPr/>
        </p:nvGrpSpPr>
        <p:grpSpPr bwMode="auto">
          <a:xfrm>
            <a:off x="2182814" y="1290142"/>
            <a:ext cx="5538787" cy="885825"/>
            <a:chOff x="-12" y="0"/>
            <a:chExt cx="3489" cy="558"/>
          </a:xfrm>
        </p:grpSpPr>
        <p:sp>
          <p:nvSpPr>
            <p:cNvPr id="39949" name="Rectangle 11"/>
            <p:cNvSpPr>
              <a:spLocks noChangeArrowheads="1"/>
            </p:cNvSpPr>
            <p:nvPr/>
          </p:nvSpPr>
          <p:spPr bwMode="auto">
            <a:xfrm>
              <a:off x="-12" y="118"/>
              <a:ext cx="75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Times New Roman" panose="02020603050405020304" pitchFamily="18" charset="0"/>
                </a:rPr>
                <a:t>例</a:t>
              </a:r>
              <a:r>
                <a:rPr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求</a:t>
              </a:r>
              <a:endParaRPr lang="zh-CN" altLang="en-US" sz="2400" b="1" dirty="0"/>
            </a:p>
          </p:txBody>
        </p:sp>
        <p:graphicFrame>
          <p:nvGraphicFramePr>
            <p:cNvPr id="39950" name="Object 12"/>
            <p:cNvGraphicFramePr>
              <a:graphicFrameLocks noChangeAspect="1"/>
            </p:cNvGraphicFramePr>
            <p:nvPr/>
          </p:nvGraphicFramePr>
          <p:xfrm>
            <a:off x="723" y="0"/>
            <a:ext cx="2754" cy="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368800" imgH="889000" progId="Equation.DSMT4">
                    <p:embed/>
                  </p:oleObj>
                </mc:Choice>
                <mc:Fallback>
                  <p:oleObj name="Equation" r:id="rId2" imgW="4368800" imgH="889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" y="0"/>
                          <a:ext cx="2754" cy="5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319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7834909"/>
              </p:ext>
            </p:extLst>
          </p:nvPr>
        </p:nvGraphicFramePr>
        <p:xfrm>
          <a:off x="4611689" y="3290846"/>
          <a:ext cx="2501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501900" imgH="685800" progId="Equation.DSMT4">
                  <p:embed/>
                </p:oleObj>
              </mc:Choice>
              <mc:Fallback>
                <p:oleObj r:id="rId4" imgW="25019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1689" y="3290846"/>
                        <a:ext cx="25019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3198" name="Group 14"/>
          <p:cNvGrpSpPr>
            <a:grpSpLocks/>
          </p:cNvGrpSpPr>
          <p:nvPr/>
        </p:nvGrpSpPr>
        <p:grpSpPr bwMode="auto">
          <a:xfrm>
            <a:off x="2198687" y="2251803"/>
            <a:ext cx="4962526" cy="885825"/>
            <a:chOff x="-9" y="0"/>
            <a:chExt cx="3126" cy="558"/>
          </a:xfrm>
        </p:grpSpPr>
        <p:graphicFrame>
          <p:nvGraphicFramePr>
            <p:cNvPr id="39947" name="Object 15"/>
            <p:cNvGraphicFramePr>
              <a:graphicFrameLocks noChangeAspect="1"/>
            </p:cNvGraphicFramePr>
            <p:nvPr/>
          </p:nvGraphicFramePr>
          <p:xfrm>
            <a:off x="883" y="0"/>
            <a:ext cx="2234" cy="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3543300" imgH="889000" progId="Equation.DSMT4">
                    <p:embed/>
                  </p:oleObj>
                </mc:Choice>
                <mc:Fallback>
                  <p:oleObj r:id="rId6" imgW="3543300" imgH="889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3" y="0"/>
                          <a:ext cx="2234" cy="5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48" name="Rectangle 16"/>
            <p:cNvSpPr>
              <a:spLocks noChangeArrowheads="1"/>
            </p:cNvSpPr>
            <p:nvPr/>
          </p:nvSpPr>
          <p:spPr bwMode="auto">
            <a:xfrm>
              <a:off x="-9" y="136"/>
              <a:ext cx="92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解 </a:t>
              </a:r>
              <a:r>
                <a:rPr lang="zh-CN" altLang="en-US" sz="2800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因为</a:t>
              </a:r>
              <a:endParaRPr lang="zh-CN" altLang="en-US" sz="2400" b="1" dirty="0"/>
            </a:p>
          </p:txBody>
        </p:sp>
      </p:grpSp>
      <p:grpSp>
        <p:nvGrpSpPr>
          <p:cNvPr id="93201" name="Group 17"/>
          <p:cNvGrpSpPr>
            <a:grpSpLocks/>
          </p:cNvGrpSpPr>
          <p:nvPr/>
        </p:nvGrpSpPr>
        <p:grpSpPr bwMode="auto">
          <a:xfrm>
            <a:off x="2182814" y="4099702"/>
            <a:ext cx="7847013" cy="554038"/>
            <a:chOff x="0" y="0"/>
            <a:chExt cx="4943" cy="349"/>
          </a:xfrm>
        </p:grpSpPr>
        <p:sp>
          <p:nvSpPr>
            <p:cNvPr id="39944" name="Rectangle 18"/>
            <p:cNvSpPr>
              <a:spLocks noChangeArrowheads="1"/>
            </p:cNvSpPr>
            <p:nvPr/>
          </p:nvSpPr>
          <p:spPr bwMode="auto">
            <a:xfrm>
              <a:off x="0" y="0"/>
              <a:ext cx="12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又由于函数</a:t>
              </a:r>
              <a:endParaRPr lang="zh-CN" altLang="en-US" sz="2400" b="1" dirty="0"/>
            </a:p>
          </p:txBody>
        </p:sp>
        <p:graphicFrame>
          <p:nvGraphicFramePr>
            <p:cNvPr id="39945" name="Object 19"/>
            <p:cNvGraphicFramePr>
              <a:graphicFrameLocks noChangeAspect="1"/>
            </p:cNvGraphicFramePr>
            <p:nvPr/>
          </p:nvGraphicFramePr>
          <p:xfrm>
            <a:off x="1180" y="32"/>
            <a:ext cx="1926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3060700" imgH="469900" progId="Equation.DSMT4">
                    <p:embed/>
                  </p:oleObj>
                </mc:Choice>
                <mc:Fallback>
                  <p:oleObj r:id="rId8" imgW="3060700" imgH="4699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0" y="32"/>
                          <a:ext cx="1926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46" name="Rectangle 20"/>
            <p:cNvSpPr>
              <a:spLocks noChangeArrowheads="1"/>
            </p:cNvSpPr>
            <p:nvPr/>
          </p:nvSpPr>
          <p:spPr bwMode="auto">
            <a:xfrm>
              <a:off x="3109" y="19"/>
              <a:ext cx="183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上满足定理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3.6 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的</a:t>
              </a:r>
              <a:r>
                <a:rPr lang="zh-CN" altLang="en-US" sz="1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zh-CN" altLang="en-US" sz="2400" b="1" dirty="0"/>
            </a:p>
          </p:txBody>
        </p:sp>
      </p:grp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2198687" y="4802515"/>
            <a:ext cx="479169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条件</a:t>
            </a:r>
            <a:r>
              <a:rPr lang="en-US" altLang="zh-CN" sz="2800" b="1" dirty="0">
                <a:cs typeface="Times New Roman" panose="02020603050405020304" pitchFamily="18" charset="0"/>
              </a:rPr>
              <a:t>,  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所以交换积分顺序得到</a:t>
            </a:r>
          </a:p>
        </p:txBody>
      </p:sp>
      <p:graphicFrame>
        <p:nvGraphicFramePr>
          <p:cNvPr id="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5598080"/>
              </p:ext>
            </p:extLst>
          </p:nvPr>
        </p:nvGraphicFramePr>
        <p:xfrm>
          <a:off x="2912268" y="5429250"/>
          <a:ext cx="5745163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5740400" imgH="927100" progId="Equation.DSMT4">
                  <p:embed/>
                </p:oleObj>
              </mc:Choice>
              <mc:Fallback>
                <p:oleObj r:id="rId10" imgW="5740400" imgH="927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2268" y="5429250"/>
                        <a:ext cx="5745163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85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3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3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>
          <a:xfrm>
            <a:off x="4177145" y="2389909"/>
            <a:ext cx="3941620" cy="768927"/>
          </a:xfrm>
          <a:ln w="53975" cmpd="thickThin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 b="1" dirty="0">
                <a:solidFill>
                  <a:srgbClr val="FF0000"/>
                </a:solidFill>
              </a:rPr>
              <a:t>§4   </a:t>
            </a:r>
            <a:r>
              <a:rPr lang="zh-CN" altLang="en-US" b="1" dirty="0">
                <a:solidFill>
                  <a:srgbClr val="FF0000"/>
                </a:solidFill>
              </a:rPr>
              <a:t>欧拉积分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538690" y="193964"/>
            <a:ext cx="1491114" cy="52322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13</a:t>
            </a:r>
            <a:endParaRPr lang="zh-CN" altLang="en-US" sz="28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9080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6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1312522"/>
              </p:ext>
            </p:extLst>
          </p:nvPr>
        </p:nvGraphicFramePr>
        <p:xfrm>
          <a:off x="1555975" y="1433584"/>
          <a:ext cx="4546290" cy="740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227" imgH="215806" progId="Equation.DSMT4">
                  <p:embed/>
                </p:oleObj>
              </mc:Choice>
              <mc:Fallback>
                <p:oleObj name="Equation" r:id="rId2" imgW="1320227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975" y="1433584"/>
                        <a:ext cx="4546290" cy="7405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0157525"/>
              </p:ext>
            </p:extLst>
          </p:nvPr>
        </p:nvGraphicFramePr>
        <p:xfrm>
          <a:off x="1555975" y="2466066"/>
          <a:ext cx="9190038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57600" imgH="215640" progId="Equation.DSMT4">
                  <p:embed/>
                </p:oleObj>
              </mc:Choice>
              <mc:Fallback>
                <p:oleObj name="Equation" r:id="rId4" imgW="3657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975" y="2466066"/>
                        <a:ext cx="9190038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7573577"/>
              </p:ext>
            </p:extLst>
          </p:nvPr>
        </p:nvGraphicFramePr>
        <p:xfrm>
          <a:off x="1451426" y="3156560"/>
          <a:ext cx="9196017" cy="514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32040" imgH="203040" progId="Equation.DSMT4">
                  <p:embed/>
                </p:oleObj>
              </mc:Choice>
              <mc:Fallback>
                <p:oleObj name="Equation" r:id="rId6" imgW="36320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1426" y="3156560"/>
                        <a:ext cx="9196017" cy="5149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1022645"/>
              </p:ext>
            </p:extLst>
          </p:nvPr>
        </p:nvGraphicFramePr>
        <p:xfrm>
          <a:off x="1517875" y="3820622"/>
          <a:ext cx="922813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695400" imgH="203040" progId="Equation.DSMT4">
                  <p:embed/>
                </p:oleObj>
              </mc:Choice>
              <mc:Fallback>
                <p:oleObj name="Equation" r:id="rId8" imgW="3695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875" y="3820622"/>
                        <a:ext cx="9228138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2330913"/>
              </p:ext>
            </p:extLst>
          </p:nvPr>
        </p:nvGraphicFramePr>
        <p:xfrm>
          <a:off x="1451426" y="4509245"/>
          <a:ext cx="9361037" cy="494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60640" imgH="203040" progId="Equation.DSMT4">
                  <p:embed/>
                </p:oleObj>
              </mc:Choice>
              <mc:Fallback>
                <p:oleObj name="Equation" r:id="rId10" imgW="3860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1426" y="4509245"/>
                        <a:ext cx="9361037" cy="4944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3583847"/>
              </p:ext>
            </p:extLst>
          </p:nvPr>
        </p:nvGraphicFramePr>
        <p:xfrm>
          <a:off x="1407328" y="5121478"/>
          <a:ext cx="93154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746160" imgH="203040" progId="Equation.DSMT4">
                  <p:embed/>
                </p:oleObj>
              </mc:Choice>
              <mc:Fallback>
                <p:oleObj name="Equation" r:id="rId12" imgW="3746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7328" y="5121478"/>
                        <a:ext cx="931545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924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7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8890742"/>
              </p:ext>
            </p:extLst>
          </p:nvPr>
        </p:nvGraphicFramePr>
        <p:xfrm>
          <a:off x="1791163" y="1125700"/>
          <a:ext cx="250666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52087" imgH="215806" progId="Equation.DSMT4">
                  <p:embed/>
                </p:oleObj>
              </mc:Choice>
              <mc:Fallback>
                <p:oleObj name="Equation" r:id="rId2" imgW="952087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1163" y="1125700"/>
                        <a:ext cx="2506663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305589"/>
              </p:ext>
            </p:extLst>
          </p:nvPr>
        </p:nvGraphicFramePr>
        <p:xfrm>
          <a:off x="2602630" y="1694025"/>
          <a:ext cx="5967700" cy="448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05040" imgH="203040" progId="Equation.DSMT4">
                  <p:embed/>
                </p:oleObj>
              </mc:Choice>
              <mc:Fallback>
                <p:oleObj name="Equation" r:id="rId4" imgW="27050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2630" y="1694025"/>
                        <a:ext cx="5967700" cy="4482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4567761"/>
              </p:ext>
            </p:extLst>
          </p:nvPr>
        </p:nvGraphicFramePr>
        <p:xfrm>
          <a:off x="3758107" y="2285947"/>
          <a:ext cx="4625358" cy="761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06280" imgH="330120" progId="Equation.DSMT4">
                  <p:embed/>
                </p:oleObj>
              </mc:Choice>
              <mc:Fallback>
                <p:oleObj name="Equation" r:id="rId6" imgW="20062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8107" y="2285947"/>
                        <a:ext cx="4625358" cy="7611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7254378"/>
              </p:ext>
            </p:extLst>
          </p:nvPr>
        </p:nvGraphicFramePr>
        <p:xfrm>
          <a:off x="1791163" y="3152118"/>
          <a:ext cx="8803966" cy="497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22480" imgH="215640" progId="Equation.DSMT4">
                  <p:embed/>
                </p:oleObj>
              </mc:Choice>
              <mc:Fallback>
                <p:oleObj name="Equation" r:id="rId8" imgW="3822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1163" y="3152118"/>
                        <a:ext cx="8803966" cy="4971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29344"/>
              </p:ext>
            </p:extLst>
          </p:nvPr>
        </p:nvGraphicFramePr>
        <p:xfrm>
          <a:off x="1791163" y="3753379"/>
          <a:ext cx="1220788" cy="454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45760" imgH="203040" progId="Equation.DSMT4">
                  <p:embed/>
                </p:oleObj>
              </mc:Choice>
              <mc:Fallback>
                <p:oleObj name="Equation" r:id="rId10" imgW="545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1163" y="3753379"/>
                        <a:ext cx="1220788" cy="4542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6373986"/>
              </p:ext>
            </p:extLst>
          </p:nvPr>
        </p:nvGraphicFramePr>
        <p:xfrm>
          <a:off x="2538125" y="4335637"/>
          <a:ext cx="334762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23880" imgH="215640" progId="Equation.DSMT4">
                  <p:embed/>
                </p:oleObj>
              </mc:Choice>
              <mc:Fallback>
                <p:oleObj name="Equation" r:id="rId12" imgW="1523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125" y="4335637"/>
                        <a:ext cx="3347620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2324336"/>
              </p:ext>
            </p:extLst>
          </p:nvPr>
        </p:nvGraphicFramePr>
        <p:xfrm>
          <a:off x="2511643" y="4937101"/>
          <a:ext cx="7608074" cy="781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213000" imgH="330120" progId="Equation.DSMT4">
                  <p:embed/>
                </p:oleObj>
              </mc:Choice>
              <mc:Fallback>
                <p:oleObj name="Equation" r:id="rId14" imgW="32130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1643" y="4937101"/>
                        <a:ext cx="7608074" cy="7818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8883435"/>
              </p:ext>
            </p:extLst>
          </p:nvPr>
        </p:nvGraphicFramePr>
        <p:xfrm>
          <a:off x="1791163" y="5805031"/>
          <a:ext cx="5972175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552400" imgH="203040" progId="Equation.DSMT4">
                  <p:embed/>
                </p:oleObj>
              </mc:Choice>
              <mc:Fallback>
                <p:oleObj name="Equation" r:id="rId16" imgW="2552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1163" y="5805031"/>
                        <a:ext cx="5972175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2714" name="Group 10"/>
          <p:cNvGrpSpPr>
            <a:grpSpLocks/>
          </p:cNvGrpSpPr>
          <p:nvPr/>
        </p:nvGrpSpPr>
        <p:grpSpPr bwMode="auto">
          <a:xfrm>
            <a:off x="6566013" y="4219010"/>
            <a:ext cx="1444626" cy="439738"/>
            <a:chOff x="3150" y="2638"/>
            <a:chExt cx="910" cy="277"/>
          </a:xfrm>
        </p:grpSpPr>
        <p:sp>
          <p:nvSpPr>
            <p:cNvPr id="43022" name="AutoShape 11"/>
            <p:cNvSpPr>
              <a:spLocks noChangeArrowheads="1"/>
            </p:cNvSpPr>
            <p:nvPr/>
          </p:nvSpPr>
          <p:spPr bwMode="auto">
            <a:xfrm>
              <a:off x="3150" y="2660"/>
              <a:ext cx="909" cy="240"/>
            </a:xfrm>
            <a:prstGeom prst="wedgeRectCallout">
              <a:avLst>
                <a:gd name="adj1" fmla="val -114796"/>
                <a:gd name="adj2" fmla="val 144167"/>
              </a:avLst>
            </a:prstGeom>
            <a:solidFill>
              <a:srgbClr val="FFFFCC"/>
            </a:solidFill>
            <a:ln w="952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43023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54928040"/>
                </p:ext>
              </p:extLst>
            </p:nvPr>
          </p:nvGraphicFramePr>
          <p:xfrm>
            <a:off x="3150" y="2638"/>
            <a:ext cx="910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507960" imgH="203040" progId="Equation.DSMT4">
                    <p:embed/>
                  </p:oleObj>
                </mc:Choice>
                <mc:Fallback>
                  <p:oleObj name="Equation" r:id="rId18" imgW="5079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0" y="2638"/>
                          <a:ext cx="910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2717" name="Group 13"/>
          <p:cNvGrpSpPr>
            <a:grpSpLocks/>
          </p:cNvGrpSpPr>
          <p:nvPr/>
        </p:nvGrpSpPr>
        <p:grpSpPr bwMode="auto">
          <a:xfrm>
            <a:off x="9032320" y="4359747"/>
            <a:ext cx="1443038" cy="419100"/>
            <a:chOff x="3150" y="2648"/>
            <a:chExt cx="909" cy="264"/>
          </a:xfrm>
        </p:grpSpPr>
        <p:sp>
          <p:nvSpPr>
            <p:cNvPr id="43020" name="AutoShape 14"/>
            <p:cNvSpPr>
              <a:spLocks noChangeArrowheads="1"/>
            </p:cNvSpPr>
            <p:nvPr/>
          </p:nvSpPr>
          <p:spPr bwMode="auto">
            <a:xfrm>
              <a:off x="3150" y="2660"/>
              <a:ext cx="909" cy="240"/>
            </a:xfrm>
            <a:prstGeom prst="wedgeRectCallout">
              <a:avLst>
                <a:gd name="adj1" fmla="val -114796"/>
                <a:gd name="adj2" fmla="val 144167"/>
              </a:avLst>
            </a:prstGeom>
            <a:solidFill>
              <a:srgbClr val="FFFFCC"/>
            </a:solidFill>
            <a:ln w="952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43021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6890197"/>
                </p:ext>
              </p:extLst>
            </p:nvPr>
          </p:nvGraphicFramePr>
          <p:xfrm>
            <a:off x="3150" y="2648"/>
            <a:ext cx="85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660240" imgH="203040" progId="Equation.DSMT4">
                    <p:embed/>
                  </p:oleObj>
                </mc:Choice>
                <mc:Fallback>
                  <p:oleObj name="Equation" r:id="rId20" imgW="6602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0" y="2648"/>
                          <a:ext cx="85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348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7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6221062"/>
              </p:ext>
            </p:extLst>
          </p:nvPr>
        </p:nvGraphicFramePr>
        <p:xfrm>
          <a:off x="2413000" y="1090886"/>
          <a:ext cx="7453313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25600" imgH="330120" progId="Equation.DSMT4">
                  <p:embed/>
                </p:oleObj>
              </mc:Choice>
              <mc:Fallback>
                <p:oleObj name="Equation" r:id="rId2" imgW="32256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0" y="1090886"/>
                        <a:ext cx="7453313" cy="763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9030633"/>
              </p:ext>
            </p:extLst>
          </p:nvPr>
        </p:nvGraphicFramePr>
        <p:xfrm>
          <a:off x="4442437" y="1854473"/>
          <a:ext cx="2691790" cy="955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80800" imgH="419040" progId="Equation.DSMT4">
                  <p:embed/>
                </p:oleObj>
              </mc:Choice>
              <mc:Fallback>
                <p:oleObj name="Equation" r:id="rId4" imgW="11808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2437" y="1854473"/>
                        <a:ext cx="2691790" cy="9551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8115641"/>
              </p:ext>
            </p:extLst>
          </p:nvPr>
        </p:nvGraphicFramePr>
        <p:xfrm>
          <a:off x="2327763" y="2804343"/>
          <a:ext cx="5770282" cy="982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87520" imgH="406080" progId="Equation.DSMT4">
                  <p:embed/>
                </p:oleObj>
              </mc:Choice>
              <mc:Fallback>
                <p:oleObj name="Equation" r:id="rId6" imgW="23875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763" y="2804343"/>
                        <a:ext cx="5770282" cy="9821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203061"/>
              </p:ext>
            </p:extLst>
          </p:nvPr>
        </p:nvGraphicFramePr>
        <p:xfrm>
          <a:off x="2413000" y="3829381"/>
          <a:ext cx="6750665" cy="734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35160" imgH="330120" progId="Equation.DSMT4">
                  <p:embed/>
                </p:oleObj>
              </mc:Choice>
              <mc:Fallback>
                <p:oleObj name="Equation" r:id="rId8" imgW="30351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0" y="3829381"/>
                        <a:ext cx="6750665" cy="7343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9583989"/>
              </p:ext>
            </p:extLst>
          </p:nvPr>
        </p:nvGraphicFramePr>
        <p:xfrm>
          <a:off x="2875123" y="4563763"/>
          <a:ext cx="6243782" cy="751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43200" imgH="330120" progId="Equation.DSMT4">
                  <p:embed/>
                </p:oleObj>
              </mc:Choice>
              <mc:Fallback>
                <p:oleObj name="Equation" r:id="rId10" imgW="27432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5123" y="4563763"/>
                        <a:ext cx="6243782" cy="7515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5" name="Line 7"/>
          <p:cNvSpPr>
            <a:spLocks noChangeShapeType="1"/>
          </p:cNvSpPr>
          <p:nvPr/>
        </p:nvSpPr>
        <p:spPr bwMode="auto">
          <a:xfrm flipV="1">
            <a:off x="2875123" y="5375762"/>
            <a:ext cx="6059054" cy="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3736" name="Group 8"/>
          <p:cNvGrpSpPr>
            <a:grpSpLocks/>
          </p:cNvGrpSpPr>
          <p:nvPr/>
        </p:nvGrpSpPr>
        <p:grpSpPr bwMode="auto">
          <a:xfrm>
            <a:off x="7626840" y="5616908"/>
            <a:ext cx="3529013" cy="647700"/>
            <a:chOff x="3334" y="1434"/>
            <a:chExt cx="2223" cy="408"/>
          </a:xfrm>
        </p:grpSpPr>
        <p:sp>
          <p:nvSpPr>
            <p:cNvPr id="44041" name="Rectangle 9"/>
            <p:cNvSpPr>
              <a:spLocks noChangeArrowheads="1"/>
            </p:cNvSpPr>
            <p:nvPr/>
          </p:nvSpPr>
          <p:spPr bwMode="auto">
            <a:xfrm>
              <a:off x="3334" y="1434"/>
              <a:ext cx="2223" cy="408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4042" name="Text Box 10"/>
            <p:cNvSpPr txBox="1">
              <a:spLocks noChangeArrowheads="1"/>
            </p:cNvSpPr>
            <p:nvPr/>
          </p:nvSpPr>
          <p:spPr bwMode="auto">
            <a:xfrm>
              <a:off x="3379" y="1488"/>
              <a:ext cx="21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+mn-ea"/>
                  <a:ea typeface="+mn-ea"/>
                </a:rPr>
                <a:t>比较判别法的极限形式</a:t>
              </a: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677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37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37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7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425472"/>
              </p:ext>
            </p:extLst>
          </p:nvPr>
        </p:nvGraphicFramePr>
        <p:xfrm>
          <a:off x="1864229" y="1198755"/>
          <a:ext cx="6138272" cy="969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54280" imgH="419040" progId="Equation.DSMT4">
                  <p:embed/>
                </p:oleObj>
              </mc:Choice>
              <mc:Fallback>
                <p:oleObj name="Equation" r:id="rId2" imgW="26542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4229" y="1198755"/>
                        <a:ext cx="6138272" cy="9692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976314"/>
              </p:ext>
            </p:extLst>
          </p:nvPr>
        </p:nvGraphicFramePr>
        <p:xfrm>
          <a:off x="1864229" y="2206191"/>
          <a:ext cx="8391879" cy="779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55720" imgH="330120" progId="Equation.DSMT4">
                  <p:embed/>
                </p:oleObj>
              </mc:Choice>
              <mc:Fallback>
                <p:oleObj name="Equation" r:id="rId4" imgW="35557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4229" y="2206191"/>
                        <a:ext cx="8391879" cy="7792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2400318"/>
              </p:ext>
            </p:extLst>
          </p:nvPr>
        </p:nvGraphicFramePr>
        <p:xfrm>
          <a:off x="1864229" y="3071908"/>
          <a:ext cx="6930304" cy="766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84400" imgH="330120" progId="Equation.DSMT4">
                  <p:embed/>
                </p:oleObj>
              </mc:Choice>
              <mc:Fallback>
                <p:oleObj name="Equation" r:id="rId6" imgW="29844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4229" y="3071908"/>
                        <a:ext cx="6930304" cy="7667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7" name="Line 5"/>
          <p:cNvSpPr>
            <a:spLocks noChangeShapeType="1"/>
          </p:cNvSpPr>
          <p:nvPr/>
        </p:nvSpPr>
        <p:spPr bwMode="auto">
          <a:xfrm>
            <a:off x="1906089" y="3988237"/>
            <a:ext cx="867446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47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4917553"/>
              </p:ext>
            </p:extLst>
          </p:nvPr>
        </p:nvGraphicFramePr>
        <p:xfrm>
          <a:off x="1887826" y="4199418"/>
          <a:ext cx="7542501" cy="480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90840" imgH="215640" progId="Equation.DSMT4">
                  <p:embed/>
                </p:oleObj>
              </mc:Choice>
              <mc:Fallback>
                <p:oleObj name="Equation" r:id="rId8" imgW="33908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7826" y="4199418"/>
                        <a:ext cx="7542501" cy="4802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4759" name="Group 7"/>
          <p:cNvGrpSpPr>
            <a:grpSpLocks/>
          </p:cNvGrpSpPr>
          <p:nvPr/>
        </p:nvGrpSpPr>
        <p:grpSpPr bwMode="auto">
          <a:xfrm>
            <a:off x="3348307" y="4843070"/>
            <a:ext cx="5100638" cy="785813"/>
            <a:chOff x="1429" y="2807"/>
            <a:chExt cx="3213" cy="495"/>
          </a:xfrm>
        </p:grpSpPr>
        <p:sp>
          <p:nvSpPr>
            <p:cNvPr id="45065" name="Rectangle 8"/>
            <p:cNvSpPr>
              <a:spLocks noChangeArrowheads="1"/>
            </p:cNvSpPr>
            <p:nvPr/>
          </p:nvSpPr>
          <p:spPr bwMode="auto">
            <a:xfrm>
              <a:off x="1429" y="2813"/>
              <a:ext cx="3213" cy="489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45066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6414331"/>
                </p:ext>
              </p:extLst>
            </p:nvPr>
          </p:nvGraphicFramePr>
          <p:xfrm>
            <a:off x="1731" y="2807"/>
            <a:ext cx="2847" cy="4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006280" imgH="330120" progId="Equation.DSMT4">
                    <p:embed/>
                  </p:oleObj>
                </mc:Choice>
                <mc:Fallback>
                  <p:oleObj name="Equation" r:id="rId10" imgW="200628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1" y="2807"/>
                          <a:ext cx="2847" cy="4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47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6206468"/>
              </p:ext>
            </p:extLst>
          </p:nvPr>
        </p:nvGraphicFramePr>
        <p:xfrm>
          <a:off x="1864229" y="5745554"/>
          <a:ext cx="4581290" cy="482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30320" imgH="203040" progId="Equation.DSMT4">
                  <p:embed/>
                </p:oleObj>
              </mc:Choice>
              <mc:Fallback>
                <p:oleObj name="Equation" r:id="rId12" imgW="1930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4229" y="5745554"/>
                        <a:ext cx="4581290" cy="4822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096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47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47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7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2834070"/>
              </p:ext>
            </p:extLst>
          </p:nvPr>
        </p:nvGraphicFramePr>
        <p:xfrm>
          <a:off x="2915604" y="2408467"/>
          <a:ext cx="5807076" cy="516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0" imgH="203040" progId="Equation.DSMT4">
                  <p:embed/>
                </p:oleObj>
              </mc:Choice>
              <mc:Fallback>
                <p:oleObj name="Equation" r:id="rId2" imgW="2286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604" y="2408467"/>
                        <a:ext cx="5807076" cy="5161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8879869"/>
              </p:ext>
            </p:extLst>
          </p:nvPr>
        </p:nvGraphicFramePr>
        <p:xfrm>
          <a:off x="3436792" y="3078529"/>
          <a:ext cx="6706671" cy="908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38280" imgH="330120" progId="Equation.DSMT4">
                  <p:embed/>
                </p:oleObj>
              </mc:Choice>
              <mc:Fallback>
                <p:oleObj name="Equation" r:id="rId4" imgW="24382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6792" y="3078529"/>
                        <a:ext cx="6706671" cy="9081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8207037"/>
              </p:ext>
            </p:extLst>
          </p:nvPr>
        </p:nvGraphicFramePr>
        <p:xfrm>
          <a:off x="2107622" y="4140784"/>
          <a:ext cx="4589119" cy="541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28800" imgH="215640" progId="Equation.DSMT4">
                  <p:embed/>
                </p:oleObj>
              </mc:Choice>
              <mc:Fallback>
                <p:oleObj name="Equation" r:id="rId6" imgW="1828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7622" y="4140784"/>
                        <a:ext cx="4589119" cy="5417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914289"/>
              </p:ext>
            </p:extLst>
          </p:nvPr>
        </p:nvGraphicFramePr>
        <p:xfrm>
          <a:off x="3624175" y="4990675"/>
          <a:ext cx="5383500" cy="515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20760" imgH="203040" progId="Equation.DSMT4">
                  <p:embed/>
                </p:oleObj>
              </mc:Choice>
              <mc:Fallback>
                <p:oleObj name="Equation" r:id="rId8" imgW="2120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4175" y="4990675"/>
                        <a:ext cx="5383500" cy="5157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107622" y="1593301"/>
            <a:ext cx="33786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 </a:t>
            </a:r>
            <a:r>
              <a:rPr lang="el-GR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函数的概念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2126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8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0539382"/>
              </p:ext>
            </p:extLst>
          </p:nvPr>
        </p:nvGraphicFramePr>
        <p:xfrm>
          <a:off x="2398133" y="2131594"/>
          <a:ext cx="4372122" cy="562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7680" imgH="228600" progId="Equation.DSMT4">
                  <p:embed/>
                </p:oleObj>
              </mc:Choice>
              <mc:Fallback>
                <p:oleObj name="Equation" r:id="rId2" imgW="1777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8133" y="2131594"/>
                        <a:ext cx="4372122" cy="5621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5348529"/>
              </p:ext>
            </p:extLst>
          </p:nvPr>
        </p:nvGraphicFramePr>
        <p:xfrm>
          <a:off x="2398133" y="2876358"/>
          <a:ext cx="5489721" cy="5302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4880" imgH="215640" progId="Equation.DSMT4">
                  <p:embed/>
                </p:oleObj>
              </mc:Choice>
              <mc:Fallback>
                <p:oleObj name="Equation" r:id="rId4" imgW="2234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8133" y="2876358"/>
                        <a:ext cx="5489721" cy="5302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5474088"/>
              </p:ext>
            </p:extLst>
          </p:nvPr>
        </p:nvGraphicFramePr>
        <p:xfrm>
          <a:off x="2537123" y="3649252"/>
          <a:ext cx="1190268" cy="476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7960" imgH="203040" progId="Equation.DSMT4">
                  <p:embed/>
                </p:oleObj>
              </mc:Choice>
              <mc:Fallback>
                <p:oleObj name="Equation" r:id="rId6" imgW="507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7123" y="3649252"/>
                        <a:ext cx="1190268" cy="4761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4233740"/>
              </p:ext>
            </p:extLst>
          </p:nvPr>
        </p:nvGraphicFramePr>
        <p:xfrm>
          <a:off x="3866381" y="3621170"/>
          <a:ext cx="4805910" cy="1848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15840" imgH="698400" progId="Equation.DSMT4">
                  <p:embed/>
                </p:oleObj>
              </mc:Choice>
              <mc:Fallback>
                <p:oleObj name="Equation" r:id="rId8" imgW="181584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6381" y="3621170"/>
                        <a:ext cx="4805910" cy="18484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7183201"/>
              </p:ext>
            </p:extLst>
          </p:nvPr>
        </p:nvGraphicFramePr>
        <p:xfrm>
          <a:off x="2537123" y="5348319"/>
          <a:ext cx="7086514" cy="973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58840" imgH="406080" progId="Equation.DSMT4">
                  <p:embed/>
                </p:oleObj>
              </mc:Choice>
              <mc:Fallback>
                <p:oleObj name="Equation" r:id="rId10" imgW="2958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7123" y="5348319"/>
                        <a:ext cx="7086514" cy="9732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8" name="AutoShape 8"/>
          <p:cNvSpPr>
            <a:spLocks noChangeArrowheads="1"/>
          </p:cNvSpPr>
          <p:nvPr/>
        </p:nvSpPr>
        <p:spPr bwMode="auto">
          <a:xfrm>
            <a:off x="7040340" y="2192931"/>
            <a:ext cx="4064000" cy="576262"/>
          </a:xfrm>
          <a:prstGeom prst="wedgeRectCallout">
            <a:avLst>
              <a:gd name="adj1" fmla="val -60509"/>
              <a:gd name="adj2" fmla="val 73690"/>
            </a:avLst>
          </a:prstGeom>
          <a:solidFill>
            <a:srgbClr val="FFFFCC"/>
          </a:solidFill>
          <a:ln w="28575">
            <a:solidFill>
              <a:srgbClr val="FF7C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+mn-ea"/>
                <a:ea typeface="+mn-ea"/>
              </a:rPr>
              <a:t>下面证明这个递推关系式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265573" y="1304182"/>
            <a:ext cx="42025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 </a:t>
            </a:r>
            <a:r>
              <a:rPr lang="el-GR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函数的简单性质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501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6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826" name="Group 2"/>
          <p:cNvGrpSpPr>
            <a:grpSpLocks/>
          </p:cNvGrpSpPr>
          <p:nvPr/>
        </p:nvGrpSpPr>
        <p:grpSpPr bwMode="auto">
          <a:xfrm>
            <a:off x="1875326" y="1654076"/>
            <a:ext cx="6088063" cy="641350"/>
            <a:chOff x="286" y="282"/>
            <a:chExt cx="3835" cy="469"/>
          </a:xfrm>
        </p:grpSpPr>
        <p:sp>
          <p:nvSpPr>
            <p:cNvPr id="48135" name="Rectangle 3"/>
            <p:cNvSpPr>
              <a:spLocks noChangeArrowheads="1"/>
            </p:cNvSpPr>
            <p:nvPr/>
          </p:nvSpPr>
          <p:spPr bwMode="auto">
            <a:xfrm>
              <a:off x="286" y="282"/>
              <a:ext cx="3835" cy="469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48136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3820590"/>
                </p:ext>
              </p:extLst>
            </p:nvPr>
          </p:nvGraphicFramePr>
          <p:xfrm>
            <a:off x="306" y="352"/>
            <a:ext cx="3796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425680" imgH="215640" progId="Equation.DSMT4">
                    <p:embed/>
                  </p:oleObj>
                </mc:Choice>
                <mc:Fallback>
                  <p:oleObj name="Equation" r:id="rId2" imgW="24256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" y="352"/>
                          <a:ext cx="3796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78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9265708"/>
              </p:ext>
            </p:extLst>
          </p:nvPr>
        </p:nvGraphicFramePr>
        <p:xfrm>
          <a:off x="1786247" y="2643845"/>
          <a:ext cx="4900902" cy="487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71520" imgH="215640" progId="Equation.DSMT4">
                  <p:embed/>
                </p:oleObj>
              </mc:Choice>
              <mc:Fallback>
                <p:oleObj name="Equation" r:id="rId4" imgW="21715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6247" y="2643845"/>
                        <a:ext cx="4900902" cy="4872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731230"/>
              </p:ext>
            </p:extLst>
          </p:nvPr>
        </p:nvGraphicFramePr>
        <p:xfrm>
          <a:off x="1786247" y="3326725"/>
          <a:ext cx="8564301" cy="775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44640" imgH="330120" progId="Equation.DSMT4">
                  <p:embed/>
                </p:oleObj>
              </mc:Choice>
              <mc:Fallback>
                <p:oleObj name="Equation" r:id="rId6" imgW="36446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6247" y="3326725"/>
                        <a:ext cx="8564301" cy="7758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9094905"/>
              </p:ext>
            </p:extLst>
          </p:nvPr>
        </p:nvGraphicFramePr>
        <p:xfrm>
          <a:off x="3017798" y="4544247"/>
          <a:ext cx="6321997" cy="705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16120" imgH="291960" progId="Equation.DSMT4">
                  <p:embed/>
                </p:oleObj>
              </mc:Choice>
              <mc:Fallback>
                <p:oleObj name="Equation" r:id="rId8" imgW="261612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7798" y="4544247"/>
                        <a:ext cx="6321997" cy="7058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2735652"/>
              </p:ext>
            </p:extLst>
          </p:nvPr>
        </p:nvGraphicFramePr>
        <p:xfrm>
          <a:off x="2995756" y="5454559"/>
          <a:ext cx="1710603" cy="480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23600" imgH="203040" progId="Equation.DSMT4">
                  <p:embed/>
                </p:oleObj>
              </mc:Choice>
              <mc:Fallback>
                <p:oleObj name="Equation" r:id="rId10" imgW="723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756" y="5454559"/>
                        <a:ext cx="1710603" cy="4801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984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8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8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7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86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9524246"/>
              </p:ext>
            </p:extLst>
          </p:nvPr>
        </p:nvGraphicFramePr>
        <p:xfrm>
          <a:off x="2804429" y="987049"/>
          <a:ext cx="5956843" cy="1012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16120" imgH="444240" progId="Equation.DSMT4">
                  <p:embed/>
                </p:oleObj>
              </mc:Choice>
              <mc:Fallback>
                <p:oleObj name="Equation" r:id="rId2" imgW="26161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4429" y="987049"/>
                        <a:ext cx="5956843" cy="10120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3842482"/>
              </p:ext>
            </p:extLst>
          </p:nvPr>
        </p:nvGraphicFramePr>
        <p:xfrm>
          <a:off x="2628444" y="1935051"/>
          <a:ext cx="7564087" cy="1359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90840" imgH="609480" progId="Equation.DSMT4">
                  <p:embed/>
                </p:oleObj>
              </mc:Choice>
              <mc:Fallback>
                <p:oleObj name="Equation" r:id="rId4" imgW="339084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444" y="1935051"/>
                        <a:ext cx="7564087" cy="13598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527571"/>
              </p:ext>
            </p:extLst>
          </p:nvPr>
        </p:nvGraphicFramePr>
        <p:xfrm>
          <a:off x="1868509" y="2849706"/>
          <a:ext cx="3149412" cy="10112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4200" imgH="444240" progId="Equation.DSMT4">
                  <p:embed/>
                </p:oleObj>
              </mc:Choice>
              <mc:Fallback>
                <p:oleObj name="Equation" r:id="rId6" imgW="13842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8509" y="2849706"/>
                        <a:ext cx="3149412" cy="10112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711535"/>
              </p:ext>
            </p:extLst>
          </p:nvPr>
        </p:nvGraphicFramePr>
        <p:xfrm>
          <a:off x="1732763" y="3700959"/>
          <a:ext cx="9286509" cy="1018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6960" imgH="431640" progId="Equation.DSMT4">
                  <p:embed/>
                </p:oleObj>
              </mc:Choice>
              <mc:Fallback>
                <p:oleObj name="Equation" r:id="rId8" imgW="3936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2763" y="3700959"/>
                        <a:ext cx="9286509" cy="10185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478342"/>
              </p:ext>
            </p:extLst>
          </p:nvPr>
        </p:nvGraphicFramePr>
        <p:xfrm>
          <a:off x="2433639" y="4629102"/>
          <a:ext cx="4927955" cy="979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08160" imgH="419040" progId="Equation.DSMT4">
                  <p:embed/>
                </p:oleObj>
              </mc:Choice>
              <mc:Fallback>
                <p:oleObj name="Equation" r:id="rId10" imgW="21081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3639" y="4629102"/>
                        <a:ext cx="4927955" cy="9796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330581"/>
              </p:ext>
            </p:extLst>
          </p:nvPr>
        </p:nvGraphicFramePr>
        <p:xfrm>
          <a:off x="4225730" y="5483521"/>
          <a:ext cx="2765311" cy="960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06360" imgH="419040" progId="Equation.DSMT4">
                  <p:embed/>
                </p:oleObj>
              </mc:Choice>
              <mc:Fallback>
                <p:oleObj name="Equation" r:id="rId12" imgW="12063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5730" y="5483521"/>
                        <a:ext cx="2765311" cy="9605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1625778"/>
              </p:ext>
            </p:extLst>
          </p:nvPr>
        </p:nvGraphicFramePr>
        <p:xfrm>
          <a:off x="7009791" y="5396301"/>
          <a:ext cx="3201618" cy="1047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96800" imgH="457200" progId="Equation.DSMT4">
                  <p:embed/>
                </p:oleObj>
              </mc:Choice>
              <mc:Fallback>
                <p:oleObj name="Equation" r:id="rId14" imgW="1396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9791" y="5396301"/>
                        <a:ext cx="3201618" cy="10478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1" name="Text Box 8"/>
          <p:cNvSpPr txBox="1">
            <a:spLocks noChangeArrowheads="1"/>
          </p:cNvSpPr>
          <p:nvPr/>
        </p:nvSpPr>
        <p:spPr bwMode="auto">
          <a:xfrm>
            <a:off x="1671639" y="1209728"/>
            <a:ext cx="1023937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9162" name="Text Box 11"/>
          <p:cNvSpPr txBox="1">
            <a:spLocks noChangeArrowheads="1"/>
          </p:cNvSpPr>
          <p:nvPr/>
        </p:nvSpPr>
        <p:spPr bwMode="auto">
          <a:xfrm>
            <a:off x="1671639" y="2136904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解：</a:t>
            </a:r>
            <a:endParaRPr lang="zh-CN" altLang="en-US" sz="24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066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8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8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8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8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8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8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6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88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0826673"/>
              </p:ext>
            </p:extLst>
          </p:nvPr>
        </p:nvGraphicFramePr>
        <p:xfrm>
          <a:off x="2240681" y="996138"/>
          <a:ext cx="5316864" cy="776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60440" imgH="330120" progId="Equation.DSMT4">
                  <p:embed/>
                </p:oleObj>
              </mc:Choice>
              <mc:Fallback>
                <p:oleObj name="Equation" r:id="rId2" imgW="22604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0681" y="996138"/>
                        <a:ext cx="5316864" cy="7766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1991000"/>
              </p:ext>
            </p:extLst>
          </p:nvPr>
        </p:nvGraphicFramePr>
        <p:xfrm>
          <a:off x="2131725" y="1639012"/>
          <a:ext cx="8845784" cy="970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6960" imgH="431640" progId="Equation.DSMT4">
                  <p:embed/>
                </p:oleObj>
              </mc:Choice>
              <mc:Fallback>
                <p:oleObj name="Equation" r:id="rId4" imgW="3936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1725" y="1639012"/>
                        <a:ext cx="8845784" cy="9701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6676673"/>
              </p:ext>
            </p:extLst>
          </p:nvPr>
        </p:nvGraphicFramePr>
        <p:xfrm>
          <a:off x="1750725" y="2537834"/>
          <a:ext cx="5383120" cy="955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61960" imgH="419040" progId="Equation.DSMT4">
                  <p:embed/>
                </p:oleObj>
              </mc:Choice>
              <mc:Fallback>
                <p:oleObj name="Equation" r:id="rId6" imgW="23619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0725" y="2537834"/>
                        <a:ext cx="5383120" cy="9550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361302"/>
              </p:ext>
            </p:extLst>
          </p:nvPr>
        </p:nvGraphicFramePr>
        <p:xfrm>
          <a:off x="3740727" y="3373240"/>
          <a:ext cx="3536731" cy="10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62040" imgH="444240" progId="Equation.DSMT4">
                  <p:embed/>
                </p:oleObj>
              </mc:Choice>
              <mc:Fallback>
                <p:oleObj name="Equation" r:id="rId8" imgW="15620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0727" y="3373240"/>
                        <a:ext cx="3536731" cy="10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254116"/>
              </p:ext>
            </p:extLst>
          </p:nvPr>
        </p:nvGraphicFramePr>
        <p:xfrm>
          <a:off x="3740727" y="4349484"/>
          <a:ext cx="2424808" cy="9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79280" imgH="444240" progId="Equation.DSMT4">
                  <p:embed/>
                </p:oleObj>
              </mc:Choice>
              <mc:Fallback>
                <p:oleObj name="Equation" r:id="rId10" imgW="10792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0727" y="4349484"/>
                        <a:ext cx="2424808" cy="9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7670040"/>
              </p:ext>
            </p:extLst>
          </p:nvPr>
        </p:nvGraphicFramePr>
        <p:xfrm>
          <a:off x="3740727" y="5347934"/>
          <a:ext cx="3177310" cy="950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85720" imgH="444240" progId="Equation.DSMT4">
                  <p:embed/>
                </p:oleObj>
              </mc:Choice>
              <mc:Fallback>
                <p:oleObj name="Equation" r:id="rId12" imgW="14857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0727" y="5347934"/>
                        <a:ext cx="3177310" cy="9504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8695479"/>
              </p:ext>
            </p:extLst>
          </p:nvPr>
        </p:nvGraphicFramePr>
        <p:xfrm>
          <a:off x="6649759" y="5347934"/>
          <a:ext cx="3530069" cy="965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85720" imgH="406080" progId="Equation.DSMT4">
                  <p:embed/>
                </p:oleObj>
              </mc:Choice>
              <mc:Fallback>
                <p:oleObj name="Equation" r:id="rId14" imgW="1485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9759" y="5347934"/>
                        <a:ext cx="3530069" cy="9654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9891" name="Group 19"/>
          <p:cNvGrpSpPr>
            <a:grpSpLocks/>
          </p:cNvGrpSpPr>
          <p:nvPr/>
        </p:nvGrpSpPr>
        <p:grpSpPr bwMode="auto">
          <a:xfrm>
            <a:off x="7557545" y="2939618"/>
            <a:ext cx="1677987" cy="1004888"/>
            <a:chOff x="4059" y="1957"/>
            <a:chExt cx="1057" cy="633"/>
          </a:xfrm>
        </p:grpSpPr>
        <p:sp>
          <p:nvSpPr>
            <p:cNvPr id="50188" name="Rectangle 20"/>
            <p:cNvSpPr>
              <a:spLocks noChangeArrowheads="1"/>
            </p:cNvSpPr>
            <p:nvPr/>
          </p:nvSpPr>
          <p:spPr bwMode="auto">
            <a:xfrm>
              <a:off x="4059" y="1970"/>
              <a:ext cx="1057" cy="62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50189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9311951"/>
                </p:ext>
              </p:extLst>
            </p:nvPr>
          </p:nvGraphicFramePr>
          <p:xfrm>
            <a:off x="4134" y="1957"/>
            <a:ext cx="930" cy="6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596880" imgH="406080" progId="Equation.DSMT4">
                    <p:embed/>
                  </p:oleObj>
                </mc:Choice>
                <mc:Fallback>
                  <p:oleObj name="Equation" r:id="rId16" imgW="59688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4" y="1957"/>
                          <a:ext cx="930" cy="6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186" name="Text Box 8"/>
          <p:cNvSpPr txBox="1">
            <a:spLocks noChangeArrowheads="1"/>
          </p:cNvSpPr>
          <p:nvPr/>
        </p:nvSpPr>
        <p:spPr bwMode="auto">
          <a:xfrm>
            <a:off x="1308179" y="1099127"/>
            <a:ext cx="10223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0187" name="Text Box 11"/>
          <p:cNvSpPr txBox="1">
            <a:spLocks noChangeArrowheads="1"/>
          </p:cNvSpPr>
          <p:nvPr/>
        </p:nvSpPr>
        <p:spPr bwMode="auto">
          <a:xfrm>
            <a:off x="1369725" y="1797842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313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9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9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98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98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9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9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9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9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1697844"/>
              </p:ext>
            </p:extLst>
          </p:nvPr>
        </p:nvGraphicFramePr>
        <p:xfrm>
          <a:off x="1959840" y="2950073"/>
          <a:ext cx="5464631" cy="485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0" imgH="203040" progId="Equation.DSMT4">
                  <p:embed/>
                </p:oleObj>
              </mc:Choice>
              <mc:Fallback>
                <p:oleObj name="Equation" r:id="rId2" imgW="2286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9840" y="2950073"/>
                        <a:ext cx="5464631" cy="4857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7448276"/>
              </p:ext>
            </p:extLst>
          </p:nvPr>
        </p:nvGraphicFramePr>
        <p:xfrm>
          <a:off x="2547982" y="3624880"/>
          <a:ext cx="8109240" cy="810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01920" imgH="330120" progId="Equation.DSMT4">
                  <p:embed/>
                </p:oleObj>
              </mc:Choice>
              <mc:Fallback>
                <p:oleObj name="Equation" r:id="rId4" imgW="33019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7982" y="3624880"/>
                        <a:ext cx="8109240" cy="8109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1728372"/>
              </p:ext>
            </p:extLst>
          </p:nvPr>
        </p:nvGraphicFramePr>
        <p:xfrm>
          <a:off x="2070100" y="4605582"/>
          <a:ext cx="3764973" cy="547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85720" imgH="215640" progId="Equation.DSMT4">
                  <p:embed/>
                </p:oleObj>
              </mc:Choice>
              <mc:Fallback>
                <p:oleObj name="Equation" r:id="rId6" imgW="1485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100" y="4605582"/>
                        <a:ext cx="3764973" cy="5470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7123409"/>
              </p:ext>
            </p:extLst>
          </p:nvPr>
        </p:nvGraphicFramePr>
        <p:xfrm>
          <a:off x="3135890" y="5319183"/>
          <a:ext cx="5326062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20760" imgH="203040" progId="Equation.DSMT4">
                  <p:embed/>
                </p:oleObj>
              </mc:Choice>
              <mc:Fallback>
                <p:oleObj name="Equation" r:id="rId8" imgW="2120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5890" y="5319183"/>
                        <a:ext cx="5326062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889502" y="2176236"/>
            <a:ext cx="33786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 B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函数的概念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876757" y="1371621"/>
            <a:ext cx="221086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  B</a:t>
            </a:r>
            <a:r>
              <a:rPr lang="en-US" altLang="zh-CN" sz="3400" b="1" dirty="0">
                <a:solidFill>
                  <a:srgbClr val="FF0000"/>
                </a:solidFill>
              </a:rPr>
              <a:t> </a:t>
            </a:r>
            <a:r>
              <a:rPr lang="zh-CN" altLang="en-US" sz="3400" b="1" dirty="0">
                <a:solidFill>
                  <a:srgbClr val="FF0000"/>
                </a:solidFill>
              </a:rPr>
              <a:t>函数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966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0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221579"/>
              </p:ext>
            </p:extLst>
          </p:nvPr>
        </p:nvGraphicFramePr>
        <p:xfrm>
          <a:off x="1430627" y="1758581"/>
          <a:ext cx="7870392" cy="502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77880" imgH="215640" progId="Equation.DSMT4">
                  <p:embed/>
                </p:oleObj>
              </mc:Choice>
              <mc:Fallback>
                <p:oleObj name="Equation" r:id="rId2" imgW="3377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0627" y="1758581"/>
                        <a:ext cx="7870392" cy="5029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7628281"/>
              </p:ext>
            </p:extLst>
          </p:nvPr>
        </p:nvGraphicFramePr>
        <p:xfrm>
          <a:off x="1430627" y="2215942"/>
          <a:ext cx="6978961" cy="1884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09600" imgH="812520" progId="Equation.DSMT4">
                  <p:embed/>
                </p:oleObj>
              </mc:Choice>
              <mc:Fallback>
                <p:oleObj name="Equation" r:id="rId4" imgW="3009600" imgH="812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0627" y="2215942"/>
                        <a:ext cx="6978961" cy="18846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2216516"/>
              </p:ext>
            </p:extLst>
          </p:nvPr>
        </p:nvGraphicFramePr>
        <p:xfrm>
          <a:off x="1430627" y="4096152"/>
          <a:ext cx="6852235" cy="9830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09600" imgH="431640" progId="Equation.DSMT4">
                  <p:embed/>
                </p:oleObj>
              </mc:Choice>
              <mc:Fallback>
                <p:oleObj name="Equation" r:id="rId6" imgW="3009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0627" y="4096152"/>
                        <a:ext cx="6852235" cy="9830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575334"/>
              </p:ext>
            </p:extLst>
          </p:nvPr>
        </p:nvGraphicFramePr>
        <p:xfrm>
          <a:off x="2053648" y="5023092"/>
          <a:ext cx="7247371" cy="503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288960" imgH="228600" progId="Equation.DSMT4">
                  <p:embed/>
                </p:oleObj>
              </mc:Choice>
              <mc:Fallback>
                <p:oleObj name="Equation" r:id="rId8" imgW="3288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3648" y="5023092"/>
                        <a:ext cx="7247371" cy="503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6303087"/>
              </p:ext>
            </p:extLst>
          </p:nvPr>
        </p:nvGraphicFramePr>
        <p:xfrm>
          <a:off x="3010921" y="5420872"/>
          <a:ext cx="4897502" cy="935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60440" imgH="431640" progId="Equation.DSMT4">
                  <p:embed/>
                </p:oleObj>
              </mc:Choice>
              <mc:Fallback>
                <p:oleObj name="Equation" r:id="rId10" imgW="22604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0921" y="5420872"/>
                        <a:ext cx="4897502" cy="9354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928" name="Group 8"/>
          <p:cNvGrpSpPr>
            <a:grpSpLocks/>
          </p:cNvGrpSpPr>
          <p:nvPr/>
        </p:nvGrpSpPr>
        <p:grpSpPr bwMode="auto">
          <a:xfrm>
            <a:off x="8409588" y="2588161"/>
            <a:ext cx="1885950" cy="830263"/>
            <a:chOff x="4414" y="1616"/>
            <a:chExt cx="1188" cy="523"/>
          </a:xfrm>
        </p:grpSpPr>
        <p:sp>
          <p:nvSpPr>
            <p:cNvPr id="52233" name="Rectangle 9"/>
            <p:cNvSpPr>
              <a:spLocks noChangeArrowheads="1"/>
            </p:cNvSpPr>
            <p:nvPr/>
          </p:nvSpPr>
          <p:spPr bwMode="auto">
            <a:xfrm>
              <a:off x="4414" y="1616"/>
              <a:ext cx="1134" cy="51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sp>
          <p:nvSpPr>
            <p:cNvPr id="52234" name="Text Box 10"/>
            <p:cNvSpPr txBox="1">
              <a:spLocks noChangeArrowheads="1"/>
            </p:cNvSpPr>
            <p:nvPr/>
          </p:nvSpPr>
          <p:spPr bwMode="auto">
            <a:xfrm>
              <a:off x="4468" y="1616"/>
              <a:ext cx="1134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+mn-ea"/>
                  <a:ea typeface="+mn-ea"/>
                </a:rPr>
                <a:t>运用分部积分法证明</a:t>
              </a: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1360965" y="1023140"/>
            <a:ext cx="42306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 B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函数的简单性质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259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19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19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9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2254443"/>
              </p:ext>
            </p:extLst>
          </p:nvPr>
        </p:nvGraphicFramePr>
        <p:xfrm>
          <a:off x="2833816" y="958330"/>
          <a:ext cx="3414952" cy="746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280" imgH="330120" progId="Equation.DSMT4">
                  <p:embed/>
                </p:oleObj>
              </mc:Choice>
              <mc:Fallback>
                <p:oleObj name="Equation" r:id="rId2" imgW="15112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3816" y="958330"/>
                        <a:ext cx="3414952" cy="7461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8257584"/>
              </p:ext>
            </p:extLst>
          </p:nvPr>
        </p:nvGraphicFramePr>
        <p:xfrm>
          <a:off x="2523921" y="1539511"/>
          <a:ext cx="5397559" cy="914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47840" imgH="380880" progId="Equation.DSMT4">
                  <p:embed/>
                </p:oleObj>
              </mc:Choice>
              <mc:Fallback>
                <p:oleObj name="Equation" r:id="rId4" imgW="22478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3921" y="1539511"/>
                        <a:ext cx="5397559" cy="9148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6455335"/>
              </p:ext>
            </p:extLst>
          </p:nvPr>
        </p:nvGraphicFramePr>
        <p:xfrm>
          <a:off x="3066473" y="2427430"/>
          <a:ext cx="365760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25400" imgH="380880" progId="Equation.DSMT4">
                  <p:embed/>
                </p:oleObj>
              </mc:Choice>
              <mc:Fallback>
                <p:oleObj name="Equation" r:id="rId6" imgW="16254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6473" y="2427430"/>
                        <a:ext cx="3657600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3571365"/>
              </p:ext>
            </p:extLst>
          </p:nvPr>
        </p:nvGraphicFramePr>
        <p:xfrm>
          <a:off x="6630820" y="2427430"/>
          <a:ext cx="2152073" cy="965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90360" imgH="444240" progId="Equation.DSMT4">
                  <p:embed/>
                </p:oleObj>
              </mc:Choice>
              <mc:Fallback>
                <p:oleObj name="Equation" r:id="rId8" imgW="9903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0820" y="2427430"/>
                        <a:ext cx="2152073" cy="9656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1754296"/>
              </p:ext>
            </p:extLst>
          </p:nvPr>
        </p:nvGraphicFramePr>
        <p:xfrm>
          <a:off x="3066473" y="3523998"/>
          <a:ext cx="2311332" cy="1800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91880" imgH="850680" progId="Equation.DSMT4">
                  <p:embed/>
                </p:oleObj>
              </mc:Choice>
              <mc:Fallback>
                <p:oleObj name="Equation" r:id="rId10" imgW="109188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6473" y="3523998"/>
                        <a:ext cx="2311332" cy="18006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2350609"/>
              </p:ext>
            </p:extLst>
          </p:nvPr>
        </p:nvGraphicFramePr>
        <p:xfrm>
          <a:off x="5467927" y="3429932"/>
          <a:ext cx="3953164" cy="1493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14320" imgH="647640" progId="Equation.DSMT4">
                  <p:embed/>
                </p:oleObj>
              </mc:Choice>
              <mc:Fallback>
                <p:oleObj name="Equation" r:id="rId12" imgW="1714320" imgH="647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7927" y="3429932"/>
                        <a:ext cx="3953164" cy="14934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4261490"/>
              </p:ext>
            </p:extLst>
          </p:nvPr>
        </p:nvGraphicFramePr>
        <p:xfrm>
          <a:off x="3066473" y="5232757"/>
          <a:ext cx="3564347" cy="1272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00200" imgH="571320" progId="Equation.DSMT4">
                  <p:embed/>
                </p:oleObj>
              </mc:Choice>
              <mc:Fallback>
                <p:oleObj name="Equation" r:id="rId14" imgW="1600200" imgH="571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6473" y="5232757"/>
                        <a:ext cx="3564347" cy="12729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7" name="Text Box 8"/>
          <p:cNvSpPr txBox="1">
            <a:spLocks noChangeArrowheads="1"/>
          </p:cNvSpPr>
          <p:nvPr/>
        </p:nvSpPr>
        <p:spPr bwMode="auto">
          <a:xfrm>
            <a:off x="1597304" y="1070248"/>
            <a:ext cx="1023937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3258" name="Text Box 11"/>
          <p:cNvSpPr txBox="1">
            <a:spLocks noChangeArrowheads="1"/>
          </p:cNvSpPr>
          <p:nvPr/>
        </p:nvSpPr>
        <p:spPr bwMode="auto">
          <a:xfrm>
            <a:off x="1597304" y="1737374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解：</a:t>
            </a:r>
            <a:endParaRPr lang="zh-CN" altLang="en-US" sz="24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5768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98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6226057"/>
              </p:ext>
            </p:extLst>
          </p:nvPr>
        </p:nvGraphicFramePr>
        <p:xfrm>
          <a:off x="2626447" y="1143786"/>
          <a:ext cx="7372070" cy="981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40080" imgH="444240" progId="Equation.DSMT4">
                  <p:embed/>
                </p:oleObj>
              </mc:Choice>
              <mc:Fallback>
                <p:oleObj name="Equation" r:id="rId2" imgW="33400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6447" y="1143786"/>
                        <a:ext cx="7372070" cy="9810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7083808"/>
              </p:ext>
            </p:extLst>
          </p:nvPr>
        </p:nvGraphicFramePr>
        <p:xfrm>
          <a:off x="2463194" y="2020901"/>
          <a:ext cx="4134139" cy="96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68480" imgH="457200" progId="Equation.DSMT4">
                  <p:embed/>
                </p:oleObj>
              </mc:Choice>
              <mc:Fallback>
                <p:oleObj name="Equation" r:id="rId4" imgW="19684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194" y="2020901"/>
                        <a:ext cx="4134139" cy="96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6078788"/>
              </p:ext>
            </p:extLst>
          </p:nvPr>
        </p:nvGraphicFramePr>
        <p:xfrm>
          <a:off x="2463194" y="2929590"/>
          <a:ext cx="507047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61960" imgH="431640" progId="Equation.DSMT4">
                  <p:embed/>
                </p:oleObj>
              </mc:Choice>
              <mc:Fallback>
                <p:oleObj name="Equation" r:id="rId6" imgW="2361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194" y="2929590"/>
                        <a:ext cx="5070475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0928329"/>
              </p:ext>
            </p:extLst>
          </p:nvPr>
        </p:nvGraphicFramePr>
        <p:xfrm>
          <a:off x="2521191" y="5591736"/>
          <a:ext cx="4875212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33360" imgH="330120" progId="Equation.DSMT4">
                  <p:embed/>
                </p:oleObj>
              </mc:Choice>
              <mc:Fallback>
                <p:oleObj name="Equation" r:id="rId8" imgW="21333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1191" y="5591736"/>
                        <a:ext cx="4875212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40746"/>
              </p:ext>
            </p:extLst>
          </p:nvPr>
        </p:nvGraphicFramePr>
        <p:xfrm>
          <a:off x="4729605" y="4489685"/>
          <a:ext cx="5268912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36760" imgH="469800" progId="Equation.DSMT4">
                  <p:embed/>
                </p:oleObj>
              </mc:Choice>
              <mc:Fallback>
                <p:oleObj name="Equation" r:id="rId10" imgW="23367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9605" y="4489685"/>
                        <a:ext cx="5268912" cy="1058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3345047"/>
              </p:ext>
            </p:extLst>
          </p:nvPr>
        </p:nvGraphicFramePr>
        <p:xfrm>
          <a:off x="1922905" y="4567798"/>
          <a:ext cx="2806700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18960" imgH="444240" progId="Equation.DSMT4">
                  <p:embed/>
                </p:oleObj>
              </mc:Choice>
              <mc:Fallback>
                <p:oleObj name="Equation" r:id="rId12" imgW="12189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2905" y="4567798"/>
                        <a:ext cx="2806700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1" name="Text Box 8"/>
          <p:cNvSpPr txBox="1">
            <a:spLocks noChangeArrowheads="1"/>
          </p:cNvSpPr>
          <p:nvPr/>
        </p:nvSpPr>
        <p:spPr bwMode="auto">
          <a:xfrm>
            <a:off x="1602510" y="1373179"/>
            <a:ext cx="1023937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4282" name="Text Box 11"/>
          <p:cNvSpPr txBox="1">
            <a:spLocks noChangeArrowheads="1"/>
          </p:cNvSpPr>
          <p:nvPr/>
        </p:nvSpPr>
        <p:spPr bwMode="auto">
          <a:xfrm>
            <a:off x="1602510" y="3068505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解：</a:t>
            </a:r>
            <a:endParaRPr lang="zh-CN" altLang="en-US" sz="24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1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326116"/>
              </p:ext>
            </p:extLst>
          </p:nvPr>
        </p:nvGraphicFramePr>
        <p:xfrm>
          <a:off x="2355244" y="3973247"/>
          <a:ext cx="517842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12720" imgH="215640" progId="Equation.DSMT4">
                  <p:embed/>
                </p:oleObj>
              </mc:Choice>
              <mc:Fallback>
                <p:oleObj name="Equation" r:id="rId14" imgW="2412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5244" y="3973247"/>
                        <a:ext cx="517842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236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3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3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3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8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9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1232280"/>
              </p:ext>
            </p:extLst>
          </p:nvPr>
        </p:nvGraphicFramePr>
        <p:xfrm>
          <a:off x="1679721" y="1811538"/>
          <a:ext cx="4337482" cy="1020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2920" imgH="457200" progId="Equation.DSMT4">
                  <p:embed/>
                </p:oleObj>
              </mc:Choice>
              <mc:Fallback>
                <p:oleObj name="Equation" r:id="rId2" imgW="19429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721" y="1811538"/>
                        <a:ext cx="4337482" cy="10205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4995" name="Group 3"/>
          <p:cNvGrpSpPr>
            <a:grpSpLocks/>
          </p:cNvGrpSpPr>
          <p:nvPr/>
        </p:nvGrpSpPr>
        <p:grpSpPr bwMode="auto">
          <a:xfrm>
            <a:off x="8802566" y="788583"/>
            <a:ext cx="3168650" cy="1731962"/>
            <a:chOff x="3560" y="253"/>
            <a:chExt cx="1996" cy="1091"/>
          </a:xfrm>
        </p:grpSpPr>
        <p:sp>
          <p:nvSpPr>
            <p:cNvPr id="55308" name="Rectangle 4"/>
            <p:cNvSpPr>
              <a:spLocks noChangeArrowheads="1"/>
            </p:cNvSpPr>
            <p:nvPr/>
          </p:nvSpPr>
          <p:spPr bwMode="auto">
            <a:xfrm>
              <a:off x="3560" y="253"/>
              <a:ext cx="1996" cy="1091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55309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2263956"/>
                </p:ext>
              </p:extLst>
            </p:nvPr>
          </p:nvGraphicFramePr>
          <p:xfrm>
            <a:off x="3618" y="274"/>
            <a:ext cx="1812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460160" imgH="406080" progId="Equation.DSMT4">
                    <p:embed/>
                  </p:oleObj>
                </mc:Choice>
                <mc:Fallback>
                  <p:oleObj name="Equation" r:id="rId4" imgW="146016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8" y="274"/>
                          <a:ext cx="1812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10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5632372"/>
                </p:ext>
              </p:extLst>
            </p:nvPr>
          </p:nvGraphicFramePr>
          <p:xfrm>
            <a:off x="3639" y="767"/>
            <a:ext cx="1770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371600" imgH="406080" progId="Equation.DSMT4">
                    <p:embed/>
                  </p:oleObj>
                </mc:Choice>
                <mc:Fallback>
                  <p:oleObj name="Equation" r:id="rId6" imgW="137160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9" y="767"/>
                          <a:ext cx="1770" cy="5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49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7957167"/>
              </p:ext>
            </p:extLst>
          </p:nvPr>
        </p:nvGraphicFramePr>
        <p:xfrm>
          <a:off x="3049371" y="2686049"/>
          <a:ext cx="2921433" cy="190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07880" imgH="850680" progId="Equation.DSMT4">
                  <p:embed/>
                </p:oleObj>
              </mc:Choice>
              <mc:Fallback>
                <p:oleObj name="Equation" r:id="rId8" imgW="130788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9371" y="2686049"/>
                        <a:ext cx="2921433" cy="190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553205"/>
              </p:ext>
            </p:extLst>
          </p:nvPr>
        </p:nvGraphicFramePr>
        <p:xfrm>
          <a:off x="5799503" y="3155415"/>
          <a:ext cx="2525861" cy="950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80800" imgH="444240" progId="Equation.DSMT4">
                  <p:embed/>
                </p:oleObj>
              </mc:Choice>
              <mc:Fallback>
                <p:oleObj name="Equation" r:id="rId10" imgW="11808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9503" y="3155415"/>
                        <a:ext cx="2525861" cy="9505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5173193"/>
              </p:ext>
            </p:extLst>
          </p:nvPr>
        </p:nvGraphicFramePr>
        <p:xfrm>
          <a:off x="3049371" y="4437213"/>
          <a:ext cx="3382742" cy="986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23880" imgH="444240" progId="Equation.DSMT4">
                  <p:embed/>
                </p:oleObj>
              </mc:Choice>
              <mc:Fallback>
                <p:oleObj name="Equation" r:id="rId12" imgW="15238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9371" y="4437213"/>
                        <a:ext cx="3382742" cy="9866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3460686"/>
              </p:ext>
            </p:extLst>
          </p:nvPr>
        </p:nvGraphicFramePr>
        <p:xfrm>
          <a:off x="6159501" y="4430683"/>
          <a:ext cx="3456078" cy="999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36480" imgH="444240" progId="Equation.DSMT4">
                  <p:embed/>
                </p:oleObj>
              </mc:Choice>
              <mc:Fallback>
                <p:oleObj name="Equation" r:id="rId14" imgW="15364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1" y="4430683"/>
                        <a:ext cx="3456078" cy="9996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9248139"/>
              </p:ext>
            </p:extLst>
          </p:nvPr>
        </p:nvGraphicFramePr>
        <p:xfrm>
          <a:off x="3049371" y="5314837"/>
          <a:ext cx="3596698" cy="131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38000" imgH="596880" progId="Equation.DSMT4">
                  <p:embed/>
                </p:oleObj>
              </mc:Choice>
              <mc:Fallback>
                <p:oleObj name="Equation" r:id="rId16" imgW="1638000" imgH="596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9371" y="5314837"/>
                        <a:ext cx="3596698" cy="131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5004" name="Group 12"/>
          <p:cNvGrpSpPr>
            <a:grpSpLocks/>
          </p:cNvGrpSpPr>
          <p:nvPr/>
        </p:nvGrpSpPr>
        <p:grpSpPr bwMode="auto">
          <a:xfrm>
            <a:off x="1951832" y="695715"/>
            <a:ext cx="4167187" cy="958849"/>
            <a:chOff x="158" y="162"/>
            <a:chExt cx="2625" cy="604"/>
          </a:xfrm>
        </p:grpSpPr>
        <p:sp>
          <p:nvSpPr>
            <p:cNvPr id="55306" name="Rectangle 13"/>
            <p:cNvSpPr>
              <a:spLocks noChangeArrowheads="1"/>
            </p:cNvSpPr>
            <p:nvPr/>
          </p:nvSpPr>
          <p:spPr bwMode="auto">
            <a:xfrm>
              <a:off x="158" y="191"/>
              <a:ext cx="2625" cy="565"/>
            </a:xfrm>
            <a:prstGeom prst="rect">
              <a:avLst/>
            </a:prstGeom>
            <a:solidFill>
              <a:srgbClr val="FFCC99"/>
            </a:solidFill>
            <a:ln w="28575">
              <a:solidFill>
                <a:srgbClr val="00CC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55307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1405776"/>
                </p:ext>
              </p:extLst>
            </p:nvPr>
          </p:nvGraphicFramePr>
          <p:xfrm>
            <a:off x="158" y="162"/>
            <a:ext cx="2625" cy="6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930320" imgH="444240" progId="Equation.DSMT4">
                    <p:embed/>
                  </p:oleObj>
                </mc:Choice>
                <mc:Fallback>
                  <p:oleObj name="Equation" r:id="rId18" imgW="1930320" imgH="4442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" y="162"/>
                          <a:ext cx="2625" cy="6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654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5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5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5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6435F66-29A6-4F53-8359-41E5408AC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48</a:t>
            </a:fld>
            <a:endParaRPr lang="zh-CN" altLang="en-US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B1B1D0A-BB15-4B71-A1B8-2ECA3416ED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8160522"/>
              </p:ext>
            </p:extLst>
          </p:nvPr>
        </p:nvGraphicFramePr>
        <p:xfrm>
          <a:off x="3285832" y="588848"/>
          <a:ext cx="5997264" cy="1083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63480" imgH="444240" progId="Equation.DSMT4">
                  <p:embed/>
                </p:oleObj>
              </mc:Choice>
              <mc:Fallback>
                <p:oleObj name="Equation" r:id="rId2" imgW="24634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85832" y="588848"/>
                        <a:ext cx="5997264" cy="10832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9D7F286C-4037-4646-A53A-FF1DC30B8878}"/>
              </a:ext>
            </a:extLst>
          </p:cNvPr>
          <p:cNvSpPr txBox="1"/>
          <p:nvPr/>
        </p:nvSpPr>
        <p:spPr>
          <a:xfrm>
            <a:off x="2114478" y="938828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/>
              <a:t>证明：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58B046-CFFE-4F51-A6B8-27B54607399D}"/>
              </a:ext>
            </a:extLst>
          </p:cNvPr>
          <p:cNvSpPr txBox="1"/>
          <p:nvPr/>
        </p:nvSpPr>
        <p:spPr>
          <a:xfrm>
            <a:off x="1305586" y="1813102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证明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02D078E-5EFC-4C46-819A-26297C72C5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0888028"/>
              </p:ext>
            </p:extLst>
          </p:nvPr>
        </p:nvGraphicFramePr>
        <p:xfrm>
          <a:off x="2352663" y="1726660"/>
          <a:ext cx="2943969" cy="607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31560" imgH="253800" progId="Equation.DSMT4">
                  <p:embed/>
                </p:oleObj>
              </mc:Choice>
              <mc:Fallback>
                <p:oleObj name="Equation" r:id="rId4" imgW="12315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52663" y="1726660"/>
                        <a:ext cx="2943969" cy="607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D02D9F5-179F-4898-94E5-147EEBDD40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7009317"/>
              </p:ext>
            </p:extLst>
          </p:nvPr>
        </p:nvGraphicFramePr>
        <p:xfrm>
          <a:off x="5357335" y="1684339"/>
          <a:ext cx="4954052" cy="712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1840" imgH="291960" progId="Equation.DSMT4">
                  <p:embed/>
                </p:oleObj>
              </mc:Choice>
              <mc:Fallback>
                <p:oleObj name="Equation" r:id="rId6" imgW="203184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57335" y="1684339"/>
                        <a:ext cx="4954052" cy="7121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FF7E60C-9517-4808-83C9-5732486E55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6575626"/>
              </p:ext>
            </p:extLst>
          </p:nvPr>
        </p:nvGraphicFramePr>
        <p:xfrm>
          <a:off x="1204772" y="2276000"/>
          <a:ext cx="4459880" cy="1026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65080" imgH="406080" progId="Equation.DSMT4">
                  <p:embed/>
                </p:oleObj>
              </mc:Choice>
              <mc:Fallback>
                <p:oleObj name="Equation" r:id="rId8" imgW="17650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04772" y="2276000"/>
                        <a:ext cx="4459880" cy="10267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936B5515-F796-4FF2-AF60-2F4824D846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4427714"/>
              </p:ext>
            </p:extLst>
          </p:nvPr>
        </p:nvGraphicFramePr>
        <p:xfrm>
          <a:off x="5664652" y="2257979"/>
          <a:ext cx="5634572" cy="1082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47840" imgH="431640" progId="Equation.DSMT4">
                  <p:embed/>
                </p:oleObj>
              </mc:Choice>
              <mc:Fallback>
                <p:oleObj name="Equation" r:id="rId10" imgW="22478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664652" y="2257979"/>
                        <a:ext cx="5634572" cy="10823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ADDC3E0-A856-47B7-A457-27A936934D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1118923"/>
              </p:ext>
            </p:extLst>
          </p:nvPr>
        </p:nvGraphicFramePr>
        <p:xfrm>
          <a:off x="1220724" y="3064418"/>
          <a:ext cx="7520703" cy="906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844720" imgH="342720" progId="Equation.DSMT4">
                  <p:embed/>
                </p:oleObj>
              </mc:Choice>
              <mc:Fallback>
                <p:oleObj name="Equation" r:id="rId12" imgW="28447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220724" y="3064418"/>
                        <a:ext cx="7520703" cy="906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B3C9CC7-3272-4994-98F7-6EDC65E422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5962533"/>
              </p:ext>
            </p:extLst>
          </p:nvPr>
        </p:nvGraphicFramePr>
        <p:xfrm>
          <a:off x="1252350" y="3908445"/>
          <a:ext cx="5617657" cy="1213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57400" imgH="444240" progId="Equation.DSMT4">
                  <p:embed/>
                </p:oleObj>
              </mc:Choice>
              <mc:Fallback>
                <p:oleObj name="Equation" r:id="rId14" imgW="20574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252350" y="3908445"/>
                        <a:ext cx="5617657" cy="12136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845F956-BE65-4678-89E8-9CF9E67019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3242093"/>
              </p:ext>
            </p:extLst>
          </p:nvPr>
        </p:nvGraphicFramePr>
        <p:xfrm>
          <a:off x="6876515" y="3964639"/>
          <a:ext cx="371157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58640" imgH="406080" progId="Equation.DSMT4">
                  <p:embed/>
                </p:oleObj>
              </mc:Choice>
              <mc:Fallback>
                <p:oleObj name="Equation" r:id="rId16" imgW="1358640" imgH="4060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CB3C9CC7-3272-4994-98F7-6EDC65E422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876515" y="3964639"/>
                        <a:ext cx="3711575" cy="1108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967E1C10-48C2-40A0-B179-C35043E4BE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0735742"/>
              </p:ext>
            </p:extLst>
          </p:nvPr>
        </p:nvGraphicFramePr>
        <p:xfrm>
          <a:off x="1204772" y="5033176"/>
          <a:ext cx="4162120" cy="108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62040" imgH="406080" progId="Equation.DSMT4">
                  <p:embed/>
                </p:oleObj>
              </mc:Choice>
              <mc:Fallback>
                <p:oleObj name="Equation" r:id="rId18" imgW="1562040" imgH="4060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6845F956-BE65-4678-89E8-9CF9E67019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204772" y="5033176"/>
                        <a:ext cx="4162120" cy="108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725F458-13FF-48B1-A1AB-859F74BF2A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76423"/>
              </p:ext>
            </p:extLst>
          </p:nvPr>
        </p:nvGraphicFramePr>
        <p:xfrm>
          <a:off x="5273862" y="5066422"/>
          <a:ext cx="3243574" cy="108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33440" imgH="444240" progId="Equation.DSMT4">
                  <p:embed/>
                </p:oleObj>
              </mc:Choice>
              <mc:Fallback>
                <p:oleObj name="Equation" r:id="rId20" imgW="13334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273862" y="5066422"/>
                        <a:ext cx="3243574" cy="108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8">
            <a:extLst>
              <a:ext uri="{FF2B5EF4-FFF2-40B4-BE49-F238E27FC236}">
                <a16:creationId xmlns:a16="http://schemas.microsoft.com/office/drawing/2014/main" id="{5EBC39C2-E19E-46D0-8747-2EA726709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8726" y="939294"/>
            <a:ext cx="1023937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829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FAB1E2C-73F6-4EA1-A43F-5814E49DF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257B-AE6D-40B3-B754-FE76BC145C98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D48B685A-D106-4EC8-89F5-F9D4FFBDE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987" y="636178"/>
            <a:ext cx="1023937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6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40AD21A-B1B4-4866-9993-DBB46F58F6DD}"/>
              </a:ext>
            </a:extLst>
          </p:cNvPr>
          <p:cNvSpPr txBox="1"/>
          <p:nvPr/>
        </p:nvSpPr>
        <p:spPr>
          <a:xfrm>
            <a:off x="1702501" y="635245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/>
              <a:t>求积分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238245C-0F0F-4C99-81AE-E49229A86C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2683030"/>
              </p:ext>
            </p:extLst>
          </p:nvPr>
        </p:nvGraphicFramePr>
        <p:xfrm>
          <a:off x="2889810" y="419556"/>
          <a:ext cx="3339223" cy="875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880" imgH="342720" progId="Equation.DSMT4">
                  <p:embed/>
                </p:oleObj>
              </mc:Choice>
              <mc:Fallback>
                <p:oleObj name="Equation" r:id="rId2" imgW="1307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89810" y="419556"/>
                        <a:ext cx="3339223" cy="8753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5BD238E-9A6A-4572-8CB6-4A79B96EE7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9039112"/>
              </p:ext>
            </p:extLst>
          </p:nvPr>
        </p:nvGraphicFramePr>
        <p:xfrm>
          <a:off x="6461125" y="382588"/>
          <a:ext cx="2657475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41120" imgH="342720" progId="Equation.DSMT4">
                  <p:embed/>
                </p:oleObj>
              </mc:Choice>
              <mc:Fallback>
                <p:oleObj name="Equation" r:id="rId4" imgW="104112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238245C-0F0F-4C99-81AE-E49229A86C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61125" y="382588"/>
                        <a:ext cx="2657475" cy="874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87E48F26-206E-4264-A3EA-372F37D9DBE4}"/>
              </a:ext>
            </a:extLst>
          </p:cNvPr>
          <p:cNvSpPr txBox="1"/>
          <p:nvPr/>
        </p:nvSpPr>
        <p:spPr>
          <a:xfrm>
            <a:off x="964987" y="161253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1C0AB53-E4D6-4F3A-9C36-87D9C1A187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1362256"/>
              </p:ext>
            </p:extLst>
          </p:nvPr>
        </p:nvGraphicFramePr>
        <p:xfrm>
          <a:off x="1536824" y="1350032"/>
          <a:ext cx="6387995" cy="1110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52400" imgH="444240" progId="Equation.DSMT4">
                  <p:embed/>
                </p:oleObj>
              </mc:Choice>
              <mc:Fallback>
                <p:oleObj name="Equation" r:id="rId6" imgW="2552400" imgH="4442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238245C-0F0F-4C99-81AE-E49229A86C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36824" y="1350032"/>
                        <a:ext cx="6387995" cy="11108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8A7249F-9863-46DC-8ABC-62B6B4B78A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7025126"/>
              </p:ext>
            </p:extLst>
          </p:nvPr>
        </p:nvGraphicFramePr>
        <p:xfrm>
          <a:off x="8063377" y="1294886"/>
          <a:ext cx="1752530" cy="1001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11000" imgH="406080" progId="Equation.DSMT4">
                  <p:embed/>
                </p:oleObj>
              </mc:Choice>
              <mc:Fallback>
                <p:oleObj name="Equation" r:id="rId8" imgW="7110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063377" y="1294886"/>
                        <a:ext cx="1752530" cy="10014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449A2FF-5155-4FD1-B719-102D4FDEF8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0784161"/>
              </p:ext>
            </p:extLst>
          </p:nvPr>
        </p:nvGraphicFramePr>
        <p:xfrm>
          <a:off x="1253149" y="2288406"/>
          <a:ext cx="2160588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76240" imgH="431640" progId="Equation.DSMT4">
                  <p:embed/>
                </p:oleObj>
              </mc:Choice>
              <mc:Fallback>
                <p:oleObj name="Equation" r:id="rId10" imgW="876240" imgH="4316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18A7249F-9863-46DC-8ABC-62B6B4B78A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253149" y="2288406"/>
                        <a:ext cx="2160588" cy="1065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7108090-8007-4B0B-B18B-269D05C8EE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0965458"/>
              </p:ext>
            </p:extLst>
          </p:nvPr>
        </p:nvGraphicFramePr>
        <p:xfrm>
          <a:off x="3326765" y="2222750"/>
          <a:ext cx="1561675" cy="1086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83920" imgH="406080" progId="Equation.DSMT4">
                  <p:embed/>
                </p:oleObj>
              </mc:Choice>
              <mc:Fallback>
                <p:oleObj name="Equation" r:id="rId12" imgW="5839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326765" y="2222750"/>
                        <a:ext cx="1561675" cy="1086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D81E877-DBE0-4FD8-9247-4723634702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9427759"/>
              </p:ext>
            </p:extLst>
          </p:nvPr>
        </p:nvGraphicFramePr>
        <p:xfrm>
          <a:off x="4881664" y="2259833"/>
          <a:ext cx="1156998" cy="1000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69800" imgH="406080" progId="Equation.DSMT4">
                  <p:embed/>
                </p:oleObj>
              </mc:Choice>
              <mc:Fallback>
                <p:oleObj name="Equation" r:id="rId14" imgW="4698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881664" y="2259833"/>
                        <a:ext cx="1156998" cy="10006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FE80AFD-A6A1-4ADF-949A-AD0849C72F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5619781"/>
              </p:ext>
            </p:extLst>
          </p:nvPr>
        </p:nvGraphicFramePr>
        <p:xfrm>
          <a:off x="1104900" y="3222632"/>
          <a:ext cx="499110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55520" imgH="444240" progId="Equation.DSMT4">
                  <p:embed/>
                </p:oleObj>
              </mc:Choice>
              <mc:Fallback>
                <p:oleObj name="Equation" r:id="rId16" imgW="1955520" imgH="4442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5BD238E-9A6A-4572-8CB6-4A79B96EE7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104900" y="3222632"/>
                        <a:ext cx="4991100" cy="1133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D688150A-816B-45C5-A894-853F871E56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2074789"/>
              </p:ext>
            </p:extLst>
          </p:nvPr>
        </p:nvGraphicFramePr>
        <p:xfrm>
          <a:off x="6038662" y="3279530"/>
          <a:ext cx="3362028" cy="864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33440" imgH="342720" progId="Equation.DSMT4">
                  <p:embed/>
                </p:oleObj>
              </mc:Choice>
              <mc:Fallback>
                <p:oleObj name="Equation" r:id="rId18" imgW="13334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038662" y="3279530"/>
                        <a:ext cx="3362028" cy="8645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0D20278-CC04-4FEC-B7D9-3A5A6B0554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967162"/>
              </p:ext>
            </p:extLst>
          </p:nvPr>
        </p:nvGraphicFramePr>
        <p:xfrm>
          <a:off x="1147700" y="4334787"/>
          <a:ext cx="3633370" cy="1188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58640" imgH="444240" progId="Equation.DSMT4">
                  <p:embed/>
                </p:oleObj>
              </mc:Choice>
              <mc:Fallback>
                <p:oleObj name="Equation" r:id="rId20" imgW="13586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147700" y="4334787"/>
                        <a:ext cx="3633370" cy="11884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1939AF6D-4C2E-4731-8E5F-2AB6A659E4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3671465"/>
              </p:ext>
            </p:extLst>
          </p:nvPr>
        </p:nvGraphicFramePr>
        <p:xfrm>
          <a:off x="4730821" y="4310324"/>
          <a:ext cx="2246171" cy="1173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850680" imgH="444240" progId="Equation.DSMT4">
                  <p:embed/>
                </p:oleObj>
              </mc:Choice>
              <mc:Fallback>
                <p:oleObj name="Equation" r:id="rId22" imgW="8506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730821" y="4310324"/>
                        <a:ext cx="2246171" cy="11733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1ECC9C07-952C-48E0-9DD5-124B35409C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562221"/>
              </p:ext>
            </p:extLst>
          </p:nvPr>
        </p:nvGraphicFramePr>
        <p:xfrm>
          <a:off x="6837721" y="3827791"/>
          <a:ext cx="2681027" cy="213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66680" imgH="850680" progId="Equation.DSMT4">
                  <p:embed/>
                </p:oleObj>
              </mc:Choice>
              <mc:Fallback>
                <p:oleObj name="Equation" r:id="rId24" imgW="1066680" imgH="850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837721" y="3827791"/>
                        <a:ext cx="2681027" cy="213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7094E39D-A9B7-45DC-AEC3-1512828310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0386626"/>
              </p:ext>
            </p:extLst>
          </p:nvPr>
        </p:nvGraphicFramePr>
        <p:xfrm>
          <a:off x="9535965" y="3827791"/>
          <a:ext cx="1551135" cy="15827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622080" imgH="634680" progId="Equation.DSMT4">
                  <p:embed/>
                </p:oleObj>
              </mc:Choice>
              <mc:Fallback>
                <p:oleObj name="Equation" r:id="rId26" imgW="62208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9535965" y="3827791"/>
                        <a:ext cx="1551135" cy="15827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DF55B139-594D-4D84-9F90-935612C937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4956112"/>
              </p:ext>
            </p:extLst>
          </p:nvPr>
        </p:nvGraphicFramePr>
        <p:xfrm>
          <a:off x="1147700" y="5387982"/>
          <a:ext cx="2596038" cy="1247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977760" imgH="469800" progId="Equation.DSMT4">
                  <p:embed/>
                </p:oleObj>
              </mc:Choice>
              <mc:Fallback>
                <p:oleObj name="Equation" r:id="rId28" imgW="9777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147700" y="5387982"/>
                        <a:ext cx="2596038" cy="12474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7">
            <a:extLst>
              <a:ext uri="{FF2B5EF4-FFF2-40B4-BE49-F238E27FC236}">
                <a16:creationId xmlns:a16="http://schemas.microsoft.com/office/drawing/2014/main" id="{52F2DD44-F93F-4277-B430-F09C2A5718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79170"/>
              </p:ext>
            </p:extLst>
          </p:nvPr>
        </p:nvGraphicFramePr>
        <p:xfrm>
          <a:off x="8758546" y="2567105"/>
          <a:ext cx="3433454" cy="851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562040" imgH="406080" progId="Equation.DSMT4">
                  <p:embed/>
                </p:oleObj>
              </mc:Choice>
              <mc:Fallback>
                <p:oleObj name="Equation" r:id="rId30" imgW="1562040" imgH="406080" progId="Equation.DSMT4">
                  <p:embed/>
                  <p:pic>
                    <p:nvPicPr>
                      <p:cNvPr id="768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58546" y="2567105"/>
                        <a:ext cx="3433454" cy="85134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箭头: 下 20">
            <a:extLst>
              <a:ext uri="{FF2B5EF4-FFF2-40B4-BE49-F238E27FC236}">
                <a16:creationId xmlns:a16="http://schemas.microsoft.com/office/drawing/2014/main" id="{F2896249-41A4-4697-93FA-6F2F897D8559}"/>
              </a:ext>
            </a:extLst>
          </p:cNvPr>
          <p:cNvSpPr/>
          <p:nvPr/>
        </p:nvSpPr>
        <p:spPr>
          <a:xfrm>
            <a:off x="10187173" y="3439549"/>
            <a:ext cx="363739" cy="457857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161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1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5864</TotalTime>
  <Words>1105</Words>
  <Application>Microsoft Office PowerPoint</Application>
  <PresentationFormat>宽屏</PresentationFormat>
  <Paragraphs>254</Paragraphs>
  <Slides>49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49</vt:i4>
      </vt:variant>
    </vt:vector>
  </HeadingPairs>
  <TitlesOfParts>
    <vt:vector size="63" baseType="lpstr">
      <vt:lpstr>黑体</vt:lpstr>
      <vt:lpstr>华文新魏</vt:lpstr>
      <vt:lpstr>华文行楷</vt:lpstr>
      <vt:lpstr>楷体_GB2312</vt:lpstr>
      <vt:lpstr>宋体</vt:lpstr>
      <vt:lpstr>Arial</vt:lpstr>
      <vt:lpstr>Calibri</vt:lpstr>
      <vt:lpstr>Calibri Light</vt:lpstr>
      <vt:lpstr>Cambria Math</vt:lpstr>
      <vt:lpstr>French Script MT</vt:lpstr>
      <vt:lpstr>Times New Roman</vt:lpstr>
      <vt:lpstr>Office 主题</vt:lpstr>
      <vt:lpstr>Equation.DSMT4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§4   欧拉积分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尔里德 李</cp:lastModifiedBy>
  <cp:revision>80</cp:revision>
  <dcterms:created xsi:type="dcterms:W3CDTF">2020-05-06T13:34:54Z</dcterms:created>
  <dcterms:modified xsi:type="dcterms:W3CDTF">2024-06-05T16:04:42Z</dcterms:modified>
</cp:coreProperties>
</file>