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58" r:id="rId4"/>
    <p:sldId id="260" r:id="rId5"/>
    <p:sldId id="261" r:id="rId6"/>
    <p:sldId id="265" r:id="rId7"/>
    <p:sldId id="266" r:id="rId8"/>
    <p:sldId id="268" r:id="rId9"/>
    <p:sldId id="269" r:id="rId10"/>
    <p:sldId id="270" r:id="rId11"/>
    <p:sldId id="271" r:id="rId12"/>
    <p:sldId id="262" r:id="rId13"/>
    <p:sldId id="263" r:id="rId14"/>
    <p:sldId id="264" r:id="rId15"/>
    <p:sldId id="267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766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84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7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65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28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27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46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09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19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06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5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A7F69-166B-4E72-BB77-0C63DC90E60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9ED5F-73C5-49E3-948B-570309F2F9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77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7.bin"/><Relationship Id="rId3" Type="http://schemas.openxmlformats.org/officeDocument/2006/relationships/image" Target="../media/image9.wmf"/><Relationship Id="rId21" Type="http://schemas.openxmlformats.org/officeDocument/2006/relationships/image" Target="../media/image16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4.wmf"/><Relationship Id="rId25" Type="http://schemas.openxmlformats.org/officeDocument/2006/relationships/image" Target="../media/image18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20.bin"/><Relationship Id="rId5" Type="http://schemas.openxmlformats.org/officeDocument/2006/relationships/image" Target="../media/image10.wmf"/><Relationship Id="rId15" Type="http://schemas.openxmlformats.org/officeDocument/2006/relationships/image" Target="../media/image13.wmf"/><Relationship Id="rId23" Type="http://schemas.openxmlformats.org/officeDocument/2006/relationships/image" Target="../media/image17.w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5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35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2.w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33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" Type="http://schemas.openxmlformats.org/officeDocument/2006/relationships/image" Target="../media/image34.wmf"/><Relationship Id="rId21" Type="http://schemas.openxmlformats.org/officeDocument/2006/relationships/image" Target="../media/image43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1.wmf"/><Relationship Id="rId25" Type="http://schemas.openxmlformats.org/officeDocument/2006/relationships/image" Target="../media/image45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38.wmf"/><Relationship Id="rId24" Type="http://schemas.openxmlformats.org/officeDocument/2006/relationships/oleObject" Target="../embeddings/oleObject47.bin"/><Relationship Id="rId5" Type="http://schemas.openxmlformats.org/officeDocument/2006/relationships/image" Target="../media/image35.wmf"/><Relationship Id="rId15" Type="http://schemas.openxmlformats.org/officeDocument/2006/relationships/image" Target="../media/image40.wmf"/><Relationship Id="rId23" Type="http://schemas.openxmlformats.org/officeDocument/2006/relationships/image" Target="../media/image44.w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2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4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57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54.wmf"/><Relationship Id="rId2" Type="http://schemas.openxmlformats.org/officeDocument/2006/relationships/oleObject" Target="../embeddings/oleObject49.bin"/><Relationship Id="rId16" Type="http://schemas.openxmlformats.org/officeDocument/2006/relationships/oleObject" Target="../embeddings/oleObject5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5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1.wmf"/><Relationship Id="rId18" Type="http://schemas.openxmlformats.org/officeDocument/2006/relationships/oleObject" Target="../embeddings/oleObject66.bin"/><Relationship Id="rId3" Type="http://schemas.openxmlformats.org/officeDocument/2006/relationships/image" Target="../media/image56.wmf"/><Relationship Id="rId21" Type="http://schemas.openxmlformats.org/officeDocument/2006/relationships/image" Target="../media/image65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3.wmf"/><Relationship Id="rId25" Type="http://schemas.openxmlformats.org/officeDocument/2006/relationships/image" Target="../media/image67.w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0.wmf"/><Relationship Id="rId24" Type="http://schemas.openxmlformats.org/officeDocument/2006/relationships/oleObject" Target="../embeddings/oleObject69.bin"/><Relationship Id="rId5" Type="http://schemas.openxmlformats.org/officeDocument/2006/relationships/image" Target="../media/image57.wmf"/><Relationship Id="rId15" Type="http://schemas.openxmlformats.org/officeDocument/2006/relationships/image" Target="../media/image62.wmf"/><Relationship Id="rId23" Type="http://schemas.openxmlformats.org/officeDocument/2006/relationships/image" Target="../media/image66.w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64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75.wmf"/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75.bin"/><Relationship Id="rId17" Type="http://schemas.openxmlformats.org/officeDocument/2006/relationships/oleObject" Target="../embeddings/oleObject78.bin"/><Relationship Id="rId2" Type="http://schemas.openxmlformats.org/officeDocument/2006/relationships/oleObject" Target="../embeddings/oleObject70.bin"/><Relationship Id="rId16" Type="http://schemas.openxmlformats.org/officeDocument/2006/relationships/image" Target="../media/image74.wmf"/><Relationship Id="rId20" Type="http://schemas.openxmlformats.org/officeDocument/2006/relationships/image" Target="../media/image76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5" Type="http://schemas.openxmlformats.org/officeDocument/2006/relationships/oleObject" Target="../embeddings/oleObject77.bin"/><Relationship Id="rId10" Type="http://schemas.openxmlformats.org/officeDocument/2006/relationships/oleObject" Target="../embeddings/oleObject74.bin"/><Relationship Id="rId19" Type="http://schemas.openxmlformats.org/officeDocument/2006/relationships/oleObject" Target="../embeddings/oleObject79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1.wmf"/><Relationship Id="rId14" Type="http://schemas.openxmlformats.org/officeDocument/2006/relationships/image" Target="../media/image7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8.bin"/><Relationship Id="rId3" Type="http://schemas.openxmlformats.org/officeDocument/2006/relationships/image" Target="../media/image74.wmf"/><Relationship Id="rId21" Type="http://schemas.openxmlformats.org/officeDocument/2006/relationships/image" Target="../media/image85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83.w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84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image" Target="../media/image86.emf"/><Relationship Id="rId7" Type="http://schemas.openxmlformats.org/officeDocument/2006/relationships/image" Target="../media/image88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8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.wmf"/><Relationship Id="rId4" Type="http://schemas.openxmlformats.org/officeDocument/2006/relationships/oleObject" Target="../embeddings/oleObject9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97.wmf"/><Relationship Id="rId18" Type="http://schemas.openxmlformats.org/officeDocument/2006/relationships/oleObject" Target="../embeddings/oleObject104.bin"/><Relationship Id="rId3" Type="http://schemas.openxmlformats.org/officeDocument/2006/relationships/image" Target="../media/image92.wmf"/><Relationship Id="rId21" Type="http://schemas.openxmlformats.org/officeDocument/2006/relationships/image" Target="../media/image101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99.wmf"/><Relationship Id="rId2" Type="http://schemas.openxmlformats.org/officeDocument/2006/relationships/oleObject" Target="../embeddings/oleObject96.bin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100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10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06.w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18.bin"/><Relationship Id="rId3" Type="http://schemas.openxmlformats.org/officeDocument/2006/relationships/image" Target="../media/image102.wmf"/><Relationship Id="rId21" Type="http://schemas.openxmlformats.org/officeDocument/2006/relationships/image" Target="../media/image110.wmf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08.wmf"/><Relationship Id="rId25" Type="http://schemas.openxmlformats.org/officeDocument/2006/relationships/image" Target="../media/image112.w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05.wmf"/><Relationship Id="rId24" Type="http://schemas.openxmlformats.org/officeDocument/2006/relationships/oleObject" Target="../embeddings/oleObject117.bin"/><Relationship Id="rId5" Type="http://schemas.openxmlformats.org/officeDocument/2006/relationships/image" Target="../media/image35.wmf"/><Relationship Id="rId15" Type="http://schemas.openxmlformats.org/officeDocument/2006/relationships/image" Target="../media/image107.wmf"/><Relationship Id="rId23" Type="http://schemas.openxmlformats.org/officeDocument/2006/relationships/image" Target="../media/image111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09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11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27.bin"/><Relationship Id="rId3" Type="http://schemas.openxmlformats.org/officeDocument/2006/relationships/image" Target="../media/image114.wmf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21.wmf"/><Relationship Id="rId2" Type="http://schemas.openxmlformats.org/officeDocument/2006/relationships/oleObject" Target="../embeddings/oleObject119.bin"/><Relationship Id="rId16" Type="http://schemas.openxmlformats.org/officeDocument/2006/relationships/oleObject" Target="../embeddings/oleObject12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2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133.bin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27.wmf"/><Relationship Id="rId5" Type="http://schemas.openxmlformats.org/officeDocument/2006/relationships/image" Target="../media/image124.wmf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2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49400" y="2741880"/>
            <a:ext cx="8635377" cy="646331"/>
          </a:xfrm>
          <a:prstGeom prst="rect">
            <a:avLst/>
          </a:prstGeom>
          <a:noFill/>
          <a:ln w="53975" cmpd="thickThin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专题：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zh-CN" altLang="en-US" sz="3600" b="1" dirty="0">
                <a:solidFill>
                  <a:srgbClr val="FF0000"/>
                </a:solidFill>
              </a:rPr>
              <a:t>公式、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zh-CN" altLang="en-US" sz="3600" b="1" dirty="0">
                <a:solidFill>
                  <a:srgbClr val="FF0000"/>
                </a:solidFill>
              </a:rPr>
              <a:t>公式的特殊情形</a:t>
            </a:r>
          </a:p>
        </p:txBody>
      </p:sp>
    </p:spTree>
    <p:extLst>
      <p:ext uri="{BB962C8B-B14F-4D97-AF65-F5344CB8AC3E}">
        <p14:creationId xmlns:p14="http://schemas.microsoft.com/office/powerpoint/2010/main" val="206754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9" name="Text Box 3"/>
          <p:cNvSpPr txBox="1">
            <a:spLocks noChangeArrowheads="1"/>
          </p:cNvSpPr>
          <p:nvPr/>
        </p:nvSpPr>
        <p:spPr bwMode="auto">
          <a:xfrm>
            <a:off x="1919289" y="1700213"/>
            <a:ext cx="8497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格林公式的另一形式：用第一型曲线积分表示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608481" y="422351"/>
          <a:ext cx="5316320" cy="1050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05240" imgH="850680" progId="Equation.DSMT4">
                  <p:embed/>
                </p:oleObj>
              </mc:Choice>
              <mc:Fallback>
                <p:oleObj name="Equation" r:id="rId2" imgW="430524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481" y="422351"/>
                        <a:ext cx="5316320" cy="1050029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607" name="Rectangle 31"/>
          <p:cNvSpPr>
            <a:spLocks noChangeArrowheads="1"/>
          </p:cNvSpPr>
          <p:nvPr/>
        </p:nvSpPr>
        <p:spPr bwMode="auto">
          <a:xfrm>
            <a:off x="1919290" y="2527300"/>
            <a:ext cx="7305174" cy="1014413"/>
          </a:xfrm>
          <a:prstGeom prst="rect">
            <a:avLst/>
          </a:prstGeom>
          <a:solidFill>
            <a:srgbClr val="FFFF99"/>
          </a:solidFill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8608" name="Object 3"/>
          <p:cNvGraphicFramePr>
            <a:graphicFrameLocks noChangeAspect="1"/>
          </p:cNvGraphicFramePr>
          <p:nvPr/>
        </p:nvGraphicFramePr>
        <p:xfrm>
          <a:off x="2291489" y="2705826"/>
          <a:ext cx="3608524" cy="87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1800" imgH="723600" progId="Equation.DSMT4">
                  <p:embed/>
                </p:oleObj>
              </mc:Choice>
              <mc:Fallback>
                <p:oleObj name="Equation" r:id="rId4" imgW="29718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489" y="2705826"/>
                        <a:ext cx="3608524" cy="87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609" name="Object 4"/>
          <p:cNvGraphicFramePr>
            <a:graphicFrameLocks noChangeAspect="1"/>
          </p:cNvGraphicFramePr>
          <p:nvPr/>
        </p:nvGraphicFramePr>
        <p:xfrm>
          <a:off x="5982789" y="2597578"/>
          <a:ext cx="3074125" cy="996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28720" imgH="850680" progId="Equation.DSMT4">
                  <p:embed/>
                </p:oleObj>
              </mc:Choice>
              <mc:Fallback>
                <p:oleObj name="Equation" r:id="rId6" imgW="262872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2789" y="2597578"/>
                        <a:ext cx="3074125" cy="996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732088" y="3860800"/>
            <a:ext cx="2743200" cy="2768600"/>
            <a:chOff x="3600" y="2144"/>
            <a:chExt cx="1728" cy="1744"/>
          </a:xfrm>
        </p:grpSpPr>
        <p:grpSp>
          <p:nvGrpSpPr>
            <p:cNvPr id="1037" name="Group 35"/>
            <p:cNvGrpSpPr>
              <a:grpSpLocks/>
            </p:cNvGrpSpPr>
            <p:nvPr/>
          </p:nvGrpSpPr>
          <p:grpSpPr bwMode="auto">
            <a:xfrm>
              <a:off x="3887" y="2688"/>
              <a:ext cx="963" cy="855"/>
              <a:chOff x="3887" y="2688"/>
              <a:chExt cx="963" cy="855"/>
            </a:xfrm>
          </p:grpSpPr>
          <p:sp>
            <p:nvSpPr>
              <p:cNvPr id="1042" name="Freeform 36"/>
              <p:cNvSpPr>
                <a:spLocks/>
              </p:cNvSpPr>
              <p:nvPr/>
            </p:nvSpPr>
            <p:spPr bwMode="auto">
              <a:xfrm>
                <a:off x="3887" y="2693"/>
                <a:ext cx="963" cy="850"/>
              </a:xfrm>
              <a:custGeom>
                <a:avLst/>
                <a:gdLst>
                  <a:gd name="T0" fmla="*/ 665 w 963"/>
                  <a:gd name="T1" fmla="*/ 1 h 850"/>
                  <a:gd name="T2" fmla="*/ 359 w 963"/>
                  <a:gd name="T3" fmla="*/ 20 h 850"/>
                  <a:gd name="T4" fmla="*/ 247 w 963"/>
                  <a:gd name="T5" fmla="*/ 38 h 850"/>
                  <a:gd name="T6" fmla="*/ 136 w 963"/>
                  <a:gd name="T7" fmla="*/ 57 h 850"/>
                  <a:gd name="T8" fmla="*/ 34 w 963"/>
                  <a:gd name="T9" fmla="*/ 131 h 850"/>
                  <a:gd name="T10" fmla="*/ 24 w 963"/>
                  <a:gd name="T11" fmla="*/ 187 h 850"/>
                  <a:gd name="T12" fmla="*/ 6 w 963"/>
                  <a:gd name="T13" fmla="*/ 224 h 850"/>
                  <a:gd name="T14" fmla="*/ 52 w 963"/>
                  <a:gd name="T15" fmla="*/ 596 h 850"/>
                  <a:gd name="T16" fmla="*/ 173 w 963"/>
                  <a:gd name="T17" fmla="*/ 763 h 850"/>
                  <a:gd name="T18" fmla="*/ 414 w 963"/>
                  <a:gd name="T19" fmla="*/ 782 h 850"/>
                  <a:gd name="T20" fmla="*/ 916 w 963"/>
                  <a:gd name="T21" fmla="*/ 689 h 850"/>
                  <a:gd name="T22" fmla="*/ 963 w 963"/>
                  <a:gd name="T23" fmla="*/ 503 h 850"/>
                  <a:gd name="T24" fmla="*/ 953 w 963"/>
                  <a:gd name="T25" fmla="*/ 252 h 850"/>
                  <a:gd name="T26" fmla="*/ 749 w 963"/>
                  <a:gd name="T27" fmla="*/ 57 h 850"/>
                  <a:gd name="T28" fmla="*/ 665 w 963"/>
                  <a:gd name="T29" fmla="*/ 1 h 85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63"/>
                  <a:gd name="T46" fmla="*/ 0 h 850"/>
                  <a:gd name="T47" fmla="*/ 963 w 963"/>
                  <a:gd name="T48" fmla="*/ 850 h 85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63" h="850">
                    <a:moveTo>
                      <a:pt x="665" y="1"/>
                    </a:moveTo>
                    <a:cubicBezTo>
                      <a:pt x="473" y="8"/>
                      <a:pt x="489" y="0"/>
                      <a:pt x="359" y="20"/>
                    </a:cubicBezTo>
                    <a:cubicBezTo>
                      <a:pt x="322" y="26"/>
                      <a:pt x="284" y="32"/>
                      <a:pt x="247" y="38"/>
                    </a:cubicBezTo>
                    <a:cubicBezTo>
                      <a:pt x="210" y="44"/>
                      <a:pt x="136" y="57"/>
                      <a:pt x="136" y="57"/>
                    </a:cubicBezTo>
                    <a:cubicBezTo>
                      <a:pt x="81" y="76"/>
                      <a:pt x="64" y="84"/>
                      <a:pt x="34" y="131"/>
                    </a:cubicBezTo>
                    <a:cubicBezTo>
                      <a:pt x="31" y="150"/>
                      <a:pt x="29" y="169"/>
                      <a:pt x="24" y="187"/>
                    </a:cubicBezTo>
                    <a:cubicBezTo>
                      <a:pt x="20" y="200"/>
                      <a:pt x="6" y="210"/>
                      <a:pt x="6" y="224"/>
                    </a:cubicBezTo>
                    <a:cubicBezTo>
                      <a:pt x="0" y="401"/>
                      <a:pt x="18" y="453"/>
                      <a:pt x="52" y="596"/>
                    </a:cubicBezTo>
                    <a:cubicBezTo>
                      <a:pt x="69" y="667"/>
                      <a:pt x="93" y="739"/>
                      <a:pt x="173" y="763"/>
                    </a:cubicBezTo>
                    <a:cubicBezTo>
                      <a:pt x="250" y="786"/>
                      <a:pt x="334" y="778"/>
                      <a:pt x="414" y="782"/>
                    </a:cubicBezTo>
                    <a:cubicBezTo>
                      <a:pt x="628" y="777"/>
                      <a:pt x="794" y="850"/>
                      <a:pt x="916" y="689"/>
                    </a:cubicBezTo>
                    <a:cubicBezTo>
                      <a:pt x="933" y="621"/>
                      <a:pt x="954" y="572"/>
                      <a:pt x="963" y="503"/>
                    </a:cubicBezTo>
                    <a:cubicBezTo>
                      <a:pt x="960" y="419"/>
                      <a:pt x="959" y="336"/>
                      <a:pt x="953" y="252"/>
                    </a:cubicBezTo>
                    <a:cubicBezTo>
                      <a:pt x="948" y="172"/>
                      <a:pt x="816" y="79"/>
                      <a:pt x="749" y="57"/>
                    </a:cubicBezTo>
                    <a:cubicBezTo>
                      <a:pt x="684" y="14"/>
                      <a:pt x="712" y="33"/>
                      <a:pt x="665" y="1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3" name="Line 37"/>
              <p:cNvSpPr>
                <a:spLocks noChangeShapeType="1"/>
              </p:cNvSpPr>
              <p:nvPr/>
            </p:nvSpPr>
            <p:spPr bwMode="auto">
              <a:xfrm flipH="1">
                <a:off x="4128" y="2688"/>
                <a:ext cx="192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" name="Line 38"/>
              <p:cNvSpPr>
                <a:spLocks noChangeShapeType="1"/>
              </p:cNvSpPr>
              <p:nvPr/>
            </p:nvSpPr>
            <p:spPr bwMode="auto">
              <a:xfrm>
                <a:off x="4272" y="3456"/>
                <a:ext cx="33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8" name="Line 39"/>
            <p:cNvSpPr>
              <a:spLocks noChangeShapeType="1"/>
            </p:cNvSpPr>
            <p:nvPr/>
          </p:nvSpPr>
          <p:spPr bwMode="auto">
            <a:xfrm>
              <a:off x="3600" y="3744"/>
              <a:ext cx="17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Line 40"/>
            <p:cNvSpPr>
              <a:spLocks noChangeShapeType="1"/>
            </p:cNvSpPr>
            <p:nvPr/>
          </p:nvSpPr>
          <p:spPr bwMode="auto">
            <a:xfrm flipV="1">
              <a:off x="3744" y="2448"/>
              <a:ext cx="0" cy="14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Line 41"/>
            <p:cNvSpPr>
              <a:spLocks noChangeShapeType="1"/>
            </p:cNvSpPr>
            <p:nvPr/>
          </p:nvSpPr>
          <p:spPr bwMode="auto">
            <a:xfrm flipV="1">
              <a:off x="4800" y="2544"/>
              <a:ext cx="480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Line 42"/>
            <p:cNvSpPr>
              <a:spLocks noChangeShapeType="1"/>
            </p:cNvSpPr>
            <p:nvPr/>
          </p:nvSpPr>
          <p:spPr bwMode="auto">
            <a:xfrm flipH="1" flipV="1">
              <a:off x="4512" y="2448"/>
              <a:ext cx="288" cy="4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 type="triangle" w="med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30" name="Object 6"/>
            <p:cNvGraphicFramePr>
              <a:graphicFrameLocks noChangeAspect="1"/>
            </p:cNvGraphicFramePr>
            <p:nvPr/>
          </p:nvGraphicFramePr>
          <p:xfrm>
            <a:off x="5019" y="2254"/>
            <a:ext cx="218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600" imgH="304560" progId="Equation.DSMT4">
                    <p:embed/>
                  </p:oleObj>
                </mc:Choice>
                <mc:Fallback>
                  <p:oleObj name="Equation" r:id="rId8" imgW="22860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9" y="2254"/>
                          <a:ext cx="218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1" name="Object 7"/>
            <p:cNvGraphicFramePr>
              <a:graphicFrameLocks noChangeAspect="1"/>
            </p:cNvGraphicFramePr>
            <p:nvPr/>
          </p:nvGraphicFramePr>
          <p:xfrm>
            <a:off x="4459" y="2144"/>
            <a:ext cx="15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304560" progId="Equation.DSMT4">
                    <p:embed/>
                  </p:oleObj>
                </mc:Choice>
                <mc:Fallback>
                  <p:oleObj name="Equation" r:id="rId10" imgW="17748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2144"/>
                          <a:ext cx="153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2" name="Object 8"/>
            <p:cNvGraphicFramePr>
              <a:graphicFrameLocks noChangeAspect="1"/>
            </p:cNvGraphicFramePr>
            <p:nvPr/>
          </p:nvGraphicFramePr>
          <p:xfrm>
            <a:off x="4128" y="2974"/>
            <a:ext cx="240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79360" imgH="266400" progId="Equation.DSMT4">
                    <p:embed/>
                  </p:oleObj>
                </mc:Choice>
                <mc:Fallback>
                  <p:oleObj name="Equation" r:id="rId12" imgW="27936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974"/>
                          <a:ext cx="240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3" name="Object 9"/>
            <p:cNvGraphicFramePr>
              <a:graphicFrameLocks noChangeAspect="1"/>
            </p:cNvGraphicFramePr>
            <p:nvPr/>
          </p:nvGraphicFramePr>
          <p:xfrm>
            <a:off x="3957" y="2448"/>
            <a:ext cx="19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28600" imgH="266400" progId="Equation.DSMT4">
                    <p:embed/>
                  </p:oleObj>
                </mc:Choice>
                <mc:Fallback>
                  <p:oleObj name="Equation" r:id="rId14" imgW="22860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2448"/>
                          <a:ext cx="197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8623" name="Object 5"/>
          <p:cNvGraphicFramePr>
            <a:graphicFrameLocks noChangeAspect="1"/>
          </p:cNvGraphicFramePr>
          <p:nvPr/>
        </p:nvGraphicFramePr>
        <p:xfrm>
          <a:off x="6501720" y="4781507"/>
          <a:ext cx="2984001" cy="495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22280" imgH="368280" progId="Equation.DSMT4">
                  <p:embed/>
                </p:oleObj>
              </mc:Choice>
              <mc:Fallback>
                <p:oleObj name="Equation" r:id="rId16" imgW="22222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1720" y="4781507"/>
                        <a:ext cx="2984001" cy="495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350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0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7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/>
      <p:bldP spid="40860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550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958477"/>
              </p:ext>
            </p:extLst>
          </p:nvPr>
        </p:nvGraphicFramePr>
        <p:xfrm>
          <a:off x="2026581" y="2152635"/>
          <a:ext cx="2716190" cy="9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850680" progId="Equation.DSMT4">
                  <p:embed/>
                </p:oleObj>
              </mc:Choice>
              <mc:Fallback>
                <p:oleObj name="Equation" r:id="rId2" imgW="23745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581" y="2152635"/>
                        <a:ext cx="2716190" cy="9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595477"/>
              </p:ext>
            </p:extLst>
          </p:nvPr>
        </p:nvGraphicFramePr>
        <p:xfrm>
          <a:off x="1121258" y="6124426"/>
          <a:ext cx="2679165" cy="444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368280" progId="Equation.DSMT4">
                  <p:embed/>
                </p:oleObj>
              </mc:Choice>
              <mc:Fallback>
                <p:oleObj name="Equation" r:id="rId4" imgW="22222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258" y="6124426"/>
                        <a:ext cx="2679165" cy="444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9091036" y="3315721"/>
            <a:ext cx="2498686" cy="2334797"/>
            <a:chOff x="3600" y="2148"/>
            <a:chExt cx="1898" cy="1740"/>
          </a:xfrm>
        </p:grpSpPr>
        <p:grpSp>
          <p:nvGrpSpPr>
            <p:cNvPr id="2064" name="Group 13"/>
            <p:cNvGrpSpPr>
              <a:grpSpLocks/>
            </p:cNvGrpSpPr>
            <p:nvPr/>
          </p:nvGrpSpPr>
          <p:grpSpPr bwMode="auto">
            <a:xfrm>
              <a:off x="3887" y="2688"/>
              <a:ext cx="963" cy="855"/>
              <a:chOff x="3887" y="2688"/>
              <a:chExt cx="963" cy="855"/>
            </a:xfrm>
          </p:grpSpPr>
          <p:sp>
            <p:nvSpPr>
              <p:cNvPr id="2069" name="Freeform 14"/>
              <p:cNvSpPr>
                <a:spLocks/>
              </p:cNvSpPr>
              <p:nvPr/>
            </p:nvSpPr>
            <p:spPr bwMode="auto">
              <a:xfrm>
                <a:off x="3887" y="2693"/>
                <a:ext cx="963" cy="850"/>
              </a:xfrm>
              <a:custGeom>
                <a:avLst/>
                <a:gdLst>
                  <a:gd name="T0" fmla="*/ 665 w 963"/>
                  <a:gd name="T1" fmla="*/ 1 h 850"/>
                  <a:gd name="T2" fmla="*/ 359 w 963"/>
                  <a:gd name="T3" fmla="*/ 20 h 850"/>
                  <a:gd name="T4" fmla="*/ 247 w 963"/>
                  <a:gd name="T5" fmla="*/ 38 h 850"/>
                  <a:gd name="T6" fmla="*/ 136 w 963"/>
                  <a:gd name="T7" fmla="*/ 57 h 850"/>
                  <a:gd name="T8" fmla="*/ 34 w 963"/>
                  <a:gd name="T9" fmla="*/ 131 h 850"/>
                  <a:gd name="T10" fmla="*/ 24 w 963"/>
                  <a:gd name="T11" fmla="*/ 187 h 850"/>
                  <a:gd name="T12" fmla="*/ 6 w 963"/>
                  <a:gd name="T13" fmla="*/ 224 h 850"/>
                  <a:gd name="T14" fmla="*/ 52 w 963"/>
                  <a:gd name="T15" fmla="*/ 596 h 850"/>
                  <a:gd name="T16" fmla="*/ 173 w 963"/>
                  <a:gd name="T17" fmla="*/ 763 h 850"/>
                  <a:gd name="T18" fmla="*/ 414 w 963"/>
                  <a:gd name="T19" fmla="*/ 782 h 850"/>
                  <a:gd name="T20" fmla="*/ 916 w 963"/>
                  <a:gd name="T21" fmla="*/ 689 h 850"/>
                  <a:gd name="T22" fmla="*/ 963 w 963"/>
                  <a:gd name="T23" fmla="*/ 503 h 850"/>
                  <a:gd name="T24" fmla="*/ 953 w 963"/>
                  <a:gd name="T25" fmla="*/ 252 h 850"/>
                  <a:gd name="T26" fmla="*/ 749 w 963"/>
                  <a:gd name="T27" fmla="*/ 57 h 850"/>
                  <a:gd name="T28" fmla="*/ 665 w 963"/>
                  <a:gd name="T29" fmla="*/ 1 h 85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63"/>
                  <a:gd name="T46" fmla="*/ 0 h 850"/>
                  <a:gd name="T47" fmla="*/ 963 w 963"/>
                  <a:gd name="T48" fmla="*/ 850 h 85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63" h="850">
                    <a:moveTo>
                      <a:pt x="665" y="1"/>
                    </a:moveTo>
                    <a:cubicBezTo>
                      <a:pt x="473" y="8"/>
                      <a:pt x="489" y="0"/>
                      <a:pt x="359" y="20"/>
                    </a:cubicBezTo>
                    <a:cubicBezTo>
                      <a:pt x="322" y="26"/>
                      <a:pt x="284" y="32"/>
                      <a:pt x="247" y="38"/>
                    </a:cubicBezTo>
                    <a:cubicBezTo>
                      <a:pt x="210" y="44"/>
                      <a:pt x="136" y="57"/>
                      <a:pt x="136" y="57"/>
                    </a:cubicBezTo>
                    <a:cubicBezTo>
                      <a:pt x="81" y="76"/>
                      <a:pt x="64" y="84"/>
                      <a:pt x="34" y="131"/>
                    </a:cubicBezTo>
                    <a:cubicBezTo>
                      <a:pt x="31" y="150"/>
                      <a:pt x="29" y="169"/>
                      <a:pt x="24" y="187"/>
                    </a:cubicBezTo>
                    <a:cubicBezTo>
                      <a:pt x="20" y="200"/>
                      <a:pt x="6" y="210"/>
                      <a:pt x="6" y="224"/>
                    </a:cubicBezTo>
                    <a:cubicBezTo>
                      <a:pt x="0" y="401"/>
                      <a:pt x="18" y="453"/>
                      <a:pt x="52" y="596"/>
                    </a:cubicBezTo>
                    <a:cubicBezTo>
                      <a:pt x="69" y="667"/>
                      <a:pt x="93" y="739"/>
                      <a:pt x="173" y="763"/>
                    </a:cubicBezTo>
                    <a:cubicBezTo>
                      <a:pt x="250" y="786"/>
                      <a:pt x="334" y="778"/>
                      <a:pt x="414" y="782"/>
                    </a:cubicBezTo>
                    <a:cubicBezTo>
                      <a:pt x="628" y="777"/>
                      <a:pt x="794" y="850"/>
                      <a:pt x="916" y="689"/>
                    </a:cubicBezTo>
                    <a:cubicBezTo>
                      <a:pt x="933" y="621"/>
                      <a:pt x="954" y="572"/>
                      <a:pt x="963" y="503"/>
                    </a:cubicBezTo>
                    <a:cubicBezTo>
                      <a:pt x="960" y="419"/>
                      <a:pt x="959" y="336"/>
                      <a:pt x="953" y="252"/>
                    </a:cubicBezTo>
                    <a:cubicBezTo>
                      <a:pt x="948" y="172"/>
                      <a:pt x="816" y="79"/>
                      <a:pt x="749" y="57"/>
                    </a:cubicBezTo>
                    <a:cubicBezTo>
                      <a:pt x="684" y="14"/>
                      <a:pt x="712" y="33"/>
                      <a:pt x="665" y="1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0" name="Line 15"/>
              <p:cNvSpPr>
                <a:spLocks noChangeShapeType="1"/>
              </p:cNvSpPr>
              <p:nvPr/>
            </p:nvSpPr>
            <p:spPr bwMode="auto">
              <a:xfrm flipH="1">
                <a:off x="4128" y="2688"/>
                <a:ext cx="192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1" name="Line 16"/>
              <p:cNvSpPr>
                <a:spLocks noChangeShapeType="1"/>
              </p:cNvSpPr>
              <p:nvPr/>
            </p:nvSpPr>
            <p:spPr bwMode="auto">
              <a:xfrm>
                <a:off x="4272" y="3456"/>
                <a:ext cx="336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65" name="Line 17"/>
            <p:cNvSpPr>
              <a:spLocks noChangeShapeType="1"/>
            </p:cNvSpPr>
            <p:nvPr/>
          </p:nvSpPr>
          <p:spPr bwMode="auto">
            <a:xfrm>
              <a:off x="3600" y="3744"/>
              <a:ext cx="172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V="1">
              <a:off x="3744" y="2448"/>
              <a:ext cx="0" cy="14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 flipV="1">
              <a:off x="4800" y="2544"/>
              <a:ext cx="480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 flipV="1">
              <a:off x="4512" y="2448"/>
              <a:ext cx="288" cy="43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1683895"/>
                </p:ext>
              </p:extLst>
            </p:nvPr>
          </p:nvGraphicFramePr>
          <p:xfrm>
            <a:off x="5274" y="2255"/>
            <a:ext cx="224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8600" imgH="304560" progId="Equation.DSMT4">
                    <p:embed/>
                  </p:oleObj>
                </mc:Choice>
                <mc:Fallback>
                  <p:oleObj name="Equation" r:id="rId6" imgW="22860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4" y="2255"/>
                          <a:ext cx="224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01125"/>
                </p:ext>
              </p:extLst>
            </p:nvPr>
          </p:nvGraphicFramePr>
          <p:xfrm>
            <a:off x="4448" y="2148"/>
            <a:ext cx="17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3040" imgH="291960" progId="Equation.DSMT4">
                    <p:embed/>
                  </p:oleObj>
                </mc:Choice>
                <mc:Fallback>
                  <p:oleObj name="Equation" r:id="rId8" imgW="20304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" y="2148"/>
                          <a:ext cx="17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9" name="Object 11"/>
            <p:cNvGraphicFramePr>
              <a:graphicFrameLocks noChangeAspect="1"/>
            </p:cNvGraphicFramePr>
            <p:nvPr/>
          </p:nvGraphicFramePr>
          <p:xfrm>
            <a:off x="4128" y="2974"/>
            <a:ext cx="240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9360" imgH="266400" progId="Equation.DSMT4">
                    <p:embed/>
                  </p:oleObj>
                </mc:Choice>
                <mc:Fallback>
                  <p:oleObj name="Equation" r:id="rId10" imgW="27936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974"/>
                          <a:ext cx="240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0" name="Object 12"/>
            <p:cNvGraphicFramePr>
              <a:graphicFrameLocks noChangeAspect="1"/>
            </p:cNvGraphicFramePr>
            <p:nvPr/>
          </p:nvGraphicFramePr>
          <p:xfrm>
            <a:off x="3957" y="2448"/>
            <a:ext cx="19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8600" imgH="266400" progId="Equation.DSMT4">
                    <p:embed/>
                  </p:oleObj>
                </mc:Choice>
                <mc:Fallback>
                  <p:oleObj name="Equation" r:id="rId12" imgW="22860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2448"/>
                          <a:ext cx="197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046484"/>
              </p:ext>
            </p:extLst>
          </p:nvPr>
        </p:nvGraphicFramePr>
        <p:xfrm>
          <a:off x="1919289" y="316744"/>
          <a:ext cx="5584247" cy="1102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05240" imgH="850680" progId="Equation.DSMT4">
                  <p:embed/>
                </p:oleObj>
              </mc:Choice>
              <mc:Fallback>
                <p:oleObj name="Equation" r:id="rId14" imgW="430524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316744"/>
                        <a:ext cx="5584247" cy="110294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36" name="Text Box 32"/>
          <p:cNvSpPr txBox="1">
            <a:spLocks noChangeArrowheads="1"/>
          </p:cNvSpPr>
          <p:nvPr/>
        </p:nvSpPr>
        <p:spPr bwMode="auto">
          <a:xfrm>
            <a:off x="2291353" y="1414833"/>
            <a:ext cx="6048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将 </a:t>
            </a:r>
            <a:r>
              <a:rPr lang="en-US" altLang="zh-CN" sz="3200" b="1" i="1" dirty="0"/>
              <a:t>Q </a:t>
            </a:r>
            <a:r>
              <a:rPr lang="zh-CN" altLang="en-US" sz="3200" b="1" dirty="0"/>
              <a:t>换成 </a:t>
            </a:r>
            <a:r>
              <a:rPr lang="en-US" altLang="zh-CN" sz="3200" b="1" i="1" dirty="0"/>
              <a:t>P</a:t>
            </a:r>
            <a:r>
              <a:rPr lang="zh-CN" altLang="en-US" sz="3200" b="1" dirty="0"/>
              <a:t>，</a:t>
            </a:r>
            <a:r>
              <a:rPr lang="en-US" altLang="zh-CN" sz="3200" b="1" i="1" dirty="0"/>
              <a:t>P </a:t>
            </a:r>
            <a:r>
              <a:rPr lang="zh-CN" altLang="en-US" sz="3200" b="1" dirty="0"/>
              <a:t>换成 </a:t>
            </a:r>
            <a:r>
              <a:rPr lang="en-US" altLang="zh-CN" sz="3200" b="1" dirty="0"/>
              <a:t>-</a:t>
            </a:r>
            <a:r>
              <a:rPr lang="en-US" altLang="zh-CN" sz="3200" b="1" i="1" dirty="0"/>
              <a:t>Q</a:t>
            </a:r>
            <a:r>
              <a:rPr lang="zh-CN" altLang="en-US" sz="3200" b="1" dirty="0"/>
              <a:t>，得</a:t>
            </a:r>
          </a:p>
        </p:txBody>
      </p:sp>
      <p:graphicFrame>
        <p:nvGraphicFramePr>
          <p:cNvPr id="40553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060252"/>
              </p:ext>
            </p:extLst>
          </p:nvPr>
        </p:nvGraphicFramePr>
        <p:xfrm>
          <a:off x="4845776" y="2259994"/>
          <a:ext cx="2570674" cy="882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08160" imgH="723600" progId="Equation.DSMT4">
                  <p:embed/>
                </p:oleObj>
              </mc:Choice>
              <mc:Fallback>
                <p:oleObj name="Equation" r:id="rId16" imgW="21081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776" y="2259994"/>
                        <a:ext cx="2570674" cy="882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695624"/>
              </p:ext>
            </p:extLst>
          </p:nvPr>
        </p:nvGraphicFramePr>
        <p:xfrm>
          <a:off x="1682735" y="3202272"/>
          <a:ext cx="2789386" cy="902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34880" imgH="723600" progId="Equation.DSMT4">
                  <p:embed/>
                </p:oleObj>
              </mc:Choice>
              <mc:Fallback>
                <p:oleObj name="Equation" r:id="rId18" imgW="22348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35" y="3202272"/>
                        <a:ext cx="2789386" cy="902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234119"/>
              </p:ext>
            </p:extLst>
          </p:nvPr>
        </p:nvGraphicFramePr>
        <p:xfrm>
          <a:off x="1674567" y="4112181"/>
          <a:ext cx="4842596" cy="895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911400" imgH="723600" progId="Equation.DSMT4">
                  <p:embed/>
                </p:oleObj>
              </mc:Choice>
              <mc:Fallback>
                <p:oleObj name="Equation" r:id="rId20" imgW="39114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567" y="4112181"/>
                        <a:ext cx="4842596" cy="895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42" name="Text Box 38"/>
          <p:cNvSpPr txBox="1">
            <a:spLocks noChangeArrowheads="1"/>
          </p:cNvSpPr>
          <p:nvPr/>
        </p:nvSpPr>
        <p:spPr bwMode="auto">
          <a:xfrm>
            <a:off x="1156639" y="1394652"/>
            <a:ext cx="130420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推导</a:t>
            </a:r>
          </a:p>
        </p:txBody>
      </p:sp>
      <p:graphicFrame>
        <p:nvGraphicFramePr>
          <p:cNvPr id="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265161"/>
              </p:ext>
            </p:extLst>
          </p:nvPr>
        </p:nvGraphicFramePr>
        <p:xfrm>
          <a:off x="1682735" y="5084560"/>
          <a:ext cx="4204259" cy="862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30520" imgH="723600" progId="Equation.DSMT4">
                  <p:embed/>
                </p:oleObj>
              </mc:Choice>
              <mc:Fallback>
                <p:oleObj name="Equation" r:id="rId22" imgW="353052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35" y="5084560"/>
                        <a:ext cx="4204259" cy="862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749296"/>
              </p:ext>
            </p:extLst>
          </p:nvPr>
        </p:nvGraphicFramePr>
        <p:xfrm>
          <a:off x="4440741" y="6156988"/>
          <a:ext cx="522763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444920" imgH="431640" progId="Equation.DSMT4">
                  <p:embed/>
                </p:oleObj>
              </mc:Choice>
              <mc:Fallback>
                <p:oleObj name="Equation" r:id="rId24" imgW="4444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741" y="6156988"/>
                        <a:ext cx="5227638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80250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5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36" grpId="0"/>
      <p:bldP spid="4055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361000"/>
              </p:ext>
            </p:extLst>
          </p:nvPr>
        </p:nvGraphicFramePr>
        <p:xfrm>
          <a:off x="2770188" y="2266950"/>
          <a:ext cx="5476829" cy="1023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59040" imgH="850680" progId="Equation.DSMT4">
                  <p:embed/>
                </p:oleObj>
              </mc:Choice>
              <mc:Fallback>
                <p:oleObj name="Equation" r:id="rId2" imgW="455904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2266950"/>
                        <a:ext cx="5476829" cy="1023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278411"/>
              </p:ext>
            </p:extLst>
          </p:nvPr>
        </p:nvGraphicFramePr>
        <p:xfrm>
          <a:off x="3842762" y="3468981"/>
          <a:ext cx="3359227" cy="1068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7640" imgH="888840" progId="Equation.DSMT4">
                  <p:embed/>
                </p:oleObj>
              </mc:Choice>
              <mc:Fallback>
                <p:oleObj name="Equation" r:id="rId4" imgW="27176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762" y="3468981"/>
                        <a:ext cx="3359227" cy="1068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Box 4"/>
          <p:cNvSpPr txBox="1">
            <a:spLocks noChangeArrowheads="1"/>
          </p:cNvSpPr>
          <p:nvPr/>
        </p:nvSpPr>
        <p:spPr bwMode="auto">
          <a:xfrm>
            <a:off x="2279651" y="1341438"/>
            <a:ext cx="2646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特别的我们有</a:t>
            </a:r>
          </a:p>
        </p:txBody>
      </p:sp>
    </p:spTree>
    <p:extLst>
      <p:ext uri="{BB962C8B-B14F-4D97-AF65-F5344CB8AC3E}">
        <p14:creationId xmlns:p14="http://schemas.microsoft.com/office/powerpoint/2010/main" val="28801828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701972"/>
              </p:ext>
            </p:extLst>
          </p:nvPr>
        </p:nvGraphicFramePr>
        <p:xfrm>
          <a:off x="2212975" y="571500"/>
          <a:ext cx="6765925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17760" imgH="850680" progId="Equation.DSMT4">
                  <p:embed/>
                </p:oleObj>
              </mc:Choice>
              <mc:Fallback>
                <p:oleObj name="Equation" r:id="rId2" imgW="51177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571500"/>
                        <a:ext cx="6765925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820360"/>
              </p:ext>
            </p:extLst>
          </p:nvPr>
        </p:nvGraphicFramePr>
        <p:xfrm>
          <a:off x="2220913" y="1740498"/>
          <a:ext cx="7278687" cy="1193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70400" imgH="888840" progId="Equation.DSMT4">
                  <p:embed/>
                </p:oleObj>
              </mc:Choice>
              <mc:Fallback>
                <p:oleObj name="Equation" r:id="rId4" imgW="52704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1740498"/>
                        <a:ext cx="7278687" cy="1193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640139"/>
              </p:ext>
            </p:extLst>
          </p:nvPr>
        </p:nvGraphicFramePr>
        <p:xfrm>
          <a:off x="2220913" y="2944578"/>
          <a:ext cx="6446548" cy="1064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32240" imgH="888840" progId="Equation.DSMT4">
                  <p:embed/>
                </p:oleObj>
              </mc:Choice>
              <mc:Fallback>
                <p:oleObj name="Equation" r:id="rId6" imgW="52322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2944578"/>
                        <a:ext cx="6446548" cy="1064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712731"/>
              </p:ext>
            </p:extLst>
          </p:nvPr>
        </p:nvGraphicFramePr>
        <p:xfrm>
          <a:off x="2189163" y="4614863"/>
          <a:ext cx="7970837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121080" imgH="888840" progId="Equation.DSMT4">
                  <p:embed/>
                </p:oleObj>
              </mc:Choice>
              <mc:Fallback>
                <p:oleObj name="Equation" r:id="rId8" imgW="612108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4614863"/>
                        <a:ext cx="7970837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Box 21"/>
          <p:cNvSpPr txBox="1">
            <a:spLocks noChangeArrowheads="1"/>
          </p:cNvSpPr>
          <p:nvPr/>
        </p:nvSpPr>
        <p:spPr bwMode="auto">
          <a:xfrm>
            <a:off x="1512888" y="4020109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特别地</a:t>
            </a:r>
          </a:p>
        </p:txBody>
      </p:sp>
    </p:spTree>
    <p:extLst>
      <p:ext uri="{BB962C8B-B14F-4D97-AF65-F5344CB8AC3E}">
        <p14:creationId xmlns:p14="http://schemas.microsoft.com/office/powerpoint/2010/main" val="118398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86905" y="801427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535774"/>
              </p:ext>
            </p:extLst>
          </p:nvPr>
        </p:nvGraphicFramePr>
        <p:xfrm>
          <a:off x="2275949" y="562230"/>
          <a:ext cx="2208170" cy="104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419040" progId="Equation.DSMT4">
                  <p:embed/>
                </p:oleObj>
              </mc:Choice>
              <mc:Fallback>
                <p:oleObj name="Equation" r:id="rId2" imgW="8888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5949" y="562230"/>
                        <a:ext cx="2208170" cy="1040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688866"/>
              </p:ext>
            </p:extLst>
          </p:nvPr>
        </p:nvGraphicFramePr>
        <p:xfrm>
          <a:off x="4652892" y="801427"/>
          <a:ext cx="4313282" cy="562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480" imgH="228600" progId="Equation.DSMT4">
                  <p:embed/>
                </p:oleObj>
              </mc:Choice>
              <mc:Fallback>
                <p:oleObj name="Equation" r:id="rId4" imgW="1752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2892" y="801427"/>
                        <a:ext cx="4313282" cy="562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419358"/>
              </p:ext>
            </p:extLst>
          </p:nvPr>
        </p:nvGraphicFramePr>
        <p:xfrm>
          <a:off x="5281567" y="1511179"/>
          <a:ext cx="3436017" cy="567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241200" progId="Equation.DSMT4">
                  <p:embed/>
                </p:oleObj>
              </mc:Choice>
              <mc:Fallback>
                <p:oleObj name="Equation" r:id="rId6" imgW="1460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81567" y="1511179"/>
                        <a:ext cx="3436017" cy="567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749503"/>
              </p:ext>
            </p:extLst>
          </p:nvPr>
        </p:nvGraphicFramePr>
        <p:xfrm>
          <a:off x="1254034" y="1511179"/>
          <a:ext cx="3689986" cy="567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720" imgH="228600" progId="Equation.DSMT4">
                  <p:embed/>
                </p:oleObj>
              </mc:Choice>
              <mc:Fallback>
                <p:oleObj name="Equation" r:id="rId8" imgW="1485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54034" y="1511179"/>
                        <a:ext cx="3689986" cy="567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462638"/>
              </p:ext>
            </p:extLst>
          </p:nvPr>
        </p:nvGraphicFramePr>
        <p:xfrm>
          <a:off x="1797773" y="2988273"/>
          <a:ext cx="5710238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98600" imgH="469800" progId="Equation.DSMT4">
                  <p:embed/>
                </p:oleObj>
              </mc:Choice>
              <mc:Fallback>
                <p:oleObj name="Equation" r:id="rId10" imgW="22986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97773" y="2988273"/>
                        <a:ext cx="5710238" cy="1166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254034" y="24650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907178" y="2470997"/>
            <a:ext cx="3278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围成的区域为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85640" y="2465053"/>
            <a:ext cx="2210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zh-CN" altLang="en-US" sz="2800" b="1" dirty="0"/>
              <a:t>公式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032562"/>
              </p:ext>
            </p:extLst>
          </p:nvPr>
        </p:nvGraphicFramePr>
        <p:xfrm>
          <a:off x="1737034" y="4155085"/>
          <a:ext cx="3644863" cy="1194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73120" imgH="482400" progId="Equation.DSMT4">
                  <p:embed/>
                </p:oleObj>
              </mc:Choice>
              <mc:Fallback>
                <p:oleObj name="Equation" r:id="rId12" imgW="1473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37034" y="4155085"/>
                        <a:ext cx="3644863" cy="1194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076225"/>
              </p:ext>
            </p:extLst>
          </p:nvPr>
        </p:nvGraphicFramePr>
        <p:xfrm>
          <a:off x="1737034" y="5519421"/>
          <a:ext cx="1598349" cy="9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72840" imgH="380880" progId="Equation.DSMT4">
                  <p:embed/>
                </p:oleObj>
              </mc:Choice>
              <mc:Fallback>
                <p:oleObj name="Equation" r:id="rId14" imgW="6728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37034" y="5519421"/>
                        <a:ext cx="1598349" cy="90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672081"/>
              </p:ext>
            </p:extLst>
          </p:nvPr>
        </p:nvGraphicFramePr>
        <p:xfrm>
          <a:off x="3268811" y="5366407"/>
          <a:ext cx="1835489" cy="1057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9160" imgH="431640" progId="Equation.DSMT4">
                  <p:embed/>
                </p:oleObj>
              </mc:Choice>
              <mc:Fallback>
                <p:oleObj name="Equation" r:id="rId16" imgW="749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268811" y="5366407"/>
                        <a:ext cx="1835489" cy="1057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307203"/>
              </p:ext>
            </p:extLst>
          </p:nvPr>
        </p:nvGraphicFramePr>
        <p:xfrm>
          <a:off x="5037728" y="5519421"/>
          <a:ext cx="1345293" cy="54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33160" imgH="215640" progId="Equation.DSMT4">
                  <p:embed/>
                </p:oleObj>
              </mc:Choice>
              <mc:Fallback>
                <p:oleObj name="Equation" r:id="rId18" imgW="533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037728" y="5519421"/>
                        <a:ext cx="1345293" cy="544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882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08825" y="757238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50720" y="757884"/>
            <a:ext cx="4051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/>
              <a:t>为平面有界闭区域，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45667" y="711029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为其光滑边界，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679792"/>
              </p:ext>
            </p:extLst>
          </p:nvPr>
        </p:nvGraphicFramePr>
        <p:xfrm>
          <a:off x="8218512" y="709008"/>
          <a:ext cx="290671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28600" progId="Equation.DSMT4">
                  <p:embed/>
                </p:oleObj>
              </mc:Choice>
              <mc:Fallback>
                <p:oleObj name="Equation" r:id="rId2" imgW="1269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18512" y="709008"/>
                        <a:ext cx="2906712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063246"/>
              </p:ext>
            </p:extLst>
          </p:nvPr>
        </p:nvGraphicFramePr>
        <p:xfrm>
          <a:off x="1362538" y="1471748"/>
          <a:ext cx="953941" cy="476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203040" progId="Equation.DSMT4">
                  <p:embed/>
                </p:oleObj>
              </mc:Choice>
              <mc:Fallback>
                <p:oleObj name="Equation" r:id="rId4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62538" y="1471748"/>
                        <a:ext cx="953941" cy="476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298982"/>
              </p:ext>
            </p:extLst>
          </p:nvPr>
        </p:nvGraphicFramePr>
        <p:xfrm>
          <a:off x="2390139" y="1471748"/>
          <a:ext cx="3870105" cy="522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215640" progId="Equation.DSMT4">
                  <p:embed/>
                </p:oleObj>
              </mc:Choice>
              <mc:Fallback>
                <p:oleObj name="Equation" r:id="rId6" imgW="1600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90139" y="1471748"/>
                        <a:ext cx="3870105" cy="522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346669"/>
              </p:ext>
            </p:extLst>
          </p:nvPr>
        </p:nvGraphicFramePr>
        <p:xfrm>
          <a:off x="6380697" y="1184007"/>
          <a:ext cx="3721245" cy="1050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74640" imgH="444240" progId="Equation.DSMT4">
                  <p:embed/>
                </p:oleObj>
              </mc:Choice>
              <mc:Fallback>
                <p:oleObj name="Equation" r:id="rId8" imgW="1574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80697" y="1184007"/>
                        <a:ext cx="3721245" cy="1050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183095"/>
              </p:ext>
            </p:extLst>
          </p:nvPr>
        </p:nvGraphicFramePr>
        <p:xfrm>
          <a:off x="1362538" y="2213361"/>
          <a:ext cx="2895953" cy="523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760" imgH="215640" progId="Equation.DSMT4">
                  <p:embed/>
                </p:oleObj>
              </mc:Choice>
              <mc:Fallback>
                <p:oleObj name="Equation" r:id="rId10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62538" y="2213361"/>
                        <a:ext cx="2895953" cy="523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762504"/>
              </p:ext>
            </p:extLst>
          </p:nvPr>
        </p:nvGraphicFramePr>
        <p:xfrm>
          <a:off x="4535699" y="2234358"/>
          <a:ext cx="4524651" cy="502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42920" imgH="215640" progId="Equation.DSMT4">
                  <p:embed/>
                </p:oleObj>
              </mc:Choice>
              <mc:Fallback>
                <p:oleObj name="Equation" r:id="rId12" imgW="1942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35699" y="2234358"/>
                        <a:ext cx="4524651" cy="502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984357"/>
              </p:ext>
            </p:extLst>
          </p:nvPr>
        </p:nvGraphicFramePr>
        <p:xfrm>
          <a:off x="2036909" y="3375739"/>
          <a:ext cx="69215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30640" imgH="888840" progId="Equation.DSMT4">
                  <p:embed/>
                </p:oleObj>
              </mc:Choice>
              <mc:Fallback>
                <p:oleObj name="Equation" r:id="rId14" imgW="59306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909" y="3375739"/>
                        <a:ext cx="692150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360493" y="286292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839508" y="2839456"/>
            <a:ext cx="2576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zh-CN" altLang="en-US" sz="2800" b="1" dirty="0"/>
              <a:t>公式，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581819"/>
              </p:ext>
            </p:extLst>
          </p:nvPr>
        </p:nvGraphicFramePr>
        <p:xfrm>
          <a:off x="1362538" y="4511331"/>
          <a:ext cx="4559292" cy="513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17360" imgH="215640" progId="Equation.DSMT4">
                  <p:embed/>
                </p:oleObj>
              </mc:Choice>
              <mc:Fallback>
                <p:oleObj name="Equation" r:id="rId16" imgW="1917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62538" y="4511331"/>
                        <a:ext cx="4559292" cy="513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782493" y="4499223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于是，由已知条件有</a:t>
            </a:r>
          </a:p>
        </p:txBody>
      </p:sp>
      <p:graphicFrame>
        <p:nvGraphicFramePr>
          <p:cNvPr id="1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284728"/>
              </p:ext>
            </p:extLst>
          </p:nvPr>
        </p:nvGraphicFramePr>
        <p:xfrm>
          <a:off x="1310097" y="5152159"/>
          <a:ext cx="237172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31840" imgH="723600" progId="Equation.DSMT4">
                  <p:embed/>
                </p:oleObj>
              </mc:Choice>
              <mc:Fallback>
                <p:oleObj name="Equation" r:id="rId18" imgW="203184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097" y="5152159"/>
                        <a:ext cx="237172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834438"/>
              </p:ext>
            </p:extLst>
          </p:nvPr>
        </p:nvGraphicFramePr>
        <p:xfrm>
          <a:off x="3784624" y="5240277"/>
          <a:ext cx="39957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14320" imgH="215640" progId="Equation.DSMT4">
                  <p:embed/>
                </p:oleObj>
              </mc:Choice>
              <mc:Fallback>
                <p:oleObj name="Equation" r:id="rId20" imgW="1714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84624" y="5240277"/>
                        <a:ext cx="3995737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581211"/>
              </p:ext>
            </p:extLst>
          </p:nvPr>
        </p:nvGraphicFramePr>
        <p:xfrm>
          <a:off x="7780361" y="5240277"/>
          <a:ext cx="33448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34960" imgH="215640" progId="Equation.DSMT4">
                  <p:embed/>
                </p:oleObj>
              </mc:Choice>
              <mc:Fallback>
                <p:oleObj name="Equation" r:id="rId22" imgW="1434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780361" y="5240277"/>
                        <a:ext cx="3344863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332497"/>
              </p:ext>
            </p:extLst>
          </p:nvPr>
        </p:nvGraphicFramePr>
        <p:xfrm>
          <a:off x="1324249" y="5940537"/>
          <a:ext cx="36068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85720" imgH="215640" progId="Equation.DSMT4">
                  <p:embed/>
                </p:oleObj>
              </mc:Choice>
              <mc:Fallback>
                <p:oleObj name="Equation" r:id="rId24" imgW="1485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324249" y="5940537"/>
                        <a:ext cx="360680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821962"/>
              </p:ext>
            </p:extLst>
          </p:nvPr>
        </p:nvGraphicFramePr>
        <p:xfrm>
          <a:off x="5170042" y="5940537"/>
          <a:ext cx="32559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96800" imgH="215640" progId="Equation.DSMT4">
                  <p:embed/>
                </p:oleObj>
              </mc:Choice>
              <mc:Fallback>
                <p:oleObj name="Equation" r:id="rId26" imgW="1396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170042" y="5940537"/>
                        <a:ext cx="3255963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118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477436"/>
              </p:ext>
            </p:extLst>
          </p:nvPr>
        </p:nvGraphicFramePr>
        <p:xfrm>
          <a:off x="1710266" y="575733"/>
          <a:ext cx="422204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228600" progId="Equation.DSMT4">
                  <p:embed/>
                </p:oleObj>
              </mc:Choice>
              <mc:Fallback>
                <p:oleObj name="Equation" r:id="rId2" imgW="1726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0266" y="575733"/>
                        <a:ext cx="422204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66800" y="575733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872379"/>
              </p:ext>
            </p:extLst>
          </p:nvPr>
        </p:nvGraphicFramePr>
        <p:xfrm>
          <a:off x="5932311" y="575733"/>
          <a:ext cx="4501044" cy="50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215640" progId="Equation.DSMT4">
                  <p:embed/>
                </p:oleObj>
              </mc:Choice>
              <mc:Fallback>
                <p:oleObj name="Equation" r:id="rId4" imgW="1917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32311" y="575733"/>
                        <a:ext cx="4501044" cy="506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762755"/>
              </p:ext>
            </p:extLst>
          </p:nvPr>
        </p:nvGraphicFramePr>
        <p:xfrm>
          <a:off x="1176865" y="1234015"/>
          <a:ext cx="4054669" cy="985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444240" progId="Equation.DSMT4">
                  <p:embed/>
                </p:oleObj>
              </mc:Choice>
              <mc:Fallback>
                <p:oleObj name="Equation" r:id="rId6" imgW="1828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76865" y="1234015"/>
                        <a:ext cx="4054669" cy="985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989433"/>
              </p:ext>
            </p:extLst>
          </p:nvPr>
        </p:nvGraphicFramePr>
        <p:xfrm>
          <a:off x="5279727" y="1134533"/>
          <a:ext cx="5043751" cy="1084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84120" imgH="469800" progId="Equation.DSMT4">
                  <p:embed/>
                </p:oleObj>
              </mc:Choice>
              <mc:Fallback>
                <p:oleObj name="Equation" r:id="rId8" imgW="21841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79727" y="1134533"/>
                        <a:ext cx="5043751" cy="1084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76866" y="2463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260505"/>
              </p:ext>
            </p:extLst>
          </p:nvPr>
        </p:nvGraphicFramePr>
        <p:xfrm>
          <a:off x="1982788" y="2166938"/>
          <a:ext cx="8151812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08360" imgH="469800" progId="Equation.DSMT4">
                  <p:embed/>
                </p:oleObj>
              </mc:Choice>
              <mc:Fallback>
                <p:oleObj name="Equation" r:id="rId10" imgW="37083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82788" y="2166938"/>
                        <a:ext cx="8151812" cy="103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828873"/>
              </p:ext>
            </p:extLst>
          </p:nvPr>
        </p:nvGraphicFramePr>
        <p:xfrm>
          <a:off x="1176866" y="3321993"/>
          <a:ext cx="4826384" cy="49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33360" imgH="215640" progId="Equation.DSMT4">
                  <p:embed/>
                </p:oleObj>
              </mc:Choice>
              <mc:Fallback>
                <p:oleObj name="Equation" r:id="rId12" imgW="2133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76866" y="3321993"/>
                        <a:ext cx="4826384" cy="490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689032"/>
              </p:ext>
            </p:extLst>
          </p:nvPr>
        </p:nvGraphicFramePr>
        <p:xfrm>
          <a:off x="1463675" y="4637088"/>
          <a:ext cx="7397750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1920" imgH="495000" progId="Equation.DSMT4">
                  <p:embed/>
                </p:oleObj>
              </mc:Choice>
              <mc:Fallback>
                <p:oleObj name="Equation" r:id="rId14" imgW="330192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63675" y="4637088"/>
                        <a:ext cx="7397750" cy="1109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377072"/>
              </p:ext>
            </p:extLst>
          </p:nvPr>
        </p:nvGraphicFramePr>
        <p:xfrm>
          <a:off x="5932311" y="3276322"/>
          <a:ext cx="5164353" cy="536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23800" imgH="241200" progId="Equation.DSMT4">
                  <p:embed/>
                </p:oleObj>
              </mc:Choice>
              <mc:Fallback>
                <p:oleObj name="Equation" r:id="rId16" imgW="2323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32311" y="3276322"/>
                        <a:ext cx="5164353" cy="536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029440"/>
              </p:ext>
            </p:extLst>
          </p:nvPr>
        </p:nvGraphicFramePr>
        <p:xfrm>
          <a:off x="1066800" y="3943040"/>
          <a:ext cx="59451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27200" imgH="228600" progId="Equation.DSMT4">
                  <p:embed/>
                </p:oleObj>
              </mc:Choice>
              <mc:Fallback>
                <p:oleObj name="Equation" r:id="rId18" imgW="2527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66800" y="3943040"/>
                        <a:ext cx="5945187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082287" y="3887476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</p:spTree>
    <p:extLst>
      <p:ext uri="{BB962C8B-B14F-4D97-AF65-F5344CB8AC3E}">
        <p14:creationId xmlns:p14="http://schemas.microsoft.com/office/powerpoint/2010/main" val="30161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538590"/>
              </p:ext>
            </p:extLst>
          </p:nvPr>
        </p:nvGraphicFramePr>
        <p:xfrm>
          <a:off x="5160570" y="2237437"/>
          <a:ext cx="4040646" cy="1141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495000" progId="Equation.DSMT4">
                  <p:embed/>
                </p:oleObj>
              </mc:Choice>
              <mc:Fallback>
                <p:oleObj name="Equation" r:id="rId2" imgW="17524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60570" y="2237437"/>
                        <a:ext cx="4040646" cy="1141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349161"/>
              </p:ext>
            </p:extLst>
          </p:nvPr>
        </p:nvGraphicFramePr>
        <p:xfrm>
          <a:off x="1054225" y="1074875"/>
          <a:ext cx="7717578" cy="531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14520" imgH="228600" progId="Equation.DSMT4">
                  <p:embed/>
                </p:oleObj>
              </mc:Choice>
              <mc:Fallback>
                <p:oleObj name="Equation" r:id="rId4" imgW="331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4225" y="1074875"/>
                        <a:ext cx="7717578" cy="531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921814"/>
              </p:ext>
            </p:extLst>
          </p:nvPr>
        </p:nvGraphicFramePr>
        <p:xfrm>
          <a:off x="977537" y="1416436"/>
          <a:ext cx="3759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444240" progId="Equation.DSMT4">
                  <p:embed/>
                </p:oleObj>
              </mc:Choice>
              <mc:Fallback>
                <p:oleObj name="Equation" r:id="rId6" imgW="1663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7537" y="1416436"/>
                        <a:ext cx="3759200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632040"/>
              </p:ext>
            </p:extLst>
          </p:nvPr>
        </p:nvGraphicFramePr>
        <p:xfrm>
          <a:off x="1138238" y="2292350"/>
          <a:ext cx="402113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469800" progId="Equation.DSMT4">
                  <p:embed/>
                </p:oleObj>
              </mc:Choice>
              <mc:Fallback>
                <p:oleObj name="Equation" r:id="rId8" imgW="18288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38238" y="2292350"/>
                        <a:ext cx="4021137" cy="103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568976" y="165344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081992"/>
              </p:ext>
            </p:extLst>
          </p:nvPr>
        </p:nvGraphicFramePr>
        <p:xfrm>
          <a:off x="1510938" y="3385906"/>
          <a:ext cx="13462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20" imgH="469800" progId="Equation.DSMT4">
                  <p:embed/>
                </p:oleObj>
              </mc:Choice>
              <mc:Fallback>
                <p:oleObj name="Equation" r:id="rId10" imgW="5839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10938" y="3385906"/>
                        <a:ext cx="1346200" cy="108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755621"/>
              </p:ext>
            </p:extLst>
          </p:nvPr>
        </p:nvGraphicFramePr>
        <p:xfrm>
          <a:off x="2857138" y="3305108"/>
          <a:ext cx="4221959" cy="1232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39880" imgH="507960" progId="Equation.DSMT4">
                  <p:embed/>
                </p:oleObj>
              </mc:Choice>
              <mc:Fallback>
                <p:oleObj name="Equation" r:id="rId12" imgW="17398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57138" y="3305108"/>
                        <a:ext cx="4221959" cy="12326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440949"/>
              </p:ext>
            </p:extLst>
          </p:nvPr>
        </p:nvGraphicFramePr>
        <p:xfrm>
          <a:off x="1437272" y="4487691"/>
          <a:ext cx="3131704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9720" imgH="419040" progId="Equation.DSMT4">
                  <p:embed/>
                </p:oleObj>
              </mc:Choice>
              <mc:Fallback>
                <p:oleObj name="Equation" r:id="rId14" imgW="12697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37272" y="4487691"/>
                        <a:ext cx="3131704" cy="103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040005"/>
              </p:ext>
            </p:extLst>
          </p:nvPr>
        </p:nvGraphicFramePr>
        <p:xfrm>
          <a:off x="4528376" y="4487691"/>
          <a:ext cx="2754312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800" imgH="330120" progId="Equation.DSMT4">
                  <p:embed/>
                </p:oleObj>
              </mc:Choice>
              <mc:Fallback>
                <p:oleObj name="Equation" r:id="rId16" imgW="11808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28376" y="4487691"/>
                        <a:ext cx="2754312" cy="76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611610"/>
              </p:ext>
            </p:extLst>
          </p:nvPr>
        </p:nvGraphicFramePr>
        <p:xfrm>
          <a:off x="7282688" y="4537797"/>
          <a:ext cx="2062343" cy="634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25480" imgH="253800" progId="Equation.DSMT4">
                  <p:embed/>
                </p:oleObj>
              </mc:Choice>
              <mc:Fallback>
                <p:oleObj name="Equation" r:id="rId18" imgW="82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282688" y="4537797"/>
                        <a:ext cx="2062343" cy="634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422061"/>
              </p:ext>
            </p:extLst>
          </p:nvPr>
        </p:nvGraphicFramePr>
        <p:xfrm>
          <a:off x="5122491" y="-593"/>
          <a:ext cx="7069509" cy="1068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76360" imgH="495000" progId="Equation.DSMT4">
                  <p:embed/>
                </p:oleObj>
              </mc:Choice>
              <mc:Fallback>
                <p:oleObj name="Equation" r:id="rId20" imgW="327636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22491" y="-593"/>
                        <a:ext cx="7069509" cy="1068683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083586"/>
              </p:ext>
            </p:extLst>
          </p:nvPr>
        </p:nvGraphicFramePr>
        <p:xfrm>
          <a:off x="1259177" y="5423169"/>
          <a:ext cx="5611812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52400" imgH="469800" progId="Equation.DSMT4">
                  <p:embed/>
                </p:oleObj>
              </mc:Choice>
              <mc:Fallback>
                <p:oleObj name="Equation" r:id="rId22" imgW="25524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59177" y="5423169"/>
                        <a:ext cx="5611812" cy="103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880589"/>
              </p:ext>
            </p:extLst>
          </p:nvPr>
        </p:nvGraphicFramePr>
        <p:xfrm>
          <a:off x="6791967" y="5521153"/>
          <a:ext cx="836892" cy="89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80880" imgH="406080" progId="Equation.DSMT4">
                  <p:embed/>
                </p:oleObj>
              </mc:Choice>
              <mc:Fallback>
                <p:oleObj name="Equation" r:id="rId24" imgW="380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791967" y="5521153"/>
                        <a:ext cx="836892" cy="89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695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8909" y="69272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另证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1" y="692727"/>
            <a:ext cx="2215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zh-CN" altLang="en-US" sz="2800" b="1" dirty="0"/>
              <a:t>公式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249615"/>
              </p:ext>
            </p:extLst>
          </p:nvPr>
        </p:nvGraphicFramePr>
        <p:xfrm>
          <a:off x="901700" y="1296989"/>
          <a:ext cx="601186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3160" imgH="482400" progId="Equation.DSMT4">
                  <p:embed/>
                </p:oleObj>
              </mc:Choice>
              <mc:Fallback>
                <p:oleObj name="Equation" r:id="rId2" imgW="26031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1700" y="1296989"/>
                        <a:ext cx="6011863" cy="111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027251"/>
              </p:ext>
            </p:extLst>
          </p:nvPr>
        </p:nvGraphicFramePr>
        <p:xfrm>
          <a:off x="6842991" y="1530351"/>
          <a:ext cx="2376488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380880" progId="Equation.DSMT4">
                  <p:embed/>
                </p:oleObj>
              </mc:Choice>
              <mc:Fallback>
                <p:oleObj name="Equation" r:id="rId4" imgW="1028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991" y="1530351"/>
                        <a:ext cx="2376488" cy="881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661748"/>
              </p:ext>
            </p:extLst>
          </p:nvPr>
        </p:nvGraphicFramePr>
        <p:xfrm>
          <a:off x="9219479" y="1383146"/>
          <a:ext cx="1589809" cy="94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406080" progId="Equation.DSMT4">
                  <p:embed/>
                </p:oleObj>
              </mc:Choice>
              <mc:Fallback>
                <p:oleObj name="Equation" r:id="rId6" imgW="685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19479" y="1383146"/>
                        <a:ext cx="1589809" cy="942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447687"/>
              </p:ext>
            </p:extLst>
          </p:nvPr>
        </p:nvGraphicFramePr>
        <p:xfrm>
          <a:off x="901699" y="2597149"/>
          <a:ext cx="1020927" cy="478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080" imgH="190440" progId="Equation.DSMT4">
                  <p:embed/>
                </p:oleObj>
              </mc:Choice>
              <mc:Fallback>
                <p:oleObj name="Equation" r:id="rId8" imgW="4060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01699" y="2597149"/>
                        <a:ext cx="1020927" cy="478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121975"/>
              </p:ext>
            </p:extLst>
          </p:nvPr>
        </p:nvGraphicFramePr>
        <p:xfrm>
          <a:off x="901699" y="3035233"/>
          <a:ext cx="81534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30520" imgH="444240" progId="Equation.DSMT4">
                  <p:embed/>
                </p:oleObj>
              </mc:Choice>
              <mc:Fallback>
                <p:oleObj name="Equation" r:id="rId10" imgW="3530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1699" y="3035233"/>
                        <a:ext cx="8153400" cy="1027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778776"/>
              </p:ext>
            </p:extLst>
          </p:nvPr>
        </p:nvGraphicFramePr>
        <p:xfrm>
          <a:off x="9055099" y="3035233"/>
          <a:ext cx="1589809" cy="94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85800" imgH="406080" progId="Equation.DSMT4">
                  <p:embed/>
                </p:oleObj>
              </mc:Choice>
              <mc:Fallback>
                <p:oleObj name="Equation" r:id="rId12" imgW="685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55099" y="3035233"/>
                        <a:ext cx="1589809" cy="942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396529"/>
              </p:ext>
            </p:extLst>
          </p:nvPr>
        </p:nvGraphicFramePr>
        <p:xfrm>
          <a:off x="1058591" y="4358890"/>
          <a:ext cx="528002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0" imgH="444240" progId="Equation.DSMT4">
                  <p:embed/>
                </p:oleObj>
              </mc:Choice>
              <mc:Fallback>
                <p:oleObj name="Equation" r:id="rId13" imgW="2286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58591" y="4358890"/>
                        <a:ext cx="5280025" cy="1027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901699" y="3977342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另一方面，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267814"/>
              </p:ext>
            </p:extLst>
          </p:nvPr>
        </p:nvGraphicFramePr>
        <p:xfrm>
          <a:off x="2936604" y="5457825"/>
          <a:ext cx="34020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73120" imgH="380880" progId="Equation.DSMT4">
                  <p:embed/>
                </p:oleObj>
              </mc:Choice>
              <mc:Fallback>
                <p:oleObj name="Equation" r:id="rId15" imgW="1473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36604" y="5457825"/>
                        <a:ext cx="3402012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061623"/>
              </p:ext>
            </p:extLst>
          </p:nvPr>
        </p:nvGraphicFramePr>
        <p:xfrm>
          <a:off x="1016899" y="5386003"/>
          <a:ext cx="1757643" cy="616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23600" imgH="253800" progId="Equation.DSMT4">
                  <p:embed/>
                </p:oleObj>
              </mc:Choice>
              <mc:Fallback>
                <p:oleObj name="Equation" r:id="rId17" imgW="723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16899" y="5386003"/>
                        <a:ext cx="1757643" cy="616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678011"/>
              </p:ext>
            </p:extLst>
          </p:nvPr>
        </p:nvGraphicFramePr>
        <p:xfrm>
          <a:off x="6296025" y="5197475"/>
          <a:ext cx="387032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76160" imgH="469800" progId="Equation.DSMT4">
                  <p:embed/>
                </p:oleObj>
              </mc:Choice>
              <mc:Fallback>
                <p:oleObj name="Equation" r:id="rId19" imgW="16761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96025" y="5197475"/>
                        <a:ext cx="3870325" cy="1084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566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724244"/>
              </p:ext>
            </p:extLst>
          </p:nvPr>
        </p:nvGraphicFramePr>
        <p:xfrm>
          <a:off x="1080095" y="1089025"/>
          <a:ext cx="34020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380880" progId="Equation.DSMT4">
                  <p:embed/>
                </p:oleObj>
              </mc:Choice>
              <mc:Fallback>
                <p:oleObj name="Equation" r:id="rId2" imgW="1473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0095" y="1089025"/>
                        <a:ext cx="3402012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819470"/>
              </p:ext>
            </p:extLst>
          </p:nvPr>
        </p:nvGraphicFramePr>
        <p:xfrm>
          <a:off x="1080095" y="522720"/>
          <a:ext cx="492414" cy="492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90440" progId="Equation.DSMT4">
                  <p:embed/>
                </p:oleObj>
              </mc:Choice>
              <mc:Fallback>
                <p:oleObj name="Equation" r:id="rId4" imgW="19044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0095" y="522720"/>
                        <a:ext cx="492414" cy="492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938174"/>
              </p:ext>
            </p:extLst>
          </p:nvPr>
        </p:nvGraphicFramePr>
        <p:xfrm>
          <a:off x="4482107" y="1043998"/>
          <a:ext cx="3184549" cy="788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330120" progId="Equation.DSMT4">
                  <p:embed/>
                </p:oleObj>
              </mc:Choice>
              <mc:Fallback>
                <p:oleObj name="Equation" r:id="rId6" imgW="1333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82107" y="1043998"/>
                        <a:ext cx="3184549" cy="788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524741"/>
              </p:ext>
            </p:extLst>
          </p:nvPr>
        </p:nvGraphicFramePr>
        <p:xfrm>
          <a:off x="7666656" y="965993"/>
          <a:ext cx="15970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406080" progId="Equation.DSMT4">
                  <p:embed/>
                </p:oleObj>
              </mc:Choice>
              <mc:Fallback>
                <p:oleObj name="Equation" r:id="rId8" imgW="685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66656" y="965993"/>
                        <a:ext cx="1597025" cy="94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474304"/>
              </p:ext>
            </p:extLst>
          </p:nvPr>
        </p:nvGraphicFramePr>
        <p:xfrm>
          <a:off x="1257300" y="2230438"/>
          <a:ext cx="9847263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08560" imgH="469800" progId="Equation.DSMT4">
                  <p:embed/>
                </p:oleObj>
              </mc:Choice>
              <mc:Fallback>
                <p:oleObj name="Equation" r:id="rId10" imgW="53085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57300" y="2230438"/>
                        <a:ext cx="9847263" cy="871537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2405635" y="3005827"/>
            <a:ext cx="1215019" cy="1369346"/>
            <a:chOff x="2405635" y="3005827"/>
            <a:chExt cx="1215019" cy="1369346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8283052"/>
                </p:ext>
              </p:extLst>
            </p:nvPr>
          </p:nvGraphicFramePr>
          <p:xfrm>
            <a:off x="2405635" y="3470574"/>
            <a:ext cx="1215019" cy="904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45760" imgH="406080" progId="Equation.DSMT4">
                    <p:embed/>
                  </p:oleObj>
                </mc:Choice>
                <mc:Fallback>
                  <p:oleObj name="Equation" r:id="rId12" imgW="5457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405635" y="3470574"/>
                          <a:ext cx="1215019" cy="904599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0531345"/>
                </p:ext>
              </p:extLst>
            </p:nvPr>
          </p:nvGraphicFramePr>
          <p:xfrm>
            <a:off x="2871518" y="3005827"/>
            <a:ext cx="295091" cy="590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1520" imgH="203040" progId="Equation.DSMT4">
                    <p:embed/>
                  </p:oleObj>
                </mc:Choice>
                <mc:Fallback>
                  <p:oleObj name="Equation" r:id="rId14" imgW="1015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871518" y="3005827"/>
                          <a:ext cx="295091" cy="5901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6183171" y="2991184"/>
            <a:ext cx="1222375" cy="1379801"/>
            <a:chOff x="6183171" y="2991184"/>
            <a:chExt cx="1222375" cy="1379801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1839099"/>
                </p:ext>
              </p:extLst>
            </p:nvPr>
          </p:nvGraphicFramePr>
          <p:xfrm>
            <a:off x="6183171" y="3483573"/>
            <a:ext cx="1222375" cy="887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58720" imgH="406080" progId="Equation.DSMT4">
                    <p:embed/>
                  </p:oleObj>
                </mc:Choice>
                <mc:Fallback>
                  <p:oleObj name="Equation" r:id="rId16" imgW="55872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183171" y="3483573"/>
                          <a:ext cx="1222375" cy="887412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8398543"/>
                </p:ext>
              </p:extLst>
            </p:nvPr>
          </p:nvGraphicFramePr>
          <p:xfrm>
            <a:off x="6646814" y="2991184"/>
            <a:ext cx="295091" cy="590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1520" imgH="203040" progId="Equation.DSMT4">
                    <p:embed/>
                  </p:oleObj>
                </mc:Choice>
                <mc:Fallback>
                  <p:oleObj name="Equation" r:id="rId18" imgW="1015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646814" y="2991184"/>
                          <a:ext cx="295091" cy="5901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6" name="直接连接符 15"/>
          <p:cNvCxnSpPr/>
          <p:nvPr/>
        </p:nvCxnSpPr>
        <p:spPr>
          <a:xfrm>
            <a:off x="1382955" y="3092738"/>
            <a:ext cx="3955663" cy="9237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5617827" y="3092738"/>
            <a:ext cx="2574828" cy="11984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080095" y="459970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026535"/>
              </p:ext>
            </p:extLst>
          </p:nvPr>
        </p:nvGraphicFramePr>
        <p:xfrm>
          <a:off x="2611874" y="4861319"/>
          <a:ext cx="4460392" cy="116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03240" imgH="469800" progId="Equation.DSMT4">
                  <p:embed/>
                </p:oleObj>
              </mc:Choice>
              <mc:Fallback>
                <p:oleObj name="Equation" r:id="rId20" imgW="18032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611874" y="4861319"/>
                        <a:ext cx="4460392" cy="1161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416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20" name="Object 2"/>
          <p:cNvGraphicFramePr>
            <a:graphicFrameLocks noChangeAspect="1"/>
          </p:cNvGraphicFramePr>
          <p:nvPr/>
        </p:nvGraphicFramePr>
        <p:xfrm>
          <a:off x="4440239" y="404813"/>
          <a:ext cx="5343525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6680" imgH="1879560" progId="Equation.3">
                  <p:embed/>
                </p:oleObj>
              </mc:Choice>
              <mc:Fallback>
                <p:oleObj name="Equation" r:id="rId2" imgW="5206680" imgH="1879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9" y="404813"/>
                        <a:ext cx="5343525" cy="192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Box 26"/>
          <p:cNvSpPr txBox="1">
            <a:spLocks noChangeArrowheads="1"/>
          </p:cNvSpPr>
          <p:nvPr/>
        </p:nvSpPr>
        <p:spPr bwMode="auto">
          <a:xfrm>
            <a:off x="1652588" y="404813"/>
            <a:ext cx="208101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Gauss</a:t>
            </a:r>
            <a:r>
              <a:rPr lang="zh-CN" altLang="en-US" sz="3200" b="1" dirty="0">
                <a:solidFill>
                  <a:srgbClr val="FF0000"/>
                </a:solidFill>
              </a:rPr>
              <a:t>公式</a:t>
            </a:r>
          </a:p>
        </p:txBody>
      </p:sp>
      <p:graphicFrame>
        <p:nvGraphicFramePr>
          <p:cNvPr id="309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683760"/>
              </p:ext>
            </p:extLst>
          </p:nvPr>
        </p:nvGraphicFramePr>
        <p:xfrm>
          <a:off x="1644650" y="2894013"/>
          <a:ext cx="7646988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73720" imgH="850680" progId="Equation.DSMT4">
                  <p:embed/>
                </p:oleObj>
              </mc:Choice>
              <mc:Fallback>
                <p:oleObj name="Equation" r:id="rId4" imgW="627372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2894013"/>
                        <a:ext cx="7646988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854467"/>
              </p:ext>
            </p:extLst>
          </p:nvPr>
        </p:nvGraphicFramePr>
        <p:xfrm>
          <a:off x="1635126" y="4076701"/>
          <a:ext cx="7439206" cy="1076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0" imgH="888840" progId="Equation.DSMT4">
                  <p:embed/>
                </p:oleObj>
              </mc:Choice>
              <mc:Fallback>
                <p:oleObj name="Equation" r:id="rId6" imgW="59688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6" y="4076701"/>
                        <a:ext cx="7439206" cy="1076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Box 29"/>
          <p:cNvSpPr txBox="1">
            <a:spLocks noChangeArrowheads="1"/>
          </p:cNvSpPr>
          <p:nvPr/>
        </p:nvSpPr>
        <p:spPr bwMode="auto">
          <a:xfrm>
            <a:off x="1774825" y="2133601"/>
            <a:ext cx="1832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特别地有</a:t>
            </a:r>
          </a:p>
        </p:txBody>
      </p:sp>
      <p:graphicFrame>
        <p:nvGraphicFramePr>
          <p:cNvPr id="310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749984"/>
              </p:ext>
            </p:extLst>
          </p:nvPr>
        </p:nvGraphicFramePr>
        <p:xfrm>
          <a:off x="1962150" y="5300663"/>
          <a:ext cx="4821827" cy="1133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68680" imgH="863280" progId="Equation.DSMT4">
                  <p:embed/>
                </p:oleObj>
              </mc:Choice>
              <mc:Fallback>
                <p:oleObj name="Equation" r:id="rId8" imgW="356868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5300663"/>
                        <a:ext cx="4821827" cy="1133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130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591959"/>
              </p:ext>
            </p:extLst>
          </p:nvPr>
        </p:nvGraphicFramePr>
        <p:xfrm>
          <a:off x="1916113" y="1908175"/>
          <a:ext cx="77851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2960" imgH="850680" progId="Equation.DSMT4">
                  <p:embed/>
                </p:oleObj>
              </mc:Choice>
              <mc:Fallback>
                <p:oleObj name="Equation" r:id="rId2" imgW="62229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1908175"/>
                        <a:ext cx="77851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Box 21"/>
          <p:cNvSpPr txBox="1">
            <a:spLocks noChangeArrowheads="1"/>
          </p:cNvSpPr>
          <p:nvPr/>
        </p:nvSpPr>
        <p:spPr bwMode="auto">
          <a:xfrm>
            <a:off x="1847850" y="3357563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特别地</a:t>
            </a:r>
          </a:p>
        </p:txBody>
      </p:sp>
      <p:graphicFrame>
        <p:nvGraphicFramePr>
          <p:cNvPr id="75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995092"/>
              </p:ext>
            </p:extLst>
          </p:nvPr>
        </p:nvGraphicFramePr>
        <p:xfrm>
          <a:off x="2085975" y="4068763"/>
          <a:ext cx="719772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90960" imgH="850680" progId="Equation.DSMT4">
                  <p:embed/>
                </p:oleObj>
              </mc:Choice>
              <mc:Fallback>
                <p:oleObj name="Equation" r:id="rId4" imgW="57909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068763"/>
                        <a:ext cx="7197725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Box 7"/>
          <p:cNvSpPr txBox="1">
            <a:spLocks noChangeArrowheads="1"/>
          </p:cNvSpPr>
          <p:nvPr/>
        </p:nvSpPr>
        <p:spPr bwMode="auto">
          <a:xfrm>
            <a:off x="2063750" y="1196975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且有</a:t>
            </a:r>
          </a:p>
        </p:txBody>
      </p:sp>
    </p:spTree>
    <p:extLst>
      <p:ext uri="{BB962C8B-B14F-4D97-AF65-F5344CB8AC3E}">
        <p14:creationId xmlns:p14="http://schemas.microsoft.com/office/powerpoint/2010/main" val="159650143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6652" y="48230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320217"/>
              </p:ext>
            </p:extLst>
          </p:nvPr>
        </p:nvGraphicFramePr>
        <p:xfrm>
          <a:off x="1651491" y="456299"/>
          <a:ext cx="86788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3880" imgH="228600" progId="Equation.DSMT4">
                  <p:embed/>
                </p:oleObj>
              </mc:Choice>
              <mc:Fallback>
                <p:oleObj name="Equation" r:id="rId2" imgW="3593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51491" y="456299"/>
                        <a:ext cx="8678862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680249"/>
              </p:ext>
            </p:extLst>
          </p:nvPr>
        </p:nvGraphicFramePr>
        <p:xfrm>
          <a:off x="805936" y="1095193"/>
          <a:ext cx="5172785" cy="49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60440" imgH="215640" progId="Equation.DSMT4">
                  <p:embed/>
                </p:oleObj>
              </mc:Choice>
              <mc:Fallback>
                <p:oleObj name="Equation" r:id="rId4" imgW="2260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5936" y="1095193"/>
                        <a:ext cx="5172785" cy="494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884885" y="106070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且满足关系式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153082"/>
              </p:ext>
            </p:extLst>
          </p:nvPr>
        </p:nvGraphicFramePr>
        <p:xfrm>
          <a:off x="2256610" y="1407152"/>
          <a:ext cx="4718956" cy="104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6280" imgH="444240" progId="Equation.DSMT4">
                  <p:embed/>
                </p:oleObj>
              </mc:Choice>
              <mc:Fallback>
                <p:oleObj name="Equation" r:id="rId6" imgW="20062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56610" y="1407152"/>
                        <a:ext cx="4718956" cy="1045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760200"/>
              </p:ext>
            </p:extLst>
          </p:nvPr>
        </p:nvGraphicFramePr>
        <p:xfrm>
          <a:off x="805936" y="2408311"/>
          <a:ext cx="50847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215640" progId="Equation.DSMT4">
                  <p:embed/>
                </p:oleObj>
              </mc:Choice>
              <mc:Fallback>
                <p:oleObj name="Equation" r:id="rId8" imgW="2197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5936" y="2408311"/>
                        <a:ext cx="5084763" cy="50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320738"/>
              </p:ext>
            </p:extLst>
          </p:nvPr>
        </p:nvGraphicFramePr>
        <p:xfrm>
          <a:off x="5866665" y="2157511"/>
          <a:ext cx="1733112" cy="1045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444240" progId="Equation.DSMT4">
                  <p:embed/>
                </p:oleObj>
              </mc:Choice>
              <mc:Fallback>
                <p:oleObj name="Equation" r:id="rId10" imgW="736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66665" y="2157511"/>
                        <a:ext cx="1733112" cy="1045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05936" y="286717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651491" y="2825970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685607"/>
              </p:ext>
            </p:extLst>
          </p:nvPr>
        </p:nvGraphicFramePr>
        <p:xfrm>
          <a:off x="1393799" y="3280455"/>
          <a:ext cx="6988176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71800" imgH="469800" progId="Equation.DSMT4">
                  <p:embed/>
                </p:oleObj>
              </mc:Choice>
              <mc:Fallback>
                <p:oleObj name="Equation" r:id="rId12" imgW="29718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93799" y="3280455"/>
                        <a:ext cx="6988176" cy="1106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252848"/>
              </p:ext>
            </p:extLst>
          </p:nvPr>
        </p:nvGraphicFramePr>
        <p:xfrm>
          <a:off x="1651491" y="4339998"/>
          <a:ext cx="4629150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68480" imgH="482400" progId="Equation.DSMT4">
                  <p:embed/>
                </p:oleObj>
              </mc:Choice>
              <mc:Fallback>
                <p:oleObj name="Equation" r:id="rId14" imgW="1968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51491" y="4339998"/>
                        <a:ext cx="4629150" cy="1135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828112"/>
              </p:ext>
            </p:extLst>
          </p:nvPr>
        </p:nvGraphicFramePr>
        <p:xfrm>
          <a:off x="6231597" y="4540854"/>
          <a:ext cx="3984779" cy="905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76160" imgH="380880" progId="Equation.DSMT4">
                  <p:embed/>
                </p:oleObj>
              </mc:Choice>
              <mc:Fallback>
                <p:oleObj name="Equation" r:id="rId16" imgW="1676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31597" y="4540854"/>
                        <a:ext cx="3984779" cy="905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581739"/>
              </p:ext>
            </p:extLst>
          </p:nvPr>
        </p:nvGraphicFramePr>
        <p:xfrm>
          <a:off x="1651491" y="5446486"/>
          <a:ext cx="4849587" cy="89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70000" imgH="380880" progId="Equation.DSMT4">
                  <p:embed/>
                </p:oleObj>
              </mc:Choice>
              <mc:Fallback>
                <p:oleObj name="Equation" r:id="rId18" imgW="2070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51491" y="5446486"/>
                        <a:ext cx="4849587" cy="892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547375"/>
              </p:ext>
            </p:extLst>
          </p:nvPr>
        </p:nvGraphicFramePr>
        <p:xfrm>
          <a:off x="6433269" y="5527924"/>
          <a:ext cx="1084594" cy="913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82400" imgH="406080" progId="Equation.DSMT4">
                  <p:embed/>
                </p:oleObj>
              </mc:Choice>
              <mc:Fallback>
                <p:oleObj name="Equation" r:id="rId20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433269" y="5527924"/>
                        <a:ext cx="1084594" cy="9133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85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37210" y="75677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23367" y="750513"/>
            <a:ext cx="4059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800" b="1" dirty="0"/>
              <a:t>为平面有界闭区域，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467281" y="749663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800" b="1" dirty="0"/>
              <a:t>为其光滑边界，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547528"/>
              </p:ext>
            </p:extLst>
          </p:nvPr>
        </p:nvGraphicFramePr>
        <p:xfrm>
          <a:off x="7886700" y="771525"/>
          <a:ext cx="31972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215640" progId="Equation.DSMT4">
                  <p:embed/>
                </p:oleObj>
              </mc:Choice>
              <mc:Fallback>
                <p:oleObj name="Equation" r:id="rId2" imgW="1396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86700" y="771525"/>
                        <a:ext cx="31972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3625"/>
              </p:ext>
            </p:extLst>
          </p:nvPr>
        </p:nvGraphicFramePr>
        <p:xfrm>
          <a:off x="1128676" y="1452752"/>
          <a:ext cx="953941" cy="476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203040" progId="Equation.DSMT4">
                  <p:embed/>
                </p:oleObj>
              </mc:Choice>
              <mc:Fallback>
                <p:oleObj name="Equation" r:id="rId4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8676" y="1452752"/>
                        <a:ext cx="953941" cy="476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690766"/>
              </p:ext>
            </p:extLst>
          </p:nvPr>
        </p:nvGraphicFramePr>
        <p:xfrm>
          <a:off x="2118314" y="1452752"/>
          <a:ext cx="38989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215640" progId="Equation.DSMT4">
                  <p:embed/>
                </p:oleObj>
              </mc:Choice>
              <mc:Fallback>
                <p:oleObj name="Equation" r:id="rId6" imgW="1612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314" y="1452752"/>
                        <a:ext cx="3898900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214064"/>
              </p:ext>
            </p:extLst>
          </p:nvPr>
        </p:nvGraphicFramePr>
        <p:xfrm>
          <a:off x="5921830" y="1151430"/>
          <a:ext cx="46513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68480" imgH="444240" progId="Equation.DSMT4">
                  <p:embed/>
                </p:oleObj>
              </mc:Choice>
              <mc:Fallback>
                <p:oleObj name="Equation" r:id="rId8" imgW="1968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21830" y="1151430"/>
                        <a:ext cx="4651375" cy="105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088188"/>
              </p:ext>
            </p:extLst>
          </p:nvPr>
        </p:nvGraphicFramePr>
        <p:xfrm>
          <a:off x="1142489" y="2164708"/>
          <a:ext cx="32035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480" imgH="215640" progId="Equation.DSMT4">
                  <p:embed/>
                </p:oleObj>
              </mc:Choice>
              <mc:Fallback>
                <p:oleObj name="Equation" r:id="rId10" imgW="1320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42489" y="2164708"/>
                        <a:ext cx="32035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787771"/>
              </p:ext>
            </p:extLst>
          </p:nvPr>
        </p:nvGraphicFramePr>
        <p:xfrm>
          <a:off x="4346064" y="2207075"/>
          <a:ext cx="51165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97080" imgH="215640" progId="Equation.DSMT4">
                  <p:embed/>
                </p:oleObj>
              </mc:Choice>
              <mc:Fallback>
                <p:oleObj name="Equation" r:id="rId12" imgW="2197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46064" y="2207075"/>
                        <a:ext cx="5116512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725683"/>
              </p:ext>
            </p:extLst>
          </p:nvPr>
        </p:nvGraphicFramePr>
        <p:xfrm>
          <a:off x="1360493" y="3330150"/>
          <a:ext cx="904081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6840" imgH="888840" progId="Equation.DSMT4">
                  <p:embed/>
                </p:oleObj>
              </mc:Choice>
              <mc:Fallback>
                <p:oleObj name="Equation" r:id="rId14" imgW="77468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93" y="3330150"/>
                        <a:ext cx="9040813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360493" y="286292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839508" y="2839456"/>
            <a:ext cx="2565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zh-CN" altLang="en-US" sz="2800" b="1" dirty="0"/>
              <a:t>公式，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681999"/>
              </p:ext>
            </p:extLst>
          </p:nvPr>
        </p:nvGraphicFramePr>
        <p:xfrm>
          <a:off x="1310097" y="4444464"/>
          <a:ext cx="4559292" cy="513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17360" imgH="215640" progId="Equation.DSMT4">
                  <p:embed/>
                </p:oleObj>
              </mc:Choice>
              <mc:Fallback>
                <p:oleObj name="Equation" r:id="rId16" imgW="1917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10097" y="4444464"/>
                        <a:ext cx="4559292" cy="513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782492" y="438637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于是，由已知条件有</a:t>
            </a:r>
          </a:p>
        </p:txBody>
      </p:sp>
      <p:graphicFrame>
        <p:nvGraphicFramePr>
          <p:cNvPr id="1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96456"/>
              </p:ext>
            </p:extLst>
          </p:nvPr>
        </p:nvGraphicFramePr>
        <p:xfrm>
          <a:off x="1037210" y="4999946"/>
          <a:ext cx="2846387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38280" imgH="723600" progId="Equation.DSMT4">
                  <p:embed/>
                </p:oleObj>
              </mc:Choice>
              <mc:Fallback>
                <p:oleObj name="Equation" r:id="rId18" imgW="24382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210" y="4999946"/>
                        <a:ext cx="2846387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453352"/>
              </p:ext>
            </p:extLst>
          </p:nvPr>
        </p:nvGraphicFramePr>
        <p:xfrm>
          <a:off x="3831047" y="5088240"/>
          <a:ext cx="41433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7680" imgH="215640" progId="Equation.DSMT4">
                  <p:embed/>
                </p:oleObj>
              </mc:Choice>
              <mc:Fallback>
                <p:oleObj name="Equation" r:id="rId20" imgW="1777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31047" y="5088240"/>
                        <a:ext cx="4143375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238862"/>
              </p:ext>
            </p:extLst>
          </p:nvPr>
        </p:nvGraphicFramePr>
        <p:xfrm>
          <a:off x="7886700" y="5081720"/>
          <a:ext cx="35226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11280" imgH="215640" progId="Equation.DSMT4">
                  <p:embed/>
                </p:oleObj>
              </mc:Choice>
              <mc:Fallback>
                <p:oleObj name="Equation" r:id="rId22" imgW="1511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886700" y="5081720"/>
                        <a:ext cx="3522663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611793"/>
              </p:ext>
            </p:extLst>
          </p:nvPr>
        </p:nvGraphicFramePr>
        <p:xfrm>
          <a:off x="1231900" y="5894388"/>
          <a:ext cx="3914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12800" imgH="215640" progId="Equation.DSMT4">
                  <p:embed/>
                </p:oleObj>
              </mc:Choice>
              <mc:Fallback>
                <p:oleObj name="Equation" r:id="rId24" imgW="1612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31900" y="5894388"/>
                        <a:ext cx="39147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730692"/>
              </p:ext>
            </p:extLst>
          </p:nvPr>
        </p:nvGraphicFramePr>
        <p:xfrm>
          <a:off x="5253945" y="5849594"/>
          <a:ext cx="35528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23880" imgH="215640" progId="Equation.DSMT4">
                  <p:embed/>
                </p:oleObj>
              </mc:Choice>
              <mc:Fallback>
                <p:oleObj name="Equation" r:id="rId26" imgW="1523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253945" y="5849594"/>
                        <a:ext cx="3552825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83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2067" y="48260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297845"/>
              </p:ext>
            </p:extLst>
          </p:nvPr>
        </p:nvGraphicFramePr>
        <p:xfrm>
          <a:off x="1533525" y="482600"/>
          <a:ext cx="52816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228600" progId="Equation.DSMT4">
                  <p:embed/>
                </p:oleObj>
              </mc:Choice>
              <mc:Fallback>
                <p:oleObj name="Equation" r:id="rId2" imgW="2184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33525" y="482600"/>
                        <a:ext cx="528161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686099"/>
              </p:ext>
            </p:extLst>
          </p:nvPr>
        </p:nvGraphicFramePr>
        <p:xfrm>
          <a:off x="6815139" y="470520"/>
          <a:ext cx="1541462" cy="535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28600" progId="Equation.DSMT4">
                  <p:embed/>
                </p:oleObj>
              </mc:Choice>
              <mc:Fallback>
                <p:oleObj name="Equation" r:id="rId4" imgW="723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15139" y="470520"/>
                        <a:ext cx="1541462" cy="535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782165"/>
              </p:ext>
            </p:extLst>
          </p:nvPr>
        </p:nvGraphicFramePr>
        <p:xfrm>
          <a:off x="8536515" y="551391"/>
          <a:ext cx="2190691" cy="483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215640" progId="Equation.DSMT4">
                  <p:embed/>
                </p:oleObj>
              </mc:Choice>
              <mc:Fallback>
                <p:oleObj name="Equation" r:id="rId6" imgW="977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36515" y="551391"/>
                        <a:ext cx="2190691" cy="483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765823"/>
              </p:ext>
            </p:extLst>
          </p:nvPr>
        </p:nvGraphicFramePr>
        <p:xfrm>
          <a:off x="872067" y="1030817"/>
          <a:ext cx="3653367" cy="1014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444240" progId="Equation.DSMT4">
                  <p:embed/>
                </p:oleObj>
              </mc:Choice>
              <mc:Fallback>
                <p:oleObj name="Equation" r:id="rId8" imgW="1600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72067" y="1030817"/>
                        <a:ext cx="3653367" cy="1014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577977"/>
              </p:ext>
            </p:extLst>
          </p:nvPr>
        </p:nvGraphicFramePr>
        <p:xfrm>
          <a:off x="4525434" y="1293459"/>
          <a:ext cx="3599552" cy="489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87240" imgH="215640" progId="Equation.DSMT4">
                  <p:embed/>
                </p:oleObj>
              </mc:Choice>
              <mc:Fallback>
                <p:oleObj name="Equation" r:id="rId10" imgW="1587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25434" y="1293459"/>
                        <a:ext cx="3599552" cy="4895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355634"/>
              </p:ext>
            </p:extLst>
          </p:nvPr>
        </p:nvGraphicFramePr>
        <p:xfrm>
          <a:off x="1684338" y="1836334"/>
          <a:ext cx="7780762" cy="993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79760" imgH="444240" progId="Equation.DSMT4">
                  <p:embed/>
                </p:oleObj>
              </mc:Choice>
              <mc:Fallback>
                <p:oleObj name="Equation" r:id="rId12" imgW="3479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84338" y="1836334"/>
                        <a:ext cx="7780762" cy="993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653153"/>
              </p:ext>
            </p:extLst>
          </p:nvPr>
        </p:nvGraphicFramePr>
        <p:xfrm>
          <a:off x="1995080" y="3545095"/>
          <a:ext cx="6715606" cy="958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90960" imgH="850680" progId="Equation.DSMT4">
                  <p:embed/>
                </p:oleObj>
              </mc:Choice>
              <mc:Fallback>
                <p:oleObj name="Equation" r:id="rId14" imgW="57909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080" y="3545095"/>
                        <a:ext cx="6715606" cy="958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72066" y="302187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</a:rPr>
              <a:t>解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84338" y="3021912"/>
            <a:ext cx="2565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</a:t>
            </a:r>
            <a:r>
              <a:rPr lang="zh-CN" altLang="en-US" sz="2800" b="1" dirty="0"/>
              <a:t>公式，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70653" y="4584672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由题设，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8876"/>
              </p:ext>
            </p:extLst>
          </p:nvPr>
        </p:nvGraphicFramePr>
        <p:xfrm>
          <a:off x="2498022" y="4367651"/>
          <a:ext cx="21653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66600" imgH="850680" progId="Equation.DSMT4">
                  <p:embed/>
                </p:oleObj>
              </mc:Choice>
              <mc:Fallback>
                <p:oleObj name="Equation" r:id="rId16" imgW="186660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022" y="4367651"/>
                        <a:ext cx="216535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746060" y="458467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从而有，</a:t>
            </a: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829811"/>
              </p:ext>
            </p:extLst>
          </p:nvPr>
        </p:nvGraphicFramePr>
        <p:xfrm>
          <a:off x="1741488" y="5441950"/>
          <a:ext cx="51990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83080" imgH="723600" progId="Equation.DSMT4">
                  <p:embed/>
                </p:oleObj>
              </mc:Choice>
              <mc:Fallback>
                <p:oleObj name="Equation" r:id="rId18" imgW="44830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5441950"/>
                        <a:ext cx="51990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762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32114" y="53993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注意到，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713365"/>
              </p:ext>
            </p:extLst>
          </p:nvPr>
        </p:nvGraphicFramePr>
        <p:xfrm>
          <a:off x="2176761" y="1009089"/>
          <a:ext cx="7054325" cy="1122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431640" progId="Equation.DSMT4">
                  <p:embed/>
                </p:oleObj>
              </mc:Choice>
              <mc:Fallback>
                <p:oleObj name="Equation" r:id="rId2" imgW="2717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76761" y="1009089"/>
                        <a:ext cx="7054325" cy="1122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644012"/>
              </p:ext>
            </p:extLst>
          </p:nvPr>
        </p:nvGraphicFramePr>
        <p:xfrm>
          <a:off x="1367826" y="2554497"/>
          <a:ext cx="511016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06760" imgH="723600" progId="Equation.DSMT4">
                  <p:embed/>
                </p:oleObj>
              </mc:Choice>
              <mc:Fallback>
                <p:oleObj name="Equation" r:id="rId4" imgW="44067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826" y="2554497"/>
                        <a:ext cx="511016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88433"/>
              </p:ext>
            </p:extLst>
          </p:nvPr>
        </p:nvGraphicFramePr>
        <p:xfrm>
          <a:off x="1193074" y="1940623"/>
          <a:ext cx="922727" cy="461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203040" progId="Equation.DSMT4">
                  <p:embed/>
                </p:oleObj>
              </mc:Choice>
              <mc:Fallback>
                <p:oleObj name="Equation" r:id="rId6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3074" y="1940623"/>
                        <a:ext cx="922727" cy="461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418553"/>
              </p:ext>
            </p:extLst>
          </p:nvPr>
        </p:nvGraphicFramePr>
        <p:xfrm>
          <a:off x="3620489" y="3522982"/>
          <a:ext cx="28575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63480" imgH="723600" progId="Equation.DSMT4">
                  <p:embed/>
                </p:oleObj>
              </mc:Choice>
              <mc:Fallback>
                <p:oleObj name="Equation" r:id="rId8" imgW="24634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489" y="3522982"/>
                        <a:ext cx="28575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392171"/>
              </p:ext>
            </p:extLst>
          </p:nvPr>
        </p:nvGraphicFramePr>
        <p:xfrm>
          <a:off x="3620489" y="4338957"/>
          <a:ext cx="45656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6960" imgH="876240" progId="Equation.DSMT4">
                  <p:embed/>
                </p:oleObj>
              </mc:Choice>
              <mc:Fallback>
                <p:oleObj name="Equation" r:id="rId10" imgW="393696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489" y="4338957"/>
                        <a:ext cx="456565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452783"/>
              </p:ext>
            </p:extLst>
          </p:nvPr>
        </p:nvGraphicFramePr>
        <p:xfrm>
          <a:off x="3620489" y="5326382"/>
          <a:ext cx="54514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38280" imgH="444240" progId="Equation.DSMT4">
                  <p:embed/>
                </p:oleObj>
              </mc:Choice>
              <mc:Fallback>
                <p:oleObj name="Equation" r:id="rId12" imgW="24382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20489" y="5326382"/>
                        <a:ext cx="5451475" cy="99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357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3964</TotalTime>
  <Words>162</Words>
  <Application>Microsoft Office PowerPoint</Application>
  <PresentationFormat>宽屏</PresentationFormat>
  <Paragraphs>44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76</cp:revision>
  <dcterms:created xsi:type="dcterms:W3CDTF">2020-03-27T10:10:56Z</dcterms:created>
  <dcterms:modified xsi:type="dcterms:W3CDTF">2024-05-10T11:14:16Z</dcterms:modified>
</cp:coreProperties>
</file>