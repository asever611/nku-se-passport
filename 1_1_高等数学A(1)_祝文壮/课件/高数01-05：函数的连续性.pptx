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301" r:id="rId13"/>
    <p:sldId id="272" r:id="rId14"/>
    <p:sldId id="273" r:id="rId15"/>
    <p:sldId id="274" r:id="rId16"/>
    <p:sldId id="275" r:id="rId17"/>
    <p:sldId id="276" r:id="rId18"/>
    <p:sldId id="277" r:id="rId19"/>
    <p:sldId id="302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FE6E830-C921-433E-B36E-75DE42831B1A}" type="slidenum">
              <a:rPr lang="en-US" altLang="zh-CN" smtClean="0"/>
              <a:pPr eaLnBrk="1" hangingPunct="1"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15932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9" Type="http://schemas.openxmlformats.org/officeDocument/2006/relationships/image" Target="../media/image20.emf"/><Relationship Id="rId21" Type="http://schemas.openxmlformats.org/officeDocument/2006/relationships/image" Target="../media/image11.emf"/><Relationship Id="rId34" Type="http://schemas.openxmlformats.org/officeDocument/2006/relationships/oleObject" Target="../embeddings/oleObject17.bin"/><Relationship Id="rId42" Type="http://schemas.openxmlformats.org/officeDocument/2006/relationships/oleObject" Target="../embeddings/oleObject21.bin"/><Relationship Id="rId47" Type="http://schemas.openxmlformats.org/officeDocument/2006/relationships/oleObject" Target="../embeddings/oleObject25.bin"/><Relationship Id="rId50" Type="http://schemas.openxmlformats.org/officeDocument/2006/relationships/image" Target="../media/image24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9" Type="http://schemas.openxmlformats.org/officeDocument/2006/relationships/image" Target="../media/image15.wmf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37" Type="http://schemas.openxmlformats.org/officeDocument/2006/relationships/image" Target="../media/image19.wmf"/><Relationship Id="rId40" Type="http://schemas.openxmlformats.org/officeDocument/2006/relationships/oleObject" Target="../embeddings/oleObject20.bin"/><Relationship Id="rId45" Type="http://schemas.openxmlformats.org/officeDocument/2006/relationships/oleObject" Target="../embeddings/oleObject23.bin"/><Relationship Id="rId5" Type="http://schemas.openxmlformats.org/officeDocument/2006/relationships/image" Target="../media/image3.e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4.bin"/><Relationship Id="rId36" Type="http://schemas.openxmlformats.org/officeDocument/2006/relationships/oleObject" Target="../embeddings/oleObject18.bin"/><Relationship Id="rId49" Type="http://schemas.openxmlformats.org/officeDocument/2006/relationships/oleObject" Target="../embeddings/oleObject26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31" Type="http://schemas.openxmlformats.org/officeDocument/2006/relationships/image" Target="../media/image16.wmf"/><Relationship Id="rId44" Type="http://schemas.openxmlformats.org/officeDocument/2006/relationships/oleObject" Target="../embeddings/oleObject22.bin"/><Relationship Id="rId52" Type="http://schemas.openxmlformats.org/officeDocument/2006/relationships/image" Target="../media/image2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e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18.emf"/><Relationship Id="rId43" Type="http://schemas.openxmlformats.org/officeDocument/2006/relationships/image" Target="../media/image22.emf"/><Relationship Id="rId48" Type="http://schemas.openxmlformats.org/officeDocument/2006/relationships/image" Target="../media/image23.wmf"/><Relationship Id="rId8" Type="http://schemas.openxmlformats.org/officeDocument/2006/relationships/oleObject" Target="../embeddings/oleObject4.bin"/><Relationship Id="rId51" Type="http://schemas.openxmlformats.org/officeDocument/2006/relationships/oleObject" Target="../embeddings/oleObject27.bin"/><Relationship Id="rId3" Type="http://schemas.openxmlformats.org/officeDocument/2006/relationships/image" Target="../media/image2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5" Type="http://schemas.openxmlformats.org/officeDocument/2006/relationships/image" Target="../media/image13.wmf"/><Relationship Id="rId33" Type="http://schemas.openxmlformats.org/officeDocument/2006/relationships/image" Target="../media/image17.wmf"/><Relationship Id="rId38" Type="http://schemas.openxmlformats.org/officeDocument/2006/relationships/oleObject" Target="../embeddings/oleObject19.bin"/><Relationship Id="rId46" Type="http://schemas.openxmlformats.org/officeDocument/2006/relationships/oleObject" Target="../embeddings/oleObject24.bin"/><Relationship Id="rId20" Type="http://schemas.openxmlformats.org/officeDocument/2006/relationships/oleObject" Target="../embeddings/oleObject10.bin"/><Relationship Id="rId41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1.emf"/><Relationship Id="rId18" Type="http://schemas.openxmlformats.org/officeDocument/2006/relationships/oleObject" Target="../embeddings/oleObject36.bin"/><Relationship Id="rId26" Type="http://schemas.openxmlformats.org/officeDocument/2006/relationships/oleObject" Target="../embeddings/oleObject40.bin"/><Relationship Id="rId3" Type="http://schemas.openxmlformats.org/officeDocument/2006/relationships/image" Target="../media/image26.wmf"/><Relationship Id="rId21" Type="http://schemas.openxmlformats.org/officeDocument/2006/relationships/image" Target="../media/image35.e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3.wmf"/><Relationship Id="rId25" Type="http://schemas.openxmlformats.org/officeDocument/2006/relationships/image" Target="../media/image37.e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29" Type="http://schemas.openxmlformats.org/officeDocument/2006/relationships/image" Target="../media/image3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0.emf"/><Relationship Id="rId24" Type="http://schemas.openxmlformats.org/officeDocument/2006/relationships/oleObject" Target="../embeddings/oleObject39.bin"/><Relationship Id="rId5" Type="http://schemas.openxmlformats.org/officeDocument/2006/relationships/image" Target="../media/image27.emf"/><Relationship Id="rId15" Type="http://schemas.openxmlformats.org/officeDocument/2006/relationships/image" Target="../media/image32.emf"/><Relationship Id="rId23" Type="http://schemas.openxmlformats.org/officeDocument/2006/relationships/image" Target="../media/image36.emf"/><Relationship Id="rId28" Type="http://schemas.openxmlformats.org/officeDocument/2006/relationships/oleObject" Target="../embeddings/oleObject41.bin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4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9.emf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38.bin"/><Relationship Id="rId27" Type="http://schemas.openxmlformats.org/officeDocument/2006/relationships/image" Target="../media/image3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oleObject" Target="../embeddings/oleObject47.bin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image" Target="../media/image45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3.wmf"/><Relationship Id="rId14" Type="http://schemas.openxmlformats.org/officeDocument/2006/relationships/image" Target="../media/image4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47.wmf"/><Relationship Id="rId21" Type="http://schemas.openxmlformats.org/officeDocument/2006/relationships/image" Target="../media/image56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4.emf"/><Relationship Id="rId2" Type="http://schemas.openxmlformats.org/officeDocument/2006/relationships/oleObject" Target="../embeddings/oleObject48.bin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5.e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5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2.wmf"/><Relationship Id="rId18" Type="http://schemas.openxmlformats.org/officeDocument/2006/relationships/oleObject" Target="../embeddings/oleObject66.bin"/><Relationship Id="rId3" Type="http://schemas.openxmlformats.org/officeDocument/2006/relationships/image" Target="../media/image57.wmf"/><Relationship Id="rId21" Type="http://schemas.openxmlformats.org/officeDocument/2006/relationships/image" Target="../media/image66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4.wmf"/><Relationship Id="rId25" Type="http://schemas.openxmlformats.org/officeDocument/2006/relationships/image" Target="../media/image68.e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1.wmf"/><Relationship Id="rId24" Type="http://schemas.openxmlformats.org/officeDocument/2006/relationships/oleObject" Target="../embeddings/oleObject69.bin"/><Relationship Id="rId5" Type="http://schemas.openxmlformats.org/officeDocument/2006/relationships/image" Target="../media/image58.wmf"/><Relationship Id="rId15" Type="http://schemas.openxmlformats.org/officeDocument/2006/relationships/image" Target="../media/image63.wmf"/><Relationship Id="rId23" Type="http://schemas.openxmlformats.org/officeDocument/2006/relationships/image" Target="../media/image67.w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65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69.wmf"/><Relationship Id="rId7" Type="http://schemas.openxmlformats.org/officeDocument/2006/relationships/image" Target="../media/image71.e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image" Target="../media/image73.wmf"/><Relationship Id="rId21" Type="http://schemas.openxmlformats.org/officeDocument/2006/relationships/image" Target="../media/image82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80.wmf"/><Relationship Id="rId25" Type="http://schemas.openxmlformats.org/officeDocument/2006/relationships/image" Target="../media/image84.w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29" Type="http://schemas.openxmlformats.org/officeDocument/2006/relationships/image" Target="../media/image8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77.wmf"/><Relationship Id="rId24" Type="http://schemas.openxmlformats.org/officeDocument/2006/relationships/oleObject" Target="../embeddings/oleObject85.bin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23" Type="http://schemas.openxmlformats.org/officeDocument/2006/relationships/image" Target="../media/image83.wmf"/><Relationship Id="rId28" Type="http://schemas.openxmlformats.org/officeDocument/2006/relationships/oleObject" Target="../embeddings/oleObject87.bin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81.wmf"/><Relationship Id="rId31" Type="http://schemas.openxmlformats.org/officeDocument/2006/relationships/image" Target="../media/image87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80.bin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85.wmf"/><Relationship Id="rId30" Type="http://schemas.openxmlformats.org/officeDocument/2006/relationships/oleObject" Target="../embeddings/oleObject8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3.wmf"/><Relationship Id="rId18" Type="http://schemas.openxmlformats.org/officeDocument/2006/relationships/oleObject" Target="../embeddings/oleObject97.bin"/><Relationship Id="rId26" Type="http://schemas.openxmlformats.org/officeDocument/2006/relationships/oleObject" Target="../embeddings/oleObject101.bin"/><Relationship Id="rId3" Type="http://schemas.openxmlformats.org/officeDocument/2006/relationships/image" Target="../media/image88.emf"/><Relationship Id="rId21" Type="http://schemas.openxmlformats.org/officeDocument/2006/relationships/image" Target="../media/image97.emf"/><Relationship Id="rId7" Type="http://schemas.openxmlformats.org/officeDocument/2006/relationships/image" Target="../media/image90.w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95.emf"/><Relationship Id="rId25" Type="http://schemas.openxmlformats.org/officeDocument/2006/relationships/image" Target="../media/image99.emf"/><Relationship Id="rId2" Type="http://schemas.openxmlformats.org/officeDocument/2006/relationships/oleObject" Target="../embeddings/oleObject89.bin"/><Relationship Id="rId16" Type="http://schemas.openxmlformats.org/officeDocument/2006/relationships/oleObject" Target="../embeddings/oleObject96.bin"/><Relationship Id="rId20" Type="http://schemas.openxmlformats.org/officeDocument/2006/relationships/oleObject" Target="../embeddings/oleObject98.bin"/><Relationship Id="rId29" Type="http://schemas.openxmlformats.org/officeDocument/2006/relationships/image" Target="../media/image10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2.wmf"/><Relationship Id="rId24" Type="http://schemas.openxmlformats.org/officeDocument/2006/relationships/oleObject" Target="../embeddings/oleObject100.bin"/><Relationship Id="rId5" Type="http://schemas.openxmlformats.org/officeDocument/2006/relationships/image" Target="../media/image89.emf"/><Relationship Id="rId15" Type="http://schemas.openxmlformats.org/officeDocument/2006/relationships/image" Target="../media/image94.emf"/><Relationship Id="rId23" Type="http://schemas.openxmlformats.org/officeDocument/2006/relationships/image" Target="../media/image98.emf"/><Relationship Id="rId28" Type="http://schemas.openxmlformats.org/officeDocument/2006/relationships/oleObject" Target="../embeddings/oleObject102.bin"/><Relationship Id="rId10" Type="http://schemas.openxmlformats.org/officeDocument/2006/relationships/oleObject" Target="../embeddings/oleObject93.bin"/><Relationship Id="rId19" Type="http://schemas.openxmlformats.org/officeDocument/2006/relationships/image" Target="../media/image96.wmf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95.bin"/><Relationship Id="rId22" Type="http://schemas.openxmlformats.org/officeDocument/2006/relationships/oleObject" Target="../embeddings/oleObject99.bin"/><Relationship Id="rId27" Type="http://schemas.openxmlformats.org/officeDocument/2006/relationships/image" Target="../media/image100.e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wmf"/><Relationship Id="rId18" Type="http://schemas.openxmlformats.org/officeDocument/2006/relationships/oleObject" Target="../embeddings/oleObject111.bin"/><Relationship Id="rId26" Type="http://schemas.openxmlformats.org/officeDocument/2006/relationships/oleObject" Target="../embeddings/oleObject115.bin"/><Relationship Id="rId3" Type="http://schemas.openxmlformats.org/officeDocument/2006/relationships/image" Target="../media/image102.wmf"/><Relationship Id="rId21" Type="http://schemas.openxmlformats.org/officeDocument/2006/relationships/image" Target="../media/image111.wmf"/><Relationship Id="rId34" Type="http://schemas.openxmlformats.org/officeDocument/2006/relationships/oleObject" Target="../embeddings/oleObject119.bin"/><Relationship Id="rId7" Type="http://schemas.openxmlformats.org/officeDocument/2006/relationships/image" Target="../media/image104.e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09.emf"/><Relationship Id="rId25" Type="http://schemas.openxmlformats.org/officeDocument/2006/relationships/image" Target="../media/image113.wmf"/><Relationship Id="rId33" Type="http://schemas.openxmlformats.org/officeDocument/2006/relationships/image" Target="../media/image117.e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2.bin"/><Relationship Id="rId29" Type="http://schemas.openxmlformats.org/officeDocument/2006/relationships/image" Target="../media/image11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06.wmf"/><Relationship Id="rId24" Type="http://schemas.openxmlformats.org/officeDocument/2006/relationships/oleObject" Target="../embeddings/oleObject114.bin"/><Relationship Id="rId32" Type="http://schemas.openxmlformats.org/officeDocument/2006/relationships/oleObject" Target="../embeddings/oleObject118.bin"/><Relationship Id="rId5" Type="http://schemas.openxmlformats.org/officeDocument/2006/relationships/image" Target="../media/image103.wmf"/><Relationship Id="rId15" Type="http://schemas.openxmlformats.org/officeDocument/2006/relationships/image" Target="../media/image108.emf"/><Relationship Id="rId23" Type="http://schemas.openxmlformats.org/officeDocument/2006/relationships/image" Target="../media/image112.emf"/><Relationship Id="rId28" Type="http://schemas.openxmlformats.org/officeDocument/2006/relationships/oleObject" Target="../embeddings/oleObject116.bin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110.emf"/><Relationship Id="rId31" Type="http://schemas.openxmlformats.org/officeDocument/2006/relationships/image" Target="../media/image116.w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09.bin"/><Relationship Id="rId22" Type="http://schemas.openxmlformats.org/officeDocument/2006/relationships/oleObject" Target="../embeddings/oleObject113.bin"/><Relationship Id="rId27" Type="http://schemas.openxmlformats.org/officeDocument/2006/relationships/image" Target="../media/image114.emf"/><Relationship Id="rId30" Type="http://schemas.openxmlformats.org/officeDocument/2006/relationships/oleObject" Target="../embeddings/oleObject117.bin"/><Relationship Id="rId35" Type="http://schemas.openxmlformats.org/officeDocument/2006/relationships/image" Target="../media/image118.wmf"/><Relationship Id="rId8" Type="http://schemas.openxmlformats.org/officeDocument/2006/relationships/oleObject" Target="../embeddings/oleObject10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oleObject" Target="../embeddings/oleObject126.bin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25.bin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5" Type="http://schemas.openxmlformats.org/officeDocument/2006/relationships/oleObject" Target="../embeddings/oleObject127.bin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2.wmf"/><Relationship Id="rId14" Type="http://schemas.openxmlformats.org/officeDocument/2006/relationships/image" Target="../media/image12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33.bin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29.wmf"/><Relationship Id="rId5" Type="http://schemas.openxmlformats.org/officeDocument/2006/relationships/image" Target="../media/image126.wmf"/><Relationship Id="rId15" Type="http://schemas.openxmlformats.org/officeDocument/2006/relationships/image" Target="../media/image131.w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3" Type="http://schemas.openxmlformats.org/officeDocument/2006/relationships/image" Target="../media/image132.wmf"/><Relationship Id="rId7" Type="http://schemas.openxmlformats.org/officeDocument/2006/relationships/image" Target="../media/image134.e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36.emf"/><Relationship Id="rId5" Type="http://schemas.openxmlformats.org/officeDocument/2006/relationships/image" Target="../media/image133.e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3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42.emf"/><Relationship Id="rId3" Type="http://schemas.openxmlformats.org/officeDocument/2006/relationships/image" Target="../media/image137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45.bin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1.wmf"/><Relationship Id="rId5" Type="http://schemas.openxmlformats.org/officeDocument/2006/relationships/image" Target="../media/image138.wmf"/><Relationship Id="rId15" Type="http://schemas.openxmlformats.org/officeDocument/2006/relationships/image" Target="../media/image143.e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46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wmf"/><Relationship Id="rId18" Type="http://schemas.openxmlformats.org/officeDocument/2006/relationships/oleObject" Target="../embeddings/oleObject155.bin"/><Relationship Id="rId26" Type="http://schemas.openxmlformats.org/officeDocument/2006/relationships/oleObject" Target="../embeddings/oleObject159.bin"/><Relationship Id="rId39" Type="http://schemas.openxmlformats.org/officeDocument/2006/relationships/oleObject" Target="../embeddings/oleObject166.bin"/><Relationship Id="rId21" Type="http://schemas.openxmlformats.org/officeDocument/2006/relationships/image" Target="../media/image150.emf"/><Relationship Id="rId34" Type="http://schemas.openxmlformats.org/officeDocument/2006/relationships/oleObject" Target="../embeddings/oleObject163.bin"/><Relationship Id="rId42" Type="http://schemas.openxmlformats.org/officeDocument/2006/relationships/oleObject" Target="../embeddings/oleObject169.bin"/><Relationship Id="rId7" Type="http://schemas.openxmlformats.org/officeDocument/2006/relationships/image" Target="../media/image6.wmf"/><Relationship Id="rId2" Type="http://schemas.openxmlformats.org/officeDocument/2006/relationships/oleObject" Target="../embeddings/oleObject147.bin"/><Relationship Id="rId16" Type="http://schemas.openxmlformats.org/officeDocument/2006/relationships/oleObject" Target="../embeddings/oleObject154.bin"/><Relationship Id="rId20" Type="http://schemas.openxmlformats.org/officeDocument/2006/relationships/oleObject" Target="../embeddings/oleObject156.bin"/><Relationship Id="rId29" Type="http://schemas.openxmlformats.org/officeDocument/2006/relationships/image" Target="../media/image154.wmf"/><Relationship Id="rId41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45.wmf"/><Relationship Id="rId24" Type="http://schemas.openxmlformats.org/officeDocument/2006/relationships/oleObject" Target="../embeddings/oleObject158.bin"/><Relationship Id="rId32" Type="http://schemas.openxmlformats.org/officeDocument/2006/relationships/oleObject" Target="../embeddings/oleObject162.bin"/><Relationship Id="rId37" Type="http://schemas.openxmlformats.org/officeDocument/2006/relationships/image" Target="../media/image158.emf"/><Relationship Id="rId40" Type="http://schemas.openxmlformats.org/officeDocument/2006/relationships/oleObject" Target="../embeddings/oleObject167.bin"/><Relationship Id="rId5" Type="http://schemas.openxmlformats.org/officeDocument/2006/relationships/image" Target="../media/image8.wmf"/><Relationship Id="rId15" Type="http://schemas.openxmlformats.org/officeDocument/2006/relationships/image" Target="../media/image147.wmf"/><Relationship Id="rId23" Type="http://schemas.openxmlformats.org/officeDocument/2006/relationships/image" Target="../media/image151.wmf"/><Relationship Id="rId28" Type="http://schemas.openxmlformats.org/officeDocument/2006/relationships/oleObject" Target="../embeddings/oleObject160.bin"/><Relationship Id="rId36" Type="http://schemas.openxmlformats.org/officeDocument/2006/relationships/oleObject" Target="../embeddings/oleObject164.bin"/><Relationship Id="rId10" Type="http://schemas.openxmlformats.org/officeDocument/2006/relationships/oleObject" Target="../embeddings/oleObject151.bin"/><Relationship Id="rId19" Type="http://schemas.openxmlformats.org/officeDocument/2006/relationships/image" Target="../media/image149.wmf"/><Relationship Id="rId31" Type="http://schemas.openxmlformats.org/officeDocument/2006/relationships/image" Target="../media/image155.wmf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53.bin"/><Relationship Id="rId22" Type="http://schemas.openxmlformats.org/officeDocument/2006/relationships/oleObject" Target="../embeddings/oleObject157.bin"/><Relationship Id="rId27" Type="http://schemas.openxmlformats.org/officeDocument/2006/relationships/image" Target="../media/image153.wmf"/><Relationship Id="rId30" Type="http://schemas.openxmlformats.org/officeDocument/2006/relationships/oleObject" Target="../embeddings/oleObject161.bin"/><Relationship Id="rId35" Type="http://schemas.openxmlformats.org/officeDocument/2006/relationships/image" Target="../media/image157.wmf"/><Relationship Id="rId43" Type="http://schemas.openxmlformats.org/officeDocument/2006/relationships/oleObject" Target="../embeddings/oleObject170.bin"/><Relationship Id="rId8" Type="http://schemas.openxmlformats.org/officeDocument/2006/relationships/oleObject" Target="../embeddings/oleObject150.bin"/><Relationship Id="rId3" Type="http://schemas.openxmlformats.org/officeDocument/2006/relationships/image" Target="../media/image144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48.wmf"/><Relationship Id="rId25" Type="http://schemas.openxmlformats.org/officeDocument/2006/relationships/image" Target="../media/image152.wmf"/><Relationship Id="rId33" Type="http://schemas.openxmlformats.org/officeDocument/2006/relationships/image" Target="../media/image156.wmf"/><Relationship Id="rId38" Type="http://schemas.openxmlformats.org/officeDocument/2006/relationships/oleObject" Target="../embeddings/oleObject16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179.bin"/><Relationship Id="rId26" Type="http://schemas.openxmlformats.org/officeDocument/2006/relationships/oleObject" Target="../embeddings/oleObject183.bin"/><Relationship Id="rId3" Type="http://schemas.openxmlformats.org/officeDocument/2006/relationships/image" Target="../media/image159.wmf"/><Relationship Id="rId21" Type="http://schemas.openxmlformats.org/officeDocument/2006/relationships/image" Target="../media/image164.wmf"/><Relationship Id="rId7" Type="http://schemas.openxmlformats.org/officeDocument/2006/relationships/image" Target="../media/image161.wmf"/><Relationship Id="rId12" Type="http://schemas.openxmlformats.org/officeDocument/2006/relationships/oleObject" Target="../embeddings/oleObject176.bin"/><Relationship Id="rId17" Type="http://schemas.openxmlformats.org/officeDocument/2006/relationships/image" Target="../media/image145.wmf"/><Relationship Id="rId25" Type="http://schemas.openxmlformats.org/officeDocument/2006/relationships/image" Target="../media/image166.emf"/><Relationship Id="rId2" Type="http://schemas.openxmlformats.org/officeDocument/2006/relationships/oleObject" Target="../embeddings/oleObject171.bin"/><Relationship Id="rId16" Type="http://schemas.openxmlformats.org/officeDocument/2006/relationships/oleObject" Target="../embeddings/oleObject178.bin"/><Relationship Id="rId20" Type="http://schemas.openxmlformats.org/officeDocument/2006/relationships/oleObject" Target="../embeddings/oleObject1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8.wmf"/><Relationship Id="rId24" Type="http://schemas.openxmlformats.org/officeDocument/2006/relationships/oleObject" Target="../embeddings/oleObject182.bin"/><Relationship Id="rId5" Type="http://schemas.openxmlformats.org/officeDocument/2006/relationships/image" Target="../media/image160.wmf"/><Relationship Id="rId15" Type="http://schemas.openxmlformats.org/officeDocument/2006/relationships/image" Target="../media/image7.wmf"/><Relationship Id="rId23" Type="http://schemas.openxmlformats.org/officeDocument/2006/relationships/image" Target="../media/image165.emf"/><Relationship Id="rId10" Type="http://schemas.openxmlformats.org/officeDocument/2006/relationships/oleObject" Target="../embeddings/oleObject175.bin"/><Relationship Id="rId19" Type="http://schemas.openxmlformats.org/officeDocument/2006/relationships/image" Target="../media/image163.emf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62.wmf"/><Relationship Id="rId14" Type="http://schemas.openxmlformats.org/officeDocument/2006/relationships/oleObject" Target="../embeddings/oleObject177.bin"/><Relationship Id="rId22" Type="http://schemas.openxmlformats.org/officeDocument/2006/relationships/oleObject" Target="../embeddings/oleObject181.bin"/><Relationship Id="rId27" Type="http://schemas.openxmlformats.org/officeDocument/2006/relationships/image" Target="../media/image16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173.wmf"/><Relationship Id="rId18" Type="http://schemas.openxmlformats.org/officeDocument/2006/relationships/oleObject" Target="../embeddings/oleObject192.bin"/><Relationship Id="rId3" Type="http://schemas.openxmlformats.org/officeDocument/2006/relationships/image" Target="../media/image168.wmf"/><Relationship Id="rId21" Type="http://schemas.openxmlformats.org/officeDocument/2006/relationships/image" Target="../media/image177.wmf"/><Relationship Id="rId7" Type="http://schemas.openxmlformats.org/officeDocument/2006/relationships/image" Target="../media/image170.emf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175.wmf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172.wmf"/><Relationship Id="rId5" Type="http://schemas.openxmlformats.org/officeDocument/2006/relationships/image" Target="../media/image169.png"/><Relationship Id="rId15" Type="http://schemas.openxmlformats.org/officeDocument/2006/relationships/image" Target="../media/image174.wmf"/><Relationship Id="rId23" Type="http://schemas.openxmlformats.org/officeDocument/2006/relationships/image" Target="../media/image178.emf"/><Relationship Id="rId10" Type="http://schemas.openxmlformats.org/officeDocument/2006/relationships/oleObject" Target="../embeddings/oleObject188.bin"/><Relationship Id="rId19" Type="http://schemas.openxmlformats.org/officeDocument/2006/relationships/image" Target="../media/image176.emf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71.wmf"/><Relationship Id="rId14" Type="http://schemas.openxmlformats.org/officeDocument/2006/relationships/oleObject" Target="../embeddings/oleObject190.bin"/><Relationship Id="rId22" Type="http://schemas.openxmlformats.org/officeDocument/2006/relationships/oleObject" Target="../embeddings/oleObject19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184.emf"/><Relationship Id="rId18" Type="http://schemas.openxmlformats.org/officeDocument/2006/relationships/oleObject" Target="../embeddings/oleObject203.bin"/><Relationship Id="rId3" Type="http://schemas.openxmlformats.org/officeDocument/2006/relationships/image" Target="../media/image179.wmf"/><Relationship Id="rId21" Type="http://schemas.openxmlformats.org/officeDocument/2006/relationships/image" Target="../media/image185.e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6.wmf"/><Relationship Id="rId25" Type="http://schemas.openxmlformats.org/officeDocument/2006/relationships/image" Target="../media/image187.emf"/><Relationship Id="rId2" Type="http://schemas.openxmlformats.org/officeDocument/2006/relationships/oleObject" Target="../embeddings/oleObject195.bin"/><Relationship Id="rId16" Type="http://schemas.openxmlformats.org/officeDocument/2006/relationships/oleObject" Target="../embeddings/oleObject202.bin"/><Relationship Id="rId20" Type="http://schemas.openxmlformats.org/officeDocument/2006/relationships/oleObject" Target="../embeddings/oleObject2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183.wmf"/><Relationship Id="rId24" Type="http://schemas.openxmlformats.org/officeDocument/2006/relationships/oleObject" Target="../embeddings/oleObject206.bin"/><Relationship Id="rId5" Type="http://schemas.openxmlformats.org/officeDocument/2006/relationships/image" Target="../media/image180.wmf"/><Relationship Id="rId15" Type="http://schemas.openxmlformats.org/officeDocument/2006/relationships/image" Target="../media/image8.wmf"/><Relationship Id="rId23" Type="http://schemas.openxmlformats.org/officeDocument/2006/relationships/image" Target="../media/image186.emf"/><Relationship Id="rId10" Type="http://schemas.openxmlformats.org/officeDocument/2006/relationships/oleObject" Target="../embeddings/oleObject199.bin"/><Relationship Id="rId19" Type="http://schemas.openxmlformats.org/officeDocument/2006/relationships/image" Target="../media/image7.w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82.emf"/><Relationship Id="rId14" Type="http://schemas.openxmlformats.org/officeDocument/2006/relationships/oleObject" Target="../embeddings/oleObject201.bin"/><Relationship Id="rId22" Type="http://schemas.openxmlformats.org/officeDocument/2006/relationships/oleObject" Target="../embeddings/oleObject20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3" Type="http://schemas.openxmlformats.org/officeDocument/2006/relationships/image" Target="../media/image188.wmf"/><Relationship Id="rId7" Type="http://schemas.openxmlformats.org/officeDocument/2006/relationships/image" Target="../media/image190.wmf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82.emf"/><Relationship Id="rId5" Type="http://schemas.openxmlformats.org/officeDocument/2006/relationships/image" Target="../media/image189.wmf"/><Relationship Id="rId10" Type="http://schemas.openxmlformats.org/officeDocument/2006/relationships/oleObject" Target="../embeddings/oleObject198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18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3" Type="http://schemas.openxmlformats.org/officeDocument/2006/relationships/image" Target="../media/image191.emf"/><Relationship Id="rId7" Type="http://schemas.openxmlformats.org/officeDocument/2006/relationships/image" Target="../media/image193.emf"/><Relationship Id="rId2" Type="http://schemas.openxmlformats.org/officeDocument/2006/relationships/oleObject" Target="../embeddings/oleObject2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195.emf"/><Relationship Id="rId5" Type="http://schemas.openxmlformats.org/officeDocument/2006/relationships/image" Target="../media/image192.emf"/><Relationship Id="rId10" Type="http://schemas.openxmlformats.org/officeDocument/2006/relationships/oleObject" Target="../embeddings/oleObject214.bin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194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image" Target="../media/image201.emf"/><Relationship Id="rId18" Type="http://schemas.openxmlformats.org/officeDocument/2006/relationships/oleObject" Target="../embeddings/oleObject223.bin"/><Relationship Id="rId3" Type="http://schemas.openxmlformats.org/officeDocument/2006/relationships/image" Target="../media/image196.wmf"/><Relationship Id="rId21" Type="http://schemas.openxmlformats.org/officeDocument/2006/relationships/image" Target="../media/image205.emf"/><Relationship Id="rId7" Type="http://schemas.openxmlformats.org/officeDocument/2006/relationships/image" Target="../media/image198.emf"/><Relationship Id="rId12" Type="http://schemas.openxmlformats.org/officeDocument/2006/relationships/oleObject" Target="../embeddings/oleObject220.bin"/><Relationship Id="rId17" Type="http://schemas.openxmlformats.org/officeDocument/2006/relationships/image" Target="../media/image203.emf"/><Relationship Id="rId2" Type="http://schemas.openxmlformats.org/officeDocument/2006/relationships/oleObject" Target="../embeddings/oleObject215.bin"/><Relationship Id="rId16" Type="http://schemas.openxmlformats.org/officeDocument/2006/relationships/oleObject" Target="../embeddings/oleObject222.bin"/><Relationship Id="rId20" Type="http://schemas.openxmlformats.org/officeDocument/2006/relationships/oleObject" Target="../embeddings/oleObject2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00.emf"/><Relationship Id="rId5" Type="http://schemas.openxmlformats.org/officeDocument/2006/relationships/image" Target="../media/image197.emf"/><Relationship Id="rId15" Type="http://schemas.openxmlformats.org/officeDocument/2006/relationships/image" Target="../media/image202.emf"/><Relationship Id="rId23" Type="http://schemas.openxmlformats.org/officeDocument/2006/relationships/image" Target="../media/image206.emf"/><Relationship Id="rId10" Type="http://schemas.openxmlformats.org/officeDocument/2006/relationships/oleObject" Target="../embeddings/oleObject219.bin"/><Relationship Id="rId19" Type="http://schemas.openxmlformats.org/officeDocument/2006/relationships/image" Target="../media/image204.emf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199.wmf"/><Relationship Id="rId14" Type="http://schemas.openxmlformats.org/officeDocument/2006/relationships/oleObject" Target="../embeddings/oleObject221.bin"/><Relationship Id="rId22" Type="http://schemas.openxmlformats.org/officeDocument/2006/relationships/oleObject" Target="../embeddings/oleObject22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3" Type="http://schemas.openxmlformats.org/officeDocument/2006/relationships/image" Target="../media/image207.emf"/><Relationship Id="rId7" Type="http://schemas.openxmlformats.org/officeDocument/2006/relationships/image" Target="../media/image209.emf"/><Relationship Id="rId2" Type="http://schemas.openxmlformats.org/officeDocument/2006/relationships/oleObject" Target="../embeddings/oleObject2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211.wmf"/><Relationship Id="rId5" Type="http://schemas.openxmlformats.org/officeDocument/2006/relationships/image" Target="../media/image208.emf"/><Relationship Id="rId10" Type="http://schemas.openxmlformats.org/officeDocument/2006/relationships/oleObject" Target="../embeddings/oleObject230.bin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10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image" Target="../media/image217.emf"/><Relationship Id="rId18" Type="http://schemas.openxmlformats.org/officeDocument/2006/relationships/oleObject" Target="../embeddings/oleObject239.bin"/><Relationship Id="rId3" Type="http://schemas.openxmlformats.org/officeDocument/2006/relationships/image" Target="../media/image212.emf"/><Relationship Id="rId21" Type="http://schemas.openxmlformats.org/officeDocument/2006/relationships/image" Target="../media/image221.emf"/><Relationship Id="rId7" Type="http://schemas.openxmlformats.org/officeDocument/2006/relationships/image" Target="../media/image214.emf"/><Relationship Id="rId12" Type="http://schemas.openxmlformats.org/officeDocument/2006/relationships/oleObject" Target="../embeddings/oleObject236.bin"/><Relationship Id="rId17" Type="http://schemas.openxmlformats.org/officeDocument/2006/relationships/image" Target="../media/image219.emf"/><Relationship Id="rId2" Type="http://schemas.openxmlformats.org/officeDocument/2006/relationships/oleObject" Target="../embeddings/oleObject231.bin"/><Relationship Id="rId16" Type="http://schemas.openxmlformats.org/officeDocument/2006/relationships/oleObject" Target="../embeddings/oleObject238.bin"/><Relationship Id="rId20" Type="http://schemas.openxmlformats.org/officeDocument/2006/relationships/oleObject" Target="../embeddings/oleObject2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16.emf"/><Relationship Id="rId5" Type="http://schemas.openxmlformats.org/officeDocument/2006/relationships/image" Target="../media/image213.emf"/><Relationship Id="rId15" Type="http://schemas.openxmlformats.org/officeDocument/2006/relationships/image" Target="../media/image218.wmf"/><Relationship Id="rId10" Type="http://schemas.openxmlformats.org/officeDocument/2006/relationships/oleObject" Target="../embeddings/oleObject235.bin"/><Relationship Id="rId19" Type="http://schemas.openxmlformats.org/officeDocument/2006/relationships/image" Target="../media/image220.emf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15.emf"/><Relationship Id="rId14" Type="http://schemas.openxmlformats.org/officeDocument/2006/relationships/oleObject" Target="../embeddings/oleObject23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image" Target="../media/image222.wmf"/><Relationship Id="rId7" Type="http://schemas.openxmlformats.org/officeDocument/2006/relationships/oleObject" Target="../embeddings/oleObject244.bin"/><Relationship Id="rId2" Type="http://schemas.openxmlformats.org/officeDocument/2006/relationships/oleObject" Target="../embeddings/oleObject2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3.bin"/><Relationship Id="rId5" Type="http://schemas.openxmlformats.org/officeDocument/2006/relationships/image" Target="../media/image223.wmf"/><Relationship Id="rId4" Type="http://schemas.openxmlformats.org/officeDocument/2006/relationships/oleObject" Target="../embeddings/oleObject24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8.bin"/><Relationship Id="rId13" Type="http://schemas.openxmlformats.org/officeDocument/2006/relationships/image" Target="../media/image230.emf"/><Relationship Id="rId18" Type="http://schemas.openxmlformats.org/officeDocument/2006/relationships/oleObject" Target="../embeddings/oleObject253.bin"/><Relationship Id="rId3" Type="http://schemas.openxmlformats.org/officeDocument/2006/relationships/image" Target="../media/image225.wmf"/><Relationship Id="rId21" Type="http://schemas.openxmlformats.org/officeDocument/2006/relationships/image" Target="../media/image234.emf"/><Relationship Id="rId7" Type="http://schemas.openxmlformats.org/officeDocument/2006/relationships/image" Target="../media/image227.emf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32.emf"/><Relationship Id="rId25" Type="http://schemas.openxmlformats.org/officeDocument/2006/relationships/image" Target="../media/image236.emf"/><Relationship Id="rId2" Type="http://schemas.openxmlformats.org/officeDocument/2006/relationships/oleObject" Target="../embeddings/oleObject245.bin"/><Relationship Id="rId16" Type="http://schemas.openxmlformats.org/officeDocument/2006/relationships/oleObject" Target="../embeddings/oleObject252.bin"/><Relationship Id="rId20" Type="http://schemas.openxmlformats.org/officeDocument/2006/relationships/oleObject" Target="../embeddings/oleObject2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7.bin"/><Relationship Id="rId11" Type="http://schemas.openxmlformats.org/officeDocument/2006/relationships/image" Target="../media/image229.wmf"/><Relationship Id="rId24" Type="http://schemas.openxmlformats.org/officeDocument/2006/relationships/oleObject" Target="../embeddings/oleObject256.bin"/><Relationship Id="rId5" Type="http://schemas.openxmlformats.org/officeDocument/2006/relationships/image" Target="../media/image226.emf"/><Relationship Id="rId15" Type="http://schemas.openxmlformats.org/officeDocument/2006/relationships/image" Target="../media/image231.emf"/><Relationship Id="rId23" Type="http://schemas.openxmlformats.org/officeDocument/2006/relationships/image" Target="../media/image235.e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33.emf"/><Relationship Id="rId4" Type="http://schemas.openxmlformats.org/officeDocument/2006/relationships/oleObject" Target="../embeddings/oleObject246.bin"/><Relationship Id="rId9" Type="http://schemas.openxmlformats.org/officeDocument/2006/relationships/image" Target="../media/image228.wmf"/><Relationship Id="rId14" Type="http://schemas.openxmlformats.org/officeDocument/2006/relationships/oleObject" Target="../embeddings/oleObject251.bin"/><Relationship Id="rId22" Type="http://schemas.openxmlformats.org/officeDocument/2006/relationships/oleObject" Target="../embeddings/oleObject25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0.bin"/><Relationship Id="rId13" Type="http://schemas.openxmlformats.org/officeDocument/2006/relationships/image" Target="../media/image242.emf"/><Relationship Id="rId18" Type="http://schemas.openxmlformats.org/officeDocument/2006/relationships/oleObject" Target="../embeddings/oleObject265.bin"/><Relationship Id="rId26" Type="http://schemas.openxmlformats.org/officeDocument/2006/relationships/oleObject" Target="../embeddings/oleObject269.bin"/><Relationship Id="rId3" Type="http://schemas.openxmlformats.org/officeDocument/2006/relationships/image" Target="../media/image237.emf"/><Relationship Id="rId21" Type="http://schemas.openxmlformats.org/officeDocument/2006/relationships/image" Target="../media/image246.emf"/><Relationship Id="rId7" Type="http://schemas.openxmlformats.org/officeDocument/2006/relationships/image" Target="../media/image239.emf"/><Relationship Id="rId12" Type="http://schemas.openxmlformats.org/officeDocument/2006/relationships/oleObject" Target="../embeddings/oleObject262.bin"/><Relationship Id="rId17" Type="http://schemas.openxmlformats.org/officeDocument/2006/relationships/image" Target="../media/image244.emf"/><Relationship Id="rId25" Type="http://schemas.openxmlformats.org/officeDocument/2006/relationships/image" Target="../media/image248.emf"/><Relationship Id="rId2" Type="http://schemas.openxmlformats.org/officeDocument/2006/relationships/oleObject" Target="../embeddings/oleObject257.bin"/><Relationship Id="rId16" Type="http://schemas.openxmlformats.org/officeDocument/2006/relationships/oleObject" Target="../embeddings/oleObject264.bin"/><Relationship Id="rId20" Type="http://schemas.openxmlformats.org/officeDocument/2006/relationships/oleObject" Target="../embeddings/oleObject2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9.bin"/><Relationship Id="rId11" Type="http://schemas.openxmlformats.org/officeDocument/2006/relationships/image" Target="../media/image241.emf"/><Relationship Id="rId24" Type="http://schemas.openxmlformats.org/officeDocument/2006/relationships/oleObject" Target="../embeddings/oleObject268.bin"/><Relationship Id="rId5" Type="http://schemas.openxmlformats.org/officeDocument/2006/relationships/image" Target="../media/image238.emf"/><Relationship Id="rId15" Type="http://schemas.openxmlformats.org/officeDocument/2006/relationships/image" Target="../media/image243.emf"/><Relationship Id="rId23" Type="http://schemas.openxmlformats.org/officeDocument/2006/relationships/image" Target="../media/image247.emf"/><Relationship Id="rId10" Type="http://schemas.openxmlformats.org/officeDocument/2006/relationships/oleObject" Target="../embeddings/oleObject261.bin"/><Relationship Id="rId19" Type="http://schemas.openxmlformats.org/officeDocument/2006/relationships/image" Target="../media/image245.emf"/><Relationship Id="rId4" Type="http://schemas.openxmlformats.org/officeDocument/2006/relationships/oleObject" Target="../embeddings/oleObject258.bin"/><Relationship Id="rId9" Type="http://schemas.openxmlformats.org/officeDocument/2006/relationships/image" Target="../media/image240.emf"/><Relationship Id="rId14" Type="http://schemas.openxmlformats.org/officeDocument/2006/relationships/oleObject" Target="../embeddings/oleObject263.bin"/><Relationship Id="rId22" Type="http://schemas.openxmlformats.org/officeDocument/2006/relationships/oleObject" Target="../embeddings/oleObject267.bin"/><Relationship Id="rId27" Type="http://schemas.openxmlformats.org/officeDocument/2006/relationships/image" Target="../media/image249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3.bin"/><Relationship Id="rId13" Type="http://schemas.openxmlformats.org/officeDocument/2006/relationships/image" Target="../media/image255.emf"/><Relationship Id="rId18" Type="http://schemas.openxmlformats.org/officeDocument/2006/relationships/oleObject" Target="../embeddings/oleObject278.bin"/><Relationship Id="rId3" Type="http://schemas.openxmlformats.org/officeDocument/2006/relationships/image" Target="../media/image250.emf"/><Relationship Id="rId21" Type="http://schemas.openxmlformats.org/officeDocument/2006/relationships/image" Target="../media/image259.emf"/><Relationship Id="rId7" Type="http://schemas.openxmlformats.org/officeDocument/2006/relationships/image" Target="../media/image252.emf"/><Relationship Id="rId12" Type="http://schemas.openxmlformats.org/officeDocument/2006/relationships/oleObject" Target="../embeddings/oleObject275.bin"/><Relationship Id="rId17" Type="http://schemas.openxmlformats.org/officeDocument/2006/relationships/image" Target="../media/image257.emf"/><Relationship Id="rId2" Type="http://schemas.openxmlformats.org/officeDocument/2006/relationships/oleObject" Target="../embeddings/oleObject270.bin"/><Relationship Id="rId16" Type="http://schemas.openxmlformats.org/officeDocument/2006/relationships/oleObject" Target="../embeddings/oleObject277.bin"/><Relationship Id="rId20" Type="http://schemas.openxmlformats.org/officeDocument/2006/relationships/oleObject" Target="../embeddings/oleObject2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2.bin"/><Relationship Id="rId11" Type="http://schemas.openxmlformats.org/officeDocument/2006/relationships/image" Target="../media/image254.emf"/><Relationship Id="rId5" Type="http://schemas.openxmlformats.org/officeDocument/2006/relationships/image" Target="../media/image251.emf"/><Relationship Id="rId15" Type="http://schemas.openxmlformats.org/officeDocument/2006/relationships/image" Target="../media/image256.emf"/><Relationship Id="rId10" Type="http://schemas.openxmlformats.org/officeDocument/2006/relationships/oleObject" Target="../embeddings/oleObject274.bin"/><Relationship Id="rId19" Type="http://schemas.openxmlformats.org/officeDocument/2006/relationships/image" Target="../media/image258.emf"/><Relationship Id="rId4" Type="http://schemas.openxmlformats.org/officeDocument/2006/relationships/oleObject" Target="../embeddings/oleObject271.bin"/><Relationship Id="rId9" Type="http://schemas.openxmlformats.org/officeDocument/2006/relationships/image" Target="../media/image253.emf"/><Relationship Id="rId14" Type="http://schemas.openxmlformats.org/officeDocument/2006/relationships/oleObject" Target="../embeddings/oleObject27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3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288.bin"/><Relationship Id="rId3" Type="http://schemas.openxmlformats.org/officeDocument/2006/relationships/image" Target="../media/image260.emf"/><Relationship Id="rId21" Type="http://schemas.openxmlformats.org/officeDocument/2006/relationships/image" Target="../media/image266.emf"/><Relationship Id="rId7" Type="http://schemas.openxmlformats.org/officeDocument/2006/relationships/image" Target="../media/image262.wmf"/><Relationship Id="rId12" Type="http://schemas.openxmlformats.org/officeDocument/2006/relationships/oleObject" Target="../embeddings/oleObject285.bin"/><Relationship Id="rId17" Type="http://schemas.openxmlformats.org/officeDocument/2006/relationships/image" Target="../media/image264.emf"/><Relationship Id="rId2" Type="http://schemas.openxmlformats.org/officeDocument/2006/relationships/oleObject" Target="../embeddings/oleObject280.bin"/><Relationship Id="rId16" Type="http://schemas.openxmlformats.org/officeDocument/2006/relationships/oleObject" Target="../embeddings/oleObject287.bin"/><Relationship Id="rId20" Type="http://schemas.openxmlformats.org/officeDocument/2006/relationships/oleObject" Target="../embeddings/oleObject2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2.bin"/><Relationship Id="rId11" Type="http://schemas.openxmlformats.org/officeDocument/2006/relationships/image" Target="../media/image6.wmf"/><Relationship Id="rId5" Type="http://schemas.openxmlformats.org/officeDocument/2006/relationships/image" Target="../media/image261.e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284.bin"/><Relationship Id="rId19" Type="http://schemas.openxmlformats.org/officeDocument/2006/relationships/image" Target="../media/image265.emf"/><Relationship Id="rId4" Type="http://schemas.openxmlformats.org/officeDocument/2006/relationships/oleObject" Target="../embeddings/oleObject281.bin"/><Relationship Id="rId9" Type="http://schemas.openxmlformats.org/officeDocument/2006/relationships/image" Target="../media/image263.wmf"/><Relationship Id="rId14" Type="http://schemas.openxmlformats.org/officeDocument/2006/relationships/oleObject" Target="../embeddings/oleObject28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3.bin"/><Relationship Id="rId13" Type="http://schemas.openxmlformats.org/officeDocument/2006/relationships/image" Target="../media/image269.wmf"/><Relationship Id="rId18" Type="http://schemas.openxmlformats.org/officeDocument/2006/relationships/oleObject" Target="../embeddings/oleObject298.bin"/><Relationship Id="rId3" Type="http://schemas.openxmlformats.org/officeDocument/2006/relationships/image" Target="../media/image267.wmf"/><Relationship Id="rId21" Type="http://schemas.openxmlformats.org/officeDocument/2006/relationships/image" Target="../media/image273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295.bin"/><Relationship Id="rId17" Type="http://schemas.openxmlformats.org/officeDocument/2006/relationships/image" Target="../media/image271.emf"/><Relationship Id="rId25" Type="http://schemas.openxmlformats.org/officeDocument/2006/relationships/image" Target="../media/image275.emf"/><Relationship Id="rId2" Type="http://schemas.openxmlformats.org/officeDocument/2006/relationships/oleObject" Target="../embeddings/oleObject290.bin"/><Relationship Id="rId16" Type="http://schemas.openxmlformats.org/officeDocument/2006/relationships/oleObject" Target="../embeddings/oleObject297.bin"/><Relationship Id="rId20" Type="http://schemas.openxmlformats.org/officeDocument/2006/relationships/oleObject" Target="../embeddings/oleObject2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2.bin"/><Relationship Id="rId11" Type="http://schemas.openxmlformats.org/officeDocument/2006/relationships/image" Target="../media/image268.emf"/><Relationship Id="rId24" Type="http://schemas.openxmlformats.org/officeDocument/2006/relationships/oleObject" Target="../embeddings/oleObject301.bin"/><Relationship Id="rId5" Type="http://schemas.openxmlformats.org/officeDocument/2006/relationships/image" Target="../media/image6.wmf"/><Relationship Id="rId15" Type="http://schemas.openxmlformats.org/officeDocument/2006/relationships/image" Target="../media/image270.emf"/><Relationship Id="rId23" Type="http://schemas.openxmlformats.org/officeDocument/2006/relationships/image" Target="../media/image274.emf"/><Relationship Id="rId10" Type="http://schemas.openxmlformats.org/officeDocument/2006/relationships/oleObject" Target="../embeddings/oleObject294.bin"/><Relationship Id="rId19" Type="http://schemas.openxmlformats.org/officeDocument/2006/relationships/image" Target="../media/image272.wmf"/><Relationship Id="rId4" Type="http://schemas.openxmlformats.org/officeDocument/2006/relationships/oleObject" Target="../embeddings/oleObject291.bin"/><Relationship Id="rId9" Type="http://schemas.openxmlformats.org/officeDocument/2006/relationships/image" Target="../media/image262.wmf"/><Relationship Id="rId14" Type="http://schemas.openxmlformats.org/officeDocument/2006/relationships/oleObject" Target="../embeddings/oleObject296.bin"/><Relationship Id="rId22" Type="http://schemas.openxmlformats.org/officeDocument/2006/relationships/oleObject" Target="../embeddings/oleObject30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281.e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3" Type="http://schemas.openxmlformats.org/officeDocument/2006/relationships/image" Target="../media/image276.emf"/><Relationship Id="rId21" Type="http://schemas.openxmlformats.org/officeDocument/2006/relationships/image" Target="../media/image6.wmf"/><Relationship Id="rId7" Type="http://schemas.openxmlformats.org/officeDocument/2006/relationships/image" Target="../media/image278.w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83.wmf"/><Relationship Id="rId25" Type="http://schemas.openxmlformats.org/officeDocument/2006/relationships/image" Target="../media/image8.wmf"/><Relationship Id="rId2" Type="http://schemas.openxmlformats.org/officeDocument/2006/relationships/oleObject" Target="../embeddings/oleObject302.bin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280.wmf"/><Relationship Id="rId24" Type="http://schemas.openxmlformats.org/officeDocument/2006/relationships/oleObject" Target="../embeddings/oleObject313.bin"/><Relationship Id="rId5" Type="http://schemas.openxmlformats.org/officeDocument/2006/relationships/image" Target="../media/image277.emf"/><Relationship Id="rId15" Type="http://schemas.openxmlformats.org/officeDocument/2006/relationships/image" Target="../media/image282.emf"/><Relationship Id="rId23" Type="http://schemas.openxmlformats.org/officeDocument/2006/relationships/image" Target="../media/image7.wmf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284.w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279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285.e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0.bin"/><Relationship Id="rId18" Type="http://schemas.openxmlformats.org/officeDocument/2006/relationships/image" Target="../media/image293.wmf"/><Relationship Id="rId26" Type="http://schemas.openxmlformats.org/officeDocument/2006/relationships/image" Target="../media/image8.wmf"/><Relationship Id="rId21" Type="http://schemas.openxmlformats.org/officeDocument/2006/relationships/oleObject" Target="../embeddings/oleObject324.bin"/><Relationship Id="rId34" Type="http://schemas.openxmlformats.org/officeDocument/2006/relationships/oleObject" Target="../embeddings/oleObject331.bin"/><Relationship Id="rId7" Type="http://schemas.openxmlformats.org/officeDocument/2006/relationships/oleObject" Target="../embeddings/oleObject317.bin"/><Relationship Id="rId12" Type="http://schemas.openxmlformats.org/officeDocument/2006/relationships/image" Target="../media/image290.emf"/><Relationship Id="rId17" Type="http://schemas.openxmlformats.org/officeDocument/2006/relationships/oleObject" Target="../embeddings/oleObject322.bin"/><Relationship Id="rId25" Type="http://schemas.openxmlformats.org/officeDocument/2006/relationships/oleObject" Target="../embeddings/oleObject326.bin"/><Relationship Id="rId33" Type="http://schemas.openxmlformats.org/officeDocument/2006/relationships/oleObject" Target="../embeddings/oleObject330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92.wmf"/><Relationship Id="rId20" Type="http://schemas.openxmlformats.org/officeDocument/2006/relationships/image" Target="../media/image294.wmf"/><Relationship Id="rId29" Type="http://schemas.openxmlformats.org/officeDocument/2006/relationships/oleObject" Target="../embeddings/oleObject32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7.wmf"/><Relationship Id="rId11" Type="http://schemas.openxmlformats.org/officeDocument/2006/relationships/oleObject" Target="../embeddings/oleObject319.bin"/><Relationship Id="rId24" Type="http://schemas.openxmlformats.org/officeDocument/2006/relationships/image" Target="../media/image7.wmf"/><Relationship Id="rId32" Type="http://schemas.openxmlformats.org/officeDocument/2006/relationships/image" Target="../media/image145.wmf"/><Relationship Id="rId37" Type="http://schemas.openxmlformats.org/officeDocument/2006/relationships/image" Target="../media/image297.wmf"/><Relationship Id="rId5" Type="http://schemas.openxmlformats.org/officeDocument/2006/relationships/oleObject" Target="../embeddings/oleObject316.bin"/><Relationship Id="rId15" Type="http://schemas.openxmlformats.org/officeDocument/2006/relationships/oleObject" Target="../embeddings/oleObject321.bin"/><Relationship Id="rId23" Type="http://schemas.openxmlformats.org/officeDocument/2006/relationships/oleObject" Target="../embeddings/oleObject325.bin"/><Relationship Id="rId28" Type="http://schemas.openxmlformats.org/officeDocument/2006/relationships/image" Target="../media/image295.emf"/><Relationship Id="rId36" Type="http://schemas.openxmlformats.org/officeDocument/2006/relationships/oleObject" Target="../embeddings/oleObject332.bin"/><Relationship Id="rId10" Type="http://schemas.openxmlformats.org/officeDocument/2006/relationships/image" Target="../media/image289.wmf"/><Relationship Id="rId19" Type="http://schemas.openxmlformats.org/officeDocument/2006/relationships/oleObject" Target="../embeddings/oleObject323.bin"/><Relationship Id="rId31" Type="http://schemas.openxmlformats.org/officeDocument/2006/relationships/oleObject" Target="../embeddings/oleObject329.bin"/><Relationship Id="rId4" Type="http://schemas.openxmlformats.org/officeDocument/2006/relationships/image" Target="../media/image286.wmf"/><Relationship Id="rId9" Type="http://schemas.openxmlformats.org/officeDocument/2006/relationships/oleObject" Target="../embeddings/oleObject318.bin"/><Relationship Id="rId14" Type="http://schemas.openxmlformats.org/officeDocument/2006/relationships/image" Target="../media/image291.wmf"/><Relationship Id="rId22" Type="http://schemas.openxmlformats.org/officeDocument/2006/relationships/image" Target="../media/image6.wmf"/><Relationship Id="rId27" Type="http://schemas.openxmlformats.org/officeDocument/2006/relationships/oleObject" Target="../embeddings/oleObject327.bin"/><Relationship Id="rId30" Type="http://schemas.openxmlformats.org/officeDocument/2006/relationships/image" Target="../media/image147.wmf"/><Relationship Id="rId35" Type="http://schemas.openxmlformats.org/officeDocument/2006/relationships/image" Target="../media/image296.emf"/><Relationship Id="rId8" Type="http://schemas.openxmlformats.org/officeDocument/2006/relationships/image" Target="../media/image288.wmf"/><Relationship Id="rId3" Type="http://schemas.openxmlformats.org/officeDocument/2006/relationships/oleObject" Target="../embeddings/oleObject315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3.emf"/><Relationship Id="rId18" Type="http://schemas.openxmlformats.org/officeDocument/2006/relationships/oleObject" Target="../embeddings/oleObject341.bin"/><Relationship Id="rId26" Type="http://schemas.openxmlformats.org/officeDocument/2006/relationships/oleObject" Target="../embeddings/oleObject345.bin"/><Relationship Id="rId3" Type="http://schemas.openxmlformats.org/officeDocument/2006/relationships/image" Target="../media/image298.emf"/><Relationship Id="rId21" Type="http://schemas.openxmlformats.org/officeDocument/2006/relationships/image" Target="../media/image306.emf"/><Relationship Id="rId7" Type="http://schemas.openxmlformats.org/officeDocument/2006/relationships/image" Target="../media/image300.wmf"/><Relationship Id="rId12" Type="http://schemas.openxmlformats.org/officeDocument/2006/relationships/oleObject" Target="../embeddings/oleObject338.bin"/><Relationship Id="rId17" Type="http://schemas.openxmlformats.org/officeDocument/2006/relationships/image" Target="../media/image304.wmf"/><Relationship Id="rId25" Type="http://schemas.openxmlformats.org/officeDocument/2006/relationships/image" Target="../media/image308.wmf"/><Relationship Id="rId33" Type="http://schemas.openxmlformats.org/officeDocument/2006/relationships/image" Target="../media/image309.emf"/><Relationship Id="rId2" Type="http://schemas.openxmlformats.org/officeDocument/2006/relationships/oleObject" Target="../embeddings/oleObject333.bin"/><Relationship Id="rId16" Type="http://schemas.openxmlformats.org/officeDocument/2006/relationships/oleObject" Target="../embeddings/oleObject340.bin"/><Relationship Id="rId20" Type="http://schemas.openxmlformats.org/officeDocument/2006/relationships/oleObject" Target="../embeddings/oleObject342.bin"/><Relationship Id="rId29" Type="http://schemas.openxmlformats.org/officeDocument/2006/relationships/image" Target="../media/image28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5.bin"/><Relationship Id="rId11" Type="http://schemas.openxmlformats.org/officeDocument/2006/relationships/image" Target="../media/image302.wmf"/><Relationship Id="rId24" Type="http://schemas.openxmlformats.org/officeDocument/2006/relationships/oleObject" Target="../embeddings/oleObject344.bin"/><Relationship Id="rId32" Type="http://schemas.openxmlformats.org/officeDocument/2006/relationships/oleObject" Target="../embeddings/oleObject348.bin"/><Relationship Id="rId5" Type="http://schemas.openxmlformats.org/officeDocument/2006/relationships/image" Target="../media/image299.emf"/><Relationship Id="rId15" Type="http://schemas.openxmlformats.org/officeDocument/2006/relationships/image" Target="../media/image279.wmf"/><Relationship Id="rId23" Type="http://schemas.openxmlformats.org/officeDocument/2006/relationships/image" Target="../media/image307.emf"/><Relationship Id="rId28" Type="http://schemas.openxmlformats.org/officeDocument/2006/relationships/oleObject" Target="../embeddings/oleObject346.bin"/><Relationship Id="rId10" Type="http://schemas.openxmlformats.org/officeDocument/2006/relationships/oleObject" Target="../embeddings/oleObject337.bin"/><Relationship Id="rId19" Type="http://schemas.openxmlformats.org/officeDocument/2006/relationships/image" Target="../media/image305.emf"/><Relationship Id="rId31" Type="http://schemas.openxmlformats.org/officeDocument/2006/relationships/image" Target="../media/image288.wmf"/><Relationship Id="rId4" Type="http://schemas.openxmlformats.org/officeDocument/2006/relationships/oleObject" Target="../embeddings/oleObject334.bin"/><Relationship Id="rId9" Type="http://schemas.openxmlformats.org/officeDocument/2006/relationships/image" Target="../media/image301.emf"/><Relationship Id="rId14" Type="http://schemas.openxmlformats.org/officeDocument/2006/relationships/oleObject" Target="../embeddings/oleObject339.bin"/><Relationship Id="rId22" Type="http://schemas.openxmlformats.org/officeDocument/2006/relationships/oleObject" Target="../embeddings/oleObject343.bin"/><Relationship Id="rId27" Type="http://schemas.openxmlformats.org/officeDocument/2006/relationships/image" Target="../media/image286.wmf"/><Relationship Id="rId30" Type="http://schemas.openxmlformats.org/officeDocument/2006/relationships/oleObject" Target="../embeddings/oleObject347.bin"/><Relationship Id="rId8" Type="http://schemas.openxmlformats.org/officeDocument/2006/relationships/oleObject" Target="../embeddings/oleObject33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2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357.bin"/><Relationship Id="rId26" Type="http://schemas.openxmlformats.org/officeDocument/2006/relationships/oleObject" Target="../embeddings/oleObject362.bin"/><Relationship Id="rId3" Type="http://schemas.openxmlformats.org/officeDocument/2006/relationships/image" Target="../media/image310.emf"/><Relationship Id="rId21" Type="http://schemas.openxmlformats.org/officeDocument/2006/relationships/image" Target="../media/image315.wmf"/><Relationship Id="rId7" Type="http://schemas.openxmlformats.org/officeDocument/2006/relationships/image" Target="../media/image312.emf"/><Relationship Id="rId12" Type="http://schemas.openxmlformats.org/officeDocument/2006/relationships/oleObject" Target="../embeddings/oleObject354.bin"/><Relationship Id="rId17" Type="http://schemas.openxmlformats.org/officeDocument/2006/relationships/image" Target="../media/image314.emf"/><Relationship Id="rId25" Type="http://schemas.openxmlformats.org/officeDocument/2006/relationships/image" Target="../media/image316.emf"/><Relationship Id="rId2" Type="http://schemas.openxmlformats.org/officeDocument/2006/relationships/oleObject" Target="../embeddings/oleObject349.bin"/><Relationship Id="rId16" Type="http://schemas.openxmlformats.org/officeDocument/2006/relationships/oleObject" Target="../embeddings/oleObject356.bin"/><Relationship Id="rId20" Type="http://schemas.openxmlformats.org/officeDocument/2006/relationships/oleObject" Target="../embeddings/oleObject358.bin"/><Relationship Id="rId29" Type="http://schemas.openxmlformats.org/officeDocument/2006/relationships/image" Target="../media/image31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1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361.bin"/><Relationship Id="rId5" Type="http://schemas.openxmlformats.org/officeDocument/2006/relationships/image" Target="../media/image311.e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360.bin"/><Relationship Id="rId28" Type="http://schemas.openxmlformats.org/officeDocument/2006/relationships/oleObject" Target="../embeddings/oleObject363.bin"/><Relationship Id="rId10" Type="http://schemas.openxmlformats.org/officeDocument/2006/relationships/oleObject" Target="../embeddings/oleObject353.bin"/><Relationship Id="rId19" Type="http://schemas.openxmlformats.org/officeDocument/2006/relationships/image" Target="../media/image145.wmf"/><Relationship Id="rId4" Type="http://schemas.openxmlformats.org/officeDocument/2006/relationships/oleObject" Target="../embeddings/oleObject350.bin"/><Relationship Id="rId9" Type="http://schemas.openxmlformats.org/officeDocument/2006/relationships/image" Target="../media/image313.wmf"/><Relationship Id="rId14" Type="http://schemas.openxmlformats.org/officeDocument/2006/relationships/oleObject" Target="../embeddings/oleObject355.bin"/><Relationship Id="rId22" Type="http://schemas.openxmlformats.org/officeDocument/2006/relationships/oleObject" Target="../embeddings/oleObject359.bin"/><Relationship Id="rId27" Type="http://schemas.openxmlformats.org/officeDocument/2006/relationships/image" Target="../media/image317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7.bin"/><Relationship Id="rId3" Type="http://schemas.openxmlformats.org/officeDocument/2006/relationships/image" Target="../media/image319.emf"/><Relationship Id="rId7" Type="http://schemas.openxmlformats.org/officeDocument/2006/relationships/image" Target="../media/image321.emf"/><Relationship Id="rId2" Type="http://schemas.openxmlformats.org/officeDocument/2006/relationships/oleObject" Target="../embeddings/oleObject3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6.bin"/><Relationship Id="rId11" Type="http://schemas.openxmlformats.org/officeDocument/2006/relationships/image" Target="../media/image323.emf"/><Relationship Id="rId5" Type="http://schemas.openxmlformats.org/officeDocument/2006/relationships/image" Target="../media/image320.wmf"/><Relationship Id="rId10" Type="http://schemas.openxmlformats.org/officeDocument/2006/relationships/oleObject" Target="../embeddings/oleObject368.bin"/><Relationship Id="rId4" Type="http://schemas.openxmlformats.org/officeDocument/2006/relationships/oleObject" Target="../embeddings/oleObject365.bin"/><Relationship Id="rId9" Type="http://schemas.openxmlformats.org/officeDocument/2006/relationships/image" Target="../media/image322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9.wmf"/><Relationship Id="rId18" Type="http://schemas.openxmlformats.org/officeDocument/2006/relationships/oleObject" Target="../embeddings/oleObject377.bin"/><Relationship Id="rId26" Type="http://schemas.openxmlformats.org/officeDocument/2006/relationships/oleObject" Target="../embeddings/oleObject381.bin"/><Relationship Id="rId3" Type="http://schemas.openxmlformats.org/officeDocument/2006/relationships/image" Target="../media/image324.wmf"/><Relationship Id="rId21" Type="http://schemas.openxmlformats.org/officeDocument/2006/relationships/image" Target="../media/image333.wmf"/><Relationship Id="rId34" Type="http://schemas.openxmlformats.org/officeDocument/2006/relationships/oleObject" Target="../embeddings/oleObject385.bin"/><Relationship Id="rId7" Type="http://schemas.openxmlformats.org/officeDocument/2006/relationships/image" Target="../media/image326.wmf"/><Relationship Id="rId12" Type="http://schemas.openxmlformats.org/officeDocument/2006/relationships/oleObject" Target="../embeddings/oleObject374.bin"/><Relationship Id="rId17" Type="http://schemas.openxmlformats.org/officeDocument/2006/relationships/image" Target="../media/image331.wmf"/><Relationship Id="rId25" Type="http://schemas.openxmlformats.org/officeDocument/2006/relationships/image" Target="../media/image335.wmf"/><Relationship Id="rId33" Type="http://schemas.openxmlformats.org/officeDocument/2006/relationships/image" Target="../media/image339.wmf"/><Relationship Id="rId2" Type="http://schemas.openxmlformats.org/officeDocument/2006/relationships/oleObject" Target="../embeddings/oleObject369.bin"/><Relationship Id="rId16" Type="http://schemas.openxmlformats.org/officeDocument/2006/relationships/oleObject" Target="../embeddings/oleObject376.bin"/><Relationship Id="rId20" Type="http://schemas.openxmlformats.org/officeDocument/2006/relationships/oleObject" Target="../embeddings/oleObject378.bin"/><Relationship Id="rId29" Type="http://schemas.openxmlformats.org/officeDocument/2006/relationships/image" Target="../media/image33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1.bin"/><Relationship Id="rId11" Type="http://schemas.openxmlformats.org/officeDocument/2006/relationships/image" Target="../media/image328.wmf"/><Relationship Id="rId24" Type="http://schemas.openxmlformats.org/officeDocument/2006/relationships/oleObject" Target="../embeddings/oleObject380.bin"/><Relationship Id="rId32" Type="http://schemas.openxmlformats.org/officeDocument/2006/relationships/oleObject" Target="../embeddings/oleObject384.bin"/><Relationship Id="rId5" Type="http://schemas.openxmlformats.org/officeDocument/2006/relationships/image" Target="../media/image325.wmf"/><Relationship Id="rId15" Type="http://schemas.openxmlformats.org/officeDocument/2006/relationships/image" Target="../media/image330.wmf"/><Relationship Id="rId23" Type="http://schemas.openxmlformats.org/officeDocument/2006/relationships/image" Target="../media/image334.wmf"/><Relationship Id="rId28" Type="http://schemas.openxmlformats.org/officeDocument/2006/relationships/oleObject" Target="../embeddings/oleObject382.bin"/><Relationship Id="rId10" Type="http://schemas.openxmlformats.org/officeDocument/2006/relationships/oleObject" Target="../embeddings/oleObject373.bin"/><Relationship Id="rId19" Type="http://schemas.openxmlformats.org/officeDocument/2006/relationships/image" Target="../media/image332.wmf"/><Relationship Id="rId31" Type="http://schemas.openxmlformats.org/officeDocument/2006/relationships/image" Target="../media/image338.wmf"/><Relationship Id="rId4" Type="http://schemas.openxmlformats.org/officeDocument/2006/relationships/oleObject" Target="../embeddings/oleObject370.bin"/><Relationship Id="rId9" Type="http://schemas.openxmlformats.org/officeDocument/2006/relationships/image" Target="../media/image327.wmf"/><Relationship Id="rId14" Type="http://schemas.openxmlformats.org/officeDocument/2006/relationships/oleObject" Target="../embeddings/oleObject375.bin"/><Relationship Id="rId22" Type="http://schemas.openxmlformats.org/officeDocument/2006/relationships/oleObject" Target="../embeddings/oleObject379.bin"/><Relationship Id="rId27" Type="http://schemas.openxmlformats.org/officeDocument/2006/relationships/image" Target="../media/image336.emf"/><Relationship Id="rId30" Type="http://schemas.openxmlformats.org/officeDocument/2006/relationships/oleObject" Target="../embeddings/oleObject383.bin"/><Relationship Id="rId35" Type="http://schemas.openxmlformats.org/officeDocument/2006/relationships/image" Target="../media/image340.wmf"/><Relationship Id="rId8" Type="http://schemas.openxmlformats.org/officeDocument/2006/relationships/oleObject" Target="../embeddings/oleObject372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6.emf"/><Relationship Id="rId18" Type="http://schemas.openxmlformats.org/officeDocument/2006/relationships/oleObject" Target="../embeddings/oleObject394.bin"/><Relationship Id="rId26" Type="http://schemas.openxmlformats.org/officeDocument/2006/relationships/oleObject" Target="../embeddings/oleObject398.bin"/><Relationship Id="rId3" Type="http://schemas.openxmlformats.org/officeDocument/2006/relationships/image" Target="../media/image341.wmf"/><Relationship Id="rId21" Type="http://schemas.openxmlformats.org/officeDocument/2006/relationships/image" Target="../media/image350.emf"/><Relationship Id="rId34" Type="http://schemas.openxmlformats.org/officeDocument/2006/relationships/oleObject" Target="../embeddings/oleObject402.bin"/><Relationship Id="rId7" Type="http://schemas.openxmlformats.org/officeDocument/2006/relationships/image" Target="../media/image343.emf"/><Relationship Id="rId12" Type="http://schemas.openxmlformats.org/officeDocument/2006/relationships/oleObject" Target="../embeddings/oleObject391.bin"/><Relationship Id="rId17" Type="http://schemas.openxmlformats.org/officeDocument/2006/relationships/image" Target="../media/image348.emf"/><Relationship Id="rId25" Type="http://schemas.openxmlformats.org/officeDocument/2006/relationships/image" Target="../media/image287.wmf"/><Relationship Id="rId33" Type="http://schemas.openxmlformats.org/officeDocument/2006/relationships/image" Target="../media/image353.wmf"/><Relationship Id="rId2" Type="http://schemas.openxmlformats.org/officeDocument/2006/relationships/oleObject" Target="../embeddings/oleObject386.bin"/><Relationship Id="rId16" Type="http://schemas.openxmlformats.org/officeDocument/2006/relationships/oleObject" Target="../embeddings/oleObject393.bin"/><Relationship Id="rId20" Type="http://schemas.openxmlformats.org/officeDocument/2006/relationships/oleObject" Target="../embeddings/oleObject395.bin"/><Relationship Id="rId29" Type="http://schemas.openxmlformats.org/officeDocument/2006/relationships/image" Target="../media/image35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8.bin"/><Relationship Id="rId11" Type="http://schemas.openxmlformats.org/officeDocument/2006/relationships/image" Target="../media/image345.emf"/><Relationship Id="rId24" Type="http://schemas.openxmlformats.org/officeDocument/2006/relationships/oleObject" Target="../embeddings/oleObject397.bin"/><Relationship Id="rId32" Type="http://schemas.openxmlformats.org/officeDocument/2006/relationships/oleObject" Target="../embeddings/oleObject401.bin"/><Relationship Id="rId5" Type="http://schemas.openxmlformats.org/officeDocument/2006/relationships/image" Target="../media/image342.wmf"/><Relationship Id="rId15" Type="http://schemas.openxmlformats.org/officeDocument/2006/relationships/image" Target="../media/image347.emf"/><Relationship Id="rId23" Type="http://schemas.openxmlformats.org/officeDocument/2006/relationships/image" Target="../media/image286.wmf"/><Relationship Id="rId28" Type="http://schemas.openxmlformats.org/officeDocument/2006/relationships/oleObject" Target="../embeddings/oleObject399.bin"/><Relationship Id="rId10" Type="http://schemas.openxmlformats.org/officeDocument/2006/relationships/oleObject" Target="../embeddings/oleObject390.bin"/><Relationship Id="rId19" Type="http://schemas.openxmlformats.org/officeDocument/2006/relationships/image" Target="../media/image349.emf"/><Relationship Id="rId31" Type="http://schemas.openxmlformats.org/officeDocument/2006/relationships/image" Target="../media/image352.emf"/><Relationship Id="rId4" Type="http://schemas.openxmlformats.org/officeDocument/2006/relationships/oleObject" Target="../embeddings/oleObject387.bin"/><Relationship Id="rId9" Type="http://schemas.openxmlformats.org/officeDocument/2006/relationships/image" Target="../media/image344.emf"/><Relationship Id="rId14" Type="http://schemas.openxmlformats.org/officeDocument/2006/relationships/oleObject" Target="../embeddings/oleObject392.bin"/><Relationship Id="rId22" Type="http://schemas.openxmlformats.org/officeDocument/2006/relationships/oleObject" Target="../embeddings/oleObject396.bin"/><Relationship Id="rId27" Type="http://schemas.openxmlformats.org/officeDocument/2006/relationships/image" Target="../media/image288.wmf"/><Relationship Id="rId30" Type="http://schemas.openxmlformats.org/officeDocument/2006/relationships/oleObject" Target="../embeddings/oleObject400.bin"/><Relationship Id="rId35" Type="http://schemas.openxmlformats.org/officeDocument/2006/relationships/image" Target="../media/image354.emf"/><Relationship Id="rId8" Type="http://schemas.openxmlformats.org/officeDocument/2006/relationships/oleObject" Target="../embeddings/oleObject389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0.wmf"/><Relationship Id="rId18" Type="http://schemas.openxmlformats.org/officeDocument/2006/relationships/oleObject" Target="../embeddings/oleObject411.bin"/><Relationship Id="rId26" Type="http://schemas.openxmlformats.org/officeDocument/2006/relationships/oleObject" Target="../embeddings/oleObject415.bin"/><Relationship Id="rId39" Type="http://schemas.openxmlformats.org/officeDocument/2006/relationships/image" Target="../media/image288.wmf"/><Relationship Id="rId21" Type="http://schemas.openxmlformats.org/officeDocument/2006/relationships/image" Target="../media/image364.wmf"/><Relationship Id="rId34" Type="http://schemas.openxmlformats.org/officeDocument/2006/relationships/oleObject" Target="../embeddings/oleObject419.bin"/><Relationship Id="rId42" Type="http://schemas.openxmlformats.org/officeDocument/2006/relationships/oleObject" Target="../embeddings/oleObject423.bin"/><Relationship Id="rId7" Type="http://schemas.openxmlformats.org/officeDocument/2006/relationships/image" Target="../media/image357.wmf"/><Relationship Id="rId2" Type="http://schemas.openxmlformats.org/officeDocument/2006/relationships/oleObject" Target="../embeddings/oleObject403.bin"/><Relationship Id="rId16" Type="http://schemas.openxmlformats.org/officeDocument/2006/relationships/oleObject" Target="../embeddings/oleObject410.bin"/><Relationship Id="rId20" Type="http://schemas.openxmlformats.org/officeDocument/2006/relationships/oleObject" Target="../embeddings/oleObject412.bin"/><Relationship Id="rId29" Type="http://schemas.openxmlformats.org/officeDocument/2006/relationships/image" Target="../media/image368.emf"/><Relationship Id="rId41" Type="http://schemas.openxmlformats.org/officeDocument/2006/relationships/image" Target="../media/image37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5.bin"/><Relationship Id="rId11" Type="http://schemas.openxmlformats.org/officeDocument/2006/relationships/image" Target="../media/image359.wmf"/><Relationship Id="rId24" Type="http://schemas.openxmlformats.org/officeDocument/2006/relationships/oleObject" Target="../embeddings/oleObject414.bin"/><Relationship Id="rId32" Type="http://schemas.openxmlformats.org/officeDocument/2006/relationships/oleObject" Target="../embeddings/oleObject418.bin"/><Relationship Id="rId37" Type="http://schemas.openxmlformats.org/officeDocument/2006/relationships/image" Target="../media/image287.wmf"/><Relationship Id="rId40" Type="http://schemas.openxmlformats.org/officeDocument/2006/relationships/oleObject" Target="../embeddings/oleObject422.bin"/><Relationship Id="rId5" Type="http://schemas.openxmlformats.org/officeDocument/2006/relationships/image" Target="../media/image356.wmf"/><Relationship Id="rId15" Type="http://schemas.openxmlformats.org/officeDocument/2006/relationships/image" Target="../media/image361.emf"/><Relationship Id="rId23" Type="http://schemas.openxmlformats.org/officeDocument/2006/relationships/image" Target="../media/image365.wmf"/><Relationship Id="rId28" Type="http://schemas.openxmlformats.org/officeDocument/2006/relationships/oleObject" Target="../embeddings/oleObject416.bin"/><Relationship Id="rId36" Type="http://schemas.openxmlformats.org/officeDocument/2006/relationships/oleObject" Target="../embeddings/oleObject420.bin"/><Relationship Id="rId10" Type="http://schemas.openxmlformats.org/officeDocument/2006/relationships/oleObject" Target="../embeddings/oleObject407.bin"/><Relationship Id="rId19" Type="http://schemas.openxmlformats.org/officeDocument/2006/relationships/image" Target="../media/image363.wmf"/><Relationship Id="rId31" Type="http://schemas.openxmlformats.org/officeDocument/2006/relationships/image" Target="../media/image369.emf"/><Relationship Id="rId4" Type="http://schemas.openxmlformats.org/officeDocument/2006/relationships/oleObject" Target="../embeddings/oleObject404.bin"/><Relationship Id="rId9" Type="http://schemas.openxmlformats.org/officeDocument/2006/relationships/image" Target="../media/image358.wmf"/><Relationship Id="rId14" Type="http://schemas.openxmlformats.org/officeDocument/2006/relationships/oleObject" Target="../embeddings/oleObject409.bin"/><Relationship Id="rId22" Type="http://schemas.openxmlformats.org/officeDocument/2006/relationships/oleObject" Target="../embeddings/oleObject413.bin"/><Relationship Id="rId27" Type="http://schemas.openxmlformats.org/officeDocument/2006/relationships/image" Target="../media/image367.emf"/><Relationship Id="rId30" Type="http://schemas.openxmlformats.org/officeDocument/2006/relationships/oleObject" Target="../embeddings/oleObject417.bin"/><Relationship Id="rId35" Type="http://schemas.openxmlformats.org/officeDocument/2006/relationships/image" Target="../media/image286.wmf"/><Relationship Id="rId43" Type="http://schemas.openxmlformats.org/officeDocument/2006/relationships/image" Target="../media/image372.emf"/><Relationship Id="rId8" Type="http://schemas.openxmlformats.org/officeDocument/2006/relationships/oleObject" Target="../embeddings/oleObject406.bin"/><Relationship Id="rId3" Type="http://schemas.openxmlformats.org/officeDocument/2006/relationships/image" Target="../media/image355.emf"/><Relationship Id="rId12" Type="http://schemas.openxmlformats.org/officeDocument/2006/relationships/oleObject" Target="../embeddings/oleObject408.bin"/><Relationship Id="rId17" Type="http://schemas.openxmlformats.org/officeDocument/2006/relationships/image" Target="../media/image362.emf"/><Relationship Id="rId25" Type="http://schemas.openxmlformats.org/officeDocument/2006/relationships/image" Target="../media/image366.emf"/><Relationship Id="rId33" Type="http://schemas.openxmlformats.org/officeDocument/2006/relationships/image" Target="../media/image370.emf"/><Relationship Id="rId38" Type="http://schemas.openxmlformats.org/officeDocument/2006/relationships/oleObject" Target="../embeddings/oleObject421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7.bin"/><Relationship Id="rId13" Type="http://schemas.openxmlformats.org/officeDocument/2006/relationships/image" Target="../media/image378.wmf"/><Relationship Id="rId18" Type="http://schemas.openxmlformats.org/officeDocument/2006/relationships/oleObject" Target="../embeddings/oleObject432.bin"/><Relationship Id="rId3" Type="http://schemas.openxmlformats.org/officeDocument/2006/relationships/image" Target="../media/image373.wmf"/><Relationship Id="rId21" Type="http://schemas.openxmlformats.org/officeDocument/2006/relationships/image" Target="../media/image382.wmf"/><Relationship Id="rId7" Type="http://schemas.openxmlformats.org/officeDocument/2006/relationships/image" Target="../media/image375.emf"/><Relationship Id="rId12" Type="http://schemas.openxmlformats.org/officeDocument/2006/relationships/oleObject" Target="../embeddings/oleObject429.bin"/><Relationship Id="rId17" Type="http://schemas.openxmlformats.org/officeDocument/2006/relationships/image" Target="../media/image380.wmf"/><Relationship Id="rId25" Type="http://schemas.openxmlformats.org/officeDocument/2006/relationships/image" Target="../media/image384.wmf"/><Relationship Id="rId2" Type="http://schemas.openxmlformats.org/officeDocument/2006/relationships/oleObject" Target="../embeddings/oleObject424.bin"/><Relationship Id="rId16" Type="http://schemas.openxmlformats.org/officeDocument/2006/relationships/oleObject" Target="../embeddings/oleObject431.bin"/><Relationship Id="rId20" Type="http://schemas.openxmlformats.org/officeDocument/2006/relationships/oleObject" Target="../embeddings/oleObject4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6.bin"/><Relationship Id="rId11" Type="http://schemas.openxmlformats.org/officeDocument/2006/relationships/image" Target="../media/image377.wmf"/><Relationship Id="rId24" Type="http://schemas.openxmlformats.org/officeDocument/2006/relationships/oleObject" Target="../embeddings/oleObject435.bin"/><Relationship Id="rId5" Type="http://schemas.openxmlformats.org/officeDocument/2006/relationships/image" Target="../media/image374.wmf"/><Relationship Id="rId15" Type="http://schemas.openxmlformats.org/officeDocument/2006/relationships/image" Target="../media/image379.wmf"/><Relationship Id="rId23" Type="http://schemas.openxmlformats.org/officeDocument/2006/relationships/image" Target="../media/image383.wmf"/><Relationship Id="rId10" Type="http://schemas.openxmlformats.org/officeDocument/2006/relationships/oleObject" Target="../embeddings/oleObject428.bin"/><Relationship Id="rId19" Type="http://schemas.openxmlformats.org/officeDocument/2006/relationships/image" Target="../media/image381.wmf"/><Relationship Id="rId4" Type="http://schemas.openxmlformats.org/officeDocument/2006/relationships/oleObject" Target="../embeddings/oleObject425.bin"/><Relationship Id="rId9" Type="http://schemas.openxmlformats.org/officeDocument/2006/relationships/image" Target="../media/image376.wmf"/><Relationship Id="rId14" Type="http://schemas.openxmlformats.org/officeDocument/2006/relationships/oleObject" Target="../embeddings/oleObject430.bin"/><Relationship Id="rId22" Type="http://schemas.openxmlformats.org/officeDocument/2006/relationships/oleObject" Target="../embeddings/oleObject43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9.bin"/><Relationship Id="rId13" Type="http://schemas.openxmlformats.org/officeDocument/2006/relationships/image" Target="../media/image390.wmf"/><Relationship Id="rId18" Type="http://schemas.openxmlformats.org/officeDocument/2006/relationships/oleObject" Target="../embeddings/oleObject444.bin"/><Relationship Id="rId26" Type="http://schemas.openxmlformats.org/officeDocument/2006/relationships/oleObject" Target="../embeddings/oleObject448.bin"/><Relationship Id="rId3" Type="http://schemas.openxmlformats.org/officeDocument/2006/relationships/image" Target="../media/image385.wmf"/><Relationship Id="rId21" Type="http://schemas.openxmlformats.org/officeDocument/2006/relationships/image" Target="../media/image394.wmf"/><Relationship Id="rId7" Type="http://schemas.openxmlformats.org/officeDocument/2006/relationships/image" Target="../media/image387.wmf"/><Relationship Id="rId12" Type="http://schemas.openxmlformats.org/officeDocument/2006/relationships/oleObject" Target="../embeddings/oleObject441.bin"/><Relationship Id="rId17" Type="http://schemas.openxmlformats.org/officeDocument/2006/relationships/image" Target="../media/image392.wmf"/><Relationship Id="rId25" Type="http://schemas.openxmlformats.org/officeDocument/2006/relationships/image" Target="../media/image396.wmf"/><Relationship Id="rId2" Type="http://schemas.openxmlformats.org/officeDocument/2006/relationships/oleObject" Target="../embeddings/oleObject436.bin"/><Relationship Id="rId16" Type="http://schemas.openxmlformats.org/officeDocument/2006/relationships/oleObject" Target="../embeddings/oleObject443.bin"/><Relationship Id="rId20" Type="http://schemas.openxmlformats.org/officeDocument/2006/relationships/oleObject" Target="../embeddings/oleObject445.bin"/><Relationship Id="rId29" Type="http://schemas.openxmlformats.org/officeDocument/2006/relationships/image" Target="../media/image39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8.bin"/><Relationship Id="rId11" Type="http://schemas.openxmlformats.org/officeDocument/2006/relationships/image" Target="../media/image389.wmf"/><Relationship Id="rId24" Type="http://schemas.openxmlformats.org/officeDocument/2006/relationships/oleObject" Target="../embeddings/oleObject447.bin"/><Relationship Id="rId5" Type="http://schemas.openxmlformats.org/officeDocument/2006/relationships/image" Target="../media/image386.wmf"/><Relationship Id="rId15" Type="http://schemas.openxmlformats.org/officeDocument/2006/relationships/image" Target="../media/image391.wmf"/><Relationship Id="rId23" Type="http://schemas.openxmlformats.org/officeDocument/2006/relationships/image" Target="../media/image395.wmf"/><Relationship Id="rId28" Type="http://schemas.openxmlformats.org/officeDocument/2006/relationships/oleObject" Target="../embeddings/oleObject449.bin"/><Relationship Id="rId10" Type="http://schemas.openxmlformats.org/officeDocument/2006/relationships/oleObject" Target="../embeddings/oleObject440.bin"/><Relationship Id="rId19" Type="http://schemas.openxmlformats.org/officeDocument/2006/relationships/image" Target="../media/image393.wmf"/><Relationship Id="rId4" Type="http://schemas.openxmlformats.org/officeDocument/2006/relationships/oleObject" Target="../embeddings/oleObject437.bin"/><Relationship Id="rId9" Type="http://schemas.openxmlformats.org/officeDocument/2006/relationships/image" Target="../media/image388.wmf"/><Relationship Id="rId14" Type="http://schemas.openxmlformats.org/officeDocument/2006/relationships/oleObject" Target="../embeddings/oleObject442.bin"/><Relationship Id="rId22" Type="http://schemas.openxmlformats.org/officeDocument/2006/relationships/oleObject" Target="../embeddings/oleObject446.bin"/><Relationship Id="rId27" Type="http://schemas.openxmlformats.org/officeDocument/2006/relationships/image" Target="../media/image39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3.bin"/><Relationship Id="rId13" Type="http://schemas.openxmlformats.org/officeDocument/2006/relationships/image" Target="../media/image404.wmf"/><Relationship Id="rId18" Type="http://schemas.openxmlformats.org/officeDocument/2006/relationships/oleObject" Target="../embeddings/oleObject458.bin"/><Relationship Id="rId3" Type="http://schemas.openxmlformats.org/officeDocument/2006/relationships/image" Target="../media/image399.wmf"/><Relationship Id="rId7" Type="http://schemas.openxmlformats.org/officeDocument/2006/relationships/image" Target="../media/image401.wmf"/><Relationship Id="rId12" Type="http://schemas.openxmlformats.org/officeDocument/2006/relationships/oleObject" Target="../embeddings/oleObject455.bin"/><Relationship Id="rId17" Type="http://schemas.openxmlformats.org/officeDocument/2006/relationships/image" Target="../media/image406.wmf"/><Relationship Id="rId2" Type="http://schemas.openxmlformats.org/officeDocument/2006/relationships/oleObject" Target="../embeddings/oleObject450.bin"/><Relationship Id="rId16" Type="http://schemas.openxmlformats.org/officeDocument/2006/relationships/oleObject" Target="../embeddings/oleObject4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2.bin"/><Relationship Id="rId11" Type="http://schemas.openxmlformats.org/officeDocument/2006/relationships/image" Target="../media/image403.wmf"/><Relationship Id="rId5" Type="http://schemas.openxmlformats.org/officeDocument/2006/relationships/image" Target="../media/image400.wmf"/><Relationship Id="rId15" Type="http://schemas.openxmlformats.org/officeDocument/2006/relationships/image" Target="../media/image405.wmf"/><Relationship Id="rId10" Type="http://schemas.openxmlformats.org/officeDocument/2006/relationships/oleObject" Target="../embeddings/oleObject454.bin"/><Relationship Id="rId19" Type="http://schemas.openxmlformats.org/officeDocument/2006/relationships/image" Target="../media/image407.wmf"/><Relationship Id="rId4" Type="http://schemas.openxmlformats.org/officeDocument/2006/relationships/oleObject" Target="../embeddings/oleObject451.bin"/><Relationship Id="rId9" Type="http://schemas.openxmlformats.org/officeDocument/2006/relationships/image" Target="../media/image402.wmf"/><Relationship Id="rId14" Type="http://schemas.openxmlformats.org/officeDocument/2006/relationships/oleObject" Target="../embeddings/oleObject456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2.bin"/><Relationship Id="rId13" Type="http://schemas.openxmlformats.org/officeDocument/2006/relationships/image" Target="../media/image413.wmf"/><Relationship Id="rId18" Type="http://schemas.openxmlformats.org/officeDocument/2006/relationships/oleObject" Target="../embeddings/oleObject467.bin"/><Relationship Id="rId3" Type="http://schemas.openxmlformats.org/officeDocument/2006/relationships/image" Target="../media/image408.wmf"/><Relationship Id="rId7" Type="http://schemas.openxmlformats.org/officeDocument/2006/relationships/image" Target="../media/image410.wmf"/><Relationship Id="rId12" Type="http://schemas.openxmlformats.org/officeDocument/2006/relationships/oleObject" Target="../embeddings/oleObject464.bin"/><Relationship Id="rId17" Type="http://schemas.openxmlformats.org/officeDocument/2006/relationships/image" Target="../media/image415.wmf"/><Relationship Id="rId2" Type="http://schemas.openxmlformats.org/officeDocument/2006/relationships/oleObject" Target="../embeddings/oleObject459.bin"/><Relationship Id="rId16" Type="http://schemas.openxmlformats.org/officeDocument/2006/relationships/oleObject" Target="../embeddings/oleObject4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1.bin"/><Relationship Id="rId11" Type="http://schemas.openxmlformats.org/officeDocument/2006/relationships/image" Target="../media/image412.wmf"/><Relationship Id="rId5" Type="http://schemas.openxmlformats.org/officeDocument/2006/relationships/image" Target="../media/image409.wmf"/><Relationship Id="rId15" Type="http://schemas.openxmlformats.org/officeDocument/2006/relationships/image" Target="../media/image414.wmf"/><Relationship Id="rId10" Type="http://schemas.openxmlformats.org/officeDocument/2006/relationships/oleObject" Target="../embeddings/oleObject463.bin"/><Relationship Id="rId19" Type="http://schemas.openxmlformats.org/officeDocument/2006/relationships/image" Target="../media/image416.wmf"/><Relationship Id="rId4" Type="http://schemas.openxmlformats.org/officeDocument/2006/relationships/oleObject" Target="../embeddings/oleObject460.bin"/><Relationship Id="rId9" Type="http://schemas.openxmlformats.org/officeDocument/2006/relationships/image" Target="../media/image411.wmf"/><Relationship Id="rId14" Type="http://schemas.openxmlformats.org/officeDocument/2006/relationships/oleObject" Target="../embeddings/oleObject46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1.bin"/><Relationship Id="rId13" Type="http://schemas.openxmlformats.org/officeDocument/2006/relationships/image" Target="../media/image422.wmf"/><Relationship Id="rId3" Type="http://schemas.openxmlformats.org/officeDocument/2006/relationships/image" Target="../media/image417.wmf"/><Relationship Id="rId7" Type="http://schemas.openxmlformats.org/officeDocument/2006/relationships/image" Target="../media/image419.wmf"/><Relationship Id="rId12" Type="http://schemas.openxmlformats.org/officeDocument/2006/relationships/oleObject" Target="../embeddings/oleObject473.bin"/><Relationship Id="rId2" Type="http://schemas.openxmlformats.org/officeDocument/2006/relationships/oleObject" Target="../embeddings/oleObject4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0.bin"/><Relationship Id="rId11" Type="http://schemas.openxmlformats.org/officeDocument/2006/relationships/image" Target="../media/image421.wmf"/><Relationship Id="rId5" Type="http://schemas.openxmlformats.org/officeDocument/2006/relationships/image" Target="../media/image418.wmf"/><Relationship Id="rId10" Type="http://schemas.openxmlformats.org/officeDocument/2006/relationships/oleObject" Target="../embeddings/oleObject472.bin"/><Relationship Id="rId4" Type="http://schemas.openxmlformats.org/officeDocument/2006/relationships/oleObject" Target="../embeddings/oleObject469.bin"/><Relationship Id="rId9" Type="http://schemas.openxmlformats.org/officeDocument/2006/relationships/image" Target="../media/image4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9736" y="2852936"/>
            <a:ext cx="4752528" cy="720080"/>
          </a:xfrm>
          <a:ln w="57150" cmpd="thickThin">
            <a:solidFill>
              <a:srgbClr val="FF0000"/>
            </a:solidFill>
          </a:ln>
        </p:spPr>
        <p:txBody>
          <a:bodyPr/>
          <a:lstStyle/>
          <a:p>
            <a:pPr algn="ctr"/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zh-CN" altLang="en-US" sz="4400" b="1" dirty="0">
                <a:solidFill>
                  <a:srgbClr val="FF0000"/>
                </a:solidFill>
              </a:rPr>
              <a:t>、</a:t>
            </a: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连续函数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9768408" y="404664"/>
            <a:ext cx="1566454" cy="5232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090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787" name="Group 3"/>
          <p:cNvGrpSpPr>
            <a:grpSpLocks/>
          </p:cNvGrpSpPr>
          <p:nvPr/>
        </p:nvGrpSpPr>
        <p:grpSpPr bwMode="auto">
          <a:xfrm>
            <a:off x="3657601" y="5200651"/>
            <a:ext cx="314325" cy="823913"/>
            <a:chOff x="1344" y="3456"/>
            <a:chExt cx="198" cy="519"/>
          </a:xfrm>
        </p:grpSpPr>
        <p:sp>
          <p:nvSpPr>
            <p:cNvPr id="140350" name="Line 4"/>
            <p:cNvSpPr>
              <a:spLocks noChangeShapeType="1"/>
            </p:cNvSpPr>
            <p:nvPr/>
          </p:nvSpPr>
          <p:spPr bwMode="auto">
            <a:xfrm flipV="1">
              <a:off x="1428" y="345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51" name="Object 5"/>
            <p:cNvGraphicFramePr>
              <a:graphicFrameLocks noChangeAspect="1"/>
            </p:cNvGraphicFramePr>
            <p:nvPr/>
          </p:nvGraphicFramePr>
          <p:xfrm>
            <a:off x="1344" y="3744"/>
            <a:ext cx="19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68140" imgH="431613" progId="Equation.3">
                    <p:embed/>
                  </p:oleObj>
                </mc:Choice>
                <mc:Fallback>
                  <p:oleObj name="公式" r:id="rId2" imgW="368140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744"/>
                          <a:ext cx="198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790" name="Group 6"/>
          <p:cNvGrpSpPr>
            <a:grpSpLocks/>
          </p:cNvGrpSpPr>
          <p:nvPr/>
        </p:nvGrpSpPr>
        <p:grpSpPr bwMode="auto">
          <a:xfrm>
            <a:off x="3159126" y="4210051"/>
            <a:ext cx="1857375" cy="1057275"/>
            <a:chOff x="1056" y="2832"/>
            <a:chExt cx="1170" cy="666"/>
          </a:xfrm>
        </p:grpSpPr>
        <p:sp>
          <p:nvSpPr>
            <p:cNvPr id="140348" name="Arc 7"/>
            <p:cNvSpPr>
              <a:spLocks/>
            </p:cNvSpPr>
            <p:nvPr/>
          </p:nvSpPr>
          <p:spPr bwMode="auto">
            <a:xfrm flipV="1">
              <a:off x="1056" y="2832"/>
              <a:ext cx="1170" cy="666"/>
            </a:xfrm>
            <a:custGeom>
              <a:avLst/>
              <a:gdLst>
                <a:gd name="T0" fmla="*/ 0 w 21600"/>
                <a:gd name="T1" fmla="*/ 0 h 21797"/>
                <a:gd name="T2" fmla="*/ 3 w 21600"/>
                <a:gd name="T3" fmla="*/ 1 h 21797"/>
                <a:gd name="T4" fmla="*/ 0 w 21600"/>
                <a:gd name="T5" fmla="*/ 1 h 217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797" fill="none" extrusionOk="0">
                  <a:moveTo>
                    <a:pt x="3229" y="-1"/>
                  </a:moveTo>
                  <a:cubicBezTo>
                    <a:pt x="13791" y="1596"/>
                    <a:pt x="21600" y="10674"/>
                    <a:pt x="21600" y="21357"/>
                  </a:cubicBezTo>
                  <a:cubicBezTo>
                    <a:pt x="21600" y="21503"/>
                    <a:pt x="21598" y="21650"/>
                    <a:pt x="21595" y="21796"/>
                  </a:cubicBezTo>
                </a:path>
                <a:path w="21600" h="21797" stroke="0" extrusionOk="0">
                  <a:moveTo>
                    <a:pt x="3229" y="-1"/>
                  </a:moveTo>
                  <a:cubicBezTo>
                    <a:pt x="13791" y="1596"/>
                    <a:pt x="21600" y="10674"/>
                    <a:pt x="21600" y="21357"/>
                  </a:cubicBezTo>
                  <a:cubicBezTo>
                    <a:pt x="21600" y="21503"/>
                    <a:pt x="21598" y="21650"/>
                    <a:pt x="21595" y="21796"/>
                  </a:cubicBezTo>
                  <a:lnTo>
                    <a:pt x="0" y="21357"/>
                  </a:lnTo>
                  <a:lnTo>
                    <a:pt x="3229" y="-1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49" name="Object 8"/>
            <p:cNvGraphicFramePr>
              <a:graphicFrameLocks noChangeAspect="1"/>
            </p:cNvGraphicFramePr>
            <p:nvPr/>
          </p:nvGraphicFramePr>
          <p:xfrm>
            <a:off x="1488" y="2879"/>
            <a:ext cx="668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33601" imgH="361783" progId="Equation.3">
                    <p:embed/>
                  </p:oleObj>
                </mc:Choice>
                <mc:Fallback>
                  <p:oleObj name="公式" r:id="rId4" imgW="1333601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879"/>
                          <a:ext cx="668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793" name="Group 9"/>
          <p:cNvGrpSpPr>
            <a:grpSpLocks/>
          </p:cNvGrpSpPr>
          <p:nvPr/>
        </p:nvGrpSpPr>
        <p:grpSpPr bwMode="auto">
          <a:xfrm>
            <a:off x="3810000" y="5219701"/>
            <a:ext cx="1066800" cy="271463"/>
            <a:chOff x="1440" y="3468"/>
            <a:chExt cx="672" cy="171"/>
          </a:xfrm>
        </p:grpSpPr>
        <p:sp>
          <p:nvSpPr>
            <p:cNvPr id="140346" name="Line 10"/>
            <p:cNvSpPr>
              <a:spLocks noChangeShapeType="1"/>
            </p:cNvSpPr>
            <p:nvPr/>
          </p:nvSpPr>
          <p:spPr bwMode="auto">
            <a:xfrm>
              <a:off x="1440" y="3468"/>
              <a:ext cx="672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47" name="Object 11"/>
            <p:cNvGraphicFramePr>
              <a:graphicFrameLocks noChangeAspect="1"/>
            </p:cNvGraphicFramePr>
            <p:nvPr/>
          </p:nvGraphicFramePr>
          <p:xfrm>
            <a:off x="1644" y="3480"/>
            <a:ext cx="240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28571" imgH="276289" progId="Equation.3">
                    <p:embed/>
                  </p:oleObj>
                </mc:Choice>
                <mc:Fallback>
                  <p:oleObj name="公式" r:id="rId6" imgW="428571" imgH="27628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4" y="3480"/>
                          <a:ext cx="240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796" name="Group 12"/>
          <p:cNvGrpSpPr>
            <a:grpSpLocks/>
          </p:cNvGrpSpPr>
          <p:nvPr/>
        </p:nvGrpSpPr>
        <p:grpSpPr bwMode="auto">
          <a:xfrm>
            <a:off x="4876800" y="4684713"/>
            <a:ext cx="444500" cy="533400"/>
            <a:chOff x="2112" y="3131"/>
            <a:chExt cx="280" cy="336"/>
          </a:xfrm>
        </p:grpSpPr>
        <p:sp>
          <p:nvSpPr>
            <p:cNvPr id="140344" name="Line 13"/>
            <p:cNvSpPr>
              <a:spLocks noChangeShapeType="1"/>
            </p:cNvSpPr>
            <p:nvPr/>
          </p:nvSpPr>
          <p:spPr bwMode="auto">
            <a:xfrm flipV="1">
              <a:off x="2112" y="3131"/>
              <a:ext cx="0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45" name="Object 14"/>
            <p:cNvGraphicFramePr>
              <a:graphicFrameLocks noChangeAspect="1"/>
            </p:cNvGraphicFramePr>
            <p:nvPr/>
          </p:nvGraphicFramePr>
          <p:xfrm>
            <a:off x="2167" y="3196"/>
            <a:ext cx="22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00115" imgH="352399" progId="Equation.3">
                    <p:embed/>
                  </p:oleObj>
                </mc:Choice>
                <mc:Fallback>
                  <p:oleObj name="公式" r:id="rId8" imgW="400115" imgH="3523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7" y="3196"/>
                          <a:ext cx="225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799" name="Group 15"/>
          <p:cNvGrpSpPr>
            <a:grpSpLocks/>
          </p:cNvGrpSpPr>
          <p:nvPr/>
        </p:nvGrpSpPr>
        <p:grpSpPr bwMode="auto">
          <a:xfrm>
            <a:off x="6437314" y="3860800"/>
            <a:ext cx="3125787" cy="2247900"/>
            <a:chOff x="3095" y="2432"/>
            <a:chExt cx="1969" cy="1416"/>
          </a:xfrm>
        </p:grpSpPr>
        <p:grpSp>
          <p:nvGrpSpPr>
            <p:cNvPr id="140338" name="Group 16"/>
            <p:cNvGrpSpPr>
              <a:grpSpLocks/>
            </p:cNvGrpSpPr>
            <p:nvPr/>
          </p:nvGrpSpPr>
          <p:grpSpPr bwMode="auto">
            <a:xfrm>
              <a:off x="3095" y="2505"/>
              <a:ext cx="1872" cy="1248"/>
              <a:chOff x="816" y="2640"/>
              <a:chExt cx="1872" cy="1248"/>
            </a:xfrm>
          </p:grpSpPr>
          <p:sp>
            <p:nvSpPr>
              <p:cNvPr id="140342" name="Line 17"/>
              <p:cNvSpPr>
                <a:spLocks noChangeShapeType="1"/>
              </p:cNvSpPr>
              <p:nvPr/>
            </p:nvSpPr>
            <p:spPr bwMode="auto">
              <a:xfrm>
                <a:off x="816" y="3744"/>
                <a:ext cx="18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343" name="Line 18"/>
              <p:cNvSpPr>
                <a:spLocks noChangeShapeType="1"/>
              </p:cNvSpPr>
              <p:nvPr/>
            </p:nvSpPr>
            <p:spPr bwMode="auto">
              <a:xfrm flipV="1">
                <a:off x="1008" y="2640"/>
                <a:ext cx="0" cy="12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40339" name="Object 19"/>
            <p:cNvGraphicFramePr>
              <a:graphicFrameLocks noChangeAspect="1"/>
            </p:cNvGraphicFramePr>
            <p:nvPr/>
          </p:nvGraphicFramePr>
          <p:xfrm>
            <a:off x="4830" y="3611"/>
            <a:ext cx="234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700" imgH="139700" progId="Equation.3">
                    <p:embed/>
                  </p:oleObj>
                </mc:Choice>
                <mc:Fallback>
                  <p:oleObj name="公式" r:id="rId10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3611"/>
                          <a:ext cx="234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40" name="Object 20"/>
            <p:cNvGraphicFramePr>
              <a:graphicFrameLocks noChangeAspect="1"/>
            </p:cNvGraphicFramePr>
            <p:nvPr/>
          </p:nvGraphicFramePr>
          <p:xfrm>
            <a:off x="3097" y="2432"/>
            <a:ext cx="19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579" imgH="164957" progId="Equation.3">
                    <p:embed/>
                  </p:oleObj>
                </mc:Choice>
                <mc:Fallback>
                  <p:oleObj name="公式" r:id="rId12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7" y="2432"/>
                          <a:ext cx="19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41" name="Object 21"/>
            <p:cNvGraphicFramePr>
              <a:graphicFrameLocks noChangeAspect="1"/>
            </p:cNvGraphicFramePr>
            <p:nvPr/>
          </p:nvGraphicFramePr>
          <p:xfrm>
            <a:off x="3124" y="3611"/>
            <a:ext cx="16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835" imgH="139518" progId="Equation.3">
                    <p:embed/>
                  </p:oleObj>
                </mc:Choice>
                <mc:Fallback>
                  <p:oleObj name="公式" r:id="rId1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" y="3611"/>
                          <a:ext cx="16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06" name="Group 22"/>
          <p:cNvGrpSpPr>
            <a:grpSpLocks/>
          </p:cNvGrpSpPr>
          <p:nvPr/>
        </p:nvGrpSpPr>
        <p:grpSpPr bwMode="auto">
          <a:xfrm>
            <a:off x="7391400" y="5300663"/>
            <a:ext cx="1066800" cy="393700"/>
            <a:chOff x="3611" y="3927"/>
            <a:chExt cx="672" cy="248"/>
          </a:xfrm>
        </p:grpSpPr>
        <p:sp>
          <p:nvSpPr>
            <p:cNvPr id="140336" name="Line 23"/>
            <p:cNvSpPr>
              <a:spLocks noChangeShapeType="1"/>
            </p:cNvSpPr>
            <p:nvPr/>
          </p:nvSpPr>
          <p:spPr bwMode="auto">
            <a:xfrm>
              <a:off x="3611" y="3927"/>
              <a:ext cx="672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37" name="Object 24"/>
            <p:cNvGraphicFramePr>
              <a:graphicFrameLocks noChangeAspect="1"/>
            </p:cNvGraphicFramePr>
            <p:nvPr/>
          </p:nvGraphicFramePr>
          <p:xfrm>
            <a:off x="3833" y="3929"/>
            <a:ext cx="317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99884" imgH="152567" progId="Equation.3">
                    <p:embed/>
                  </p:oleObj>
                </mc:Choice>
                <mc:Fallback>
                  <p:oleObj name="公式" r:id="rId16" imgW="19988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3929"/>
                          <a:ext cx="317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09" name="Group 25"/>
          <p:cNvGrpSpPr>
            <a:grpSpLocks/>
          </p:cNvGrpSpPr>
          <p:nvPr/>
        </p:nvGrpSpPr>
        <p:grpSpPr bwMode="auto">
          <a:xfrm>
            <a:off x="6959601" y="4462463"/>
            <a:ext cx="504825" cy="838200"/>
            <a:chOff x="2698" y="2748"/>
            <a:chExt cx="318" cy="528"/>
          </a:xfrm>
        </p:grpSpPr>
        <p:sp>
          <p:nvSpPr>
            <p:cNvPr id="140334" name="Line 26"/>
            <p:cNvSpPr>
              <a:spLocks noChangeShapeType="1"/>
            </p:cNvSpPr>
            <p:nvPr/>
          </p:nvSpPr>
          <p:spPr bwMode="auto">
            <a:xfrm flipV="1">
              <a:off x="2972" y="2748"/>
              <a:ext cx="0" cy="52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35" name="Object 27"/>
            <p:cNvGraphicFramePr>
              <a:graphicFrameLocks noChangeAspect="1"/>
            </p:cNvGraphicFramePr>
            <p:nvPr/>
          </p:nvGraphicFramePr>
          <p:xfrm>
            <a:off x="2698" y="2894"/>
            <a:ext cx="31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90514" imgH="171334" progId="Equation.3">
                    <p:embed/>
                  </p:oleObj>
                </mc:Choice>
                <mc:Fallback>
                  <p:oleObj name="公式" r:id="rId18" imgW="190514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8" y="2894"/>
                          <a:ext cx="318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12" name="Group 28"/>
          <p:cNvGrpSpPr>
            <a:grpSpLocks/>
          </p:cNvGrpSpPr>
          <p:nvPr/>
        </p:nvGrpSpPr>
        <p:grpSpPr bwMode="auto">
          <a:xfrm>
            <a:off x="7372350" y="3741738"/>
            <a:ext cx="1676400" cy="1847850"/>
            <a:chOff x="4546" y="2304"/>
            <a:chExt cx="1056" cy="1164"/>
          </a:xfrm>
        </p:grpSpPr>
        <p:graphicFrame>
          <p:nvGraphicFramePr>
            <p:cNvPr id="140329" name="Object 29"/>
            <p:cNvGraphicFramePr>
              <a:graphicFrameLocks noChangeAspect="1"/>
            </p:cNvGraphicFramePr>
            <p:nvPr/>
          </p:nvGraphicFramePr>
          <p:xfrm>
            <a:off x="4826" y="2643"/>
            <a:ext cx="73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580913" imgH="171334" progId="Equation.3">
                    <p:embed/>
                  </p:oleObj>
                </mc:Choice>
                <mc:Fallback>
                  <p:oleObj name="公式" r:id="rId20" imgW="580913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6" y="2643"/>
                          <a:ext cx="730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0330" name="Group 30"/>
            <p:cNvGrpSpPr>
              <a:grpSpLocks/>
            </p:cNvGrpSpPr>
            <p:nvPr/>
          </p:nvGrpSpPr>
          <p:grpSpPr bwMode="auto">
            <a:xfrm>
              <a:off x="4546" y="2304"/>
              <a:ext cx="1056" cy="1164"/>
              <a:chOff x="3504" y="2484"/>
              <a:chExt cx="1056" cy="1164"/>
            </a:xfrm>
          </p:grpSpPr>
          <p:sp>
            <p:nvSpPr>
              <p:cNvPr id="140331" name="Arc 31"/>
              <p:cNvSpPr>
                <a:spLocks/>
              </p:cNvSpPr>
              <p:nvPr/>
            </p:nvSpPr>
            <p:spPr bwMode="auto">
              <a:xfrm rot="2811776" flipV="1">
                <a:off x="4135" y="3223"/>
                <a:ext cx="480" cy="370"/>
              </a:xfrm>
              <a:custGeom>
                <a:avLst/>
                <a:gdLst>
                  <a:gd name="T0" fmla="*/ 0 w 19498"/>
                  <a:gd name="T1" fmla="*/ 0 h 20806"/>
                  <a:gd name="T2" fmla="*/ 0 w 19498"/>
                  <a:gd name="T3" fmla="*/ 0 h 20806"/>
                  <a:gd name="T4" fmla="*/ 0 w 19498"/>
                  <a:gd name="T5" fmla="*/ 0 h 208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498" h="20806" fill="none" extrusionOk="0">
                    <a:moveTo>
                      <a:pt x="5803" y="0"/>
                    </a:moveTo>
                    <a:cubicBezTo>
                      <a:pt x="11817" y="1678"/>
                      <a:pt x="16811" y="5875"/>
                      <a:pt x="19498" y="11511"/>
                    </a:cubicBezTo>
                  </a:path>
                  <a:path w="19498" h="20806" stroke="0" extrusionOk="0">
                    <a:moveTo>
                      <a:pt x="5803" y="0"/>
                    </a:moveTo>
                    <a:cubicBezTo>
                      <a:pt x="11817" y="1678"/>
                      <a:pt x="16811" y="5875"/>
                      <a:pt x="19498" y="11511"/>
                    </a:cubicBezTo>
                    <a:lnTo>
                      <a:pt x="0" y="20806"/>
                    </a:lnTo>
                    <a:lnTo>
                      <a:pt x="5803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332" name="Arc 32"/>
              <p:cNvSpPr>
                <a:spLocks/>
              </p:cNvSpPr>
              <p:nvPr/>
            </p:nvSpPr>
            <p:spPr bwMode="auto">
              <a:xfrm rot="3577681" flipV="1">
                <a:off x="3552" y="2436"/>
                <a:ext cx="768" cy="864"/>
              </a:xfrm>
              <a:custGeom>
                <a:avLst/>
                <a:gdLst>
                  <a:gd name="T0" fmla="*/ 0 w 19564"/>
                  <a:gd name="T1" fmla="*/ 0 h 21600"/>
                  <a:gd name="T2" fmla="*/ 1 w 19564"/>
                  <a:gd name="T3" fmla="*/ 1 h 21600"/>
                  <a:gd name="T4" fmla="*/ 0 w 19564"/>
                  <a:gd name="T5" fmla="*/ 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64" h="21600" fill="none" extrusionOk="0">
                    <a:moveTo>
                      <a:pt x="0" y="0"/>
                    </a:moveTo>
                    <a:cubicBezTo>
                      <a:pt x="8383" y="0"/>
                      <a:pt x="16010" y="4851"/>
                      <a:pt x="19563" y="12445"/>
                    </a:cubicBezTo>
                  </a:path>
                  <a:path w="19564" h="21600" stroke="0" extrusionOk="0">
                    <a:moveTo>
                      <a:pt x="0" y="0"/>
                    </a:moveTo>
                    <a:cubicBezTo>
                      <a:pt x="8383" y="0"/>
                      <a:pt x="16010" y="4851"/>
                      <a:pt x="19563" y="12445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333" name="Oval 33"/>
              <p:cNvSpPr>
                <a:spLocks noChangeArrowheads="1"/>
              </p:cNvSpPr>
              <p:nvPr/>
            </p:nvSpPr>
            <p:spPr bwMode="auto">
              <a:xfrm>
                <a:off x="4140" y="314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</p:grpSp>
      <p:sp>
        <p:nvSpPr>
          <p:cNvPr id="374818" name="Rectangle 34"/>
          <p:cNvSpPr>
            <a:spLocks noChangeArrowheads="1"/>
          </p:cNvSpPr>
          <p:nvPr/>
        </p:nvSpPr>
        <p:spPr bwMode="auto">
          <a:xfrm>
            <a:off x="1260476" y="828676"/>
            <a:ext cx="46482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 数 的 连 续</a:t>
            </a:r>
            <a:endParaRPr lang="zh-CN" altLang="en-US" sz="3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74819" name="Object 35"/>
          <p:cNvGraphicFramePr>
            <a:graphicFrameLocks noChangeAspect="1"/>
          </p:cNvGraphicFramePr>
          <p:nvPr/>
        </p:nvGraphicFramePr>
        <p:xfrm>
          <a:off x="2122489" y="1724026"/>
          <a:ext cx="19700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00100" imgH="228600" progId="Equation.3">
                  <p:embed/>
                </p:oleObj>
              </mc:Choice>
              <mc:Fallback>
                <p:oleObj name="公式" r:id="rId22" imgW="800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9" y="1724026"/>
                        <a:ext cx="197008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0" name="Object 36"/>
          <p:cNvGraphicFramePr>
            <a:graphicFrameLocks noChangeAspect="1"/>
          </p:cNvGraphicFramePr>
          <p:nvPr/>
        </p:nvGraphicFramePr>
        <p:xfrm>
          <a:off x="4359275" y="1744663"/>
          <a:ext cx="5697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336800" imgH="228600" progId="Equation.3">
                  <p:embed/>
                </p:oleObj>
              </mc:Choice>
              <mc:Fallback>
                <p:oleObj name="公式" r:id="rId24" imgW="233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1744663"/>
                        <a:ext cx="5697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1" name="Object 37"/>
          <p:cNvGraphicFramePr>
            <a:graphicFrameLocks noChangeAspect="1"/>
          </p:cNvGraphicFramePr>
          <p:nvPr/>
        </p:nvGraphicFramePr>
        <p:xfrm>
          <a:off x="3851275" y="2392363"/>
          <a:ext cx="2317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61942" imgH="200179" progId="Equation.3">
                  <p:embed/>
                </p:oleObj>
              </mc:Choice>
              <mc:Fallback>
                <p:oleObj name="公式" r:id="rId26" imgW="961942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392363"/>
                        <a:ext cx="23177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2" name="Object 38"/>
          <p:cNvGraphicFramePr>
            <a:graphicFrameLocks noChangeAspect="1"/>
          </p:cNvGraphicFramePr>
          <p:nvPr/>
        </p:nvGraphicFramePr>
        <p:xfrm>
          <a:off x="2351088" y="3040063"/>
          <a:ext cx="2813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206500" imgH="228600" progId="Equation.3">
                  <p:embed/>
                </p:oleObj>
              </mc:Choice>
              <mc:Fallback>
                <p:oleObj name="公式" r:id="rId28" imgW="1206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040063"/>
                        <a:ext cx="2813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3" name="Object 39"/>
          <p:cNvGraphicFramePr>
            <a:graphicFrameLocks noChangeAspect="1"/>
          </p:cNvGraphicFramePr>
          <p:nvPr/>
        </p:nvGraphicFramePr>
        <p:xfrm>
          <a:off x="5203826" y="3040063"/>
          <a:ext cx="31972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371600" imgH="228600" progId="Equation.3">
                  <p:embed/>
                </p:oleObj>
              </mc:Choice>
              <mc:Fallback>
                <p:oleObj name="公式" r:id="rId30" imgW="1371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6" y="3040063"/>
                        <a:ext cx="31972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4824" name="Group 40"/>
          <p:cNvGrpSpPr>
            <a:grpSpLocks/>
          </p:cNvGrpSpPr>
          <p:nvPr/>
        </p:nvGrpSpPr>
        <p:grpSpPr bwMode="auto">
          <a:xfrm>
            <a:off x="4438651" y="4652963"/>
            <a:ext cx="936625" cy="1611312"/>
            <a:chOff x="1836" y="3186"/>
            <a:chExt cx="590" cy="1015"/>
          </a:xfrm>
        </p:grpSpPr>
        <p:sp>
          <p:nvSpPr>
            <p:cNvPr id="140326" name="Line 41"/>
            <p:cNvSpPr>
              <a:spLocks noChangeShapeType="1"/>
            </p:cNvSpPr>
            <p:nvPr/>
          </p:nvSpPr>
          <p:spPr bwMode="auto">
            <a:xfrm flipV="1">
              <a:off x="2112" y="3186"/>
              <a:ext cx="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27" name="Object 42"/>
            <p:cNvGraphicFramePr>
              <a:graphicFrameLocks noChangeAspect="1"/>
            </p:cNvGraphicFramePr>
            <p:nvPr/>
          </p:nvGraphicFramePr>
          <p:xfrm>
            <a:off x="1836" y="3943"/>
            <a:ext cx="590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520700" imgH="228600" progId="Equation.3">
                    <p:embed/>
                  </p:oleObj>
                </mc:Choice>
                <mc:Fallback>
                  <p:oleObj name="公式" r:id="rId32" imgW="520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3943"/>
                          <a:ext cx="590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28" name="Object 43"/>
            <p:cNvGraphicFramePr>
              <a:graphicFrameLocks noChangeAspect="1"/>
            </p:cNvGraphicFramePr>
            <p:nvPr/>
          </p:nvGraphicFramePr>
          <p:xfrm>
            <a:off x="1994" y="3814"/>
            <a:ext cx="20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114170" imgH="114339" progId="Equation.3">
                    <p:embed/>
                  </p:oleObj>
                </mc:Choice>
                <mc:Fallback>
                  <p:oleObj name="公式" r:id="rId34" imgW="114170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" y="3814"/>
                          <a:ext cx="20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28" name="Group 44"/>
          <p:cNvGrpSpPr>
            <a:grpSpLocks/>
          </p:cNvGrpSpPr>
          <p:nvPr/>
        </p:nvGrpSpPr>
        <p:grpSpPr bwMode="auto">
          <a:xfrm>
            <a:off x="6808788" y="2406651"/>
            <a:ext cx="2959100" cy="517525"/>
            <a:chOff x="3329" y="1516"/>
            <a:chExt cx="1864" cy="326"/>
          </a:xfrm>
        </p:grpSpPr>
        <p:graphicFrame>
          <p:nvGraphicFramePr>
            <p:cNvPr id="140324" name="Object 45"/>
            <p:cNvGraphicFramePr>
              <a:graphicFrameLocks noChangeAspect="1"/>
            </p:cNvGraphicFramePr>
            <p:nvPr/>
          </p:nvGraphicFramePr>
          <p:xfrm>
            <a:off x="3329" y="1516"/>
            <a:ext cx="186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1205977" imgH="215806" progId="Equation.3">
                    <p:embed/>
                  </p:oleObj>
                </mc:Choice>
                <mc:Fallback>
                  <p:oleObj name="公式" r:id="rId36" imgW="1205977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1516"/>
                          <a:ext cx="186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25" name="Object 46"/>
            <p:cNvGraphicFramePr>
              <a:graphicFrameLocks noChangeAspect="1"/>
            </p:cNvGraphicFramePr>
            <p:nvPr/>
          </p:nvGraphicFramePr>
          <p:xfrm>
            <a:off x="4558" y="1525"/>
            <a:ext cx="52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323770" imgH="190449" progId="Equation.3">
                    <p:embed/>
                  </p:oleObj>
                </mc:Choice>
                <mc:Fallback>
                  <p:oleObj name="公式" r:id="rId38" imgW="323770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1525"/>
                          <a:ext cx="52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31" name="Group 47"/>
          <p:cNvGrpSpPr>
            <a:grpSpLocks/>
          </p:cNvGrpSpPr>
          <p:nvPr/>
        </p:nvGrpSpPr>
        <p:grpSpPr bwMode="auto">
          <a:xfrm>
            <a:off x="1927225" y="2392363"/>
            <a:ext cx="1720850" cy="531812"/>
            <a:chOff x="254" y="1507"/>
            <a:chExt cx="1084" cy="335"/>
          </a:xfrm>
        </p:grpSpPr>
        <p:graphicFrame>
          <p:nvGraphicFramePr>
            <p:cNvPr id="140322" name="Object 48"/>
            <p:cNvGraphicFramePr>
              <a:graphicFrameLocks noChangeAspect="1"/>
            </p:cNvGraphicFramePr>
            <p:nvPr/>
          </p:nvGraphicFramePr>
          <p:xfrm>
            <a:off x="254" y="1507"/>
            <a:ext cx="108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723586" imgH="215806" progId="Equation.3">
                    <p:embed/>
                  </p:oleObj>
                </mc:Choice>
                <mc:Fallback>
                  <p:oleObj name="公式" r:id="rId40" imgW="723586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507"/>
                          <a:ext cx="108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23" name="Object 49"/>
            <p:cNvGraphicFramePr>
              <a:graphicFrameLocks noChangeAspect="1"/>
            </p:cNvGraphicFramePr>
            <p:nvPr/>
          </p:nvGraphicFramePr>
          <p:xfrm>
            <a:off x="675" y="1525"/>
            <a:ext cx="57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361943" imgH="190449" progId="Equation.3">
                    <p:embed/>
                  </p:oleObj>
                </mc:Choice>
                <mc:Fallback>
                  <p:oleObj name="公式" r:id="rId42" imgW="361943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" y="1525"/>
                          <a:ext cx="57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34" name="Group 50"/>
          <p:cNvGrpSpPr>
            <a:grpSpLocks/>
          </p:cNvGrpSpPr>
          <p:nvPr/>
        </p:nvGrpSpPr>
        <p:grpSpPr bwMode="auto">
          <a:xfrm>
            <a:off x="2782889" y="3789363"/>
            <a:ext cx="3125787" cy="2247900"/>
            <a:chOff x="3095" y="2432"/>
            <a:chExt cx="1969" cy="1416"/>
          </a:xfrm>
        </p:grpSpPr>
        <p:grpSp>
          <p:nvGrpSpPr>
            <p:cNvPr id="140316" name="Group 51"/>
            <p:cNvGrpSpPr>
              <a:grpSpLocks/>
            </p:cNvGrpSpPr>
            <p:nvPr/>
          </p:nvGrpSpPr>
          <p:grpSpPr bwMode="auto">
            <a:xfrm>
              <a:off x="3095" y="2505"/>
              <a:ext cx="1872" cy="1248"/>
              <a:chOff x="816" y="2640"/>
              <a:chExt cx="1872" cy="1248"/>
            </a:xfrm>
          </p:grpSpPr>
          <p:sp>
            <p:nvSpPr>
              <p:cNvPr id="140320" name="Line 52"/>
              <p:cNvSpPr>
                <a:spLocks noChangeShapeType="1"/>
              </p:cNvSpPr>
              <p:nvPr/>
            </p:nvSpPr>
            <p:spPr bwMode="auto">
              <a:xfrm>
                <a:off x="816" y="3744"/>
                <a:ext cx="18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321" name="Line 53"/>
              <p:cNvSpPr>
                <a:spLocks noChangeShapeType="1"/>
              </p:cNvSpPr>
              <p:nvPr/>
            </p:nvSpPr>
            <p:spPr bwMode="auto">
              <a:xfrm flipV="1">
                <a:off x="1008" y="2640"/>
                <a:ext cx="0" cy="12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40317" name="Object 54"/>
            <p:cNvGraphicFramePr>
              <a:graphicFrameLocks noChangeAspect="1"/>
            </p:cNvGraphicFramePr>
            <p:nvPr/>
          </p:nvGraphicFramePr>
          <p:xfrm>
            <a:off x="4830" y="3611"/>
            <a:ext cx="234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139700" imgH="139700" progId="Equation.3">
                    <p:embed/>
                  </p:oleObj>
                </mc:Choice>
                <mc:Fallback>
                  <p:oleObj name="公式" r:id="rId44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3611"/>
                          <a:ext cx="234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18" name="Object 55"/>
            <p:cNvGraphicFramePr>
              <a:graphicFrameLocks noChangeAspect="1"/>
            </p:cNvGraphicFramePr>
            <p:nvPr/>
          </p:nvGraphicFramePr>
          <p:xfrm>
            <a:off x="3097" y="2432"/>
            <a:ext cx="19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5" imgW="139579" imgH="164957" progId="Equation.3">
                    <p:embed/>
                  </p:oleObj>
                </mc:Choice>
                <mc:Fallback>
                  <p:oleObj name="公式" r:id="rId45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7" y="2432"/>
                          <a:ext cx="19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19" name="Object 56"/>
            <p:cNvGraphicFramePr>
              <a:graphicFrameLocks noChangeAspect="1"/>
            </p:cNvGraphicFramePr>
            <p:nvPr/>
          </p:nvGraphicFramePr>
          <p:xfrm>
            <a:off x="3124" y="3611"/>
            <a:ext cx="16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126835" imgH="139518" progId="Equation.3">
                    <p:embed/>
                  </p:oleObj>
                </mc:Choice>
                <mc:Fallback>
                  <p:oleObj name="公式" r:id="rId46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" y="3611"/>
                          <a:ext cx="16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41" name="Group 57"/>
          <p:cNvGrpSpPr>
            <a:grpSpLocks/>
          </p:cNvGrpSpPr>
          <p:nvPr/>
        </p:nvGrpSpPr>
        <p:grpSpPr bwMode="auto">
          <a:xfrm>
            <a:off x="6959601" y="4479926"/>
            <a:ext cx="936625" cy="1901825"/>
            <a:chOff x="2653" y="2748"/>
            <a:chExt cx="590" cy="1198"/>
          </a:xfrm>
        </p:grpSpPr>
        <p:sp>
          <p:nvSpPr>
            <p:cNvPr id="140313" name="Line 58"/>
            <p:cNvSpPr>
              <a:spLocks noChangeShapeType="1"/>
            </p:cNvSpPr>
            <p:nvPr/>
          </p:nvSpPr>
          <p:spPr bwMode="auto">
            <a:xfrm flipV="1">
              <a:off x="2925" y="274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0314" name="Object 59"/>
            <p:cNvGraphicFramePr>
              <a:graphicFrameLocks noChangeAspect="1"/>
            </p:cNvGraphicFramePr>
            <p:nvPr/>
          </p:nvGraphicFramePr>
          <p:xfrm>
            <a:off x="2653" y="3688"/>
            <a:ext cx="590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7" imgW="520700" imgH="228600" progId="Equation.3">
                    <p:embed/>
                  </p:oleObj>
                </mc:Choice>
                <mc:Fallback>
                  <p:oleObj name="公式" r:id="rId47" imgW="520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3688"/>
                          <a:ext cx="590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15" name="Object 60"/>
            <p:cNvGraphicFramePr>
              <a:graphicFrameLocks noChangeAspect="1"/>
            </p:cNvGraphicFramePr>
            <p:nvPr/>
          </p:nvGraphicFramePr>
          <p:xfrm>
            <a:off x="2811" y="3559"/>
            <a:ext cx="20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9" imgW="114170" imgH="114339" progId="Equation.3">
                    <p:embed/>
                  </p:oleObj>
                </mc:Choice>
                <mc:Fallback>
                  <p:oleObj name="公式" r:id="rId49" imgW="114170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1" y="3559"/>
                          <a:ext cx="20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4845" name="Group 61"/>
          <p:cNvGrpSpPr>
            <a:grpSpLocks/>
          </p:cNvGrpSpPr>
          <p:nvPr/>
        </p:nvGrpSpPr>
        <p:grpSpPr bwMode="auto">
          <a:xfrm>
            <a:off x="8272464" y="4816476"/>
            <a:ext cx="415925" cy="1349375"/>
            <a:chOff x="4194" y="2988"/>
            <a:chExt cx="262" cy="850"/>
          </a:xfrm>
        </p:grpSpPr>
        <p:graphicFrame>
          <p:nvGraphicFramePr>
            <p:cNvPr id="140311" name="Object 62"/>
            <p:cNvGraphicFramePr>
              <a:graphicFrameLocks noChangeAspect="1"/>
            </p:cNvGraphicFramePr>
            <p:nvPr/>
          </p:nvGraphicFramePr>
          <p:xfrm>
            <a:off x="4194" y="3521"/>
            <a:ext cx="26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1" imgW="190500" imgH="228600" progId="Equation.3">
                    <p:embed/>
                  </p:oleObj>
                </mc:Choice>
                <mc:Fallback>
                  <p:oleObj name="公式" r:id="rId51" imgW="190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" y="3521"/>
                          <a:ext cx="26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0312" name="Line 63"/>
            <p:cNvSpPr>
              <a:spLocks noChangeShapeType="1"/>
            </p:cNvSpPr>
            <p:nvPr/>
          </p:nvSpPr>
          <p:spPr bwMode="auto">
            <a:xfrm flipV="1">
              <a:off x="4283" y="2988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44737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7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7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7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7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7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7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8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8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613531"/>
              </p:ext>
            </p:extLst>
          </p:nvPr>
        </p:nvGraphicFramePr>
        <p:xfrm>
          <a:off x="3463562" y="809785"/>
          <a:ext cx="5155235" cy="553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33600" imgH="228600" progId="Equation.3">
                  <p:embed/>
                </p:oleObj>
              </mc:Choice>
              <mc:Fallback>
                <p:oleObj name="公式" r:id="rId2" imgW="2133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562" y="809785"/>
                        <a:ext cx="5155235" cy="553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5811" name="Text Box 3"/>
          <p:cNvSpPr txBox="1">
            <a:spLocks noChangeArrowheads="1"/>
          </p:cNvSpPr>
          <p:nvPr/>
        </p:nvSpPr>
        <p:spPr bwMode="auto">
          <a:xfrm>
            <a:off x="2240757" y="793409"/>
            <a:ext cx="1662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graphicFrame>
        <p:nvGraphicFramePr>
          <p:cNvPr id="3758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454401"/>
              </p:ext>
            </p:extLst>
          </p:nvPr>
        </p:nvGraphicFramePr>
        <p:xfrm>
          <a:off x="2216443" y="1399138"/>
          <a:ext cx="33559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0513" imgH="266558" progId="Equation.3">
                  <p:embed/>
                </p:oleObj>
              </mc:Choice>
              <mc:Fallback>
                <p:oleObj name="公式" r:id="rId4" imgW="1390513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443" y="1399138"/>
                        <a:ext cx="335597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009821"/>
              </p:ext>
            </p:extLst>
          </p:nvPr>
        </p:nvGraphicFramePr>
        <p:xfrm>
          <a:off x="5756179" y="1442337"/>
          <a:ext cx="3756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38300" imgH="228600" progId="Equation.3">
                  <p:embed/>
                </p:oleObj>
              </mc:Choice>
              <mc:Fallback>
                <p:oleObj name="公式" r:id="rId6" imgW="1638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179" y="1442337"/>
                        <a:ext cx="37560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397599"/>
              </p:ext>
            </p:extLst>
          </p:nvPr>
        </p:nvGraphicFramePr>
        <p:xfrm>
          <a:off x="2371828" y="2134257"/>
          <a:ext cx="275748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43087" imgH="266558" progId="Equation.3">
                  <p:embed/>
                </p:oleObj>
              </mc:Choice>
              <mc:Fallback>
                <p:oleObj name="公式" r:id="rId8" imgW="114308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828" y="2134257"/>
                        <a:ext cx="2757487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151438"/>
              </p:ext>
            </p:extLst>
          </p:nvPr>
        </p:nvGraphicFramePr>
        <p:xfrm>
          <a:off x="5902715" y="2123956"/>
          <a:ext cx="167798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85713" imgH="247792" progId="Equation.3">
                  <p:embed/>
                </p:oleObj>
              </mc:Choice>
              <mc:Fallback>
                <p:oleObj name="公式" r:id="rId10" imgW="685713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715" y="2123956"/>
                        <a:ext cx="167798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694136"/>
              </p:ext>
            </p:extLst>
          </p:nvPr>
        </p:nvGraphicFramePr>
        <p:xfrm>
          <a:off x="5171558" y="2236044"/>
          <a:ext cx="646672" cy="418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514" imgH="114339" progId="Equation.3">
                  <p:embed/>
                </p:oleObj>
              </mc:Choice>
              <mc:Fallback>
                <p:oleObj name="公式" r:id="rId12" imgW="190514" imgH="114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558" y="2236044"/>
                        <a:ext cx="646672" cy="4183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5817" name="Text Box 9"/>
          <p:cNvSpPr txBox="1">
            <a:spLocks noChangeArrowheads="1"/>
          </p:cNvSpPr>
          <p:nvPr/>
        </p:nvSpPr>
        <p:spPr bwMode="auto">
          <a:xfrm>
            <a:off x="7749672" y="2074141"/>
            <a:ext cx="3059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增量式定义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758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805770"/>
              </p:ext>
            </p:extLst>
          </p:nvPr>
        </p:nvGraphicFramePr>
        <p:xfrm>
          <a:off x="2325344" y="2779470"/>
          <a:ext cx="54229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52570" imgH="476121" progId="Equation.3">
                  <p:embed/>
                </p:oleObj>
              </mc:Choice>
              <mc:Fallback>
                <p:oleObj name="公式" r:id="rId14" imgW="2152570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344" y="2779470"/>
                        <a:ext cx="54229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712124"/>
              </p:ext>
            </p:extLst>
          </p:nvPr>
        </p:nvGraphicFramePr>
        <p:xfrm>
          <a:off x="7686934" y="2854009"/>
          <a:ext cx="18637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215640" progId="Equation.DSMT4">
                  <p:embed/>
                </p:oleObj>
              </mc:Choice>
              <mc:Fallback>
                <p:oleObj name="Equation" r:id="rId16" imgW="812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934" y="2854009"/>
                        <a:ext cx="18637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5106"/>
              </p:ext>
            </p:extLst>
          </p:nvPr>
        </p:nvGraphicFramePr>
        <p:xfrm>
          <a:off x="2240757" y="4180268"/>
          <a:ext cx="2522810" cy="65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85828" imgH="266558" progId="Equation.3">
                  <p:embed/>
                </p:oleObj>
              </mc:Choice>
              <mc:Fallback>
                <p:oleObj name="公式" r:id="rId18" imgW="1085828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757" y="4180268"/>
                        <a:ext cx="2522810" cy="658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5821" name="Group 13"/>
          <p:cNvGrpSpPr>
            <a:grpSpLocks/>
          </p:cNvGrpSpPr>
          <p:nvPr/>
        </p:nvGrpSpPr>
        <p:grpSpPr bwMode="auto">
          <a:xfrm>
            <a:off x="3165785" y="4908034"/>
            <a:ext cx="3524920" cy="665271"/>
            <a:chOff x="601" y="2740"/>
            <a:chExt cx="2313" cy="463"/>
          </a:xfrm>
        </p:grpSpPr>
        <p:graphicFrame>
          <p:nvGraphicFramePr>
            <p:cNvPr id="141331" name="Object 14"/>
            <p:cNvGraphicFramePr>
              <a:graphicFrameLocks noChangeAspect="1"/>
            </p:cNvGraphicFramePr>
            <p:nvPr/>
          </p:nvGraphicFramePr>
          <p:xfrm>
            <a:off x="975" y="2740"/>
            <a:ext cx="1208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733255" imgH="266558" progId="Equation.3">
                    <p:embed/>
                  </p:oleObj>
                </mc:Choice>
                <mc:Fallback>
                  <p:oleObj name="公式" r:id="rId20" imgW="733255" imgH="26655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740"/>
                          <a:ext cx="1208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33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5127005"/>
                </p:ext>
              </p:extLst>
            </p:nvPr>
          </p:nvGraphicFramePr>
          <p:xfrm>
            <a:off x="601" y="2745"/>
            <a:ext cx="2313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381143" imgH="200179" progId="Equation.3">
                    <p:embed/>
                  </p:oleObj>
                </mc:Choice>
                <mc:Fallback>
                  <p:oleObj name="公式" r:id="rId22" imgW="1381143" imgH="2001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" y="2745"/>
                          <a:ext cx="2313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58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27698"/>
              </p:ext>
            </p:extLst>
          </p:nvPr>
        </p:nvGraphicFramePr>
        <p:xfrm>
          <a:off x="6784675" y="4832693"/>
          <a:ext cx="2166390" cy="743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19316" imgH="266558" progId="Equation.3">
                  <p:embed/>
                </p:oleObj>
              </mc:Choice>
              <mc:Fallback>
                <p:oleObj name="公式" r:id="rId24" imgW="819316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675" y="4832693"/>
                        <a:ext cx="2166390" cy="743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727601"/>
              </p:ext>
            </p:extLst>
          </p:nvPr>
        </p:nvGraphicFramePr>
        <p:xfrm>
          <a:off x="5129315" y="4265341"/>
          <a:ext cx="3597241" cy="54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498600" imgH="228600" progId="Equation.3">
                  <p:embed/>
                </p:oleObj>
              </mc:Choice>
              <mc:Fallback>
                <p:oleObj name="公式" r:id="rId26" imgW="1498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315" y="4265341"/>
                        <a:ext cx="3597241" cy="548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5826" name="Group 18"/>
          <p:cNvGrpSpPr>
            <a:grpSpLocks/>
          </p:cNvGrpSpPr>
          <p:nvPr/>
        </p:nvGrpSpPr>
        <p:grpSpPr bwMode="auto">
          <a:xfrm>
            <a:off x="3071814" y="5577680"/>
            <a:ext cx="6623859" cy="655638"/>
            <a:chOff x="746" y="3513"/>
            <a:chExt cx="4053" cy="413"/>
          </a:xfrm>
        </p:grpSpPr>
        <p:sp>
          <p:nvSpPr>
            <p:cNvPr id="141329" name="Rectangle 19"/>
            <p:cNvSpPr>
              <a:spLocks noChangeArrowheads="1"/>
            </p:cNvSpPr>
            <p:nvPr/>
          </p:nvSpPr>
          <p:spPr bwMode="auto">
            <a:xfrm>
              <a:off x="746" y="3513"/>
              <a:ext cx="4053" cy="413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4133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8326858"/>
                </p:ext>
              </p:extLst>
            </p:nvPr>
          </p:nvGraphicFramePr>
          <p:xfrm>
            <a:off x="789" y="3543"/>
            <a:ext cx="396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311200" imgH="215640" progId="Equation.DSMT4">
                    <p:embed/>
                  </p:oleObj>
                </mc:Choice>
                <mc:Fallback>
                  <p:oleObj name="Equation" r:id="rId28" imgW="2311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9" y="3543"/>
                          <a:ext cx="3969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8324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1" grpId="0"/>
      <p:bldP spid="3758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1858765" y="858563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42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128459"/>
              </p:ext>
            </p:extLst>
          </p:nvPr>
        </p:nvGraphicFramePr>
        <p:xfrm>
          <a:off x="2773165" y="449949"/>
          <a:ext cx="6910388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70200" imgH="838200" progId="Equation.3">
                  <p:embed/>
                </p:oleObj>
              </mc:Choice>
              <mc:Fallback>
                <p:oleObj name="公式" r:id="rId2" imgW="2870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165" y="449949"/>
                        <a:ext cx="6910388" cy="201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36" name="Text Box 4"/>
          <p:cNvSpPr txBox="1">
            <a:spLocks noChangeArrowheads="1"/>
          </p:cNvSpPr>
          <p:nvPr/>
        </p:nvSpPr>
        <p:spPr bwMode="auto">
          <a:xfrm>
            <a:off x="1985767" y="2536664"/>
            <a:ext cx="7873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证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768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455321"/>
              </p:ext>
            </p:extLst>
          </p:nvPr>
        </p:nvGraphicFramePr>
        <p:xfrm>
          <a:off x="2975769" y="3348901"/>
          <a:ext cx="199866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37836" imgH="393529" progId="Equation.3">
                  <p:embed/>
                </p:oleObj>
              </mc:Choice>
              <mc:Fallback>
                <p:oleObj name="公式" r:id="rId4" imgW="83783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769" y="3348901"/>
                        <a:ext cx="1998663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916514"/>
              </p:ext>
            </p:extLst>
          </p:nvPr>
        </p:nvGraphicFramePr>
        <p:xfrm>
          <a:off x="2975769" y="4481514"/>
          <a:ext cx="6302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091" imgH="177646" progId="Equation.3">
                  <p:embed/>
                </p:oleObj>
              </mc:Choice>
              <mc:Fallback>
                <p:oleObj name="公式" r:id="rId6" imgW="241091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769" y="4481514"/>
                        <a:ext cx="6302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104707"/>
              </p:ext>
            </p:extLst>
          </p:nvPr>
        </p:nvGraphicFramePr>
        <p:xfrm>
          <a:off x="2711104" y="5314780"/>
          <a:ext cx="4896544" cy="549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30400" imgH="215900" progId="Equation.3">
                  <p:embed/>
                </p:oleObj>
              </mc:Choice>
              <mc:Fallback>
                <p:oleObj name="公式" r:id="rId8" imgW="1930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104" y="5314780"/>
                        <a:ext cx="4896544" cy="549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021127"/>
              </p:ext>
            </p:extLst>
          </p:nvPr>
        </p:nvGraphicFramePr>
        <p:xfrm>
          <a:off x="2891300" y="2522676"/>
          <a:ext cx="1814512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23586" imgH="279279" progId="Equation.3">
                  <p:embed/>
                </p:oleObj>
              </mc:Choice>
              <mc:Fallback>
                <p:oleObj name="公式" r:id="rId10" imgW="723586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300" y="2522676"/>
                        <a:ext cx="1814512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6841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1989138"/>
            <a:ext cx="4243388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768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864645"/>
              </p:ext>
            </p:extLst>
          </p:nvPr>
        </p:nvGraphicFramePr>
        <p:xfrm>
          <a:off x="3681314" y="4502065"/>
          <a:ext cx="13922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533169" imgH="203112" progId="Equation.3">
                  <p:embed/>
                </p:oleObj>
              </mc:Choice>
              <mc:Fallback>
                <p:oleObj name="公式" r:id="rId13" imgW="53316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314" y="4502065"/>
                        <a:ext cx="13922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99841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6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Text Box 2"/>
          <p:cNvSpPr txBox="1">
            <a:spLocks noChangeArrowheads="1"/>
          </p:cNvSpPr>
          <p:nvPr/>
        </p:nvSpPr>
        <p:spPr bwMode="auto">
          <a:xfrm>
            <a:off x="1919536" y="729749"/>
            <a:ext cx="16621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3778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735447"/>
              </p:ext>
            </p:extLst>
          </p:nvPr>
        </p:nvGraphicFramePr>
        <p:xfrm>
          <a:off x="3282596" y="774121"/>
          <a:ext cx="62976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35200" imgH="228600" progId="Equation.3">
                  <p:embed/>
                </p:oleObj>
              </mc:Choice>
              <mc:Fallback>
                <p:oleObj name="公式" r:id="rId2" imgW="2235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596" y="774121"/>
                        <a:ext cx="62976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871032"/>
              </p:ext>
            </p:extLst>
          </p:nvPr>
        </p:nvGraphicFramePr>
        <p:xfrm>
          <a:off x="3335518" y="1409935"/>
          <a:ext cx="59055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84400" imgH="304800" progId="Equation.3">
                  <p:embed/>
                </p:oleObj>
              </mc:Choice>
              <mc:Fallback>
                <p:oleObj name="公式" r:id="rId4" imgW="21844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518" y="1409935"/>
                        <a:ext cx="590550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7861" name="Group 5"/>
          <p:cNvGrpSpPr>
            <a:grpSpLocks/>
          </p:cNvGrpSpPr>
          <p:nvPr/>
        </p:nvGrpSpPr>
        <p:grpSpPr bwMode="auto">
          <a:xfrm>
            <a:off x="2592646" y="2042166"/>
            <a:ext cx="5594855" cy="567582"/>
            <a:chOff x="693" y="1117"/>
            <a:chExt cx="3476" cy="350"/>
          </a:xfrm>
        </p:grpSpPr>
        <p:graphicFrame>
          <p:nvGraphicFramePr>
            <p:cNvPr id="14337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4569114"/>
                </p:ext>
              </p:extLst>
            </p:nvPr>
          </p:nvGraphicFramePr>
          <p:xfrm>
            <a:off x="693" y="1117"/>
            <a:ext cx="3476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68500" imgH="228600" progId="Equation.3">
                    <p:embed/>
                  </p:oleObj>
                </mc:Choice>
                <mc:Fallback>
                  <p:oleObj name="公式" r:id="rId6" imgW="1968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" y="1117"/>
                          <a:ext cx="3476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7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560811"/>
                </p:ext>
              </p:extLst>
            </p:nvPr>
          </p:nvGraphicFramePr>
          <p:xfrm>
            <a:off x="3149" y="1117"/>
            <a:ext cx="74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76113" imgH="190449" progId="Equation.3">
                    <p:embed/>
                  </p:oleObj>
                </mc:Choice>
                <mc:Fallback>
                  <p:oleObj name="公式" r:id="rId8" imgW="476113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1117"/>
                          <a:ext cx="743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78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267375"/>
              </p:ext>
            </p:extLst>
          </p:nvPr>
        </p:nvGraphicFramePr>
        <p:xfrm>
          <a:off x="3225665" y="2609748"/>
          <a:ext cx="62944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35200" imgH="228600" progId="Equation.3">
                  <p:embed/>
                </p:oleObj>
              </mc:Choice>
              <mc:Fallback>
                <p:oleObj name="公式" r:id="rId10" imgW="2235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665" y="2609748"/>
                        <a:ext cx="62944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758040"/>
              </p:ext>
            </p:extLst>
          </p:nvPr>
        </p:nvGraphicFramePr>
        <p:xfrm>
          <a:off x="3335518" y="3252056"/>
          <a:ext cx="59055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84400" imgH="304800" progId="Equation.3">
                  <p:embed/>
                </p:oleObj>
              </mc:Choice>
              <mc:Fallback>
                <p:oleObj name="公式" r:id="rId12" imgW="21844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518" y="3252056"/>
                        <a:ext cx="590550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7866" name="Group 10"/>
          <p:cNvGrpSpPr>
            <a:grpSpLocks/>
          </p:cNvGrpSpPr>
          <p:nvPr/>
        </p:nvGrpSpPr>
        <p:grpSpPr bwMode="auto">
          <a:xfrm>
            <a:off x="2576240" y="3869529"/>
            <a:ext cx="5559078" cy="567315"/>
            <a:chOff x="710" y="1225"/>
            <a:chExt cx="3579" cy="360"/>
          </a:xfrm>
        </p:grpSpPr>
        <p:graphicFrame>
          <p:nvGraphicFramePr>
            <p:cNvPr id="14337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0518695"/>
                </p:ext>
              </p:extLst>
            </p:nvPr>
          </p:nvGraphicFramePr>
          <p:xfrm>
            <a:off x="710" y="1225"/>
            <a:ext cx="357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968500" imgH="228600" progId="Equation.3">
                    <p:embed/>
                  </p:oleObj>
                </mc:Choice>
                <mc:Fallback>
                  <p:oleObj name="公式" r:id="rId14" imgW="1968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" y="1225"/>
                          <a:ext cx="3579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7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4324890"/>
                </p:ext>
              </p:extLst>
            </p:nvPr>
          </p:nvGraphicFramePr>
          <p:xfrm>
            <a:off x="3243" y="1249"/>
            <a:ext cx="84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476113" imgH="190449" progId="Equation.3">
                    <p:embed/>
                  </p:oleObj>
                </mc:Choice>
                <mc:Fallback>
                  <p:oleObj name="公式" r:id="rId16" imgW="476113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1249"/>
                          <a:ext cx="84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7869" name="Text Box 13"/>
          <p:cNvSpPr txBox="1">
            <a:spLocks noChangeArrowheads="1"/>
          </p:cNvSpPr>
          <p:nvPr/>
        </p:nvSpPr>
        <p:spPr bwMode="auto">
          <a:xfrm>
            <a:off x="1939701" y="4448043"/>
            <a:ext cx="1219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定理</a:t>
            </a:r>
          </a:p>
        </p:txBody>
      </p:sp>
      <p:graphicFrame>
        <p:nvGraphicFramePr>
          <p:cNvPr id="3778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459959"/>
              </p:ext>
            </p:extLst>
          </p:nvPr>
        </p:nvGraphicFramePr>
        <p:xfrm>
          <a:off x="3173823" y="4509104"/>
          <a:ext cx="6150246" cy="1013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00227" imgH="428509" progId="Equation.3">
                  <p:embed/>
                </p:oleObj>
              </mc:Choice>
              <mc:Fallback>
                <p:oleObj name="公式" r:id="rId18" imgW="2600227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823" y="4509104"/>
                        <a:ext cx="6150246" cy="1013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71" name="Object 15"/>
          <p:cNvGraphicFramePr>
            <a:graphicFrameLocks noChangeAspect="1"/>
          </p:cNvGraphicFramePr>
          <p:nvPr/>
        </p:nvGraphicFramePr>
        <p:xfrm>
          <a:off x="2135189" y="5445126"/>
          <a:ext cx="828198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530600" imgH="330200" progId="Equation.3">
                  <p:embed/>
                </p:oleObj>
              </mc:Choice>
              <mc:Fallback>
                <p:oleObj name="公式" r:id="rId20" imgW="3530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5445126"/>
                        <a:ext cx="8281987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791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7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8" grpId="0"/>
      <p:bldP spid="37786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1991902" y="726279"/>
            <a:ext cx="6911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讨论下列函数在指定点的连续性：</a:t>
            </a:r>
          </a:p>
        </p:txBody>
      </p:sp>
      <p:graphicFrame>
        <p:nvGraphicFramePr>
          <p:cNvPr id="144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524380"/>
              </p:ext>
            </p:extLst>
          </p:nvPr>
        </p:nvGraphicFramePr>
        <p:xfrm>
          <a:off x="3034849" y="1126332"/>
          <a:ext cx="63055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67000" imgH="457200" progId="Equation.3">
                  <p:embed/>
                </p:oleObj>
              </mc:Choice>
              <mc:Fallback>
                <p:oleObj name="公式" r:id="rId2" imgW="2667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849" y="1126332"/>
                        <a:ext cx="63055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4" name="Object 4"/>
          <p:cNvGraphicFramePr>
            <a:graphicFrameLocks noChangeAspect="1"/>
          </p:cNvGraphicFramePr>
          <p:nvPr/>
        </p:nvGraphicFramePr>
        <p:xfrm>
          <a:off x="2847976" y="5022850"/>
          <a:ext cx="35671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59866" imgH="304668" progId="Equation.3">
                  <p:embed/>
                </p:oleObj>
              </mc:Choice>
              <mc:Fallback>
                <p:oleObj name="公式" r:id="rId4" imgW="1459866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6" y="5022850"/>
                        <a:ext cx="35671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5" name="Object 5"/>
          <p:cNvGraphicFramePr>
            <a:graphicFrameLocks noChangeAspect="1"/>
          </p:cNvGraphicFramePr>
          <p:nvPr/>
        </p:nvGraphicFramePr>
        <p:xfrm>
          <a:off x="6384925" y="5073651"/>
          <a:ext cx="6477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091" imgH="164957" progId="Equation.3">
                  <p:embed/>
                </p:oleObj>
              </mc:Choice>
              <mc:Fallback>
                <p:oleObj name="公式" r:id="rId6" imgW="241091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925" y="5073651"/>
                        <a:ext cx="6477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6" name="Object 6"/>
          <p:cNvGraphicFramePr>
            <a:graphicFrameLocks noChangeAspect="1"/>
          </p:cNvGraphicFramePr>
          <p:nvPr/>
        </p:nvGraphicFramePr>
        <p:xfrm>
          <a:off x="7032625" y="5084763"/>
          <a:ext cx="11938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4870" imgH="203024" progId="Equation.3">
                  <p:embed/>
                </p:oleObj>
              </mc:Choice>
              <mc:Fallback>
                <p:oleObj name="公式" r:id="rId8" imgW="49487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5084763"/>
                        <a:ext cx="11938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7" name="Object 7"/>
          <p:cNvGraphicFramePr>
            <a:graphicFrameLocks noChangeAspect="1"/>
          </p:cNvGraphicFramePr>
          <p:nvPr/>
        </p:nvGraphicFramePr>
        <p:xfrm>
          <a:off x="2465388" y="4360863"/>
          <a:ext cx="327660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83699" imgH="317362" progId="Equation.3">
                  <p:embed/>
                </p:oleObj>
              </mc:Choice>
              <mc:Fallback>
                <p:oleObj name="公式" r:id="rId10" imgW="1383699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4360863"/>
                        <a:ext cx="327660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8" name="Object 8"/>
          <p:cNvGraphicFramePr>
            <a:graphicFrameLocks noChangeAspect="1"/>
          </p:cNvGraphicFramePr>
          <p:nvPr/>
        </p:nvGraphicFramePr>
        <p:xfrm>
          <a:off x="5641976" y="4438651"/>
          <a:ext cx="6699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8501" imgH="165028" progId="Equation.3">
                  <p:embed/>
                </p:oleObj>
              </mc:Choice>
              <mc:Fallback>
                <p:oleObj name="公式" r:id="rId12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6" y="4438651"/>
                        <a:ext cx="66992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9" name="Object 9"/>
          <p:cNvGraphicFramePr>
            <a:graphicFrameLocks noChangeAspect="1"/>
          </p:cNvGraphicFramePr>
          <p:nvPr/>
        </p:nvGraphicFramePr>
        <p:xfrm>
          <a:off x="6270626" y="4441826"/>
          <a:ext cx="13382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94870" imgH="203024" progId="Equation.3">
                  <p:embed/>
                </p:oleObj>
              </mc:Choice>
              <mc:Fallback>
                <p:oleObj name="公式" r:id="rId14" imgW="49487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26" y="4441826"/>
                        <a:ext cx="133826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0" name="Text Box 10"/>
          <p:cNvSpPr txBox="1">
            <a:spLocks noChangeArrowheads="1"/>
          </p:cNvSpPr>
          <p:nvPr/>
        </p:nvSpPr>
        <p:spPr bwMode="auto">
          <a:xfrm>
            <a:off x="8328026" y="5086351"/>
            <a:ext cx="182838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右不连续 </a:t>
            </a:r>
          </a:p>
        </p:txBody>
      </p:sp>
      <p:graphicFrame>
        <p:nvGraphicFramePr>
          <p:cNvPr id="3788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719811"/>
              </p:ext>
            </p:extLst>
          </p:nvPr>
        </p:nvGraphicFramePr>
        <p:xfrm>
          <a:off x="3513411" y="5724780"/>
          <a:ext cx="4713014" cy="531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16868" imgH="215806" progId="Equation.3">
                  <p:embed/>
                </p:oleObj>
              </mc:Choice>
              <mc:Fallback>
                <p:oleObj name="公式" r:id="rId16" imgW="191686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411" y="5724780"/>
                        <a:ext cx="4713014" cy="531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2" name="Text Box 12"/>
          <p:cNvSpPr txBox="1">
            <a:spLocks noChangeArrowheads="1"/>
          </p:cNvSpPr>
          <p:nvPr/>
        </p:nvSpPr>
        <p:spPr bwMode="auto">
          <a:xfrm>
            <a:off x="8039100" y="4422776"/>
            <a:ext cx="144938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左连续 </a:t>
            </a:r>
          </a:p>
        </p:txBody>
      </p:sp>
      <p:graphicFrame>
        <p:nvGraphicFramePr>
          <p:cNvPr id="1443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99826"/>
              </p:ext>
            </p:extLst>
          </p:nvPr>
        </p:nvGraphicFramePr>
        <p:xfrm>
          <a:off x="3034849" y="2094162"/>
          <a:ext cx="5827712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63800" imgH="482600" progId="Equation.3">
                  <p:embed/>
                </p:oleObj>
              </mc:Choice>
              <mc:Fallback>
                <p:oleObj name="公式" r:id="rId18" imgW="24638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849" y="2094162"/>
                        <a:ext cx="5827712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453413"/>
              </p:ext>
            </p:extLst>
          </p:nvPr>
        </p:nvGraphicFramePr>
        <p:xfrm>
          <a:off x="2649564" y="3064541"/>
          <a:ext cx="4808537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32000" imgH="317500" progId="Equation.3">
                  <p:embed/>
                </p:oleObj>
              </mc:Choice>
              <mc:Fallback>
                <p:oleObj name="公式" r:id="rId20" imgW="2032000" imgH="31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64" y="3064541"/>
                        <a:ext cx="4808537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434152"/>
              </p:ext>
            </p:extLst>
          </p:nvPr>
        </p:nvGraphicFramePr>
        <p:xfrm>
          <a:off x="3015125" y="3746499"/>
          <a:ext cx="4249738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739900" imgH="317500" progId="Equation.3">
                  <p:embed/>
                </p:oleObj>
              </mc:Choice>
              <mc:Fallback>
                <p:oleObj name="公式" r:id="rId22" imgW="1739900" imgH="31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125" y="3746499"/>
                        <a:ext cx="4249738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902856"/>
              </p:ext>
            </p:extLst>
          </p:nvPr>
        </p:nvGraphicFramePr>
        <p:xfrm>
          <a:off x="7651341" y="3154363"/>
          <a:ext cx="2333092" cy="1123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71658" imgH="457354" progId="Equation.3">
                  <p:embed/>
                </p:oleObj>
              </mc:Choice>
              <mc:Fallback>
                <p:oleObj name="公式" r:id="rId24" imgW="971658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341" y="3154363"/>
                        <a:ext cx="2333092" cy="1123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7" name="Text Box 17"/>
          <p:cNvSpPr txBox="1">
            <a:spLocks noChangeArrowheads="1"/>
          </p:cNvSpPr>
          <p:nvPr/>
        </p:nvSpPr>
        <p:spPr bwMode="auto">
          <a:xfrm>
            <a:off x="1855788" y="3105483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7554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37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"/>
                                        <p:tgtEl>
                                          <p:spTgt spid="3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90" grpId="0" autoUpdateAnimBg="0"/>
      <p:bldP spid="378892" grpId="0" autoUpdateAnimBg="0"/>
      <p:bldP spid="37889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Text Box 2"/>
          <p:cNvSpPr txBox="1">
            <a:spLocks noChangeArrowheads="1"/>
          </p:cNvSpPr>
          <p:nvPr/>
        </p:nvSpPr>
        <p:spPr bwMode="auto">
          <a:xfrm>
            <a:off x="3534569" y="978088"/>
            <a:ext cx="5416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( </a:t>
            </a:r>
            <a:r>
              <a:rPr lang="zh-CN" altLang="en-US" sz="2800" b="1" dirty="0">
                <a:solidFill>
                  <a:srgbClr val="000099"/>
                </a:solidFill>
              </a:rPr>
              <a:t>函数在区间的连续性 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</a:p>
        </p:txBody>
      </p:sp>
      <p:graphicFrame>
        <p:nvGraphicFramePr>
          <p:cNvPr id="3799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745273"/>
              </p:ext>
            </p:extLst>
          </p:nvPr>
        </p:nvGraphicFramePr>
        <p:xfrm>
          <a:off x="2468364" y="1648296"/>
          <a:ext cx="7242571" cy="982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36900" imgH="431800" progId="Equation.3">
                  <p:embed/>
                </p:oleObj>
              </mc:Choice>
              <mc:Fallback>
                <p:oleObj name="公式" r:id="rId2" imgW="3136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364" y="1648296"/>
                        <a:ext cx="7242571" cy="982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08" name="Text Box 4"/>
          <p:cNvSpPr txBox="1">
            <a:spLocks noChangeArrowheads="1"/>
          </p:cNvSpPr>
          <p:nvPr/>
        </p:nvSpPr>
        <p:spPr bwMode="auto">
          <a:xfrm>
            <a:off x="2468364" y="5301208"/>
            <a:ext cx="71369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注：连续函数的图形是一条连续不断的曲线 </a:t>
            </a:r>
            <a:r>
              <a:rPr lang="en-US" altLang="zh-CN" sz="2800" b="1" dirty="0">
                <a:solidFill>
                  <a:srgbClr val="000099"/>
                </a:solidFill>
              </a:rPr>
              <a:t>.</a:t>
            </a:r>
          </a:p>
        </p:txBody>
      </p:sp>
      <p:sp>
        <p:nvSpPr>
          <p:cNvPr id="379909" name="Text Box 5"/>
          <p:cNvSpPr txBox="1">
            <a:spLocks noChangeArrowheads="1"/>
          </p:cNvSpPr>
          <p:nvPr/>
        </p:nvSpPr>
        <p:spPr bwMode="auto">
          <a:xfrm>
            <a:off x="2296935" y="953576"/>
            <a:ext cx="1662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799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514300"/>
              </p:ext>
            </p:extLst>
          </p:nvPr>
        </p:nvGraphicFramePr>
        <p:xfrm>
          <a:off x="2468364" y="3368438"/>
          <a:ext cx="7467520" cy="155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11500" imgH="673100" progId="Equation.3">
                  <p:embed/>
                </p:oleObj>
              </mc:Choice>
              <mc:Fallback>
                <p:oleObj name="公式" r:id="rId4" imgW="3111500" imgH="67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364" y="3368438"/>
                        <a:ext cx="7467520" cy="1558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630701"/>
              </p:ext>
            </p:extLst>
          </p:nvPr>
        </p:nvGraphicFramePr>
        <p:xfrm>
          <a:off x="4181203" y="2751429"/>
          <a:ext cx="3931021" cy="51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09830" imgH="190449" progId="Equation.3">
                  <p:embed/>
                </p:oleObj>
              </mc:Choice>
              <mc:Fallback>
                <p:oleObj name="公式" r:id="rId6" imgW="1609830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203" y="2751429"/>
                        <a:ext cx="3931021" cy="51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820761"/>
              </p:ext>
            </p:extLst>
          </p:nvPr>
        </p:nvGraphicFramePr>
        <p:xfrm>
          <a:off x="4226141" y="4692169"/>
          <a:ext cx="3816894" cy="50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81027" imgH="190449" progId="Equation.3">
                  <p:embed/>
                </p:oleObj>
              </mc:Choice>
              <mc:Fallback>
                <p:oleObj name="公式" r:id="rId8" imgW="158102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6141" y="4692169"/>
                        <a:ext cx="3816894" cy="503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49449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9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9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6" grpId="0"/>
      <p:bldP spid="379908" grpId="0" autoUpdateAnimBg="0"/>
      <p:bldP spid="37990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2121271" y="326217"/>
            <a:ext cx="9144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799178"/>
              </p:ext>
            </p:extLst>
          </p:nvPr>
        </p:nvGraphicFramePr>
        <p:xfrm>
          <a:off x="2972799" y="375106"/>
          <a:ext cx="256063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203040" progId="Equation.DSMT4">
                  <p:embed/>
                </p:oleObj>
              </mc:Choice>
              <mc:Fallback>
                <p:oleObj name="Equation" r:id="rId2" imgW="1117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2799" y="375106"/>
                        <a:ext cx="2560637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135560" y="3429001"/>
          <a:ext cx="7373938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291960" progId="Equation.DSMT4">
                  <p:embed/>
                </p:oleObj>
              </mc:Choice>
              <mc:Fallback>
                <p:oleObj name="Equation" r:id="rId4" imgW="32382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35560" y="3429001"/>
                        <a:ext cx="7373938" cy="66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933044"/>
              </p:ext>
            </p:extLst>
          </p:nvPr>
        </p:nvGraphicFramePr>
        <p:xfrm>
          <a:off x="2999656" y="5273850"/>
          <a:ext cx="4392488" cy="5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6280" imgH="228600" progId="Equation.DSMT4">
                  <p:embed/>
                </p:oleObj>
              </mc:Choice>
              <mc:Fallback>
                <p:oleObj name="Equation" r:id="rId6" imgW="2006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99656" y="5273850"/>
                        <a:ext cx="4392488" cy="50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470653"/>
              </p:ext>
            </p:extLst>
          </p:nvPr>
        </p:nvGraphicFramePr>
        <p:xfrm>
          <a:off x="2135559" y="957288"/>
          <a:ext cx="3795713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291960" progId="Equation.DSMT4">
                  <p:embed/>
                </p:oleObj>
              </mc:Choice>
              <mc:Fallback>
                <p:oleObj name="Equation" r:id="rId8" imgW="15490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35559" y="957288"/>
                        <a:ext cx="3795713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35560" y="1484784"/>
          <a:ext cx="5256584" cy="755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304560" progId="Equation.DSMT4">
                  <p:embed/>
                </p:oleObj>
              </mc:Choice>
              <mc:Fallback>
                <p:oleObj name="Equation" r:id="rId10" imgW="21207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35560" y="1484784"/>
                        <a:ext cx="5256584" cy="755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135561" y="2204864"/>
          <a:ext cx="6330703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79480" imgH="304560" progId="Equation.DSMT4">
                  <p:embed/>
                </p:oleObj>
              </mc:Choice>
              <mc:Fallback>
                <p:oleObj name="Equation" r:id="rId12" imgW="26794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35561" y="2204864"/>
                        <a:ext cx="6330703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35560" y="2852936"/>
          <a:ext cx="7632848" cy="650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9000" imgH="291960" progId="Equation.DSMT4">
                  <p:embed/>
                </p:oleObj>
              </mc:Choice>
              <mc:Fallback>
                <p:oleObj name="Equation" r:id="rId14" imgW="34290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35560" y="2852936"/>
                        <a:ext cx="7632848" cy="650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49513" y="4365104"/>
          <a:ext cx="7236808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03440" imgH="406080" progId="Equation.DSMT4">
                  <p:embed/>
                </p:oleObj>
              </mc:Choice>
              <mc:Fallback>
                <p:oleObj name="Equation" r:id="rId16" imgW="3403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49513" y="4365104"/>
                        <a:ext cx="7236808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40277" y="4005065"/>
          <a:ext cx="66960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149280" imgH="291960" progId="Equation.DSMT4">
                  <p:embed/>
                </p:oleObj>
              </mc:Choice>
              <mc:Fallback>
                <p:oleObj name="Equation" r:id="rId18" imgW="31492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277" y="4005065"/>
                        <a:ext cx="669607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497597"/>
              </p:ext>
            </p:extLst>
          </p:nvPr>
        </p:nvGraphicFramePr>
        <p:xfrm>
          <a:off x="2121271" y="5129942"/>
          <a:ext cx="454520" cy="484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203040" progId="Equation.DSMT4">
                  <p:embed/>
                </p:oleObj>
              </mc:Choice>
              <mc:Fallback>
                <p:oleObj name="Equation" r:id="rId20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21271" y="5129942"/>
                        <a:ext cx="454520" cy="484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153997"/>
              </p:ext>
            </p:extLst>
          </p:nvPr>
        </p:nvGraphicFramePr>
        <p:xfrm>
          <a:off x="7535214" y="5322258"/>
          <a:ext cx="29712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22360" imgH="241200" progId="Equation.DSMT4">
                  <p:embed/>
                </p:oleObj>
              </mc:Choice>
              <mc:Fallback>
                <p:oleObj name="Equation" r:id="rId22" imgW="14223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535214" y="5322258"/>
                        <a:ext cx="29712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746876"/>
              </p:ext>
            </p:extLst>
          </p:nvPr>
        </p:nvGraphicFramePr>
        <p:xfrm>
          <a:off x="3092189" y="5695118"/>
          <a:ext cx="3663405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79560" imgH="406080" progId="Equation.DSMT4">
                  <p:embed/>
                </p:oleObj>
              </mc:Choice>
              <mc:Fallback>
                <p:oleObj name="Equation" r:id="rId24" imgW="1879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092189" y="5695118"/>
                        <a:ext cx="3663405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143305"/>
              </p:ext>
            </p:extLst>
          </p:nvPr>
        </p:nvGraphicFramePr>
        <p:xfrm>
          <a:off x="7104112" y="5979188"/>
          <a:ext cx="3402378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00200" imgH="203040" progId="Equation.DSMT4">
                  <p:embed/>
                </p:oleObj>
              </mc:Choice>
              <mc:Fallback>
                <p:oleObj name="Equation" r:id="rId26" imgW="1600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04112" y="5979188"/>
                        <a:ext cx="3402378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571852"/>
              </p:ext>
            </p:extLst>
          </p:nvPr>
        </p:nvGraphicFramePr>
        <p:xfrm>
          <a:off x="2999656" y="5214246"/>
          <a:ext cx="7534919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14400" imgH="203040" progId="Equation.DSMT4">
                  <p:embed/>
                </p:oleObj>
              </mc:Choice>
              <mc:Fallback>
                <p:oleObj name="Equation" r:id="rId28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999656" y="5214246"/>
                        <a:ext cx="7534919" cy="1224136"/>
                      </a:xfrm>
                      <a:prstGeom prst="rect">
                        <a:avLst/>
                      </a:prstGeom>
                      <a:ln w="19050">
                        <a:solidFill>
                          <a:srgbClr val="CC0066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106336"/>
              </p:ext>
            </p:extLst>
          </p:nvPr>
        </p:nvGraphicFramePr>
        <p:xfrm>
          <a:off x="8544272" y="909263"/>
          <a:ext cx="312578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409400" imgH="457200" progId="Equation.DSMT4">
                  <p:embed/>
                </p:oleObj>
              </mc:Choice>
              <mc:Fallback>
                <p:oleObj name="Equation" r:id="rId30" imgW="14094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544272" y="909263"/>
                        <a:ext cx="3125787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59342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ChangeArrowheads="1"/>
          </p:cNvSpPr>
          <p:nvPr/>
        </p:nvSpPr>
        <p:spPr bwMode="auto">
          <a:xfrm>
            <a:off x="2537620" y="1843072"/>
            <a:ext cx="7467600" cy="187166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82979" name="Rectangle 3"/>
          <p:cNvSpPr>
            <a:spLocks noChangeArrowheads="1"/>
          </p:cNvSpPr>
          <p:nvPr/>
        </p:nvSpPr>
        <p:spPr bwMode="auto">
          <a:xfrm>
            <a:off x="2063552" y="314741"/>
            <a:ext cx="46482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二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间断点及其分类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2" charset="-122"/>
            </a:endParaRPr>
          </a:p>
        </p:txBody>
      </p:sp>
      <p:graphicFrame>
        <p:nvGraphicFramePr>
          <p:cNvPr id="3829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93825"/>
              </p:ext>
            </p:extLst>
          </p:nvPr>
        </p:nvGraphicFramePr>
        <p:xfrm>
          <a:off x="1950245" y="1096113"/>
          <a:ext cx="3929732" cy="55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3485" imgH="200179" progId="Equation.DSMT4">
                  <p:embed/>
                </p:oleObj>
              </mc:Choice>
              <mc:Fallback>
                <p:oleObj name="Equation" r:id="rId2" imgW="1533485" imgH="2001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0245" y="1096113"/>
                        <a:ext cx="3929732" cy="554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31238"/>
              </p:ext>
            </p:extLst>
          </p:nvPr>
        </p:nvGraphicFramePr>
        <p:xfrm>
          <a:off x="5879977" y="1073714"/>
          <a:ext cx="3493733" cy="704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19315" imgH="266558" progId="Equation.3">
                  <p:embed/>
                </p:oleObj>
              </mc:Choice>
              <mc:Fallback>
                <p:oleObj name="公式" r:id="rId4" imgW="1419315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7" y="1073714"/>
                        <a:ext cx="3493733" cy="704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616847"/>
              </p:ext>
            </p:extLst>
          </p:nvPr>
        </p:nvGraphicFramePr>
        <p:xfrm>
          <a:off x="2751278" y="1809734"/>
          <a:ext cx="2880522" cy="70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93800" imgH="292100" progId="Equation.3">
                  <p:embed/>
                </p:oleObj>
              </mc:Choice>
              <mc:Fallback>
                <p:oleObj name="公式" r:id="rId6" imgW="11938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278" y="1809734"/>
                        <a:ext cx="2880522" cy="704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932376"/>
              </p:ext>
            </p:extLst>
          </p:nvPr>
        </p:nvGraphicFramePr>
        <p:xfrm>
          <a:off x="2751278" y="2414247"/>
          <a:ext cx="2934830" cy="555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06500" imgH="228600" progId="Equation.3">
                  <p:embed/>
                </p:oleObj>
              </mc:Choice>
              <mc:Fallback>
                <p:oleObj name="公式" r:id="rId8" imgW="1206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278" y="2414247"/>
                        <a:ext cx="2934830" cy="555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072293"/>
              </p:ext>
            </p:extLst>
          </p:nvPr>
        </p:nvGraphicFramePr>
        <p:xfrm>
          <a:off x="2751278" y="3040046"/>
          <a:ext cx="342423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291960" progId="Equation.DSMT4">
                  <p:embed/>
                </p:oleObj>
              </mc:Choice>
              <mc:Fallback>
                <p:oleObj name="Equation" r:id="rId10" imgW="14601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278" y="3040046"/>
                        <a:ext cx="342423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38485"/>
              </p:ext>
            </p:extLst>
          </p:nvPr>
        </p:nvGraphicFramePr>
        <p:xfrm>
          <a:off x="5681968" y="1782930"/>
          <a:ext cx="4142121" cy="573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51000" imgH="228600" progId="Equation.3">
                  <p:embed/>
                </p:oleObj>
              </mc:Choice>
              <mc:Fallback>
                <p:oleObj name="公式" r:id="rId12" imgW="1651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1968" y="1782930"/>
                        <a:ext cx="4142121" cy="573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971518"/>
              </p:ext>
            </p:extLst>
          </p:nvPr>
        </p:nvGraphicFramePr>
        <p:xfrm>
          <a:off x="2050217" y="3733105"/>
          <a:ext cx="3096716" cy="479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71774" imgH="190449" progId="Equation.3">
                  <p:embed/>
                </p:oleObj>
              </mc:Choice>
              <mc:Fallback>
                <p:oleObj name="公式" r:id="rId14" imgW="1371774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217" y="3733105"/>
                        <a:ext cx="3096716" cy="479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158616"/>
              </p:ext>
            </p:extLst>
          </p:nvPr>
        </p:nvGraphicFramePr>
        <p:xfrm>
          <a:off x="1949590" y="1655449"/>
          <a:ext cx="6350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8687" imgH="171334" progId="Equation.3">
                  <p:embed/>
                </p:oleObj>
              </mc:Choice>
              <mc:Fallback>
                <p:oleObj name="公式" r:id="rId16" imgW="228687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590" y="1655449"/>
                        <a:ext cx="6350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2988" name="Group 12"/>
          <p:cNvGrpSpPr>
            <a:grpSpLocks/>
          </p:cNvGrpSpPr>
          <p:nvPr/>
        </p:nvGrpSpPr>
        <p:grpSpPr bwMode="auto">
          <a:xfrm>
            <a:off x="2459832" y="4298951"/>
            <a:ext cx="7235825" cy="1593850"/>
            <a:chOff x="383" y="2631"/>
            <a:chExt cx="4558" cy="1004"/>
          </a:xfrm>
        </p:grpSpPr>
        <p:graphicFrame>
          <p:nvGraphicFramePr>
            <p:cNvPr id="14951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5402730"/>
                </p:ext>
              </p:extLst>
            </p:nvPr>
          </p:nvGraphicFramePr>
          <p:xfrm>
            <a:off x="383" y="2631"/>
            <a:ext cx="4558" cy="1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946240" imgH="711000" progId="Equation.DSMT4">
                    <p:embed/>
                  </p:oleObj>
                </mc:Choice>
                <mc:Fallback>
                  <p:oleObj name="Equation" r:id="rId18" imgW="294624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" y="2631"/>
                          <a:ext cx="4558" cy="10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19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5125603"/>
                </p:ext>
              </p:extLst>
            </p:nvPr>
          </p:nvGraphicFramePr>
          <p:xfrm>
            <a:off x="2211" y="3322"/>
            <a:ext cx="102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628802" imgH="190449" progId="Equation.3">
                    <p:embed/>
                  </p:oleObj>
                </mc:Choice>
                <mc:Fallback>
                  <p:oleObj name="公式" r:id="rId20" imgW="628802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1" y="3322"/>
                          <a:ext cx="1026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20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2191047"/>
                </p:ext>
              </p:extLst>
            </p:nvPr>
          </p:nvGraphicFramePr>
          <p:xfrm>
            <a:off x="3645" y="3330"/>
            <a:ext cx="724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66743" imgH="190449" progId="Equation.3">
                    <p:embed/>
                  </p:oleObj>
                </mc:Choice>
                <mc:Fallback>
                  <p:oleObj name="公式" r:id="rId22" imgW="466743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5" y="3330"/>
                          <a:ext cx="724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21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52568"/>
                </p:ext>
              </p:extLst>
            </p:nvPr>
          </p:nvGraphicFramePr>
          <p:xfrm>
            <a:off x="2662" y="2984"/>
            <a:ext cx="7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476113" imgH="190449" progId="Equation.3">
                    <p:embed/>
                  </p:oleObj>
                </mc:Choice>
                <mc:Fallback>
                  <p:oleObj name="公式" r:id="rId24" imgW="476113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2" y="2984"/>
                          <a:ext cx="77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22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3424525"/>
                </p:ext>
              </p:extLst>
            </p:nvPr>
          </p:nvGraphicFramePr>
          <p:xfrm>
            <a:off x="3861" y="2995"/>
            <a:ext cx="50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14401" imgH="190449" progId="Equation.3">
                    <p:embed/>
                  </p:oleObj>
                </mc:Choice>
                <mc:Fallback>
                  <p:oleObj name="公式" r:id="rId26" imgW="314401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1" y="2995"/>
                          <a:ext cx="50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29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619175"/>
              </p:ext>
            </p:extLst>
          </p:nvPr>
        </p:nvGraphicFramePr>
        <p:xfrm>
          <a:off x="4762643" y="3169185"/>
          <a:ext cx="48817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2342" imgH="123722" progId="Equation.DSMT4">
                  <p:embed/>
                </p:oleObj>
              </mc:Choice>
              <mc:Fallback>
                <p:oleObj name="Equation" r:id="rId28" imgW="152342" imgH="12372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643" y="3169185"/>
                        <a:ext cx="48817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783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8" grpId="0" animBg="1"/>
      <p:bldP spid="3829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AutoShape 2"/>
          <p:cNvSpPr>
            <a:spLocks/>
          </p:cNvSpPr>
          <p:nvPr/>
        </p:nvSpPr>
        <p:spPr bwMode="auto">
          <a:xfrm flipH="1">
            <a:off x="2711451" y="476251"/>
            <a:ext cx="576263" cy="4608513"/>
          </a:xfrm>
          <a:prstGeom prst="rightBrace">
            <a:avLst>
              <a:gd name="adj1" fmla="val 66644"/>
              <a:gd name="adj2" fmla="val 47148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384003" name="Object 3"/>
          <p:cNvGraphicFramePr>
            <a:graphicFrameLocks noChangeAspect="1"/>
          </p:cNvGraphicFramePr>
          <p:nvPr/>
        </p:nvGraphicFramePr>
        <p:xfrm>
          <a:off x="3143251" y="404813"/>
          <a:ext cx="43481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38300" imgH="241300" progId="Equation.3">
                  <p:embed/>
                </p:oleObj>
              </mc:Choice>
              <mc:Fallback>
                <p:oleObj name="公式" r:id="rId2" imgW="16383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04813"/>
                        <a:ext cx="434816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4" name="Object 4"/>
          <p:cNvGraphicFramePr>
            <a:graphicFrameLocks noChangeAspect="1"/>
          </p:cNvGraphicFramePr>
          <p:nvPr/>
        </p:nvGraphicFramePr>
        <p:xfrm>
          <a:off x="7339013" y="404813"/>
          <a:ext cx="2933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04900" imgH="292100" progId="Equation.3">
                  <p:embed/>
                </p:oleObj>
              </mc:Choice>
              <mc:Fallback>
                <p:oleObj name="公式" r:id="rId4" imgW="11049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9013" y="404813"/>
                        <a:ext cx="29337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4005" name="Group 5"/>
          <p:cNvGrpSpPr>
            <a:grpSpLocks/>
          </p:cNvGrpSpPr>
          <p:nvPr/>
        </p:nvGrpSpPr>
        <p:grpSpPr bwMode="auto">
          <a:xfrm>
            <a:off x="3287714" y="1109664"/>
            <a:ext cx="1577975" cy="661987"/>
            <a:chOff x="975" y="790"/>
            <a:chExt cx="994" cy="417"/>
          </a:xfrm>
        </p:grpSpPr>
        <p:graphicFrame>
          <p:nvGraphicFramePr>
            <p:cNvPr id="150552" name="Object 6"/>
            <p:cNvGraphicFramePr>
              <a:graphicFrameLocks noChangeAspect="1"/>
            </p:cNvGraphicFramePr>
            <p:nvPr/>
          </p:nvGraphicFramePr>
          <p:xfrm>
            <a:off x="975" y="790"/>
            <a:ext cx="417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2342" imgH="152567" progId="Equation.3">
                    <p:embed/>
                  </p:oleObj>
                </mc:Choice>
                <mc:Fallback>
                  <p:oleObj name="公式" r:id="rId6" imgW="152342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790"/>
                          <a:ext cx="417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5207807"/>
                </p:ext>
              </p:extLst>
            </p:nvPr>
          </p:nvGraphicFramePr>
          <p:xfrm>
            <a:off x="1269" y="796"/>
            <a:ext cx="700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19100" imgH="228600" progId="Equation.3">
                    <p:embed/>
                  </p:oleObj>
                </mc:Choice>
                <mc:Fallback>
                  <p:oleObj name="公式" r:id="rId8" imgW="4191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9" y="796"/>
                          <a:ext cx="700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40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327495"/>
              </p:ext>
            </p:extLst>
          </p:nvPr>
        </p:nvGraphicFramePr>
        <p:xfrm>
          <a:off x="5112125" y="1191578"/>
          <a:ext cx="4574801" cy="527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81200" imgH="228600" progId="Equation.3">
                  <p:embed/>
                </p:oleObj>
              </mc:Choice>
              <mc:Fallback>
                <p:oleObj name="公式" r:id="rId10" imgW="1981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2125" y="1191578"/>
                        <a:ext cx="4574801" cy="527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4009" name="Group 9"/>
          <p:cNvGrpSpPr>
            <a:grpSpLocks/>
          </p:cNvGrpSpPr>
          <p:nvPr/>
        </p:nvGrpSpPr>
        <p:grpSpPr bwMode="auto">
          <a:xfrm>
            <a:off x="3287713" y="1778001"/>
            <a:ext cx="6769100" cy="569913"/>
            <a:chOff x="839" y="1211"/>
            <a:chExt cx="4264" cy="359"/>
          </a:xfrm>
        </p:grpSpPr>
        <p:graphicFrame>
          <p:nvGraphicFramePr>
            <p:cNvPr id="150548" name="Object 10"/>
            <p:cNvGraphicFramePr>
              <a:graphicFrameLocks noChangeAspect="1"/>
            </p:cNvGraphicFramePr>
            <p:nvPr/>
          </p:nvGraphicFramePr>
          <p:xfrm>
            <a:off x="839" y="1211"/>
            <a:ext cx="4264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336800" imgH="228600" progId="Equation.3">
                    <p:embed/>
                  </p:oleObj>
                </mc:Choice>
                <mc:Fallback>
                  <p:oleObj name="公式" r:id="rId12" imgW="23368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211"/>
                          <a:ext cx="4264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810860"/>
                </p:ext>
              </p:extLst>
            </p:nvPr>
          </p:nvGraphicFramePr>
          <p:xfrm>
            <a:off x="3029" y="1255"/>
            <a:ext cx="52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23770" imgH="171334" progId="Equation.3">
                    <p:embed/>
                  </p:oleObj>
                </mc:Choice>
                <mc:Fallback>
                  <p:oleObj name="公式" r:id="rId14" imgW="323770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9" y="1255"/>
                          <a:ext cx="52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2599526"/>
                </p:ext>
              </p:extLst>
            </p:nvPr>
          </p:nvGraphicFramePr>
          <p:xfrm>
            <a:off x="4143" y="1258"/>
            <a:ext cx="72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466743" imgH="190449" progId="Equation.3">
                    <p:embed/>
                  </p:oleObj>
                </mc:Choice>
                <mc:Fallback>
                  <p:oleObj name="公式" r:id="rId16" imgW="466743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" y="1258"/>
                          <a:ext cx="72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449567"/>
                </p:ext>
              </p:extLst>
            </p:nvPr>
          </p:nvGraphicFramePr>
          <p:xfrm>
            <a:off x="3716" y="1269"/>
            <a:ext cx="31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71428" imgH="190449" progId="Equation.3">
                    <p:embed/>
                  </p:oleObj>
                </mc:Choice>
                <mc:Fallback>
                  <p:oleObj name="公式" r:id="rId18" imgW="171428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6" y="1269"/>
                          <a:ext cx="31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4014" name="Group 14"/>
          <p:cNvGrpSpPr>
            <a:grpSpLocks/>
          </p:cNvGrpSpPr>
          <p:nvPr/>
        </p:nvGrpSpPr>
        <p:grpSpPr bwMode="auto">
          <a:xfrm>
            <a:off x="3355976" y="3141663"/>
            <a:ext cx="5754688" cy="563562"/>
            <a:chOff x="918" y="2341"/>
            <a:chExt cx="3625" cy="355"/>
          </a:xfrm>
        </p:grpSpPr>
        <p:graphicFrame>
          <p:nvGraphicFramePr>
            <p:cNvPr id="150546" name="Object 15"/>
            <p:cNvGraphicFramePr>
              <a:graphicFrameLocks noChangeAspect="1"/>
            </p:cNvGraphicFramePr>
            <p:nvPr/>
          </p:nvGraphicFramePr>
          <p:xfrm>
            <a:off x="918" y="2341"/>
            <a:ext cx="362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044700" imgH="228600" progId="Equation.3">
                    <p:embed/>
                  </p:oleObj>
                </mc:Choice>
                <mc:Fallback>
                  <p:oleObj name="公式" r:id="rId20" imgW="2044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8" y="2341"/>
                          <a:ext cx="3625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7546717"/>
                </p:ext>
              </p:extLst>
            </p:nvPr>
          </p:nvGraphicFramePr>
          <p:xfrm>
            <a:off x="3076" y="2354"/>
            <a:ext cx="130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781144" imgH="190449" progId="Equation.3">
                    <p:embed/>
                  </p:oleObj>
                </mc:Choice>
                <mc:Fallback>
                  <p:oleObj name="公式" r:id="rId22" imgW="78114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6" y="2354"/>
                          <a:ext cx="130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40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8865"/>
              </p:ext>
            </p:extLst>
          </p:nvPr>
        </p:nvGraphicFramePr>
        <p:xfrm>
          <a:off x="3114240" y="2449608"/>
          <a:ext cx="5741987" cy="58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374900" imgH="241300" progId="Equation.3">
                  <p:embed/>
                </p:oleObj>
              </mc:Choice>
              <mc:Fallback>
                <p:oleObj name="公式" r:id="rId24" imgW="2374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240" y="2449608"/>
                        <a:ext cx="5741987" cy="582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961907"/>
              </p:ext>
            </p:extLst>
          </p:nvPr>
        </p:nvGraphicFramePr>
        <p:xfrm>
          <a:off x="5951984" y="2483173"/>
          <a:ext cx="577850" cy="577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2342" imgH="152567" progId="Equation.3">
                  <p:embed/>
                </p:oleObj>
              </mc:Choice>
              <mc:Fallback>
                <p:oleObj name="公式" r:id="rId26" imgW="152342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2483173"/>
                        <a:ext cx="577850" cy="577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971546"/>
              </p:ext>
            </p:extLst>
          </p:nvPr>
        </p:nvGraphicFramePr>
        <p:xfrm>
          <a:off x="3346449" y="3789362"/>
          <a:ext cx="4756199" cy="6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905000" imgH="254000" progId="Equation.3">
                  <p:embed/>
                </p:oleObj>
              </mc:Choice>
              <mc:Fallback>
                <p:oleObj name="公式" r:id="rId28" imgW="19050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49" y="3789362"/>
                        <a:ext cx="4756199" cy="6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4020" name="Group 20"/>
          <p:cNvGrpSpPr>
            <a:grpSpLocks/>
          </p:cNvGrpSpPr>
          <p:nvPr/>
        </p:nvGrpSpPr>
        <p:grpSpPr bwMode="auto">
          <a:xfrm>
            <a:off x="3305633" y="4508501"/>
            <a:ext cx="4734583" cy="563563"/>
            <a:chOff x="407" y="3529"/>
            <a:chExt cx="3108" cy="355"/>
          </a:xfrm>
        </p:grpSpPr>
        <p:graphicFrame>
          <p:nvGraphicFramePr>
            <p:cNvPr id="150544" name="Object 21"/>
            <p:cNvGraphicFramePr>
              <a:graphicFrameLocks noChangeAspect="1"/>
            </p:cNvGraphicFramePr>
            <p:nvPr/>
          </p:nvGraphicFramePr>
          <p:xfrm>
            <a:off x="407" y="3529"/>
            <a:ext cx="3108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752600" imgH="228600" progId="Equation.3">
                    <p:embed/>
                  </p:oleObj>
                </mc:Choice>
                <mc:Fallback>
                  <p:oleObj name="公式" r:id="rId30" imgW="1752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" y="3529"/>
                          <a:ext cx="3108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5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4815255"/>
                </p:ext>
              </p:extLst>
            </p:nvPr>
          </p:nvGraphicFramePr>
          <p:xfrm>
            <a:off x="2597" y="3550"/>
            <a:ext cx="79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476113" imgH="190449" progId="Equation.3">
                    <p:embed/>
                  </p:oleObj>
                </mc:Choice>
                <mc:Fallback>
                  <p:oleObj name="公式" r:id="rId32" imgW="476113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7" y="3550"/>
                          <a:ext cx="796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4023" name="Text Box 23"/>
          <p:cNvSpPr txBox="1">
            <a:spLocks noChangeArrowheads="1"/>
          </p:cNvSpPr>
          <p:nvPr/>
        </p:nvSpPr>
        <p:spPr bwMode="auto">
          <a:xfrm>
            <a:off x="1942000" y="908050"/>
            <a:ext cx="674200" cy="3600450"/>
          </a:xfrm>
          <a:prstGeom prst="rect">
            <a:avLst/>
          </a:prstGeom>
          <a:noFill/>
          <a:ln w="28575">
            <a:solidFill>
              <a:srgbClr val="CC0066"/>
            </a:solidFill>
            <a:miter lim="800000"/>
            <a:headEnd/>
            <a:tailEnd/>
          </a:ln>
          <a:effectLst/>
        </p:spPr>
        <p:txBody>
          <a:bodyPr vert="eaVert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</a:rPr>
              <a:t>第 一 类 间 断 点</a:t>
            </a:r>
          </a:p>
        </p:txBody>
      </p:sp>
      <p:sp>
        <p:nvSpPr>
          <p:cNvPr id="384024" name="Text Box 24"/>
          <p:cNvSpPr txBox="1">
            <a:spLocks noChangeArrowheads="1"/>
          </p:cNvSpPr>
          <p:nvPr/>
        </p:nvSpPr>
        <p:spPr bwMode="auto">
          <a:xfrm>
            <a:off x="2035014" y="5286326"/>
            <a:ext cx="1654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8402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556899"/>
              </p:ext>
            </p:extLst>
          </p:nvPr>
        </p:nvGraphicFramePr>
        <p:xfrm>
          <a:off x="3101782" y="5273626"/>
          <a:ext cx="61690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552400" imgH="457200" progId="Equation.DSMT4">
                  <p:embed/>
                </p:oleObj>
              </mc:Choice>
              <mc:Fallback>
                <p:oleObj name="Equation" r:id="rId34" imgW="2552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782" y="5273626"/>
                        <a:ext cx="6169025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577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8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2" grpId="0" animBg="1"/>
      <p:bldP spid="384023" grpId="0" animBg="1" autoUpdateAnimBg="0"/>
      <p:bldP spid="38402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296645"/>
              </p:ext>
            </p:extLst>
          </p:nvPr>
        </p:nvGraphicFramePr>
        <p:xfrm>
          <a:off x="3593307" y="943325"/>
          <a:ext cx="6207125" cy="122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49500" imgH="482600" progId="Equation.3">
                  <p:embed/>
                </p:oleObj>
              </mc:Choice>
              <mc:Fallback>
                <p:oleObj name="公式" r:id="rId2" imgW="2349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307" y="943325"/>
                        <a:ext cx="6207125" cy="122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851671"/>
              </p:ext>
            </p:extLst>
          </p:nvPr>
        </p:nvGraphicFramePr>
        <p:xfrm>
          <a:off x="6194899" y="1614032"/>
          <a:ext cx="3569494" cy="542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95400" imgH="228600" progId="Equation.3">
                  <p:embed/>
                </p:oleObj>
              </mc:Choice>
              <mc:Fallback>
                <p:oleObj name="公式" r:id="rId4" imgW="1295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899" y="1614032"/>
                        <a:ext cx="3569494" cy="542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5028" name="Group 4"/>
          <p:cNvGrpSpPr>
            <a:grpSpLocks/>
          </p:cNvGrpSpPr>
          <p:nvPr/>
        </p:nvGrpSpPr>
        <p:grpSpPr bwMode="auto">
          <a:xfrm>
            <a:off x="3593781" y="2212978"/>
            <a:ext cx="2788402" cy="542926"/>
            <a:chOff x="1085" y="1197"/>
            <a:chExt cx="1648" cy="342"/>
          </a:xfrm>
        </p:grpSpPr>
        <p:graphicFrame>
          <p:nvGraphicFramePr>
            <p:cNvPr id="15156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542945"/>
                </p:ext>
              </p:extLst>
            </p:nvPr>
          </p:nvGraphicFramePr>
          <p:xfrm>
            <a:off x="1085" y="1197"/>
            <a:ext cx="164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15920" imgH="228600" progId="Equation.DSMT4">
                    <p:embed/>
                  </p:oleObj>
                </mc:Choice>
                <mc:Fallback>
                  <p:oleObj name="Equation" r:id="rId6" imgW="10159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5" y="1197"/>
                          <a:ext cx="1648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156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6737297"/>
                </p:ext>
              </p:extLst>
            </p:nvPr>
          </p:nvGraphicFramePr>
          <p:xfrm>
            <a:off x="2553" y="1367"/>
            <a:ext cx="139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75936" imgH="88592" progId="Equation.3">
                    <p:embed/>
                  </p:oleObj>
                </mc:Choice>
                <mc:Fallback>
                  <p:oleObj name="公式" r:id="rId8" imgW="75936" imgH="885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3" y="1367"/>
                          <a:ext cx="139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50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667709"/>
              </p:ext>
            </p:extLst>
          </p:nvPr>
        </p:nvGraphicFramePr>
        <p:xfrm>
          <a:off x="3663296" y="3202833"/>
          <a:ext cx="5172498" cy="1688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19300" imgH="685800" progId="Equation.3">
                  <p:embed/>
                </p:oleObj>
              </mc:Choice>
              <mc:Fallback>
                <p:oleObj name="公式" r:id="rId10" imgW="20193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296" y="3202833"/>
                        <a:ext cx="5172498" cy="1688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5032" name="Group 8"/>
          <p:cNvGrpSpPr>
            <a:grpSpLocks/>
          </p:cNvGrpSpPr>
          <p:nvPr/>
        </p:nvGrpSpPr>
        <p:grpSpPr bwMode="auto">
          <a:xfrm>
            <a:off x="3648076" y="4913322"/>
            <a:ext cx="5835650" cy="604839"/>
            <a:chOff x="1338" y="3095"/>
            <a:chExt cx="3676" cy="381"/>
          </a:xfrm>
        </p:grpSpPr>
        <p:graphicFrame>
          <p:nvGraphicFramePr>
            <p:cNvPr id="151561" name="Object 9"/>
            <p:cNvGraphicFramePr>
              <a:graphicFrameLocks noChangeAspect="1"/>
            </p:cNvGraphicFramePr>
            <p:nvPr/>
          </p:nvGraphicFramePr>
          <p:xfrm>
            <a:off x="1338" y="3106"/>
            <a:ext cx="2364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295400" imgH="228600" progId="Equation.3">
                    <p:embed/>
                  </p:oleObj>
                </mc:Choice>
                <mc:Fallback>
                  <p:oleObj name="公式" r:id="rId12" imgW="12954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3106"/>
                          <a:ext cx="2364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1562" name="Group 10"/>
            <p:cNvGrpSpPr>
              <a:grpSpLocks/>
            </p:cNvGrpSpPr>
            <p:nvPr/>
          </p:nvGrpSpPr>
          <p:grpSpPr bwMode="auto">
            <a:xfrm>
              <a:off x="3556" y="3095"/>
              <a:ext cx="1458" cy="381"/>
              <a:chOff x="1151" y="1200"/>
              <a:chExt cx="1458" cy="381"/>
            </a:xfrm>
          </p:grpSpPr>
          <p:graphicFrame>
            <p:nvGraphicFramePr>
              <p:cNvPr id="151563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9148521"/>
                  </p:ext>
                </p:extLst>
              </p:nvPr>
            </p:nvGraphicFramePr>
            <p:xfrm>
              <a:off x="1151" y="1200"/>
              <a:ext cx="1454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863280" imgH="241200" progId="Equation.DSMT4">
                      <p:embed/>
                    </p:oleObj>
                  </mc:Choice>
                  <mc:Fallback>
                    <p:oleObj name="Equation" r:id="rId13" imgW="8632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1" y="1200"/>
                            <a:ext cx="1454" cy="3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1564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2348719"/>
                  </p:ext>
                </p:extLst>
              </p:nvPr>
            </p:nvGraphicFramePr>
            <p:xfrm>
              <a:off x="2470" y="1394"/>
              <a:ext cx="139" cy="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75936" imgH="88592" progId="Equation.3">
                      <p:embed/>
                    </p:oleObj>
                  </mc:Choice>
                  <mc:Fallback>
                    <p:oleObj name="公式" r:id="rId15" imgW="75936" imgH="885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0" y="1394"/>
                            <a:ext cx="139" cy="1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85037" name="AutoShape 13"/>
          <p:cNvSpPr>
            <a:spLocks/>
          </p:cNvSpPr>
          <p:nvPr/>
        </p:nvSpPr>
        <p:spPr bwMode="auto">
          <a:xfrm flipH="1">
            <a:off x="2927351" y="792164"/>
            <a:ext cx="576263" cy="5013325"/>
          </a:xfrm>
          <a:prstGeom prst="rightBrace">
            <a:avLst>
              <a:gd name="adj1" fmla="val 72498"/>
              <a:gd name="adj2" fmla="val 47148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85038" name="Text Box 14"/>
          <p:cNvSpPr txBox="1">
            <a:spLocks noChangeArrowheads="1"/>
          </p:cNvSpPr>
          <p:nvPr/>
        </p:nvSpPr>
        <p:spPr bwMode="auto">
          <a:xfrm>
            <a:off x="2037250" y="1439863"/>
            <a:ext cx="674200" cy="3600450"/>
          </a:xfrm>
          <a:prstGeom prst="rect">
            <a:avLst/>
          </a:prstGeom>
          <a:noFill/>
          <a:ln w="28575">
            <a:solidFill>
              <a:srgbClr val="CC0066"/>
            </a:solidFill>
            <a:miter lim="800000"/>
            <a:headEnd/>
            <a:tailEnd/>
          </a:ln>
          <a:effectLst/>
        </p:spPr>
        <p:txBody>
          <a:bodyPr vert="eaVert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第 二 类 间 断 点</a:t>
            </a:r>
          </a:p>
        </p:txBody>
      </p:sp>
    </p:spTree>
    <p:extLst>
      <p:ext uri="{BB962C8B-B14F-4D97-AF65-F5344CB8AC3E}">
        <p14:creationId xmlns:p14="http://schemas.microsoft.com/office/powerpoint/2010/main" val="363066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5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37" grpId="0" animBg="1"/>
      <p:bldP spid="38503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4007768" y="276332"/>
            <a:ext cx="3779917" cy="1602271"/>
          </a:xfrm>
          <a:prstGeom prst="diamond">
            <a:avLst/>
          </a:prstGeom>
          <a:noFill/>
          <a:ln w="15875">
            <a:solidFill>
              <a:schemeClr val="tx1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3973753" y="2608509"/>
            <a:ext cx="3829044" cy="1312767"/>
          </a:xfrm>
          <a:prstGeom prst="diamond">
            <a:avLst/>
          </a:prstGeom>
          <a:noFill/>
          <a:ln w="15875">
            <a:solidFill>
              <a:schemeClr val="tx1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53678"/>
              </p:ext>
            </p:extLst>
          </p:nvPr>
        </p:nvGraphicFramePr>
        <p:xfrm>
          <a:off x="4616777" y="691555"/>
          <a:ext cx="2592288" cy="103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533160" progId="Equation.DSMT4">
                  <p:embed/>
                </p:oleObj>
              </mc:Choice>
              <mc:Fallback>
                <p:oleObj name="Equation" r:id="rId2" imgW="13334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6777" y="691555"/>
                        <a:ext cx="2592288" cy="1036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5883965" y="1878603"/>
            <a:ext cx="1836204" cy="345180"/>
            <a:chOff x="5892347" y="1825926"/>
            <a:chExt cx="1836204" cy="345180"/>
          </a:xfrm>
        </p:grpSpPr>
        <p:cxnSp>
          <p:nvCxnSpPr>
            <p:cNvPr id="7" name="直接连接符 6"/>
            <p:cNvCxnSpPr>
              <a:stCxn id="2" idx="2"/>
            </p:cNvCxnSpPr>
            <p:nvPr/>
          </p:nvCxnSpPr>
          <p:spPr>
            <a:xfrm flipH="1">
              <a:off x="5906108" y="1825926"/>
              <a:ext cx="1" cy="33122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5892347" y="2147387"/>
              <a:ext cx="1836204" cy="2371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箭头连接符 15"/>
          <p:cNvCxnSpPr/>
          <p:nvPr/>
        </p:nvCxnSpPr>
        <p:spPr>
          <a:xfrm>
            <a:off x="5897726" y="2223783"/>
            <a:ext cx="0" cy="40850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437076" y="386766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否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762510"/>
              </p:ext>
            </p:extLst>
          </p:nvPr>
        </p:nvGraphicFramePr>
        <p:xfrm>
          <a:off x="7748539" y="1762147"/>
          <a:ext cx="1944216" cy="8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444240" progId="Equation.DSMT4">
                  <p:embed/>
                </p:oleObj>
              </mc:Choice>
              <mc:Fallback>
                <p:oleObj name="Equation" r:id="rId4" imgW="9651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48539" y="1762147"/>
                        <a:ext cx="1944216" cy="895363"/>
                      </a:xfrm>
                      <a:prstGeom prst="rect">
                        <a:avLst/>
                      </a:prstGeom>
                      <a:ln w="158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5385272" y="218121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是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25424"/>
              </p:ext>
            </p:extLst>
          </p:nvPr>
        </p:nvGraphicFramePr>
        <p:xfrm>
          <a:off x="4560046" y="2993362"/>
          <a:ext cx="274161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304560" progId="Equation.DSMT4">
                  <p:embed/>
                </p:oleObj>
              </mc:Choice>
              <mc:Fallback>
                <p:oleObj name="Equation" r:id="rId6" imgW="14094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60046" y="2993362"/>
                        <a:ext cx="2741613" cy="592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5877715" y="3919876"/>
            <a:ext cx="1836204" cy="343322"/>
            <a:chOff x="6276020" y="2029277"/>
            <a:chExt cx="1836204" cy="343322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6276020" y="2029277"/>
              <a:ext cx="0" cy="34332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V="1">
              <a:off x="6276020" y="2348880"/>
              <a:ext cx="1836204" cy="2371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/>
        </p:nvSpPr>
        <p:spPr>
          <a:xfrm>
            <a:off x="5383157" y="422389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是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5883965" y="4251338"/>
            <a:ext cx="0" cy="39577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404426"/>
              </p:ext>
            </p:extLst>
          </p:nvPr>
        </p:nvGraphicFramePr>
        <p:xfrm>
          <a:off x="7740730" y="3766924"/>
          <a:ext cx="1882685" cy="968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63280" imgH="444240" progId="Equation.DSMT4">
                  <p:embed/>
                </p:oleObj>
              </mc:Choice>
              <mc:Fallback>
                <p:oleObj name="Equation" r:id="rId8" imgW="8632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740730" y="3766924"/>
                        <a:ext cx="1882685" cy="968827"/>
                      </a:xfrm>
                      <a:prstGeom prst="rect">
                        <a:avLst/>
                      </a:prstGeom>
                      <a:ln w="158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086588"/>
              </p:ext>
            </p:extLst>
          </p:nvPr>
        </p:nvGraphicFramePr>
        <p:xfrm>
          <a:off x="7736603" y="5641204"/>
          <a:ext cx="1689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080" imgH="444240" progId="Equation.DSMT4">
                  <p:embed/>
                </p:oleObj>
              </mc:Choice>
              <mc:Fallback>
                <p:oleObj name="Equation" r:id="rId10" imgW="8380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36603" y="5641204"/>
                        <a:ext cx="1689100" cy="895350"/>
                      </a:xfrm>
                      <a:prstGeom prst="rect">
                        <a:avLst/>
                      </a:prstGeom>
                      <a:ln w="158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6430193" y="184422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33" name="菱形 32"/>
          <p:cNvSpPr/>
          <p:nvPr/>
        </p:nvSpPr>
        <p:spPr>
          <a:xfrm>
            <a:off x="3930925" y="4647968"/>
            <a:ext cx="3889349" cy="1297422"/>
          </a:xfrm>
          <a:prstGeom prst="diamond">
            <a:avLst/>
          </a:prstGeom>
          <a:noFill/>
          <a:ln w="15875">
            <a:solidFill>
              <a:schemeClr val="tx1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779105"/>
              </p:ext>
            </p:extLst>
          </p:nvPr>
        </p:nvGraphicFramePr>
        <p:xfrm>
          <a:off x="4589690" y="4852274"/>
          <a:ext cx="261937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46040" imgH="545760" progId="Equation.DSMT4">
                  <p:embed/>
                </p:oleObj>
              </mc:Choice>
              <mc:Fallback>
                <p:oleObj name="Equation" r:id="rId12" imgW="134604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89690" y="4852274"/>
                        <a:ext cx="2619375" cy="106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5875599" y="5945390"/>
            <a:ext cx="1836204" cy="343322"/>
            <a:chOff x="5940724" y="1972953"/>
            <a:chExt cx="1836204" cy="343322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5951984" y="1972953"/>
              <a:ext cx="0" cy="34332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V="1">
              <a:off x="5940724" y="2289112"/>
              <a:ext cx="1836204" cy="2371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本框 40"/>
          <p:cNvSpPr txBox="1"/>
          <p:nvPr/>
        </p:nvSpPr>
        <p:spPr>
          <a:xfrm>
            <a:off x="6575625" y="577070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否</a:t>
            </a:r>
          </a:p>
        </p:txBody>
      </p:sp>
      <p:cxnSp>
        <p:nvCxnSpPr>
          <p:cNvPr id="44" name="直接箭头连接符 43"/>
          <p:cNvCxnSpPr/>
          <p:nvPr/>
        </p:nvCxnSpPr>
        <p:spPr>
          <a:xfrm flipH="1" flipV="1">
            <a:off x="4136273" y="6277046"/>
            <a:ext cx="1747692" cy="841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152855"/>
              </p:ext>
            </p:extLst>
          </p:nvPr>
        </p:nvGraphicFramePr>
        <p:xfrm>
          <a:off x="2096121" y="5945390"/>
          <a:ext cx="20208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960" imgH="228600" progId="Equation.DSMT4">
                  <p:embed/>
                </p:oleObj>
              </mc:Choice>
              <mc:Fallback>
                <p:oleObj name="Equation" r:id="rId14" imgW="1002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96121" y="5945390"/>
                        <a:ext cx="2020887" cy="461962"/>
                      </a:xfrm>
                      <a:prstGeom prst="rect">
                        <a:avLst/>
                      </a:prstGeom>
                      <a:ln w="158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文本框 54"/>
          <p:cNvSpPr txBox="1"/>
          <p:nvPr/>
        </p:nvSpPr>
        <p:spPr>
          <a:xfrm>
            <a:off x="4661519" y="579040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是</a:t>
            </a:r>
          </a:p>
        </p:txBody>
      </p:sp>
    </p:spTree>
    <p:extLst>
      <p:ext uri="{BB962C8B-B14F-4D97-AF65-F5344CB8AC3E}">
        <p14:creationId xmlns:p14="http://schemas.microsoft.com/office/powerpoint/2010/main" val="421683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20" grpId="0"/>
      <p:bldP spid="23" grpId="0"/>
      <p:bldP spid="28" grpId="0"/>
      <p:bldP spid="32" grpId="0"/>
      <p:bldP spid="33" grpId="0" animBg="1"/>
      <p:bldP spid="41" grpId="0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6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749720"/>
              </p:ext>
            </p:extLst>
          </p:nvPr>
        </p:nvGraphicFramePr>
        <p:xfrm>
          <a:off x="2376553" y="1094512"/>
          <a:ext cx="72771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06700" imgH="228600" progId="Equation.3">
                  <p:embed/>
                </p:oleObj>
              </mc:Choice>
              <mc:Fallback>
                <p:oleObj name="公式" r:id="rId2" imgW="2806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553" y="1094512"/>
                        <a:ext cx="72771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813585"/>
              </p:ext>
            </p:extLst>
          </p:nvPr>
        </p:nvGraphicFramePr>
        <p:xfrm>
          <a:off x="2413643" y="3501008"/>
          <a:ext cx="4535983" cy="56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47655" imgH="209563" progId="Equation.3">
                  <p:embed/>
                </p:oleObj>
              </mc:Choice>
              <mc:Fallback>
                <p:oleObj name="公式" r:id="rId4" imgW="1647655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643" y="3501008"/>
                        <a:ext cx="4535983" cy="562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751554"/>
              </p:ext>
            </p:extLst>
          </p:nvPr>
        </p:nvGraphicFramePr>
        <p:xfrm>
          <a:off x="3551347" y="1956922"/>
          <a:ext cx="5070475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23884" imgH="533464" progId="Equation.3">
                  <p:embed/>
                </p:oleObj>
              </mc:Choice>
              <mc:Fallback>
                <p:oleObj name="公式" r:id="rId6" imgW="1923884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347" y="1956922"/>
                        <a:ext cx="5070475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6053" name="Group 5"/>
          <p:cNvGrpSpPr>
            <a:grpSpLocks/>
          </p:cNvGrpSpPr>
          <p:nvPr/>
        </p:nvGrpSpPr>
        <p:grpSpPr bwMode="auto">
          <a:xfrm>
            <a:off x="2413643" y="4365104"/>
            <a:ext cx="7013640" cy="576233"/>
            <a:chOff x="590" y="2612"/>
            <a:chExt cx="4493" cy="375"/>
          </a:xfrm>
        </p:grpSpPr>
        <p:graphicFrame>
          <p:nvGraphicFramePr>
            <p:cNvPr id="15258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0063844"/>
                </p:ext>
              </p:extLst>
            </p:nvPr>
          </p:nvGraphicFramePr>
          <p:xfrm>
            <a:off x="3854" y="2659"/>
            <a:ext cx="113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628802" imgH="190449" progId="Equation.3">
                    <p:embed/>
                  </p:oleObj>
                </mc:Choice>
                <mc:Fallback>
                  <p:oleObj name="公式" r:id="rId8" imgW="628802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4" y="2659"/>
                          <a:ext cx="113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258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3399215"/>
                </p:ext>
              </p:extLst>
            </p:nvPr>
          </p:nvGraphicFramePr>
          <p:xfrm>
            <a:off x="590" y="2612"/>
            <a:ext cx="4493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457602" imgH="209563" progId="Equation.3">
                    <p:embed/>
                  </p:oleObj>
                </mc:Choice>
                <mc:Fallback>
                  <p:oleObj name="公式" r:id="rId10" imgW="2457602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2612"/>
                          <a:ext cx="4493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670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074" name="Group 2"/>
          <p:cNvGrpSpPr>
            <a:grpSpLocks/>
          </p:cNvGrpSpPr>
          <p:nvPr/>
        </p:nvGrpSpPr>
        <p:grpSpPr bwMode="auto">
          <a:xfrm>
            <a:off x="1847528" y="950700"/>
            <a:ext cx="7632700" cy="579437"/>
            <a:chOff x="295" y="119"/>
            <a:chExt cx="4581" cy="365"/>
          </a:xfrm>
        </p:grpSpPr>
        <p:sp>
          <p:nvSpPr>
            <p:cNvPr id="153611" name="Text Box 3"/>
            <p:cNvSpPr txBox="1">
              <a:spLocks noChangeArrowheads="1"/>
            </p:cNvSpPr>
            <p:nvPr/>
          </p:nvSpPr>
          <p:spPr bwMode="auto">
            <a:xfrm>
              <a:off x="295" y="119"/>
              <a:ext cx="8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lang="en-US" altLang="zh-CN" b="1" dirty="0">
                  <a:solidFill>
                    <a:srgbClr val="FF0000"/>
                  </a:solidFill>
                  <a:ea typeface="黑体" pitchFamily="2" charset="-122"/>
                  <a:cs typeface="Times New Roman" panose="02020603050405020304" pitchFamily="18" charset="0"/>
                </a:rPr>
                <a:t>5</a:t>
              </a:r>
              <a:endPara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3612" name="Object 4"/>
            <p:cNvGraphicFramePr>
              <a:graphicFrameLocks noChangeAspect="1"/>
            </p:cNvGraphicFramePr>
            <p:nvPr/>
          </p:nvGraphicFramePr>
          <p:xfrm>
            <a:off x="893" y="139"/>
            <a:ext cx="398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451100" imgH="215900" progId="Equation.3">
                    <p:embed/>
                  </p:oleObj>
                </mc:Choice>
                <mc:Fallback>
                  <p:oleObj name="公式" r:id="rId2" imgW="2451100" imgH="215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3" y="139"/>
                          <a:ext cx="3983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7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637691"/>
              </p:ext>
            </p:extLst>
          </p:nvPr>
        </p:nvGraphicFramePr>
        <p:xfrm>
          <a:off x="2921558" y="1585020"/>
          <a:ext cx="4729274" cy="929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93900" imgH="393700" progId="Equation.3">
                  <p:embed/>
                </p:oleObj>
              </mc:Choice>
              <mc:Fallback>
                <p:oleObj name="公式" r:id="rId4" imgW="19939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558" y="1585020"/>
                        <a:ext cx="4729274" cy="929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232378"/>
              </p:ext>
            </p:extLst>
          </p:nvPr>
        </p:nvGraphicFramePr>
        <p:xfrm>
          <a:off x="2927351" y="2546302"/>
          <a:ext cx="56896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87600" imgH="393700" progId="Equation.3">
                  <p:embed/>
                </p:oleObj>
              </mc:Choice>
              <mc:Fallback>
                <p:oleObj name="公式" r:id="rId6" imgW="2387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2546302"/>
                        <a:ext cx="56896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213330"/>
              </p:ext>
            </p:extLst>
          </p:nvPr>
        </p:nvGraphicFramePr>
        <p:xfrm>
          <a:off x="1973603" y="3479752"/>
          <a:ext cx="2561194" cy="929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79032" imgH="393529" progId="Equation.3">
                  <p:embed/>
                </p:oleObj>
              </mc:Choice>
              <mc:Fallback>
                <p:oleObj name="公式" r:id="rId8" imgW="107903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603" y="3479752"/>
                        <a:ext cx="2561194" cy="929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7080" name="Group 8"/>
          <p:cNvGrpSpPr>
            <a:grpSpLocks/>
          </p:cNvGrpSpPr>
          <p:nvPr/>
        </p:nvGrpSpPr>
        <p:grpSpPr bwMode="auto">
          <a:xfrm>
            <a:off x="4738415" y="3606089"/>
            <a:ext cx="5315498" cy="537286"/>
            <a:chOff x="619" y="2197"/>
            <a:chExt cx="3472" cy="372"/>
          </a:xfrm>
        </p:grpSpPr>
        <p:graphicFrame>
          <p:nvGraphicFramePr>
            <p:cNvPr id="15360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7547167"/>
                </p:ext>
              </p:extLst>
            </p:nvPr>
          </p:nvGraphicFramePr>
          <p:xfrm>
            <a:off x="619" y="2197"/>
            <a:ext cx="347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19240" imgH="215640" progId="Equation.DSMT4">
                    <p:embed/>
                  </p:oleObj>
                </mc:Choice>
                <mc:Fallback>
                  <p:oleObj name="Equation" r:id="rId10" imgW="20192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" y="2197"/>
                          <a:ext cx="347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2884908"/>
                </p:ext>
              </p:extLst>
            </p:nvPr>
          </p:nvGraphicFramePr>
          <p:xfrm>
            <a:off x="2584" y="2209"/>
            <a:ext cx="137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781144" imgH="190449" progId="Equation.3">
                    <p:embed/>
                  </p:oleObj>
                </mc:Choice>
                <mc:Fallback>
                  <p:oleObj name="公式" r:id="rId12" imgW="78114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2209"/>
                          <a:ext cx="1374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70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317406"/>
              </p:ext>
            </p:extLst>
          </p:nvPr>
        </p:nvGraphicFramePr>
        <p:xfrm>
          <a:off x="2843323" y="4375079"/>
          <a:ext cx="5138654" cy="1646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52686" imgH="628689" progId="Equation.3">
                  <p:embed/>
                </p:oleObj>
              </mc:Choice>
              <mc:Fallback>
                <p:oleObj name="公式" r:id="rId14" imgW="1952686" imgH="628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323" y="4375079"/>
                        <a:ext cx="5138654" cy="1646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84" name="Text Box 12"/>
          <p:cNvSpPr txBox="1">
            <a:spLocks noChangeArrowheads="1"/>
          </p:cNvSpPr>
          <p:nvPr/>
        </p:nvSpPr>
        <p:spPr bwMode="auto">
          <a:xfrm>
            <a:off x="1926920" y="2597456"/>
            <a:ext cx="1152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69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8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325654"/>
              </p:ext>
            </p:extLst>
          </p:nvPr>
        </p:nvGraphicFramePr>
        <p:xfrm>
          <a:off x="1930200" y="316656"/>
          <a:ext cx="5327097" cy="2396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32000" imgH="914400" progId="Equation.3">
                  <p:embed/>
                </p:oleObj>
              </mc:Choice>
              <mc:Fallback>
                <p:oleObj name="公式" r:id="rId2" imgW="2032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200" y="316656"/>
                        <a:ext cx="5327097" cy="2396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8099" name="Group 3"/>
          <p:cNvGrpSpPr>
            <a:grpSpLocks/>
          </p:cNvGrpSpPr>
          <p:nvPr/>
        </p:nvGrpSpPr>
        <p:grpSpPr bwMode="auto">
          <a:xfrm>
            <a:off x="8129830" y="439611"/>
            <a:ext cx="3152775" cy="2660650"/>
            <a:chOff x="3296" y="1344"/>
            <a:chExt cx="1986" cy="1676"/>
          </a:xfrm>
        </p:grpSpPr>
        <p:sp>
          <p:nvSpPr>
            <p:cNvPr id="154656" name="Line 4"/>
            <p:cNvSpPr>
              <a:spLocks noChangeShapeType="1"/>
            </p:cNvSpPr>
            <p:nvPr/>
          </p:nvSpPr>
          <p:spPr bwMode="auto">
            <a:xfrm>
              <a:off x="3354" y="2764"/>
              <a:ext cx="16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7" name="Line 5"/>
            <p:cNvSpPr>
              <a:spLocks noChangeShapeType="1"/>
            </p:cNvSpPr>
            <p:nvPr/>
          </p:nvSpPr>
          <p:spPr bwMode="auto">
            <a:xfrm flipV="1">
              <a:off x="3575" y="1440"/>
              <a:ext cx="0" cy="15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8" name="Line 6"/>
            <p:cNvSpPr>
              <a:spLocks noChangeShapeType="1"/>
            </p:cNvSpPr>
            <p:nvPr/>
          </p:nvSpPr>
          <p:spPr bwMode="auto">
            <a:xfrm flipV="1">
              <a:off x="3996" y="1599"/>
              <a:ext cx="542" cy="47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4659" name="Object 7"/>
            <p:cNvGraphicFramePr>
              <a:graphicFrameLocks noChangeAspect="1"/>
            </p:cNvGraphicFramePr>
            <p:nvPr/>
          </p:nvGraphicFramePr>
          <p:xfrm>
            <a:off x="3382" y="2804"/>
            <a:ext cx="22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835" imgH="139518" progId="Equation.3">
                    <p:embed/>
                  </p:oleObj>
                </mc:Choice>
                <mc:Fallback>
                  <p:oleObj name="公式" r:id="rId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" y="2804"/>
                          <a:ext cx="224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60" name="Object 8"/>
            <p:cNvGraphicFramePr>
              <a:graphicFrameLocks noChangeAspect="1"/>
            </p:cNvGraphicFramePr>
            <p:nvPr/>
          </p:nvGraphicFramePr>
          <p:xfrm>
            <a:off x="4877" y="2768"/>
            <a:ext cx="271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700" imgH="139700" progId="Equation.3">
                    <p:embed/>
                  </p:oleObj>
                </mc:Choice>
                <mc:Fallback>
                  <p:oleObj name="公式" r:id="rId6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2768"/>
                          <a:ext cx="271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61" name="Object 9"/>
            <p:cNvGraphicFramePr>
              <a:graphicFrameLocks noChangeAspect="1"/>
            </p:cNvGraphicFramePr>
            <p:nvPr/>
          </p:nvGraphicFramePr>
          <p:xfrm>
            <a:off x="3296" y="1344"/>
            <a:ext cx="26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9579" imgH="164957" progId="Equation.3">
                    <p:embed/>
                  </p:oleObj>
                </mc:Choice>
                <mc:Fallback>
                  <p:oleObj name="公式" r:id="rId8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6" y="1344"/>
                          <a:ext cx="26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62" name="Arc 10"/>
            <p:cNvSpPr>
              <a:spLocks/>
            </p:cNvSpPr>
            <p:nvPr/>
          </p:nvSpPr>
          <p:spPr bwMode="auto">
            <a:xfrm flipH="1" flipV="1">
              <a:off x="3575" y="2076"/>
              <a:ext cx="1143" cy="753"/>
            </a:xfrm>
            <a:custGeom>
              <a:avLst/>
              <a:gdLst>
                <a:gd name="T0" fmla="*/ 3 w 21592"/>
                <a:gd name="T1" fmla="*/ 0 h 17095"/>
                <a:gd name="T2" fmla="*/ 2 w 21592"/>
                <a:gd name="T3" fmla="*/ 1 h 17095"/>
                <a:gd name="T4" fmla="*/ 0 w 21592"/>
                <a:gd name="T5" fmla="*/ 0 h 170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2" h="17095" fill="none" extrusionOk="0">
                  <a:moveTo>
                    <a:pt x="21592" y="582"/>
                  </a:moveTo>
                  <a:cubicBezTo>
                    <a:pt x="21417" y="7066"/>
                    <a:pt x="18337" y="13129"/>
                    <a:pt x="13203" y="17094"/>
                  </a:cubicBezTo>
                </a:path>
                <a:path w="21592" h="17095" stroke="0" extrusionOk="0">
                  <a:moveTo>
                    <a:pt x="21592" y="582"/>
                  </a:moveTo>
                  <a:cubicBezTo>
                    <a:pt x="21417" y="7066"/>
                    <a:pt x="18337" y="13129"/>
                    <a:pt x="13203" y="17094"/>
                  </a:cubicBezTo>
                  <a:lnTo>
                    <a:pt x="0" y="0"/>
                  </a:lnTo>
                  <a:lnTo>
                    <a:pt x="21592" y="582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3" name="Oval 11"/>
            <p:cNvSpPr>
              <a:spLocks noChangeArrowheads="1"/>
            </p:cNvSpPr>
            <p:nvPr/>
          </p:nvSpPr>
          <p:spPr bwMode="auto">
            <a:xfrm>
              <a:off x="3951" y="2076"/>
              <a:ext cx="60" cy="5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54664" name="Oval 12"/>
            <p:cNvSpPr>
              <a:spLocks noChangeArrowheads="1"/>
            </p:cNvSpPr>
            <p:nvPr/>
          </p:nvSpPr>
          <p:spPr bwMode="auto">
            <a:xfrm>
              <a:off x="3954" y="2432"/>
              <a:ext cx="60" cy="5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54665" name="Object 13"/>
            <p:cNvGraphicFramePr>
              <a:graphicFrameLocks noChangeAspect="1"/>
            </p:cNvGraphicFramePr>
            <p:nvPr/>
          </p:nvGraphicFramePr>
          <p:xfrm>
            <a:off x="3379" y="2341"/>
            <a:ext cx="181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341"/>
                          <a:ext cx="181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66" name="Object 14"/>
            <p:cNvGraphicFramePr>
              <a:graphicFrameLocks noChangeAspect="1"/>
            </p:cNvGraphicFramePr>
            <p:nvPr/>
          </p:nvGraphicFramePr>
          <p:xfrm>
            <a:off x="3952" y="2818"/>
            <a:ext cx="104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7569" imgH="304404" progId="Equation.3">
                    <p:embed/>
                  </p:oleObj>
                </mc:Choice>
                <mc:Fallback>
                  <p:oleObj name="公式" r:id="rId12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" y="2818"/>
                          <a:ext cx="104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67" name="Object 15"/>
            <p:cNvGraphicFramePr>
              <a:graphicFrameLocks noChangeAspect="1"/>
            </p:cNvGraphicFramePr>
            <p:nvPr/>
          </p:nvGraphicFramePr>
          <p:xfrm>
            <a:off x="3344" y="1979"/>
            <a:ext cx="20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4" y="1979"/>
                          <a:ext cx="20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68" name="Object 16"/>
            <p:cNvGraphicFramePr>
              <a:graphicFrameLocks noChangeAspect="1"/>
            </p:cNvGraphicFramePr>
            <p:nvPr/>
          </p:nvGraphicFramePr>
          <p:xfrm>
            <a:off x="4295" y="1358"/>
            <a:ext cx="799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83947" imgH="203112" progId="Equation.3">
                    <p:embed/>
                  </p:oleObj>
                </mc:Choice>
                <mc:Fallback>
                  <p:oleObj name="公式" r:id="rId16" imgW="58394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5" y="1358"/>
                          <a:ext cx="799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69" name="Object 17"/>
            <p:cNvGraphicFramePr>
              <a:graphicFrameLocks noChangeAspect="1"/>
            </p:cNvGraphicFramePr>
            <p:nvPr/>
          </p:nvGraphicFramePr>
          <p:xfrm>
            <a:off x="3790" y="2115"/>
            <a:ext cx="723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83947" imgH="241195" progId="Equation.3">
                    <p:embed/>
                  </p:oleObj>
                </mc:Choice>
                <mc:Fallback>
                  <p:oleObj name="公式" r:id="rId18" imgW="583947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0" y="2115"/>
                          <a:ext cx="723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70" name="Object 18"/>
            <p:cNvGraphicFramePr>
              <a:graphicFrameLocks noChangeAspect="1"/>
            </p:cNvGraphicFramePr>
            <p:nvPr/>
          </p:nvGraphicFramePr>
          <p:xfrm>
            <a:off x="4286" y="1752"/>
            <a:ext cx="99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580913" imgH="171334" progId="Equation.3">
                    <p:embed/>
                  </p:oleObj>
                </mc:Choice>
                <mc:Fallback>
                  <p:oleObj name="公式" r:id="rId20" imgW="580913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1752"/>
                          <a:ext cx="99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71" name="Line 19"/>
            <p:cNvSpPr>
              <a:spLocks noChangeShapeType="1"/>
            </p:cNvSpPr>
            <p:nvPr/>
          </p:nvSpPr>
          <p:spPr bwMode="auto">
            <a:xfrm>
              <a:off x="3969" y="2160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2" name="Line 20"/>
            <p:cNvSpPr>
              <a:spLocks noChangeShapeType="1"/>
            </p:cNvSpPr>
            <p:nvPr/>
          </p:nvSpPr>
          <p:spPr bwMode="auto">
            <a:xfrm flipH="1">
              <a:off x="3560" y="2115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3" name="Line 21"/>
            <p:cNvSpPr>
              <a:spLocks noChangeShapeType="1"/>
            </p:cNvSpPr>
            <p:nvPr/>
          </p:nvSpPr>
          <p:spPr bwMode="auto">
            <a:xfrm flipH="1">
              <a:off x="3560" y="2478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8118" name="Text Box 22"/>
          <p:cNvSpPr txBox="1">
            <a:spLocks noChangeArrowheads="1"/>
          </p:cNvSpPr>
          <p:nvPr/>
        </p:nvSpPr>
        <p:spPr bwMode="auto">
          <a:xfrm>
            <a:off x="1670052" y="2703380"/>
            <a:ext cx="1152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  <a:ea typeface="黑体" pitchFamily="2" charset="-122"/>
              </a:rPr>
              <a:t>解</a:t>
            </a:r>
            <a:endParaRPr lang="zh-CN" altLang="en-US" b="1" dirty="0">
              <a:solidFill>
                <a:srgbClr val="003300"/>
              </a:solidFill>
            </a:endParaRPr>
          </a:p>
        </p:txBody>
      </p:sp>
      <p:graphicFrame>
        <p:nvGraphicFramePr>
          <p:cNvPr id="3881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093941"/>
              </p:ext>
            </p:extLst>
          </p:nvPr>
        </p:nvGraphicFramePr>
        <p:xfrm>
          <a:off x="2520952" y="2668804"/>
          <a:ext cx="2152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00100" imgH="228600" progId="Equation.3">
                  <p:embed/>
                </p:oleObj>
              </mc:Choice>
              <mc:Fallback>
                <p:oleObj name="公式" r:id="rId22" imgW="800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2" y="2668804"/>
                        <a:ext cx="21526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535451"/>
              </p:ext>
            </p:extLst>
          </p:nvPr>
        </p:nvGraphicFramePr>
        <p:xfrm>
          <a:off x="4748253" y="2683091"/>
          <a:ext cx="18002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685800" imgH="228600" progId="Equation.3">
                  <p:embed/>
                </p:oleObj>
              </mc:Choice>
              <mc:Fallback>
                <p:oleObj name="公式" r:id="rId24" imgW="68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53" y="2683091"/>
                        <a:ext cx="18002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370712"/>
              </p:ext>
            </p:extLst>
          </p:nvPr>
        </p:nvGraphicFramePr>
        <p:xfrm>
          <a:off x="2192794" y="3407385"/>
          <a:ext cx="23749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65200" imgH="279400" progId="Equation.3">
                  <p:embed/>
                </p:oleObj>
              </mc:Choice>
              <mc:Fallback>
                <p:oleObj name="公式" r:id="rId26" imgW="9652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794" y="3407385"/>
                        <a:ext cx="237490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165152"/>
              </p:ext>
            </p:extLst>
          </p:nvPr>
        </p:nvGraphicFramePr>
        <p:xfrm>
          <a:off x="4527637" y="3449555"/>
          <a:ext cx="1872927" cy="50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49160" imgH="203040" progId="Equation.DSMT4">
                  <p:embed/>
                </p:oleObj>
              </mc:Choice>
              <mc:Fallback>
                <p:oleObj name="Equation" r:id="rId28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637" y="3449555"/>
                        <a:ext cx="1872927" cy="50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8123" name="Group 27"/>
          <p:cNvGrpSpPr>
            <a:grpSpLocks/>
          </p:cNvGrpSpPr>
          <p:nvPr/>
        </p:nvGrpSpPr>
        <p:grpSpPr bwMode="auto">
          <a:xfrm>
            <a:off x="1723438" y="4090358"/>
            <a:ext cx="5534026" cy="584200"/>
            <a:chOff x="510" y="2177"/>
            <a:chExt cx="3486" cy="368"/>
          </a:xfrm>
        </p:grpSpPr>
        <p:graphicFrame>
          <p:nvGraphicFramePr>
            <p:cNvPr id="154654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975200"/>
                </p:ext>
              </p:extLst>
            </p:nvPr>
          </p:nvGraphicFramePr>
          <p:xfrm>
            <a:off x="510" y="2177"/>
            <a:ext cx="348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006280" imgH="215640" progId="Equation.DSMT4">
                    <p:embed/>
                  </p:oleObj>
                </mc:Choice>
                <mc:Fallback>
                  <p:oleObj name="Equation" r:id="rId30" imgW="20062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" y="2177"/>
                          <a:ext cx="3486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55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058763"/>
                </p:ext>
              </p:extLst>
            </p:nvPr>
          </p:nvGraphicFramePr>
          <p:xfrm>
            <a:off x="2523" y="2180"/>
            <a:ext cx="1385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812520" imgH="203040" progId="Equation.DSMT4">
                    <p:embed/>
                  </p:oleObj>
                </mc:Choice>
                <mc:Fallback>
                  <p:oleObj name="Equation" r:id="rId32" imgW="8125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3" y="2180"/>
                          <a:ext cx="1385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812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214762"/>
              </p:ext>
            </p:extLst>
          </p:nvPr>
        </p:nvGraphicFramePr>
        <p:xfrm>
          <a:off x="2469359" y="4815910"/>
          <a:ext cx="4750165" cy="1308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942920" imgH="507960" progId="Equation.DSMT4">
                  <p:embed/>
                </p:oleObj>
              </mc:Choice>
              <mc:Fallback>
                <p:oleObj name="Equation" r:id="rId34" imgW="19429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359" y="4815910"/>
                        <a:ext cx="4750165" cy="1308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417455"/>
              </p:ext>
            </p:extLst>
          </p:nvPr>
        </p:nvGraphicFramePr>
        <p:xfrm>
          <a:off x="9184071" y="3312141"/>
          <a:ext cx="17462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647541" imgH="200179" progId="Equation.3">
                  <p:embed/>
                </p:oleObj>
              </mc:Choice>
              <mc:Fallback>
                <p:oleObj name="公式" r:id="rId36" imgW="647541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4071" y="3312141"/>
                        <a:ext cx="174625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8128" name="Group 32"/>
          <p:cNvGrpSpPr>
            <a:grpSpLocks/>
          </p:cNvGrpSpPr>
          <p:nvPr/>
        </p:nvGrpSpPr>
        <p:grpSpPr bwMode="auto">
          <a:xfrm>
            <a:off x="8178375" y="3568522"/>
            <a:ext cx="2940050" cy="2660650"/>
            <a:chOff x="3616" y="2208"/>
            <a:chExt cx="1852" cy="1676"/>
          </a:xfrm>
        </p:grpSpPr>
        <p:sp>
          <p:nvSpPr>
            <p:cNvPr id="154641" name="Line 33"/>
            <p:cNvSpPr>
              <a:spLocks noChangeShapeType="1"/>
            </p:cNvSpPr>
            <p:nvPr/>
          </p:nvSpPr>
          <p:spPr bwMode="auto">
            <a:xfrm>
              <a:off x="3674" y="3628"/>
              <a:ext cx="16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2" name="Line 34"/>
            <p:cNvSpPr>
              <a:spLocks noChangeShapeType="1"/>
            </p:cNvSpPr>
            <p:nvPr/>
          </p:nvSpPr>
          <p:spPr bwMode="auto">
            <a:xfrm flipV="1">
              <a:off x="3895" y="2304"/>
              <a:ext cx="0" cy="15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3" name="Line 35"/>
            <p:cNvSpPr>
              <a:spLocks noChangeShapeType="1"/>
            </p:cNvSpPr>
            <p:nvPr/>
          </p:nvSpPr>
          <p:spPr bwMode="auto">
            <a:xfrm flipV="1">
              <a:off x="4316" y="2463"/>
              <a:ext cx="542" cy="47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4644" name="Object 36"/>
            <p:cNvGraphicFramePr>
              <a:graphicFrameLocks noChangeAspect="1"/>
            </p:cNvGraphicFramePr>
            <p:nvPr/>
          </p:nvGraphicFramePr>
          <p:xfrm>
            <a:off x="3702" y="3668"/>
            <a:ext cx="22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126835" imgH="139518" progId="Equation.3">
                    <p:embed/>
                  </p:oleObj>
                </mc:Choice>
                <mc:Fallback>
                  <p:oleObj name="公式" r:id="rId38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2" y="3668"/>
                          <a:ext cx="224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45" name="Object 37"/>
            <p:cNvGraphicFramePr>
              <a:graphicFrameLocks noChangeAspect="1"/>
            </p:cNvGraphicFramePr>
            <p:nvPr/>
          </p:nvGraphicFramePr>
          <p:xfrm>
            <a:off x="5197" y="3632"/>
            <a:ext cx="271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9" imgW="139700" imgH="139700" progId="Equation.3">
                    <p:embed/>
                  </p:oleObj>
                </mc:Choice>
                <mc:Fallback>
                  <p:oleObj name="公式" r:id="rId39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7" y="3632"/>
                          <a:ext cx="271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46" name="Object 38"/>
            <p:cNvGraphicFramePr>
              <a:graphicFrameLocks noChangeAspect="1"/>
            </p:cNvGraphicFramePr>
            <p:nvPr/>
          </p:nvGraphicFramePr>
          <p:xfrm>
            <a:off x="3616" y="2208"/>
            <a:ext cx="26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139579" imgH="164957" progId="Equation.3">
                    <p:embed/>
                  </p:oleObj>
                </mc:Choice>
                <mc:Fallback>
                  <p:oleObj name="公式" r:id="rId40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6" y="2208"/>
                          <a:ext cx="26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47" name="Arc 39"/>
            <p:cNvSpPr>
              <a:spLocks/>
            </p:cNvSpPr>
            <p:nvPr/>
          </p:nvSpPr>
          <p:spPr bwMode="auto">
            <a:xfrm flipH="1" flipV="1">
              <a:off x="3895" y="2940"/>
              <a:ext cx="1143" cy="753"/>
            </a:xfrm>
            <a:custGeom>
              <a:avLst/>
              <a:gdLst>
                <a:gd name="T0" fmla="*/ 3 w 21592"/>
                <a:gd name="T1" fmla="*/ 0 h 17095"/>
                <a:gd name="T2" fmla="*/ 2 w 21592"/>
                <a:gd name="T3" fmla="*/ 1 h 17095"/>
                <a:gd name="T4" fmla="*/ 0 w 21592"/>
                <a:gd name="T5" fmla="*/ 0 h 170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2" h="17095" fill="none" extrusionOk="0">
                  <a:moveTo>
                    <a:pt x="21592" y="582"/>
                  </a:moveTo>
                  <a:cubicBezTo>
                    <a:pt x="21417" y="7066"/>
                    <a:pt x="18337" y="13129"/>
                    <a:pt x="13203" y="17094"/>
                  </a:cubicBezTo>
                </a:path>
                <a:path w="21592" h="17095" stroke="0" extrusionOk="0">
                  <a:moveTo>
                    <a:pt x="21592" y="582"/>
                  </a:moveTo>
                  <a:cubicBezTo>
                    <a:pt x="21417" y="7066"/>
                    <a:pt x="18337" y="13129"/>
                    <a:pt x="13203" y="17094"/>
                  </a:cubicBezTo>
                  <a:lnTo>
                    <a:pt x="0" y="0"/>
                  </a:lnTo>
                  <a:lnTo>
                    <a:pt x="21592" y="582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8" name="Oval 40"/>
            <p:cNvSpPr>
              <a:spLocks noChangeArrowheads="1"/>
            </p:cNvSpPr>
            <p:nvPr/>
          </p:nvSpPr>
          <p:spPr bwMode="auto">
            <a:xfrm>
              <a:off x="4271" y="2940"/>
              <a:ext cx="60" cy="5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54649" name="Object 41"/>
            <p:cNvGraphicFramePr>
              <a:graphicFrameLocks noChangeAspect="1"/>
            </p:cNvGraphicFramePr>
            <p:nvPr/>
          </p:nvGraphicFramePr>
          <p:xfrm>
            <a:off x="3699" y="3205"/>
            <a:ext cx="181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114151" imgH="164885" progId="Equation.3">
                    <p:embed/>
                  </p:oleObj>
                </mc:Choice>
                <mc:Fallback>
                  <p:oleObj name="公式" r:id="rId41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9" y="3205"/>
                          <a:ext cx="181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50" name="Object 42"/>
            <p:cNvGraphicFramePr>
              <a:graphicFrameLocks noChangeAspect="1"/>
            </p:cNvGraphicFramePr>
            <p:nvPr/>
          </p:nvGraphicFramePr>
          <p:xfrm>
            <a:off x="4272" y="3682"/>
            <a:ext cx="104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177569" imgH="304404" progId="Equation.3">
                    <p:embed/>
                  </p:oleObj>
                </mc:Choice>
                <mc:Fallback>
                  <p:oleObj name="公式" r:id="rId42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3682"/>
                          <a:ext cx="104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51" name="Object 43"/>
            <p:cNvGraphicFramePr>
              <a:graphicFrameLocks noChangeAspect="1"/>
            </p:cNvGraphicFramePr>
            <p:nvPr/>
          </p:nvGraphicFramePr>
          <p:xfrm>
            <a:off x="3664" y="2843"/>
            <a:ext cx="20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126780" imgH="164814" progId="Equation.3">
                    <p:embed/>
                  </p:oleObj>
                </mc:Choice>
                <mc:Fallback>
                  <p:oleObj name="公式" r:id="rId43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4" y="2843"/>
                          <a:ext cx="20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52" name="Line 44"/>
            <p:cNvSpPr>
              <a:spLocks noChangeShapeType="1"/>
            </p:cNvSpPr>
            <p:nvPr/>
          </p:nvSpPr>
          <p:spPr bwMode="auto">
            <a:xfrm>
              <a:off x="4309" y="2997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3" name="Line 45"/>
            <p:cNvSpPr>
              <a:spLocks noChangeShapeType="1"/>
            </p:cNvSpPr>
            <p:nvPr/>
          </p:nvSpPr>
          <p:spPr bwMode="auto">
            <a:xfrm flipH="1">
              <a:off x="3891" y="2961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8142" name="Oval 46"/>
          <p:cNvSpPr>
            <a:spLocks noChangeArrowheads="1"/>
          </p:cNvSpPr>
          <p:nvPr/>
        </p:nvSpPr>
        <p:spPr bwMode="auto">
          <a:xfrm>
            <a:off x="9214742" y="4694853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88143" name="Group 47"/>
          <p:cNvGrpSpPr>
            <a:grpSpLocks/>
          </p:cNvGrpSpPr>
          <p:nvPr/>
        </p:nvGrpSpPr>
        <p:grpSpPr bwMode="auto">
          <a:xfrm>
            <a:off x="8624795" y="5252108"/>
            <a:ext cx="720725" cy="147637"/>
            <a:chOff x="3878" y="3294"/>
            <a:chExt cx="454" cy="93"/>
          </a:xfrm>
        </p:grpSpPr>
        <p:sp>
          <p:nvSpPr>
            <p:cNvPr id="154639" name="Oval 48"/>
            <p:cNvSpPr>
              <a:spLocks noChangeArrowheads="1"/>
            </p:cNvSpPr>
            <p:nvPr/>
          </p:nvSpPr>
          <p:spPr bwMode="auto">
            <a:xfrm>
              <a:off x="4241" y="3294"/>
              <a:ext cx="91" cy="9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54640" name="Line 49"/>
            <p:cNvSpPr>
              <a:spLocks noChangeShapeType="1"/>
            </p:cNvSpPr>
            <p:nvPr/>
          </p:nvSpPr>
          <p:spPr bwMode="auto">
            <a:xfrm flipH="1">
              <a:off x="3878" y="333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972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8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18" grpId="0" autoUpdateAnimBg="0"/>
      <p:bldP spid="3881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712549"/>
              </p:ext>
            </p:extLst>
          </p:nvPr>
        </p:nvGraphicFramePr>
        <p:xfrm>
          <a:off x="2081368" y="719137"/>
          <a:ext cx="6669088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51100" imgH="457200" progId="Equation.3">
                  <p:embed/>
                </p:oleObj>
              </mc:Choice>
              <mc:Fallback>
                <p:oleObj name="公式" r:id="rId2" imgW="2451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368" y="719137"/>
                        <a:ext cx="6669088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3" name="Object 3"/>
          <p:cNvGraphicFramePr>
            <a:graphicFrameLocks noChangeAspect="1"/>
          </p:cNvGraphicFramePr>
          <p:nvPr/>
        </p:nvGraphicFramePr>
        <p:xfrm>
          <a:off x="3071813" y="2276475"/>
          <a:ext cx="177641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5800" imgH="228600" progId="Equation.3">
                  <p:embed/>
                </p:oleObj>
              </mc:Choice>
              <mc:Fallback>
                <p:oleObj name="公式" r:id="rId4" imgW="68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276475"/>
                        <a:ext cx="1776412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4" name="Object 4"/>
          <p:cNvGraphicFramePr>
            <a:graphicFrameLocks noChangeAspect="1"/>
          </p:cNvGraphicFramePr>
          <p:nvPr/>
        </p:nvGraphicFramePr>
        <p:xfrm>
          <a:off x="5343525" y="2276475"/>
          <a:ext cx="176053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85800" imgH="228600" progId="Equation.3">
                  <p:embed/>
                </p:oleObj>
              </mc:Choice>
              <mc:Fallback>
                <p:oleObj name="公式" r:id="rId6" imgW="68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2276475"/>
                        <a:ext cx="1760538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5" name="Object 5"/>
          <p:cNvGraphicFramePr>
            <a:graphicFrameLocks noChangeAspect="1"/>
          </p:cNvGraphicFramePr>
          <p:nvPr/>
        </p:nvGraphicFramePr>
        <p:xfrm>
          <a:off x="3154363" y="3213101"/>
          <a:ext cx="30861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17600" imgH="228600" progId="Equation.3">
                  <p:embed/>
                </p:oleObj>
              </mc:Choice>
              <mc:Fallback>
                <p:oleObj name="公式" r:id="rId8" imgW="1117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3213101"/>
                        <a:ext cx="30861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26" name="Text Box 6"/>
          <p:cNvSpPr txBox="1">
            <a:spLocks noChangeArrowheads="1"/>
          </p:cNvSpPr>
          <p:nvPr/>
        </p:nvSpPr>
        <p:spPr bwMode="auto">
          <a:xfrm>
            <a:off x="2135189" y="2308225"/>
            <a:ext cx="1152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389127" name="Group 7"/>
          <p:cNvGrpSpPr>
            <a:grpSpLocks/>
          </p:cNvGrpSpPr>
          <p:nvPr/>
        </p:nvGrpSpPr>
        <p:grpSpPr bwMode="auto">
          <a:xfrm>
            <a:off x="7233599" y="1838615"/>
            <a:ext cx="3033713" cy="2144713"/>
            <a:chOff x="3600" y="1162"/>
            <a:chExt cx="1911" cy="1351"/>
          </a:xfrm>
        </p:grpSpPr>
        <p:sp>
          <p:nvSpPr>
            <p:cNvPr id="155661" name="Line 8"/>
            <p:cNvSpPr>
              <a:spLocks noChangeShapeType="1"/>
            </p:cNvSpPr>
            <p:nvPr/>
          </p:nvSpPr>
          <p:spPr bwMode="auto">
            <a:xfrm>
              <a:off x="3600" y="2261"/>
              <a:ext cx="16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62" name="Line 9"/>
            <p:cNvSpPr>
              <a:spLocks noChangeShapeType="1"/>
            </p:cNvSpPr>
            <p:nvPr/>
          </p:nvSpPr>
          <p:spPr bwMode="auto">
            <a:xfrm flipV="1">
              <a:off x="4416" y="1253"/>
              <a:ext cx="0" cy="1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63" name="Line 10"/>
            <p:cNvSpPr>
              <a:spLocks noChangeShapeType="1"/>
            </p:cNvSpPr>
            <p:nvPr/>
          </p:nvSpPr>
          <p:spPr bwMode="auto">
            <a:xfrm flipV="1">
              <a:off x="4416" y="1493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64" name="Line 11"/>
            <p:cNvSpPr>
              <a:spLocks noChangeShapeType="1"/>
            </p:cNvSpPr>
            <p:nvPr/>
          </p:nvSpPr>
          <p:spPr bwMode="auto">
            <a:xfrm flipH="1" flipV="1">
              <a:off x="3984" y="1829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5665" name="Object 12"/>
            <p:cNvGraphicFramePr>
              <a:graphicFrameLocks noChangeAspect="1"/>
            </p:cNvGraphicFramePr>
            <p:nvPr/>
          </p:nvGraphicFramePr>
          <p:xfrm>
            <a:off x="4252" y="2296"/>
            <a:ext cx="170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26835" imgH="139518" progId="Equation.3">
                    <p:embed/>
                  </p:oleObj>
                </mc:Choice>
                <mc:Fallback>
                  <p:oleObj name="公式" r:id="rId10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2" y="2296"/>
                          <a:ext cx="170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666" name="Object 13"/>
            <p:cNvGraphicFramePr>
              <a:graphicFrameLocks noChangeAspect="1"/>
            </p:cNvGraphicFramePr>
            <p:nvPr/>
          </p:nvGraphicFramePr>
          <p:xfrm>
            <a:off x="5193" y="2331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700" imgH="139700" progId="Equation.3">
                    <p:embed/>
                  </p:oleObj>
                </mc:Choice>
                <mc:Fallback>
                  <p:oleObj name="公式" r:id="rId12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2331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667" name="Object 14"/>
            <p:cNvGraphicFramePr>
              <a:graphicFrameLocks noChangeAspect="1"/>
            </p:cNvGraphicFramePr>
            <p:nvPr/>
          </p:nvGraphicFramePr>
          <p:xfrm>
            <a:off x="4227" y="1162"/>
            <a:ext cx="195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9579" imgH="164957" progId="Equation.3">
                    <p:embed/>
                  </p:oleObj>
                </mc:Choice>
                <mc:Fallback>
                  <p:oleObj name="公式" r:id="rId14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7" y="1162"/>
                          <a:ext cx="195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68" name="Oval 15"/>
            <p:cNvSpPr>
              <a:spLocks noChangeArrowheads="1"/>
            </p:cNvSpPr>
            <p:nvPr/>
          </p:nvSpPr>
          <p:spPr bwMode="auto">
            <a:xfrm>
              <a:off x="4392" y="1877"/>
              <a:ext cx="76" cy="5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55669" name="Object 16"/>
            <p:cNvGraphicFramePr>
              <a:graphicFrameLocks noChangeAspect="1"/>
            </p:cNvGraphicFramePr>
            <p:nvPr/>
          </p:nvGraphicFramePr>
          <p:xfrm>
            <a:off x="4241" y="1764"/>
            <a:ext cx="14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14151" imgH="164885" progId="Equation.3">
                    <p:embed/>
                  </p:oleObj>
                </mc:Choice>
                <mc:Fallback>
                  <p:oleObj name="公式" r:id="rId16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1764"/>
                          <a:ext cx="149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70" name="Oval 17"/>
            <p:cNvSpPr>
              <a:spLocks noChangeArrowheads="1"/>
            </p:cNvSpPr>
            <p:nvPr/>
          </p:nvSpPr>
          <p:spPr bwMode="auto">
            <a:xfrm>
              <a:off x="4410" y="2239"/>
              <a:ext cx="29" cy="29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55671" name="Object 18"/>
            <p:cNvGraphicFramePr>
              <a:graphicFrameLocks noChangeAspect="1"/>
            </p:cNvGraphicFramePr>
            <p:nvPr/>
          </p:nvGraphicFramePr>
          <p:xfrm>
            <a:off x="4514" y="1207"/>
            <a:ext cx="99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80913" imgH="171334" progId="Equation.3">
                    <p:embed/>
                  </p:oleObj>
                </mc:Choice>
                <mc:Fallback>
                  <p:oleObj name="公式" r:id="rId18" imgW="580913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1207"/>
                          <a:ext cx="997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139" name="Group 19"/>
          <p:cNvGrpSpPr>
            <a:grpSpLocks/>
          </p:cNvGrpSpPr>
          <p:nvPr/>
        </p:nvGrpSpPr>
        <p:grpSpPr bwMode="auto">
          <a:xfrm>
            <a:off x="3098800" y="4292600"/>
            <a:ext cx="5822950" cy="566738"/>
            <a:chOff x="321" y="2795"/>
            <a:chExt cx="3668" cy="357"/>
          </a:xfrm>
        </p:grpSpPr>
        <p:graphicFrame>
          <p:nvGraphicFramePr>
            <p:cNvPr id="155659" name="Object 20"/>
            <p:cNvGraphicFramePr>
              <a:graphicFrameLocks noChangeAspect="1"/>
            </p:cNvGraphicFramePr>
            <p:nvPr/>
          </p:nvGraphicFramePr>
          <p:xfrm>
            <a:off x="321" y="2795"/>
            <a:ext cx="366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094591" imgH="215806" progId="Equation.3">
                    <p:embed/>
                  </p:oleObj>
                </mc:Choice>
                <mc:Fallback>
                  <p:oleObj name="公式" r:id="rId20" imgW="2094591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" y="2795"/>
                          <a:ext cx="366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66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7534705"/>
                </p:ext>
              </p:extLst>
            </p:nvPr>
          </p:nvGraphicFramePr>
          <p:xfrm>
            <a:off x="2410" y="2795"/>
            <a:ext cx="133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781144" imgH="190449" progId="Equation.3">
                    <p:embed/>
                  </p:oleObj>
                </mc:Choice>
                <mc:Fallback>
                  <p:oleObj name="公式" r:id="rId22" imgW="78114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0" y="2795"/>
                          <a:ext cx="1335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1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699749"/>
              </p:ext>
            </p:extLst>
          </p:nvPr>
        </p:nvGraphicFramePr>
        <p:xfrm>
          <a:off x="2424115" y="5183188"/>
          <a:ext cx="2735782" cy="530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52572" imgH="190449" progId="Equation.3">
                  <p:embed/>
                </p:oleObj>
              </mc:Choice>
              <mc:Fallback>
                <p:oleObj name="公式" r:id="rId24" imgW="952572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5" y="5183188"/>
                        <a:ext cx="2735782" cy="530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07695"/>
              </p:ext>
            </p:extLst>
          </p:nvPr>
        </p:nvGraphicFramePr>
        <p:xfrm>
          <a:off x="5343525" y="5168610"/>
          <a:ext cx="4927861" cy="544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685827" imgH="190449" progId="Equation.3">
                  <p:embed/>
                </p:oleObj>
              </mc:Choice>
              <mc:Fallback>
                <p:oleObj name="公式" r:id="rId26" imgW="168582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5168610"/>
                        <a:ext cx="4927861" cy="544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44491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0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915458"/>
              </p:ext>
            </p:extLst>
          </p:nvPr>
        </p:nvGraphicFramePr>
        <p:xfrm>
          <a:off x="2155176" y="240500"/>
          <a:ext cx="51498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19300" imgH="393700" progId="Equation.3">
                  <p:embed/>
                </p:oleObj>
              </mc:Choice>
              <mc:Fallback>
                <p:oleObj name="公式" r:id="rId2" imgW="201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176" y="240500"/>
                        <a:ext cx="5149850" cy="1006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0147" name="Text Box 3"/>
          <p:cNvSpPr txBox="1">
            <a:spLocks noChangeArrowheads="1"/>
          </p:cNvSpPr>
          <p:nvPr/>
        </p:nvSpPr>
        <p:spPr bwMode="auto">
          <a:xfrm>
            <a:off x="1991544" y="1318413"/>
            <a:ext cx="1357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390148" name="Group 4"/>
          <p:cNvGrpSpPr>
            <a:grpSpLocks/>
          </p:cNvGrpSpPr>
          <p:nvPr/>
        </p:nvGrpSpPr>
        <p:grpSpPr bwMode="auto">
          <a:xfrm>
            <a:off x="7573963" y="2578100"/>
            <a:ext cx="3733800" cy="2398713"/>
            <a:chOff x="3216" y="1225"/>
            <a:chExt cx="2352" cy="1511"/>
          </a:xfrm>
        </p:grpSpPr>
        <p:graphicFrame>
          <p:nvGraphicFramePr>
            <p:cNvPr id="156687" name="Object 5"/>
            <p:cNvGraphicFramePr>
              <a:graphicFrameLocks noChangeAspect="1"/>
            </p:cNvGraphicFramePr>
            <p:nvPr/>
          </p:nvGraphicFramePr>
          <p:xfrm>
            <a:off x="3216" y="1225"/>
            <a:ext cx="2352" cy="1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4" imgW="3452159" imgH="2133785" progId="Paint.Picture">
                    <p:embed/>
                  </p:oleObj>
                </mc:Choice>
                <mc:Fallback>
                  <p:oleObj name="BMP 图象" r:id="rId4" imgW="3452159" imgH="2133785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225"/>
                          <a:ext cx="2352" cy="151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6688" name="Object 6"/>
            <p:cNvGraphicFramePr>
              <a:graphicFrameLocks noChangeAspect="1"/>
            </p:cNvGraphicFramePr>
            <p:nvPr/>
          </p:nvGraphicFramePr>
          <p:xfrm>
            <a:off x="4753" y="1614"/>
            <a:ext cx="529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04798" imgH="809754" progId="Equation.3">
                    <p:embed/>
                  </p:oleObj>
                </mc:Choice>
                <mc:Fallback>
                  <p:oleObj name="公式" r:id="rId6" imgW="1304798" imgH="80975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3" y="1614"/>
                          <a:ext cx="529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0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358550"/>
              </p:ext>
            </p:extLst>
          </p:nvPr>
        </p:nvGraphicFramePr>
        <p:xfrm>
          <a:off x="3010695" y="1216022"/>
          <a:ext cx="4669481" cy="95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16868" imgH="393529" progId="Equation.3">
                  <p:embed/>
                </p:oleObj>
              </mc:Choice>
              <mc:Fallback>
                <p:oleObj name="公式" r:id="rId8" imgW="191686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695" y="1216022"/>
                        <a:ext cx="4669481" cy="958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892354"/>
              </p:ext>
            </p:extLst>
          </p:nvPr>
        </p:nvGraphicFramePr>
        <p:xfrm>
          <a:off x="2218617" y="2124075"/>
          <a:ext cx="388778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84300" imgH="393700" progId="Equation.3">
                  <p:embed/>
                </p:oleObj>
              </mc:Choice>
              <mc:Fallback>
                <p:oleObj name="公式" r:id="rId10" imgW="1384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617" y="2124075"/>
                        <a:ext cx="3887788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380236"/>
              </p:ext>
            </p:extLst>
          </p:nvPr>
        </p:nvGraphicFramePr>
        <p:xfrm>
          <a:off x="7731127" y="1192008"/>
          <a:ext cx="23463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65200" imgH="393700" progId="Equation.3">
                  <p:embed/>
                </p:oleObj>
              </mc:Choice>
              <mc:Fallback>
                <p:oleObj name="公式" r:id="rId12" imgW="965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27" y="1192008"/>
                        <a:ext cx="234632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841506"/>
              </p:ext>
            </p:extLst>
          </p:nvPr>
        </p:nvGraphicFramePr>
        <p:xfrm>
          <a:off x="2208213" y="3860800"/>
          <a:ext cx="4175819" cy="157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01800" imgH="635000" progId="Equation.3">
                  <p:embed/>
                </p:oleObj>
              </mc:Choice>
              <mc:Fallback>
                <p:oleObj name="公式" r:id="rId14" imgW="1701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860800"/>
                        <a:ext cx="4175819" cy="1571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0155" name="Group 11"/>
          <p:cNvGrpSpPr>
            <a:grpSpLocks/>
          </p:cNvGrpSpPr>
          <p:nvPr/>
        </p:nvGrpSpPr>
        <p:grpSpPr bwMode="auto">
          <a:xfrm>
            <a:off x="2190751" y="3284538"/>
            <a:ext cx="4481513" cy="557212"/>
            <a:chOff x="335" y="2251"/>
            <a:chExt cx="2823" cy="351"/>
          </a:xfrm>
        </p:grpSpPr>
        <p:graphicFrame>
          <p:nvGraphicFramePr>
            <p:cNvPr id="156685" name="Object 12"/>
            <p:cNvGraphicFramePr>
              <a:graphicFrameLocks noChangeAspect="1"/>
            </p:cNvGraphicFramePr>
            <p:nvPr/>
          </p:nvGraphicFramePr>
          <p:xfrm>
            <a:off x="335" y="2251"/>
            <a:ext cx="282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75673" imgH="215806" progId="Equation.3">
                    <p:embed/>
                  </p:oleObj>
                </mc:Choice>
                <mc:Fallback>
                  <p:oleObj name="公式" r:id="rId16" imgW="1675673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" y="2251"/>
                          <a:ext cx="282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668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4165080"/>
                </p:ext>
              </p:extLst>
            </p:nvPr>
          </p:nvGraphicFramePr>
          <p:xfrm>
            <a:off x="1462" y="2251"/>
            <a:ext cx="1605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971658" imgH="190449" progId="Equation.3">
                    <p:embed/>
                  </p:oleObj>
                </mc:Choice>
                <mc:Fallback>
                  <p:oleObj name="公式" r:id="rId18" imgW="971658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2" y="2251"/>
                          <a:ext cx="1605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0158" name="Group 14"/>
          <p:cNvGrpSpPr>
            <a:grpSpLocks/>
          </p:cNvGrpSpPr>
          <p:nvPr/>
        </p:nvGrpSpPr>
        <p:grpSpPr bwMode="auto">
          <a:xfrm>
            <a:off x="2346327" y="5489580"/>
            <a:ext cx="6400800" cy="582613"/>
            <a:chOff x="463" y="3458"/>
            <a:chExt cx="4032" cy="367"/>
          </a:xfrm>
        </p:grpSpPr>
        <p:graphicFrame>
          <p:nvGraphicFramePr>
            <p:cNvPr id="15668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5222029"/>
                </p:ext>
              </p:extLst>
            </p:nvPr>
          </p:nvGraphicFramePr>
          <p:xfrm>
            <a:off x="463" y="3476"/>
            <a:ext cx="4032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666880" imgH="215640" progId="Equation.DSMT4">
                    <p:embed/>
                  </p:oleObj>
                </mc:Choice>
                <mc:Fallback>
                  <p:oleObj name="Equation" r:id="rId20" imgW="266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" y="3476"/>
                          <a:ext cx="4032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668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1954041"/>
                </p:ext>
              </p:extLst>
            </p:nvPr>
          </p:nvGraphicFramePr>
          <p:xfrm>
            <a:off x="3008" y="3458"/>
            <a:ext cx="1398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809600" imgH="190449" progId="Equation.3">
                    <p:embed/>
                  </p:oleObj>
                </mc:Choice>
                <mc:Fallback>
                  <p:oleObj name="公式" r:id="rId22" imgW="809600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8" y="3458"/>
                          <a:ext cx="1398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998573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1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077256"/>
              </p:ext>
            </p:extLst>
          </p:nvPr>
        </p:nvGraphicFramePr>
        <p:xfrm>
          <a:off x="2054807" y="770732"/>
          <a:ext cx="6264275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51100" imgH="609600" progId="Equation.3">
                  <p:embed/>
                </p:oleObj>
              </mc:Choice>
              <mc:Fallback>
                <p:oleObj name="公式" r:id="rId2" imgW="24511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807" y="770732"/>
                        <a:ext cx="6264275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1" name="Text Box 3"/>
          <p:cNvSpPr txBox="1">
            <a:spLocks noChangeArrowheads="1"/>
          </p:cNvSpPr>
          <p:nvPr/>
        </p:nvSpPr>
        <p:spPr bwMode="auto">
          <a:xfrm>
            <a:off x="1982845" y="2581275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391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53580"/>
              </p:ext>
            </p:extLst>
          </p:nvPr>
        </p:nvGraphicFramePr>
        <p:xfrm>
          <a:off x="3044881" y="2517776"/>
          <a:ext cx="361473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95400" imgH="228600" progId="Equation.3">
                  <p:embed/>
                </p:oleObj>
              </mc:Choice>
              <mc:Fallback>
                <p:oleObj name="公式" r:id="rId4" imgW="1295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81" y="2517776"/>
                        <a:ext cx="3614738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1173" name="Group 5"/>
          <p:cNvGrpSpPr>
            <a:grpSpLocks/>
          </p:cNvGrpSpPr>
          <p:nvPr/>
        </p:nvGrpSpPr>
        <p:grpSpPr bwMode="auto">
          <a:xfrm>
            <a:off x="2838450" y="5213351"/>
            <a:ext cx="5624513" cy="541338"/>
            <a:chOff x="432" y="2160"/>
            <a:chExt cx="3543" cy="341"/>
          </a:xfrm>
        </p:grpSpPr>
        <p:graphicFrame>
          <p:nvGraphicFramePr>
            <p:cNvPr id="15771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1270849"/>
                </p:ext>
              </p:extLst>
            </p:nvPr>
          </p:nvGraphicFramePr>
          <p:xfrm>
            <a:off x="432" y="2160"/>
            <a:ext cx="3543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120900" imgH="215900" progId="Equation.3">
                    <p:embed/>
                  </p:oleObj>
                </mc:Choice>
                <mc:Fallback>
                  <p:oleObj name="公式" r:id="rId6" imgW="2120900" imgH="215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160"/>
                          <a:ext cx="3543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71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92579167"/>
                </p:ext>
              </p:extLst>
            </p:nvPr>
          </p:nvGraphicFramePr>
          <p:xfrm>
            <a:off x="2416" y="2160"/>
            <a:ext cx="134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819316" imgH="190449" progId="Equation.3">
                    <p:embed/>
                  </p:oleObj>
                </mc:Choice>
                <mc:Fallback>
                  <p:oleObj name="公式" r:id="rId8" imgW="819316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160"/>
                          <a:ext cx="1345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76" name="Group 8"/>
          <p:cNvGrpSpPr>
            <a:grpSpLocks/>
          </p:cNvGrpSpPr>
          <p:nvPr/>
        </p:nvGrpSpPr>
        <p:grpSpPr bwMode="auto">
          <a:xfrm>
            <a:off x="3047206" y="4249738"/>
            <a:ext cx="2716213" cy="581025"/>
            <a:chOff x="2035" y="1427"/>
            <a:chExt cx="1711" cy="366"/>
          </a:xfrm>
        </p:grpSpPr>
        <p:graphicFrame>
          <p:nvGraphicFramePr>
            <p:cNvPr id="15771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8566301"/>
                </p:ext>
              </p:extLst>
            </p:nvPr>
          </p:nvGraphicFramePr>
          <p:xfrm>
            <a:off x="2035" y="1427"/>
            <a:ext cx="1711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066800" imgH="228600" progId="Equation.3">
                    <p:embed/>
                  </p:oleObj>
                </mc:Choice>
                <mc:Fallback>
                  <p:oleObj name="公式" r:id="rId10" imgW="10668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5" y="1427"/>
                          <a:ext cx="1711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71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7731675"/>
                </p:ext>
              </p:extLst>
            </p:nvPr>
          </p:nvGraphicFramePr>
          <p:xfrm>
            <a:off x="2885" y="1485"/>
            <a:ext cx="76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19201" imgH="152567" progId="Equation.3">
                    <p:embed/>
                  </p:oleObj>
                </mc:Choice>
                <mc:Fallback>
                  <p:oleObj name="公式" r:id="rId12" imgW="419201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5" y="1485"/>
                          <a:ext cx="76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79" name="Group 11"/>
          <p:cNvGrpSpPr>
            <a:grpSpLocks/>
          </p:cNvGrpSpPr>
          <p:nvPr/>
        </p:nvGrpSpPr>
        <p:grpSpPr bwMode="auto">
          <a:xfrm>
            <a:off x="7992882" y="2063751"/>
            <a:ext cx="2935287" cy="2278062"/>
            <a:chOff x="4025" y="1162"/>
            <a:chExt cx="1849" cy="1435"/>
          </a:xfrm>
        </p:grpSpPr>
        <p:sp>
          <p:nvSpPr>
            <p:cNvPr id="157705" name="Line 12"/>
            <p:cNvSpPr>
              <a:spLocks noChangeShapeType="1"/>
            </p:cNvSpPr>
            <p:nvPr/>
          </p:nvSpPr>
          <p:spPr bwMode="auto">
            <a:xfrm>
              <a:off x="4025" y="1973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706" name="Line 13"/>
            <p:cNvSpPr>
              <a:spLocks noChangeShapeType="1"/>
            </p:cNvSpPr>
            <p:nvPr/>
          </p:nvSpPr>
          <p:spPr bwMode="auto">
            <a:xfrm flipV="1">
              <a:off x="4697" y="1253"/>
              <a:ext cx="0" cy="1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707" name="Line 14"/>
            <p:cNvSpPr>
              <a:spLocks noChangeShapeType="1"/>
            </p:cNvSpPr>
            <p:nvPr/>
          </p:nvSpPr>
          <p:spPr bwMode="auto">
            <a:xfrm flipV="1">
              <a:off x="4265" y="1973"/>
              <a:ext cx="432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7708" name="Object 15"/>
            <p:cNvGraphicFramePr>
              <a:graphicFrameLocks noChangeAspect="1"/>
            </p:cNvGraphicFramePr>
            <p:nvPr/>
          </p:nvGraphicFramePr>
          <p:xfrm>
            <a:off x="4694" y="1979"/>
            <a:ext cx="195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835" imgH="139518" progId="Equation.3">
                    <p:embed/>
                  </p:oleObj>
                </mc:Choice>
                <mc:Fallback>
                  <p:oleObj name="公式" r:id="rId1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979"/>
                          <a:ext cx="195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709" name="Object 16"/>
            <p:cNvGraphicFramePr>
              <a:graphicFrameLocks noChangeAspect="1"/>
            </p:cNvGraphicFramePr>
            <p:nvPr/>
          </p:nvGraphicFramePr>
          <p:xfrm>
            <a:off x="5366" y="2024"/>
            <a:ext cx="190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39700" imgH="139700" progId="Equation.3">
                    <p:embed/>
                  </p:oleObj>
                </mc:Choice>
                <mc:Fallback>
                  <p:oleObj name="公式" r:id="rId16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6" y="2024"/>
                          <a:ext cx="190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710" name="Object 17"/>
            <p:cNvGraphicFramePr>
              <a:graphicFrameLocks noChangeAspect="1"/>
            </p:cNvGraphicFramePr>
            <p:nvPr/>
          </p:nvGraphicFramePr>
          <p:xfrm>
            <a:off x="4499" y="1162"/>
            <a:ext cx="195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39579" imgH="164957" progId="Equation.3">
                    <p:embed/>
                  </p:oleObj>
                </mc:Choice>
                <mc:Fallback>
                  <p:oleObj name="公式" r:id="rId18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9" y="1162"/>
                          <a:ext cx="195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7711" name="Arc 18"/>
            <p:cNvSpPr>
              <a:spLocks/>
            </p:cNvSpPr>
            <p:nvPr/>
          </p:nvSpPr>
          <p:spPr bwMode="auto">
            <a:xfrm flipH="1" flipV="1">
              <a:off x="4745" y="1397"/>
              <a:ext cx="528" cy="52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7712" name="Object 19"/>
            <p:cNvGraphicFramePr>
              <a:graphicFrameLocks noChangeAspect="1"/>
            </p:cNvGraphicFramePr>
            <p:nvPr/>
          </p:nvGraphicFramePr>
          <p:xfrm>
            <a:off x="4644" y="1888"/>
            <a:ext cx="141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85714" imgH="85841" progId="Equation.3">
                    <p:embed/>
                  </p:oleObj>
                </mc:Choice>
                <mc:Fallback>
                  <p:oleObj name="公式" r:id="rId20" imgW="85714" imgH="8584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4" y="1888"/>
                          <a:ext cx="141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713" name="Object 20"/>
            <p:cNvGraphicFramePr>
              <a:graphicFrameLocks noChangeAspect="1"/>
            </p:cNvGraphicFramePr>
            <p:nvPr/>
          </p:nvGraphicFramePr>
          <p:xfrm>
            <a:off x="4877" y="1298"/>
            <a:ext cx="99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580913" imgH="171334" progId="Equation.3">
                    <p:embed/>
                  </p:oleObj>
                </mc:Choice>
                <mc:Fallback>
                  <p:oleObj name="公式" r:id="rId22" imgW="580913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1298"/>
                          <a:ext cx="997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11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951648"/>
              </p:ext>
            </p:extLst>
          </p:nvPr>
        </p:nvGraphicFramePr>
        <p:xfrm>
          <a:off x="2838450" y="3528219"/>
          <a:ext cx="410475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466857" imgH="190449" progId="Equation.3">
                  <p:embed/>
                </p:oleObj>
              </mc:Choice>
              <mc:Fallback>
                <p:oleObj name="公式" r:id="rId24" imgW="146685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3528219"/>
                        <a:ext cx="410475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964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D85E2A3-0B6D-4D6C-A2B7-60A538ACE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400920"/>
              </p:ext>
            </p:extLst>
          </p:nvPr>
        </p:nvGraphicFramePr>
        <p:xfrm>
          <a:off x="1487488" y="692696"/>
          <a:ext cx="4807919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330120" progId="Equation.DSMT4">
                  <p:embed/>
                </p:oleObj>
              </mc:Choice>
              <mc:Fallback>
                <p:oleObj name="Equation" r:id="rId2" imgW="1574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87488" y="692696"/>
                        <a:ext cx="4807919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D08BA41B-7EE8-488E-8B08-DA65C2435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2132856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D7D2886-7B77-4E74-98AA-0FB7DE887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407891"/>
              </p:ext>
            </p:extLst>
          </p:nvPr>
        </p:nvGraphicFramePr>
        <p:xfrm>
          <a:off x="2231115" y="1800820"/>
          <a:ext cx="5532111" cy="1196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406080" progId="Equation.DSMT4">
                  <p:embed/>
                </p:oleObj>
              </mc:Choice>
              <mc:Fallback>
                <p:oleObj name="Equation" r:id="rId4" imgW="1879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31115" y="1800820"/>
                        <a:ext cx="5532111" cy="1196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D864176-ABC6-4F75-A83B-7239D11DD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137256"/>
              </p:ext>
            </p:extLst>
          </p:nvPr>
        </p:nvGraphicFramePr>
        <p:xfrm>
          <a:off x="1559496" y="3029273"/>
          <a:ext cx="9187496" cy="1196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22560" imgH="393480" progId="Equation.DSMT4">
                  <p:embed/>
                </p:oleObj>
              </mc:Choice>
              <mc:Fallback>
                <p:oleObj name="Equation" r:id="rId6" imgW="3022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59496" y="3029273"/>
                        <a:ext cx="9187496" cy="1196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06123CBE-13F3-4B74-A809-755DBA387F0D}"/>
              </a:ext>
            </a:extLst>
          </p:cNvPr>
          <p:cNvGrpSpPr>
            <a:grpSpLocks/>
          </p:cNvGrpSpPr>
          <p:nvPr/>
        </p:nvGrpSpPr>
        <p:grpSpPr bwMode="auto">
          <a:xfrm>
            <a:off x="1631504" y="4491584"/>
            <a:ext cx="5624513" cy="541338"/>
            <a:chOff x="432" y="2160"/>
            <a:chExt cx="3543" cy="341"/>
          </a:xfrm>
        </p:grpSpPr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36AAABAC-E04C-47BB-9D98-FDC522A6CA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3467884"/>
                </p:ext>
              </p:extLst>
            </p:nvPr>
          </p:nvGraphicFramePr>
          <p:xfrm>
            <a:off x="432" y="2160"/>
            <a:ext cx="3543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20900" imgH="215900" progId="Equation.3">
                    <p:embed/>
                  </p:oleObj>
                </mc:Choice>
                <mc:Fallback>
                  <p:oleObj name="公式" r:id="rId8" imgW="2120900" imgH="215900" progId="Equation.3">
                    <p:embed/>
                    <p:pic>
                      <p:nvPicPr>
                        <p:cNvPr id="15771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160"/>
                          <a:ext cx="3543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C94211FC-F391-4542-BE17-5293538032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5132432"/>
                </p:ext>
              </p:extLst>
            </p:nvPr>
          </p:nvGraphicFramePr>
          <p:xfrm>
            <a:off x="2416" y="2160"/>
            <a:ext cx="134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19316" imgH="190449" progId="Equation.3">
                    <p:embed/>
                  </p:oleObj>
                </mc:Choice>
                <mc:Fallback>
                  <p:oleObj name="公式" r:id="rId10" imgW="819316" imgH="190449" progId="Equation.3">
                    <p:embed/>
                    <p:pic>
                      <p:nvPicPr>
                        <p:cNvPr id="15771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160"/>
                          <a:ext cx="1345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4373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1165162" y="968952"/>
            <a:ext cx="10009112" cy="2680703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95266" name="Rectangle 2"/>
          <p:cNvSpPr>
            <a:spLocks noChangeArrowheads="1"/>
          </p:cNvSpPr>
          <p:nvPr/>
        </p:nvSpPr>
        <p:spPr bwMode="auto">
          <a:xfrm>
            <a:off x="2066153" y="187250"/>
            <a:ext cx="3957839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连续函数的运算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5294" name="Text Box 30"/>
          <p:cNvSpPr txBox="1">
            <a:spLocks noChangeArrowheads="1"/>
          </p:cNvSpPr>
          <p:nvPr/>
        </p:nvSpPr>
        <p:spPr bwMode="auto">
          <a:xfrm>
            <a:off x="3071664" y="1261080"/>
            <a:ext cx="3536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( </a:t>
            </a:r>
            <a:r>
              <a:rPr lang="zh-CN" altLang="en-US" sz="2800" b="1" dirty="0">
                <a:solidFill>
                  <a:srgbClr val="000099"/>
                </a:solidFill>
              </a:rPr>
              <a:t>四则运算 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</a:p>
        </p:txBody>
      </p:sp>
      <p:sp>
        <p:nvSpPr>
          <p:cNvPr id="395295" name="Text Box 31"/>
          <p:cNvSpPr txBox="1">
            <a:spLocks noChangeArrowheads="1"/>
          </p:cNvSpPr>
          <p:nvPr/>
        </p:nvSpPr>
        <p:spPr bwMode="auto">
          <a:xfrm>
            <a:off x="1945381" y="1289655"/>
            <a:ext cx="1662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9529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36287"/>
              </p:ext>
            </p:extLst>
          </p:nvPr>
        </p:nvGraphicFramePr>
        <p:xfrm>
          <a:off x="5390645" y="1276526"/>
          <a:ext cx="46005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52455" imgH="200179" progId="Equation.3">
                  <p:embed/>
                </p:oleObj>
              </mc:Choice>
              <mc:Fallback>
                <p:oleObj name="公式" r:id="rId2" imgW="1752455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645" y="1276526"/>
                        <a:ext cx="46005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9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988024"/>
              </p:ext>
            </p:extLst>
          </p:nvPr>
        </p:nvGraphicFramePr>
        <p:xfrm>
          <a:off x="1945381" y="1812953"/>
          <a:ext cx="8223250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19313" imgH="628689" progId="Equation.3">
                  <p:embed/>
                </p:oleObj>
              </mc:Choice>
              <mc:Fallback>
                <p:oleObj name="公式" r:id="rId4" imgW="3219313" imgH="628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381" y="1812953"/>
                        <a:ext cx="8223250" cy="166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98" name="Text Box 34"/>
          <p:cNvSpPr txBox="1">
            <a:spLocks noChangeArrowheads="1"/>
          </p:cNvSpPr>
          <p:nvPr/>
        </p:nvSpPr>
        <p:spPr bwMode="auto">
          <a:xfrm>
            <a:off x="7580567" y="2852719"/>
            <a:ext cx="2808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  <a:ea typeface="黑体" pitchFamily="2" charset="-122"/>
              </a:rPr>
              <a:t>（证明从略）</a:t>
            </a:r>
            <a:endParaRPr lang="zh-CN" altLang="en-US" b="1" dirty="0">
              <a:solidFill>
                <a:srgbClr val="003300"/>
              </a:solidFill>
            </a:endParaRPr>
          </a:p>
        </p:txBody>
      </p:sp>
      <p:graphicFrame>
        <p:nvGraphicFramePr>
          <p:cNvPr id="39529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156992"/>
              </p:ext>
            </p:extLst>
          </p:nvPr>
        </p:nvGraphicFramePr>
        <p:xfrm>
          <a:off x="2035867" y="3649655"/>
          <a:ext cx="7798359" cy="504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52801" imgH="190449" progId="Equation.3">
                  <p:embed/>
                </p:oleObj>
              </mc:Choice>
              <mc:Fallback>
                <p:oleObj name="公式" r:id="rId6" imgW="2952801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867" y="3649655"/>
                        <a:ext cx="7798359" cy="504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0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770788"/>
              </p:ext>
            </p:extLst>
          </p:nvPr>
        </p:nvGraphicFramePr>
        <p:xfrm>
          <a:off x="1945381" y="4229593"/>
          <a:ext cx="84486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52916" imgH="209563" progId="Equation.3">
                  <p:embed/>
                </p:oleObj>
              </mc:Choice>
              <mc:Fallback>
                <p:oleObj name="公式" r:id="rId8" imgW="3352916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381" y="4229593"/>
                        <a:ext cx="84486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0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681033"/>
              </p:ext>
            </p:extLst>
          </p:nvPr>
        </p:nvGraphicFramePr>
        <p:xfrm>
          <a:off x="1945381" y="4752970"/>
          <a:ext cx="79073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33598" imgH="390628" progId="Equation.3">
                  <p:embed/>
                </p:oleObj>
              </mc:Choice>
              <mc:Fallback>
                <p:oleObj name="公式" r:id="rId10" imgW="3133598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381" y="4752970"/>
                        <a:ext cx="7907337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02" name="Text Box 38"/>
          <p:cNvSpPr txBox="1">
            <a:spLocks noChangeArrowheads="1"/>
          </p:cNvSpPr>
          <p:nvPr/>
        </p:nvSpPr>
        <p:spPr bwMode="auto">
          <a:xfrm>
            <a:off x="1945381" y="5805264"/>
            <a:ext cx="44637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在其定义域区间上都连续  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42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5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9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6" grpId="0" animBg="1"/>
      <p:bldP spid="395294" grpId="0"/>
      <p:bldP spid="395295" grpId="0"/>
      <p:bldP spid="395298" grpId="0" autoUpdateAnimBg="0"/>
      <p:bldP spid="39530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1206617" y="1886528"/>
            <a:ext cx="9641911" cy="2205804"/>
            <a:chOff x="469" y="480"/>
            <a:chExt cx="5341" cy="4118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97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632788"/>
              </p:ext>
            </p:extLst>
          </p:nvPr>
        </p:nvGraphicFramePr>
        <p:xfrm>
          <a:off x="2163714" y="338969"/>
          <a:ext cx="6739871" cy="551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215640" progId="Equation.DSMT4">
                  <p:embed/>
                </p:oleObj>
              </mc:Choice>
              <mc:Fallback>
                <p:oleObj name="Equation" r:id="rId2" imgW="2882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14" y="338969"/>
                        <a:ext cx="6739871" cy="55137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883144"/>
              </p:ext>
            </p:extLst>
          </p:nvPr>
        </p:nvGraphicFramePr>
        <p:xfrm>
          <a:off x="2351584" y="984006"/>
          <a:ext cx="68913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24114" imgH="161951" progId="Equation.3">
                  <p:embed/>
                </p:oleObj>
              </mc:Choice>
              <mc:Fallback>
                <p:oleObj name="公式" r:id="rId4" imgW="2724114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984006"/>
                        <a:ext cx="6891337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988343" y="1421390"/>
            <a:ext cx="6048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在其定义域区间上都连续  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97317" name="Text Box 5"/>
          <p:cNvSpPr txBox="1">
            <a:spLocks noChangeArrowheads="1"/>
          </p:cNvSpPr>
          <p:nvPr/>
        </p:nvSpPr>
        <p:spPr bwMode="auto">
          <a:xfrm>
            <a:off x="3147618" y="2058430"/>
            <a:ext cx="3536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( </a:t>
            </a:r>
            <a:r>
              <a:rPr lang="zh-CN" altLang="en-US" sz="2800" b="1" dirty="0">
                <a:solidFill>
                  <a:srgbClr val="000099"/>
                </a:solidFill>
              </a:rPr>
              <a:t>反函数的连续性 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1988343" y="2098893"/>
            <a:ext cx="1662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97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016839"/>
              </p:ext>
            </p:extLst>
          </p:nvPr>
        </p:nvGraphicFramePr>
        <p:xfrm>
          <a:off x="6384032" y="2096038"/>
          <a:ext cx="3168650" cy="514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66973" imgH="190449" progId="Equation.3">
                  <p:embed/>
                </p:oleObj>
              </mc:Choice>
              <mc:Fallback>
                <p:oleObj name="公式" r:id="rId6" imgW="1266973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2096038"/>
                        <a:ext cx="3168650" cy="514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606636"/>
              </p:ext>
            </p:extLst>
          </p:nvPr>
        </p:nvGraphicFramePr>
        <p:xfrm>
          <a:off x="2158207" y="2773541"/>
          <a:ext cx="7543179" cy="1160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85920" imgH="469800" progId="Equation.DSMT4">
                  <p:embed/>
                </p:oleObj>
              </mc:Choice>
              <mc:Fallback>
                <p:oleObj name="Equation" r:id="rId8" imgW="30859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207" y="2773541"/>
                        <a:ext cx="7543179" cy="1160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7321" name="Text Box 9"/>
          <p:cNvSpPr txBox="1">
            <a:spLocks noChangeArrowheads="1"/>
          </p:cNvSpPr>
          <p:nvPr/>
        </p:nvSpPr>
        <p:spPr bwMode="auto">
          <a:xfrm>
            <a:off x="8479893" y="3322144"/>
            <a:ext cx="1731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3300"/>
                </a:solidFill>
                <a:ea typeface="黑体" pitchFamily="2" charset="-122"/>
              </a:rPr>
              <a:t>(</a:t>
            </a:r>
            <a:r>
              <a:rPr lang="zh-CN" altLang="en-US" sz="2800" b="1" dirty="0">
                <a:solidFill>
                  <a:srgbClr val="003300"/>
                </a:solidFill>
                <a:ea typeface="黑体" pitchFamily="2" charset="-122"/>
              </a:rPr>
              <a:t>证明略</a:t>
            </a:r>
            <a:r>
              <a:rPr lang="en-US" altLang="zh-CN" sz="2800" b="1" dirty="0">
                <a:solidFill>
                  <a:srgbClr val="003300"/>
                </a:solidFill>
                <a:ea typeface="黑体" pitchFamily="2" charset="-122"/>
              </a:rPr>
              <a:t>)</a:t>
            </a:r>
            <a:endParaRPr lang="zh-CN" altLang="en-US" sz="2800" b="1" dirty="0">
              <a:solidFill>
                <a:srgbClr val="003300"/>
              </a:solidFill>
            </a:endParaRPr>
          </a:p>
        </p:txBody>
      </p:sp>
      <p:graphicFrame>
        <p:nvGraphicFramePr>
          <p:cNvPr id="397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873437"/>
              </p:ext>
            </p:extLst>
          </p:nvPr>
        </p:nvGraphicFramePr>
        <p:xfrm>
          <a:off x="2567608" y="4112609"/>
          <a:ext cx="6217051" cy="493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33599" imgH="190449" progId="Equation.3">
                  <p:embed/>
                </p:oleObj>
              </mc:Choice>
              <mc:Fallback>
                <p:oleObj name="公式" r:id="rId10" imgW="253359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112609"/>
                        <a:ext cx="6217051" cy="493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7323" name="Text Box 11"/>
          <p:cNvSpPr txBox="1">
            <a:spLocks noChangeArrowheads="1"/>
          </p:cNvSpPr>
          <p:nvPr/>
        </p:nvSpPr>
        <p:spPr bwMode="auto">
          <a:xfrm>
            <a:off x="2100827" y="5688014"/>
            <a:ext cx="5761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在其定义域区间上都连续  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397324" name="Group 12"/>
          <p:cNvGrpSpPr>
            <a:grpSpLocks/>
          </p:cNvGrpSpPr>
          <p:nvPr/>
        </p:nvGrpSpPr>
        <p:grpSpPr bwMode="auto">
          <a:xfrm>
            <a:off x="2188846" y="4588267"/>
            <a:ext cx="7669212" cy="1152525"/>
            <a:chOff x="498" y="618"/>
            <a:chExt cx="4831" cy="726"/>
          </a:xfrm>
        </p:grpSpPr>
        <p:graphicFrame>
          <p:nvGraphicFramePr>
            <p:cNvPr id="159757" name="Object 13"/>
            <p:cNvGraphicFramePr>
              <a:graphicFrameLocks noChangeAspect="1"/>
            </p:cNvGraphicFramePr>
            <p:nvPr/>
          </p:nvGraphicFramePr>
          <p:xfrm>
            <a:off x="499" y="618"/>
            <a:ext cx="483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781372" imgH="171334" progId="Equation.3">
                    <p:embed/>
                  </p:oleObj>
                </mc:Choice>
                <mc:Fallback>
                  <p:oleObj name="公式" r:id="rId12" imgW="2781372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618"/>
                          <a:ext cx="4830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9758" name="Group 14"/>
            <p:cNvGrpSpPr>
              <a:grpSpLocks/>
            </p:cNvGrpSpPr>
            <p:nvPr/>
          </p:nvGrpSpPr>
          <p:grpSpPr bwMode="auto">
            <a:xfrm>
              <a:off x="498" y="1024"/>
              <a:ext cx="1383" cy="320"/>
              <a:chOff x="476" y="3398"/>
              <a:chExt cx="1383" cy="320"/>
            </a:xfrm>
          </p:grpSpPr>
          <p:graphicFrame>
            <p:nvGraphicFramePr>
              <p:cNvPr id="159762" name="Object 15"/>
              <p:cNvGraphicFramePr>
                <a:graphicFrameLocks noChangeAspect="1"/>
              </p:cNvGraphicFramePr>
              <p:nvPr/>
            </p:nvGraphicFramePr>
            <p:xfrm>
              <a:off x="839" y="3398"/>
              <a:ext cx="998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571543" imgH="161951" progId="Equation.3">
                      <p:embed/>
                    </p:oleObj>
                  </mc:Choice>
                  <mc:Fallback>
                    <p:oleObj name="公式" r:id="rId14" imgW="571543" imgH="16195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9" y="3398"/>
                            <a:ext cx="998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9763" name="Object 16"/>
              <p:cNvGraphicFramePr>
                <a:graphicFrameLocks noChangeAspect="1"/>
              </p:cNvGraphicFramePr>
              <p:nvPr/>
            </p:nvGraphicFramePr>
            <p:xfrm>
              <a:off x="476" y="3447"/>
              <a:ext cx="1383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742972" imgH="133453" progId="Equation.3">
                      <p:embed/>
                    </p:oleObj>
                  </mc:Choice>
                  <mc:Fallback>
                    <p:oleObj name="公式" r:id="rId16" imgW="742972" imgH="1334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" y="3447"/>
                            <a:ext cx="1383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9759" name="Object 17"/>
            <p:cNvGraphicFramePr>
              <a:graphicFrameLocks noChangeAspect="1"/>
            </p:cNvGraphicFramePr>
            <p:nvPr/>
          </p:nvGraphicFramePr>
          <p:xfrm>
            <a:off x="1936" y="1064"/>
            <a:ext cx="325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866972" imgH="133453" progId="Equation.3">
                    <p:embed/>
                  </p:oleObj>
                </mc:Choice>
                <mc:Fallback>
                  <p:oleObj name="公式" r:id="rId18" imgW="1866972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6" y="1064"/>
                          <a:ext cx="325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60" name="Object 18"/>
            <p:cNvGraphicFramePr>
              <a:graphicFrameLocks noChangeAspect="1"/>
            </p:cNvGraphicFramePr>
            <p:nvPr/>
          </p:nvGraphicFramePr>
          <p:xfrm>
            <a:off x="2473" y="1061"/>
            <a:ext cx="808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38287" imgH="114339" progId="Equation.3">
                    <p:embed/>
                  </p:oleObj>
                </mc:Choice>
                <mc:Fallback>
                  <p:oleObj name="公式" r:id="rId20" imgW="438287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" y="1061"/>
                          <a:ext cx="808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61" name="Object 19"/>
            <p:cNvGraphicFramePr>
              <a:graphicFrameLocks noChangeAspect="1"/>
            </p:cNvGraphicFramePr>
            <p:nvPr/>
          </p:nvGraphicFramePr>
          <p:xfrm>
            <a:off x="4023" y="1060"/>
            <a:ext cx="808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38287" imgH="114339" progId="Equation.3">
                    <p:embed/>
                  </p:oleObj>
                </mc:Choice>
                <mc:Fallback>
                  <p:oleObj name="公式" r:id="rId22" imgW="438287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3" y="1060"/>
                          <a:ext cx="808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5029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6" grpId="0" autoUpdateAnimBg="0"/>
      <p:bldP spid="397317" grpId="0"/>
      <p:bldP spid="397318" grpId="0"/>
      <p:bldP spid="397321" grpId="0"/>
      <p:bldP spid="39732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8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90384"/>
              </p:ext>
            </p:extLst>
          </p:nvPr>
        </p:nvGraphicFramePr>
        <p:xfrm>
          <a:off x="3215681" y="573463"/>
          <a:ext cx="5976663" cy="568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23999" imgH="200179" progId="Equation.3">
                  <p:embed/>
                </p:oleObj>
              </mc:Choice>
              <mc:Fallback>
                <p:oleObj name="公式" r:id="rId2" imgW="2323999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1" y="573463"/>
                        <a:ext cx="5976663" cy="568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39" name="Text Box 3"/>
          <p:cNvSpPr txBox="1">
            <a:spLocks noChangeArrowheads="1"/>
          </p:cNvSpPr>
          <p:nvPr/>
        </p:nvSpPr>
        <p:spPr bwMode="auto">
          <a:xfrm>
            <a:off x="1835945" y="3129419"/>
            <a:ext cx="5761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在其定义域区间上都连续  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398356" name="Group 20"/>
          <p:cNvGrpSpPr>
            <a:grpSpLocks/>
          </p:cNvGrpSpPr>
          <p:nvPr/>
        </p:nvGrpSpPr>
        <p:grpSpPr bwMode="auto">
          <a:xfrm>
            <a:off x="1992314" y="3860801"/>
            <a:ext cx="8315325" cy="2016125"/>
            <a:chOff x="295" y="2432"/>
            <a:chExt cx="5238" cy="1270"/>
          </a:xfrm>
        </p:grpSpPr>
        <p:sp>
          <p:nvSpPr>
            <p:cNvPr id="160777" name="Rectangle 13"/>
            <p:cNvSpPr>
              <a:spLocks noChangeArrowheads="1"/>
            </p:cNvSpPr>
            <p:nvPr/>
          </p:nvSpPr>
          <p:spPr bwMode="auto">
            <a:xfrm>
              <a:off x="295" y="2432"/>
              <a:ext cx="5171" cy="127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60778" name="Text Box 14"/>
            <p:cNvSpPr txBox="1">
              <a:spLocks noChangeArrowheads="1"/>
            </p:cNvSpPr>
            <p:nvPr/>
          </p:nvSpPr>
          <p:spPr bwMode="auto">
            <a:xfrm>
              <a:off x="476" y="2566"/>
              <a:ext cx="505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</a:rPr>
                <a:t>结论：</a:t>
              </a:r>
              <a:r>
                <a:rPr lang="zh-CN" altLang="en-US" b="1" dirty="0"/>
                <a:t>常值函数、幂函数、三角函数、</a:t>
              </a:r>
              <a:r>
                <a:rPr lang="zh-CN" altLang="en-US" b="1" dirty="0">
                  <a:solidFill>
                    <a:srgbClr val="FF0000"/>
                  </a:solidFill>
                </a:rPr>
                <a:t>                  </a:t>
              </a:r>
            </a:p>
          </p:txBody>
        </p:sp>
        <p:sp>
          <p:nvSpPr>
            <p:cNvPr id="160779" name="Text Box 15"/>
            <p:cNvSpPr txBox="1">
              <a:spLocks noChangeArrowheads="1"/>
            </p:cNvSpPr>
            <p:nvPr/>
          </p:nvSpPr>
          <p:spPr bwMode="auto">
            <a:xfrm>
              <a:off x="431" y="2886"/>
              <a:ext cx="4898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/>
                <a:t>反三角函数、指数函数、对数函数在其</a:t>
              </a:r>
              <a:r>
                <a:rPr lang="zh-CN" altLang="en-US" b="1" dirty="0">
                  <a:solidFill>
                    <a:srgbClr val="FF0000"/>
                  </a:solidFill>
                </a:rPr>
                <a:t>定义域区间</a:t>
              </a:r>
              <a:r>
                <a:rPr lang="zh-CN" altLang="en-US" b="1" dirty="0"/>
                <a:t>上都连续  </a:t>
              </a:r>
              <a:r>
                <a:rPr lang="en-US" altLang="zh-CN" b="1" dirty="0"/>
                <a:t>.</a:t>
              </a:r>
            </a:p>
          </p:txBody>
        </p:sp>
      </p:grpSp>
      <p:graphicFrame>
        <p:nvGraphicFramePr>
          <p:cNvPr id="39835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56115"/>
              </p:ext>
            </p:extLst>
          </p:nvPr>
        </p:nvGraphicFramePr>
        <p:xfrm>
          <a:off x="1992314" y="1338053"/>
          <a:ext cx="5844231" cy="504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67087" imgH="171334" progId="Equation.3">
                  <p:embed/>
                </p:oleObj>
              </mc:Choice>
              <mc:Fallback>
                <p:oleObj name="公式" r:id="rId4" imgW="2267087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338053"/>
                        <a:ext cx="5844231" cy="504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303766"/>
              </p:ext>
            </p:extLst>
          </p:nvPr>
        </p:nvGraphicFramePr>
        <p:xfrm>
          <a:off x="1992314" y="2012821"/>
          <a:ext cx="3395959" cy="473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04798" imgH="161951" progId="Equation.3">
                  <p:embed/>
                </p:oleObj>
              </mc:Choice>
              <mc:Fallback>
                <p:oleObj name="公式" r:id="rId6" imgW="1304798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012821"/>
                        <a:ext cx="3395959" cy="473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763663"/>
              </p:ext>
            </p:extLst>
          </p:nvPr>
        </p:nvGraphicFramePr>
        <p:xfrm>
          <a:off x="5787232" y="1843703"/>
          <a:ext cx="38068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81143" imgH="200179" progId="Equation.3">
                  <p:embed/>
                </p:oleObj>
              </mc:Choice>
              <mc:Fallback>
                <p:oleObj name="公式" r:id="rId8" imgW="1381143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7232" y="1843703"/>
                        <a:ext cx="38068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79619"/>
              </p:ext>
            </p:extLst>
          </p:nvPr>
        </p:nvGraphicFramePr>
        <p:xfrm>
          <a:off x="5397503" y="2500912"/>
          <a:ext cx="4351478" cy="613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41500" imgH="241300" progId="Equation.3">
                  <p:embed/>
                </p:oleObj>
              </mc:Choice>
              <mc:Fallback>
                <p:oleObj name="公式" r:id="rId10" imgW="18415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3" y="2500912"/>
                        <a:ext cx="4351478" cy="613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219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/>
          <p:cNvGrpSpPr>
            <a:grpSpLocks/>
          </p:cNvGrpSpPr>
          <p:nvPr/>
        </p:nvGrpSpPr>
        <p:grpSpPr bwMode="auto">
          <a:xfrm>
            <a:off x="1271464" y="476672"/>
            <a:ext cx="9865096" cy="2154696"/>
            <a:chOff x="469" y="480"/>
            <a:chExt cx="5341" cy="4118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99362" name="Text Box 2"/>
          <p:cNvSpPr txBox="1">
            <a:spLocks noChangeArrowheads="1"/>
          </p:cNvSpPr>
          <p:nvPr/>
        </p:nvSpPr>
        <p:spPr bwMode="auto">
          <a:xfrm>
            <a:off x="3075051" y="580493"/>
            <a:ext cx="4465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99"/>
                </a:solidFill>
              </a:rPr>
              <a:t>( </a:t>
            </a:r>
            <a:r>
              <a:rPr lang="zh-CN" altLang="en-US" b="1" dirty="0">
                <a:solidFill>
                  <a:srgbClr val="000099"/>
                </a:solidFill>
              </a:rPr>
              <a:t>复合函数的连续性 </a:t>
            </a:r>
            <a:r>
              <a:rPr lang="en-US" altLang="zh-CN" b="1" dirty="0">
                <a:solidFill>
                  <a:srgbClr val="000099"/>
                </a:solidFill>
              </a:rPr>
              <a:t>)</a:t>
            </a:r>
          </a:p>
        </p:txBody>
      </p:sp>
      <p:sp>
        <p:nvSpPr>
          <p:cNvPr id="399363" name="Text Box 3"/>
          <p:cNvSpPr txBox="1">
            <a:spLocks noChangeArrowheads="1"/>
          </p:cNvSpPr>
          <p:nvPr/>
        </p:nvSpPr>
        <p:spPr bwMode="auto">
          <a:xfrm>
            <a:off x="1907258" y="649929"/>
            <a:ext cx="16621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aphicFrame>
        <p:nvGraphicFramePr>
          <p:cNvPr id="399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969097"/>
              </p:ext>
            </p:extLst>
          </p:nvPr>
        </p:nvGraphicFramePr>
        <p:xfrm>
          <a:off x="7056438" y="653103"/>
          <a:ext cx="29273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04914" imgH="200179" progId="Equation.3">
                  <p:embed/>
                </p:oleObj>
              </mc:Choice>
              <mc:Fallback>
                <p:oleObj name="公式" r:id="rId2" imgW="1104914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653103"/>
                        <a:ext cx="29273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32205"/>
              </p:ext>
            </p:extLst>
          </p:nvPr>
        </p:nvGraphicFramePr>
        <p:xfrm>
          <a:off x="1903412" y="1240805"/>
          <a:ext cx="77914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81256" imgH="428509" progId="Equation.3">
                  <p:embed/>
                </p:oleObj>
              </mc:Choice>
              <mc:Fallback>
                <p:oleObj name="公式" r:id="rId4" imgW="2981256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2" y="1240805"/>
                        <a:ext cx="779145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47139"/>
              </p:ext>
            </p:extLst>
          </p:nvPr>
        </p:nvGraphicFramePr>
        <p:xfrm>
          <a:off x="1970087" y="2631473"/>
          <a:ext cx="28273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66742" imgH="266558" progId="Equation.3">
                  <p:embed/>
                </p:oleObj>
              </mc:Choice>
              <mc:Fallback>
                <p:oleObj name="公式" r:id="rId6" imgW="1066742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7" y="2631473"/>
                        <a:ext cx="28273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280354"/>
              </p:ext>
            </p:extLst>
          </p:nvPr>
        </p:nvGraphicFramePr>
        <p:xfrm>
          <a:off x="6900862" y="2592760"/>
          <a:ext cx="279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47656" imgH="266558" progId="Equation.3">
                  <p:embed/>
                </p:oleObj>
              </mc:Choice>
              <mc:Fallback>
                <p:oleObj name="公式" r:id="rId8" imgW="1047656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862" y="2592760"/>
                        <a:ext cx="2794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184990"/>
              </p:ext>
            </p:extLst>
          </p:nvPr>
        </p:nvGraphicFramePr>
        <p:xfrm>
          <a:off x="4797425" y="2627151"/>
          <a:ext cx="21034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81144" imgH="200179" progId="Equation.3">
                  <p:embed/>
                </p:oleObj>
              </mc:Choice>
              <mc:Fallback>
                <p:oleObj name="公式" r:id="rId10" imgW="781144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627151"/>
                        <a:ext cx="21034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69" name="Text Box 9"/>
          <p:cNvSpPr txBox="1">
            <a:spLocks noChangeArrowheads="1"/>
          </p:cNvSpPr>
          <p:nvPr/>
        </p:nvSpPr>
        <p:spPr bwMode="auto">
          <a:xfrm>
            <a:off x="1837329" y="3277431"/>
            <a:ext cx="84247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99"/>
                </a:solidFill>
              </a:rPr>
              <a:t>极限符号可以进入到连续函数的函数符号内，</a:t>
            </a:r>
          </a:p>
        </p:txBody>
      </p:sp>
      <p:sp>
        <p:nvSpPr>
          <p:cNvPr id="399370" name="Text Box 10"/>
          <p:cNvSpPr txBox="1">
            <a:spLocks noChangeArrowheads="1"/>
          </p:cNvSpPr>
          <p:nvPr/>
        </p:nvSpPr>
        <p:spPr bwMode="auto">
          <a:xfrm>
            <a:off x="1844836" y="3842619"/>
            <a:ext cx="8137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99"/>
                </a:solidFill>
              </a:rPr>
              <a:t>它对求复合函数的极限是很有用的 </a:t>
            </a:r>
            <a:r>
              <a:rPr lang="en-US" altLang="zh-CN" b="1" dirty="0">
                <a:solidFill>
                  <a:srgbClr val="000099"/>
                </a:solidFill>
              </a:rPr>
              <a:t>.</a:t>
            </a:r>
          </a:p>
        </p:txBody>
      </p:sp>
      <p:sp>
        <p:nvSpPr>
          <p:cNvPr id="399377" name="Text Box 17"/>
          <p:cNvSpPr txBox="1">
            <a:spLocks noChangeArrowheads="1"/>
          </p:cNvSpPr>
          <p:nvPr/>
        </p:nvSpPr>
        <p:spPr bwMode="auto">
          <a:xfrm>
            <a:off x="8344694" y="1870110"/>
            <a:ext cx="19248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3300"/>
                </a:solidFill>
                <a:ea typeface="黑体" pitchFamily="2" charset="-122"/>
              </a:rPr>
              <a:t>(</a:t>
            </a:r>
            <a:r>
              <a:rPr lang="zh-CN" altLang="en-US" sz="2800" b="1" dirty="0">
                <a:solidFill>
                  <a:srgbClr val="003300"/>
                </a:solidFill>
                <a:ea typeface="黑体" pitchFamily="2" charset="-122"/>
              </a:rPr>
              <a:t>证明略</a:t>
            </a:r>
            <a:r>
              <a:rPr lang="en-US" altLang="zh-CN" sz="2800" b="1" dirty="0">
                <a:solidFill>
                  <a:srgbClr val="003300"/>
                </a:solidFill>
                <a:ea typeface="黑体" pitchFamily="2" charset="-122"/>
              </a:rPr>
              <a:t>)</a:t>
            </a:r>
            <a:endParaRPr lang="zh-CN" altLang="en-US" sz="2800" b="1" dirty="0">
              <a:solidFill>
                <a:srgbClr val="003300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063552" y="4463174"/>
            <a:ext cx="2189981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一般结论：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056766"/>
              </p:ext>
            </p:extLst>
          </p:nvPr>
        </p:nvGraphicFramePr>
        <p:xfrm>
          <a:off x="4181537" y="4504509"/>
          <a:ext cx="40449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24116" imgH="257175" progId="Equation.3">
                  <p:embed/>
                </p:oleObj>
              </mc:Choice>
              <mc:Fallback>
                <p:oleObj name="公式" r:id="rId12" imgW="1524116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537" y="4504509"/>
                        <a:ext cx="40449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149360"/>
              </p:ext>
            </p:extLst>
          </p:nvPr>
        </p:nvGraphicFramePr>
        <p:xfrm>
          <a:off x="2351585" y="5137251"/>
          <a:ext cx="5028687" cy="569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8920" imgH="215640" progId="Equation.DSMT4">
                  <p:embed/>
                </p:oleObj>
              </mc:Choice>
              <mc:Fallback>
                <p:oleObj name="Equation" r:id="rId14" imgW="2158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5" y="5137251"/>
                        <a:ext cx="5028687" cy="569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042591"/>
              </p:ext>
            </p:extLst>
          </p:nvPr>
        </p:nvGraphicFramePr>
        <p:xfrm>
          <a:off x="2367203" y="5675354"/>
          <a:ext cx="24987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23770" imgH="257175" progId="Equation.3">
                  <p:embed/>
                </p:oleObj>
              </mc:Choice>
              <mc:Fallback>
                <p:oleObj name="公式" r:id="rId16" imgW="923770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203" y="5675354"/>
                        <a:ext cx="24987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341789"/>
              </p:ext>
            </p:extLst>
          </p:nvPr>
        </p:nvGraphicFramePr>
        <p:xfrm>
          <a:off x="4797425" y="5684152"/>
          <a:ext cx="25971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61942" imgH="257175" progId="Equation.3">
                  <p:embed/>
                </p:oleObj>
              </mc:Choice>
              <mc:Fallback>
                <p:oleObj name="公式" r:id="rId18" imgW="961942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5684152"/>
                        <a:ext cx="25971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164969"/>
              </p:ext>
            </p:extLst>
          </p:nvPr>
        </p:nvGraphicFramePr>
        <p:xfrm>
          <a:off x="7380272" y="5684152"/>
          <a:ext cx="14795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33371" imgH="161951" progId="Equation.3">
                  <p:embed/>
                </p:oleObj>
              </mc:Choice>
              <mc:Fallback>
                <p:oleObj name="公式" r:id="rId20" imgW="533371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72" y="5684152"/>
                        <a:ext cx="14795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71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9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/>
      <p:bldP spid="399363" grpId="0"/>
      <p:bldP spid="399369" grpId="0" autoUpdateAnimBg="0"/>
      <p:bldP spid="399370" grpId="0" autoUpdateAnimBg="0"/>
      <p:bldP spid="399377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ChangeArrowheads="1"/>
          </p:cNvSpPr>
          <p:nvPr/>
        </p:nvSpPr>
        <p:spPr bwMode="auto">
          <a:xfrm>
            <a:off x="3143250" y="307771"/>
            <a:ext cx="59055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初 等 函 数 的 连 续 性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859" name="Text Box 5"/>
          <p:cNvSpPr txBox="1">
            <a:spLocks noChangeArrowheads="1"/>
          </p:cNvSpPr>
          <p:nvPr/>
        </p:nvSpPr>
        <p:spPr bwMode="auto">
          <a:xfrm>
            <a:off x="2711624" y="3177827"/>
            <a:ext cx="6715450" cy="579438"/>
          </a:xfrm>
          <a:prstGeom prst="rect">
            <a:avLst/>
          </a:prstGeom>
          <a:noFill/>
          <a:ln w="44450" cmpd="dbl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/>
              <a:t> </a:t>
            </a:r>
            <a:r>
              <a:rPr lang="zh-CN" altLang="en-US" sz="2800" b="1" dirty="0">
                <a:solidFill>
                  <a:srgbClr val="000099"/>
                </a:solidFill>
              </a:rPr>
              <a:t>结论：</a:t>
            </a:r>
            <a:r>
              <a:rPr lang="zh-CN" altLang="en-US" sz="2800" b="1" dirty="0"/>
              <a:t>初等函数在其</a:t>
            </a:r>
            <a:r>
              <a:rPr lang="zh-CN" altLang="en-US" sz="2800" b="1" dirty="0">
                <a:solidFill>
                  <a:srgbClr val="FF0000"/>
                </a:solidFill>
              </a:rPr>
              <a:t>定义域区间</a:t>
            </a:r>
            <a:r>
              <a:rPr lang="zh-CN" altLang="en-US" sz="2800" b="1" dirty="0"/>
              <a:t>上连续  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400390" name="Group 6"/>
          <p:cNvGrpSpPr>
            <a:grpSpLocks/>
          </p:cNvGrpSpPr>
          <p:nvPr/>
        </p:nvGrpSpPr>
        <p:grpSpPr bwMode="auto">
          <a:xfrm>
            <a:off x="1760867" y="1272971"/>
            <a:ext cx="9109075" cy="1165225"/>
            <a:chOff x="136" y="882"/>
            <a:chExt cx="5738" cy="734"/>
          </a:xfrm>
        </p:grpSpPr>
        <p:sp>
          <p:nvSpPr>
            <p:cNvPr id="163853" name="Rectangle 7"/>
            <p:cNvSpPr>
              <a:spLocks noChangeArrowheads="1"/>
            </p:cNvSpPr>
            <p:nvPr/>
          </p:nvSpPr>
          <p:spPr bwMode="auto">
            <a:xfrm>
              <a:off x="136" y="882"/>
              <a:ext cx="5602" cy="734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63854" name="Text Box 8"/>
            <p:cNvSpPr txBox="1">
              <a:spLocks noChangeArrowheads="1"/>
            </p:cNvSpPr>
            <p:nvPr/>
          </p:nvSpPr>
          <p:spPr bwMode="auto">
            <a:xfrm>
              <a:off x="165" y="882"/>
              <a:ext cx="553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基本初等函数： </a:t>
              </a:r>
              <a:r>
                <a:rPr lang="zh-CN" altLang="en-US" sz="2800" b="1" dirty="0"/>
                <a:t>常值函数、幂函数、指数函数，对数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                 </a:t>
              </a:r>
            </a:p>
          </p:txBody>
        </p:sp>
        <p:sp>
          <p:nvSpPr>
            <p:cNvPr id="163857" name="Text Box 11"/>
            <p:cNvSpPr txBox="1">
              <a:spLocks noChangeArrowheads="1"/>
            </p:cNvSpPr>
            <p:nvPr/>
          </p:nvSpPr>
          <p:spPr bwMode="auto">
            <a:xfrm>
              <a:off x="159" y="1234"/>
              <a:ext cx="571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函数、三角函数、反三角函数在其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定义域区间</a:t>
              </a:r>
              <a:r>
                <a:rPr lang="zh-CN" altLang="en-US" sz="2800" b="1" dirty="0"/>
                <a:t>上都连续</a:t>
              </a:r>
              <a:r>
                <a:rPr lang="en-US" altLang="zh-CN" sz="2800" b="1" dirty="0"/>
                <a:t>.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                 </a:t>
              </a:r>
            </a:p>
          </p:txBody>
        </p:sp>
      </p:grpSp>
      <p:sp>
        <p:nvSpPr>
          <p:cNvPr id="400396" name="Text Box 12"/>
          <p:cNvSpPr txBox="1">
            <a:spLocks noChangeArrowheads="1"/>
          </p:cNvSpPr>
          <p:nvPr/>
        </p:nvSpPr>
        <p:spPr bwMode="auto">
          <a:xfrm>
            <a:off x="1649804" y="3712295"/>
            <a:ext cx="1439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注意：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195409"/>
              </p:ext>
            </p:extLst>
          </p:nvPr>
        </p:nvGraphicFramePr>
        <p:xfrm>
          <a:off x="2336356" y="4235515"/>
          <a:ext cx="757954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1160" imgH="939600" progId="Equation.DSMT4">
                  <p:embed/>
                </p:oleObj>
              </mc:Choice>
              <mc:Fallback>
                <p:oleObj name="Equation" r:id="rId2" imgW="325116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356" y="4235515"/>
                        <a:ext cx="7579545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0"/>
          <p:cNvSpPr txBox="1">
            <a:spLocks noChangeArrowheads="1"/>
          </p:cNvSpPr>
          <p:nvPr/>
        </p:nvSpPr>
        <p:spPr bwMode="auto">
          <a:xfrm>
            <a:off x="2542372" y="2516424"/>
            <a:ext cx="3384376" cy="52322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</a:rPr>
              <a:t>连续函数四则运算 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6398058" y="2516424"/>
            <a:ext cx="3489961" cy="52322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( </a:t>
            </a:r>
            <a:r>
              <a:rPr lang="zh-CN" altLang="en-US" sz="2800" b="1" dirty="0">
                <a:solidFill>
                  <a:srgbClr val="000099"/>
                </a:solidFill>
              </a:rPr>
              <a:t>复合函数的连续性 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698281"/>
              </p:ext>
            </p:extLst>
          </p:nvPr>
        </p:nvGraphicFramePr>
        <p:xfrm>
          <a:off x="2000275" y="2469682"/>
          <a:ext cx="569962" cy="5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39680" progId="Equation.DSMT4">
                  <p:embed/>
                </p:oleObj>
              </mc:Choice>
              <mc:Fallback>
                <p:oleObj name="Equation" r:id="rId4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0275" y="2469682"/>
                        <a:ext cx="569962" cy="569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634310"/>
              </p:ext>
            </p:extLst>
          </p:nvPr>
        </p:nvGraphicFramePr>
        <p:xfrm>
          <a:off x="5896418" y="2491834"/>
          <a:ext cx="569962" cy="5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139680" progId="Equation.DSMT4">
                  <p:embed/>
                </p:oleObj>
              </mc:Choice>
              <mc:Fallback>
                <p:oleObj name="Equation" r:id="rId6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96418" y="2491834"/>
                        <a:ext cx="569962" cy="569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567018"/>
              </p:ext>
            </p:extLst>
          </p:nvPr>
        </p:nvGraphicFramePr>
        <p:xfrm>
          <a:off x="9915901" y="2547580"/>
          <a:ext cx="745728" cy="51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139680" progId="Equation.DSMT4">
                  <p:embed/>
                </p:oleObj>
              </mc:Choice>
              <mc:Fallback>
                <p:oleObj name="Equation" r:id="rId7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915901" y="2547580"/>
                        <a:ext cx="745728" cy="512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257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0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6" grpId="0"/>
      <p:bldP spid="163859" grpId="0" animBg="1"/>
      <p:bldP spid="400396" grpId="0" autoUpdateAnimBg="0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434" name="Group 2"/>
          <p:cNvGrpSpPr>
            <a:grpSpLocks/>
          </p:cNvGrpSpPr>
          <p:nvPr/>
        </p:nvGrpSpPr>
        <p:grpSpPr bwMode="auto">
          <a:xfrm>
            <a:off x="3167737" y="503169"/>
            <a:ext cx="3336925" cy="539750"/>
            <a:chOff x="295" y="119"/>
            <a:chExt cx="2102" cy="340"/>
          </a:xfrm>
        </p:grpSpPr>
        <p:sp>
          <p:nvSpPr>
            <p:cNvPr id="165907" name="Text Box 3"/>
            <p:cNvSpPr txBox="1">
              <a:spLocks noChangeArrowheads="1"/>
            </p:cNvSpPr>
            <p:nvPr/>
          </p:nvSpPr>
          <p:spPr bwMode="auto">
            <a:xfrm>
              <a:off x="295" y="119"/>
              <a:ext cx="127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例 </a:t>
              </a:r>
              <a:r>
                <a:rPr lang="en-US" altLang="zh-CN" sz="2800" b="1" dirty="0">
                  <a:solidFill>
                    <a:srgbClr val="FF0000"/>
                  </a:solidFill>
                  <a:ea typeface="黑体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590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0842503"/>
                </p:ext>
              </p:extLst>
            </p:nvPr>
          </p:nvGraphicFramePr>
          <p:xfrm>
            <a:off x="1026" y="138"/>
            <a:ext cx="1371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901309" imgH="215806" progId="Equation.3">
                    <p:embed/>
                  </p:oleObj>
                </mc:Choice>
                <mc:Fallback>
                  <p:oleObj name="公式" r:id="rId2" imgW="901309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6" y="138"/>
                          <a:ext cx="1371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2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06094"/>
              </p:ext>
            </p:extLst>
          </p:nvPr>
        </p:nvGraphicFramePr>
        <p:xfrm>
          <a:off x="2258989" y="1313606"/>
          <a:ext cx="2633359" cy="985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00114" imgH="361783" progId="Equation.3">
                  <p:embed/>
                </p:oleObj>
              </mc:Choice>
              <mc:Fallback>
                <p:oleObj name="公式" r:id="rId4" imgW="1000114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8989" y="1313606"/>
                        <a:ext cx="2633359" cy="985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153206"/>
              </p:ext>
            </p:extLst>
          </p:nvPr>
        </p:nvGraphicFramePr>
        <p:xfrm>
          <a:off x="4900735" y="1192130"/>
          <a:ext cx="2767241" cy="1087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09484" imgH="390628" progId="Equation.3">
                  <p:embed/>
                </p:oleObj>
              </mc:Choice>
              <mc:Fallback>
                <p:oleObj name="公式" r:id="rId6" imgW="1009484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735" y="1192130"/>
                        <a:ext cx="2767241" cy="1087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408707"/>
              </p:ext>
            </p:extLst>
          </p:nvPr>
        </p:nvGraphicFramePr>
        <p:xfrm>
          <a:off x="6888088" y="2650645"/>
          <a:ext cx="652678" cy="36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8558" imgH="317362" progId="Equation.3">
                  <p:embed/>
                </p:oleObj>
              </mc:Choice>
              <mc:Fallback>
                <p:oleObj name="公式" r:id="rId8" imgW="558558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2650645"/>
                        <a:ext cx="652678" cy="36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902503"/>
              </p:ext>
            </p:extLst>
          </p:nvPr>
        </p:nvGraphicFramePr>
        <p:xfrm>
          <a:off x="5740315" y="2650645"/>
          <a:ext cx="1020878" cy="36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37836" imgH="304668" progId="Equation.3">
                  <p:embed/>
                </p:oleObj>
              </mc:Choice>
              <mc:Fallback>
                <p:oleObj name="公式" r:id="rId10" imgW="837836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315" y="2650645"/>
                        <a:ext cx="1020878" cy="36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509125"/>
              </p:ext>
            </p:extLst>
          </p:nvPr>
        </p:nvGraphicFramePr>
        <p:xfrm>
          <a:off x="2611282" y="2253492"/>
          <a:ext cx="3129033" cy="132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3087" imgH="476121" progId="Equation.3">
                  <p:embed/>
                </p:oleObj>
              </mc:Choice>
              <mc:Fallback>
                <p:oleObj name="公式" r:id="rId12" imgW="1143087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282" y="2253492"/>
                        <a:ext cx="3129033" cy="132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681493"/>
              </p:ext>
            </p:extLst>
          </p:nvPr>
        </p:nvGraphicFramePr>
        <p:xfrm>
          <a:off x="2258989" y="3556353"/>
          <a:ext cx="3547367" cy="1069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33601" imgH="390628" progId="Equation.3">
                  <p:embed/>
                </p:oleObj>
              </mc:Choice>
              <mc:Fallback>
                <p:oleObj name="公式" r:id="rId14" imgW="1333601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8989" y="3556353"/>
                        <a:ext cx="3547367" cy="1069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588529"/>
              </p:ext>
            </p:extLst>
          </p:nvPr>
        </p:nvGraphicFramePr>
        <p:xfrm>
          <a:off x="7721646" y="3583192"/>
          <a:ext cx="2390155" cy="585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85944" imgH="200179" progId="Equation.3">
                  <p:embed/>
                </p:oleObj>
              </mc:Choice>
              <mc:Fallback>
                <p:oleObj name="公式" r:id="rId16" imgW="885944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46" y="3583192"/>
                        <a:ext cx="2390155" cy="585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323321"/>
              </p:ext>
            </p:extLst>
          </p:nvPr>
        </p:nvGraphicFramePr>
        <p:xfrm>
          <a:off x="7721646" y="4316413"/>
          <a:ext cx="2720564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66742" imgH="361783" progId="Equation.3">
                  <p:embed/>
                </p:oleObj>
              </mc:Choice>
              <mc:Fallback>
                <p:oleObj name="公式" r:id="rId18" imgW="1066742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46" y="4316413"/>
                        <a:ext cx="2720564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853056"/>
              </p:ext>
            </p:extLst>
          </p:nvPr>
        </p:nvGraphicFramePr>
        <p:xfrm>
          <a:off x="6493123" y="5035314"/>
          <a:ext cx="952364" cy="553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14401" imgH="171334" progId="Equation.3">
                  <p:embed/>
                </p:oleObj>
              </mc:Choice>
              <mc:Fallback>
                <p:oleObj name="公式" r:id="rId20" imgW="314401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3123" y="5035314"/>
                        <a:ext cx="952364" cy="553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2446" name="Group 14"/>
          <p:cNvGrpSpPr>
            <a:grpSpLocks/>
          </p:cNvGrpSpPr>
          <p:nvPr/>
        </p:nvGrpSpPr>
        <p:grpSpPr bwMode="auto">
          <a:xfrm>
            <a:off x="2928940" y="4676775"/>
            <a:ext cx="2320926" cy="1200151"/>
            <a:chOff x="204" y="3158"/>
            <a:chExt cx="1497" cy="771"/>
          </a:xfrm>
        </p:grpSpPr>
        <p:sp>
          <p:nvSpPr>
            <p:cNvPr id="165905" name="Rectangle 15"/>
            <p:cNvSpPr>
              <a:spLocks noChangeArrowheads="1"/>
            </p:cNvSpPr>
            <p:nvPr/>
          </p:nvSpPr>
          <p:spPr bwMode="auto">
            <a:xfrm>
              <a:off x="204" y="3158"/>
              <a:ext cx="862" cy="408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65906" name="Rectangle 16"/>
            <p:cNvSpPr>
              <a:spLocks noChangeArrowheads="1"/>
            </p:cNvSpPr>
            <p:nvPr/>
          </p:nvSpPr>
          <p:spPr bwMode="auto">
            <a:xfrm>
              <a:off x="204" y="3521"/>
              <a:ext cx="1497" cy="408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402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425917"/>
              </p:ext>
            </p:extLst>
          </p:nvPr>
        </p:nvGraphicFramePr>
        <p:xfrm>
          <a:off x="2543175" y="4676775"/>
          <a:ext cx="2978996" cy="1172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09484" imgH="390628" progId="Equation.3">
                  <p:embed/>
                </p:oleObj>
              </mc:Choice>
              <mc:Fallback>
                <p:oleObj name="公式" r:id="rId22" imgW="1009484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4676775"/>
                        <a:ext cx="2978996" cy="1172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2450" name="Group 18"/>
          <p:cNvGrpSpPr>
            <a:grpSpLocks/>
          </p:cNvGrpSpPr>
          <p:nvPr/>
        </p:nvGrpSpPr>
        <p:grpSpPr bwMode="auto">
          <a:xfrm>
            <a:off x="5416554" y="4702175"/>
            <a:ext cx="1042988" cy="742950"/>
            <a:chOff x="2678" y="3189"/>
            <a:chExt cx="657" cy="468"/>
          </a:xfrm>
        </p:grpSpPr>
        <p:sp>
          <p:nvSpPr>
            <p:cNvPr id="165903" name="Rectangle 19"/>
            <p:cNvSpPr>
              <a:spLocks noChangeArrowheads="1"/>
            </p:cNvSpPr>
            <p:nvPr/>
          </p:nvSpPr>
          <p:spPr bwMode="auto">
            <a:xfrm>
              <a:off x="2736" y="3189"/>
              <a:ext cx="531" cy="362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65904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0490416"/>
                </p:ext>
              </p:extLst>
            </p:nvPr>
          </p:nvGraphicFramePr>
          <p:xfrm>
            <a:off x="2678" y="3216"/>
            <a:ext cx="657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81029" imgH="247792" progId="Equation.3">
                    <p:embed/>
                  </p:oleObj>
                </mc:Choice>
                <mc:Fallback>
                  <p:oleObj name="公式" r:id="rId24" imgW="381029" imgH="2477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8" y="3216"/>
                          <a:ext cx="657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7645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4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117682"/>
              </p:ext>
            </p:extLst>
          </p:nvPr>
        </p:nvGraphicFramePr>
        <p:xfrm>
          <a:off x="1869438" y="834481"/>
          <a:ext cx="3757487" cy="1063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19315" imgH="390628" progId="Equation.3">
                  <p:embed/>
                </p:oleObj>
              </mc:Choice>
              <mc:Fallback>
                <p:oleObj name="公式" r:id="rId2" imgW="1419315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9438" y="834481"/>
                        <a:ext cx="3757487" cy="1063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04122"/>
              </p:ext>
            </p:extLst>
          </p:nvPr>
        </p:nvGraphicFramePr>
        <p:xfrm>
          <a:off x="5626925" y="879413"/>
          <a:ext cx="3291486" cy="103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99998" imgH="390628" progId="Equation.3">
                  <p:embed/>
                </p:oleObj>
              </mc:Choice>
              <mc:Fallback>
                <p:oleObj name="公式" r:id="rId4" imgW="1199998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925" y="879413"/>
                        <a:ext cx="3291486" cy="103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4484" name="Group 4"/>
          <p:cNvGrpSpPr>
            <a:grpSpLocks/>
          </p:cNvGrpSpPr>
          <p:nvPr/>
        </p:nvGrpSpPr>
        <p:grpSpPr bwMode="auto">
          <a:xfrm>
            <a:off x="2122488" y="2197896"/>
            <a:ext cx="2305050" cy="714375"/>
            <a:chOff x="521" y="1120"/>
            <a:chExt cx="1452" cy="450"/>
          </a:xfrm>
        </p:grpSpPr>
        <p:graphicFrame>
          <p:nvGraphicFramePr>
            <p:cNvPr id="16692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2163391"/>
                </p:ext>
              </p:extLst>
            </p:nvPr>
          </p:nvGraphicFramePr>
          <p:xfrm>
            <a:off x="591" y="1120"/>
            <a:ext cx="130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09600" imgH="190449" progId="Equation.3">
                    <p:embed/>
                  </p:oleObj>
                </mc:Choice>
                <mc:Fallback>
                  <p:oleObj name="公式" r:id="rId6" imgW="809600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" y="1120"/>
                          <a:ext cx="130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6929" name="Line 6"/>
            <p:cNvSpPr>
              <a:spLocks noChangeShapeType="1"/>
            </p:cNvSpPr>
            <p:nvPr/>
          </p:nvSpPr>
          <p:spPr bwMode="auto">
            <a:xfrm>
              <a:off x="521" y="1480"/>
              <a:ext cx="14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0" name="Line 7"/>
            <p:cNvSpPr>
              <a:spLocks noChangeShapeType="1"/>
            </p:cNvSpPr>
            <p:nvPr/>
          </p:nvSpPr>
          <p:spPr bwMode="auto">
            <a:xfrm>
              <a:off x="521" y="1570"/>
              <a:ext cx="14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4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291080"/>
              </p:ext>
            </p:extLst>
          </p:nvPr>
        </p:nvGraphicFramePr>
        <p:xfrm>
          <a:off x="6894514" y="2177029"/>
          <a:ext cx="13017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19201" imgH="247792" progId="Equation.3">
                  <p:embed/>
                </p:oleObj>
              </mc:Choice>
              <mc:Fallback>
                <p:oleObj name="公式" r:id="rId8" imgW="419201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4514" y="2177029"/>
                        <a:ext cx="13017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193001"/>
              </p:ext>
            </p:extLst>
          </p:nvPr>
        </p:nvGraphicFramePr>
        <p:xfrm>
          <a:off x="8095978" y="2429000"/>
          <a:ext cx="694060" cy="67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9884" imgH="200179" progId="Equation.3">
                  <p:embed/>
                </p:oleObj>
              </mc:Choice>
              <mc:Fallback>
                <p:oleObj name="公式" r:id="rId10" imgW="199884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5978" y="2429000"/>
                        <a:ext cx="694060" cy="67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676448"/>
              </p:ext>
            </p:extLst>
          </p:nvPr>
        </p:nvGraphicFramePr>
        <p:xfrm>
          <a:off x="7079649" y="2170067"/>
          <a:ext cx="788331" cy="505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4684" imgH="190449" progId="Equation.3">
                  <p:embed/>
                </p:oleObj>
              </mc:Choice>
              <mc:Fallback>
                <p:oleObj name="公式" r:id="rId12" imgW="304684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9649" y="2170067"/>
                        <a:ext cx="788331" cy="505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392771"/>
              </p:ext>
            </p:extLst>
          </p:nvPr>
        </p:nvGraphicFramePr>
        <p:xfrm>
          <a:off x="8649267" y="2511805"/>
          <a:ext cx="11160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52573" imgH="171334" progId="Equation.3">
                  <p:embed/>
                </p:oleObj>
              </mc:Choice>
              <mc:Fallback>
                <p:oleObj name="公式" r:id="rId14" imgW="352573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9267" y="2511805"/>
                        <a:ext cx="111601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4492" name="Group 12"/>
          <p:cNvGrpSpPr>
            <a:grpSpLocks/>
          </p:cNvGrpSpPr>
          <p:nvPr/>
        </p:nvGrpSpPr>
        <p:grpSpPr bwMode="auto">
          <a:xfrm>
            <a:off x="4330700" y="2179881"/>
            <a:ext cx="2520950" cy="1271587"/>
            <a:chOff x="1927" y="1117"/>
            <a:chExt cx="1588" cy="801"/>
          </a:xfrm>
        </p:grpSpPr>
        <p:graphicFrame>
          <p:nvGraphicFramePr>
            <p:cNvPr id="166926" name="Object 13"/>
            <p:cNvGraphicFramePr>
              <a:graphicFrameLocks noChangeAspect="1"/>
            </p:cNvGraphicFramePr>
            <p:nvPr/>
          </p:nvGraphicFramePr>
          <p:xfrm>
            <a:off x="1927" y="1304"/>
            <a:ext cx="42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99884" imgH="200179" progId="Equation.3">
                    <p:embed/>
                  </p:oleObj>
                </mc:Choice>
                <mc:Fallback>
                  <p:oleObj name="公式" r:id="rId16" imgW="199884" imgH="2001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1304"/>
                          <a:ext cx="422" cy="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6927" name="Object 14"/>
            <p:cNvGraphicFramePr>
              <a:graphicFrameLocks noChangeAspect="1"/>
            </p:cNvGraphicFramePr>
            <p:nvPr/>
          </p:nvGraphicFramePr>
          <p:xfrm>
            <a:off x="2296" y="1117"/>
            <a:ext cx="1219" cy="8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628802" imgH="419126" progId="Equation.3">
                    <p:embed/>
                  </p:oleObj>
                </mc:Choice>
                <mc:Fallback>
                  <p:oleObj name="公式" r:id="rId18" imgW="628802" imgH="41912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1117"/>
                          <a:ext cx="1219" cy="8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44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00"/>
              </p:ext>
            </p:extLst>
          </p:nvPr>
        </p:nvGraphicFramePr>
        <p:xfrm>
          <a:off x="1869438" y="3491015"/>
          <a:ext cx="3649349" cy="1066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52687" imgH="400011" progId="Equation.3">
                  <p:embed/>
                </p:oleObj>
              </mc:Choice>
              <mc:Fallback>
                <p:oleObj name="公式" r:id="rId20" imgW="1352687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9438" y="3491015"/>
                        <a:ext cx="3649349" cy="1066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829953"/>
              </p:ext>
            </p:extLst>
          </p:nvPr>
        </p:nvGraphicFramePr>
        <p:xfrm>
          <a:off x="5253038" y="3533877"/>
          <a:ext cx="4494488" cy="1149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714630" imgH="400011" progId="Equation.3">
                  <p:embed/>
                </p:oleObj>
              </mc:Choice>
              <mc:Fallback>
                <p:oleObj name="公式" r:id="rId22" imgW="171463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3533877"/>
                        <a:ext cx="4494488" cy="1149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676662"/>
              </p:ext>
            </p:extLst>
          </p:nvPr>
        </p:nvGraphicFramePr>
        <p:xfrm>
          <a:off x="2135189" y="4797425"/>
          <a:ext cx="3117849" cy="105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90629" imgH="390628" progId="Equation.3">
                  <p:embed/>
                </p:oleObj>
              </mc:Choice>
              <mc:Fallback>
                <p:oleObj name="公式" r:id="rId24" imgW="1190629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4797425"/>
                        <a:ext cx="3117849" cy="1059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008058"/>
              </p:ext>
            </p:extLst>
          </p:nvPr>
        </p:nvGraphicFramePr>
        <p:xfrm>
          <a:off x="5050811" y="4848225"/>
          <a:ext cx="1080729" cy="920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28571" imgH="361783" progId="Equation.3">
                  <p:embed/>
                </p:oleObj>
              </mc:Choice>
              <mc:Fallback>
                <p:oleObj name="公式" r:id="rId26" imgW="428571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0811" y="4848225"/>
                        <a:ext cx="1080729" cy="920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320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4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5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814695"/>
              </p:ext>
            </p:extLst>
          </p:nvPr>
        </p:nvGraphicFramePr>
        <p:xfrm>
          <a:off x="2178842" y="929056"/>
          <a:ext cx="4207245" cy="1036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81027" imgH="380897" progId="Equation.3">
                  <p:embed/>
                </p:oleObj>
              </mc:Choice>
              <mc:Fallback>
                <p:oleObj name="公式" r:id="rId2" imgW="158102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842" y="929056"/>
                        <a:ext cx="4207245" cy="1036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669802"/>
              </p:ext>
            </p:extLst>
          </p:nvPr>
        </p:nvGraphicFramePr>
        <p:xfrm>
          <a:off x="2178842" y="2139950"/>
          <a:ext cx="3067634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81259" imgH="542848" progId="Equation.3">
                  <p:embed/>
                </p:oleObj>
              </mc:Choice>
              <mc:Fallback>
                <p:oleObj name="公式" r:id="rId4" imgW="1181259" imgH="5428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842" y="2139950"/>
                        <a:ext cx="3067634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152051"/>
              </p:ext>
            </p:extLst>
          </p:nvPr>
        </p:nvGraphicFramePr>
        <p:xfrm>
          <a:off x="3825981" y="2218662"/>
          <a:ext cx="1112626" cy="37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28571" imgH="123722" progId="Equation.3">
                  <p:embed/>
                </p:oleObj>
              </mc:Choice>
              <mc:Fallback>
                <p:oleObj name="公式" r:id="rId6" imgW="428571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981" y="2218662"/>
                        <a:ext cx="1112626" cy="372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312322"/>
              </p:ext>
            </p:extLst>
          </p:nvPr>
        </p:nvGraphicFramePr>
        <p:xfrm>
          <a:off x="5214979" y="2111148"/>
          <a:ext cx="3435562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04798" imgH="542848" progId="Equation.3">
                  <p:embed/>
                </p:oleObj>
              </mc:Choice>
              <mc:Fallback>
                <p:oleObj name="公式" r:id="rId8" imgW="1304798" imgH="5428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79" y="2111148"/>
                        <a:ext cx="3435562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0" name="Line 6"/>
          <p:cNvSpPr>
            <a:spLocks noChangeShapeType="1"/>
          </p:cNvSpPr>
          <p:nvPr/>
        </p:nvSpPr>
        <p:spPr bwMode="auto">
          <a:xfrm flipV="1">
            <a:off x="6900863" y="3560763"/>
            <a:ext cx="850901" cy="1157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5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62376"/>
              </p:ext>
            </p:extLst>
          </p:nvPr>
        </p:nvGraphicFramePr>
        <p:xfrm>
          <a:off x="7161651" y="3623328"/>
          <a:ext cx="310865" cy="342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5084" imgH="114339" progId="Equation.3">
                  <p:embed/>
                </p:oleObj>
              </mc:Choice>
              <mc:Fallback>
                <p:oleObj name="公式" r:id="rId10" imgW="95084" imgH="114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651" y="3623328"/>
                        <a:ext cx="310865" cy="342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314067"/>
              </p:ext>
            </p:extLst>
          </p:nvPr>
        </p:nvGraphicFramePr>
        <p:xfrm>
          <a:off x="6342667" y="3385910"/>
          <a:ext cx="299290" cy="330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5084" imgH="114339" progId="Equation.3">
                  <p:embed/>
                </p:oleObj>
              </mc:Choice>
              <mc:Fallback>
                <p:oleObj name="公式" r:id="rId12" imgW="95084" imgH="114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667" y="3385910"/>
                        <a:ext cx="299290" cy="330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5513" name="Group 9"/>
          <p:cNvGrpSpPr>
            <a:grpSpLocks/>
          </p:cNvGrpSpPr>
          <p:nvPr/>
        </p:nvGrpSpPr>
        <p:grpSpPr bwMode="auto">
          <a:xfrm>
            <a:off x="2351980" y="3958122"/>
            <a:ext cx="2030314" cy="1249831"/>
            <a:chOff x="521" y="2478"/>
            <a:chExt cx="1304" cy="771"/>
          </a:xfrm>
        </p:grpSpPr>
        <p:graphicFrame>
          <p:nvGraphicFramePr>
            <p:cNvPr id="16794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591008"/>
                </p:ext>
              </p:extLst>
            </p:nvPr>
          </p:nvGraphicFramePr>
          <p:xfrm>
            <a:off x="521" y="2478"/>
            <a:ext cx="1304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838055" imgH="361783" progId="Equation.3">
                    <p:embed/>
                  </p:oleObj>
                </mc:Choice>
                <mc:Fallback>
                  <p:oleObj name="公式" r:id="rId14" imgW="838055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478"/>
                          <a:ext cx="1304" cy="5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50" name="Line 11"/>
            <p:cNvSpPr>
              <a:spLocks noChangeShapeType="1"/>
            </p:cNvSpPr>
            <p:nvPr/>
          </p:nvSpPr>
          <p:spPr bwMode="auto">
            <a:xfrm>
              <a:off x="521" y="3159"/>
              <a:ext cx="1209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1" name="Line 12"/>
            <p:cNvSpPr>
              <a:spLocks noChangeShapeType="1"/>
            </p:cNvSpPr>
            <p:nvPr/>
          </p:nvSpPr>
          <p:spPr bwMode="auto">
            <a:xfrm>
              <a:off x="521" y="3249"/>
              <a:ext cx="12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5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956241"/>
              </p:ext>
            </p:extLst>
          </p:nvPr>
        </p:nvGraphicFramePr>
        <p:xfrm>
          <a:off x="4507025" y="4470722"/>
          <a:ext cx="2707673" cy="106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09484" imgH="390628" progId="Equation.3">
                  <p:embed/>
                </p:oleObj>
              </mc:Choice>
              <mc:Fallback>
                <p:oleObj name="公式" r:id="rId16" imgW="1009484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7025" y="4470722"/>
                        <a:ext cx="2707673" cy="106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265375"/>
              </p:ext>
            </p:extLst>
          </p:nvPr>
        </p:nvGraphicFramePr>
        <p:xfrm>
          <a:off x="7104112" y="4357933"/>
          <a:ext cx="1080292" cy="725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81029" imgH="247792" progId="Equation.3">
                  <p:embed/>
                </p:oleObj>
              </mc:Choice>
              <mc:Fallback>
                <p:oleObj name="公式" r:id="rId18" imgW="381029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112" y="4357933"/>
                        <a:ext cx="1080292" cy="725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870850"/>
              </p:ext>
            </p:extLst>
          </p:nvPr>
        </p:nvGraphicFramePr>
        <p:xfrm>
          <a:off x="8184404" y="4413268"/>
          <a:ext cx="707349" cy="102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38056" imgH="361783" progId="Equation.3">
                  <p:embed/>
                </p:oleObj>
              </mc:Choice>
              <mc:Fallback>
                <p:oleObj name="公式" r:id="rId20" imgW="238056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4404" y="4413268"/>
                        <a:ext cx="707349" cy="1022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254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5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5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"/>
          <p:cNvGrpSpPr>
            <a:grpSpLocks/>
          </p:cNvGrpSpPr>
          <p:nvPr/>
        </p:nvGrpSpPr>
        <p:grpSpPr bwMode="auto">
          <a:xfrm>
            <a:off x="1488770" y="1594149"/>
            <a:ext cx="9524487" cy="1492300"/>
            <a:chOff x="469" y="480"/>
            <a:chExt cx="5341" cy="4118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6530" name="Rectangle 2"/>
          <p:cNvSpPr>
            <a:spLocks noChangeArrowheads="1"/>
          </p:cNvSpPr>
          <p:nvPr/>
        </p:nvSpPr>
        <p:spPr bwMode="auto">
          <a:xfrm>
            <a:off x="1931351" y="793342"/>
            <a:ext cx="7129462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五、闭区间上连续函数的性质</a:t>
            </a:r>
            <a:endParaRPr lang="zh-CN" altLang="en-US" sz="36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06531" name="Text Box 3"/>
          <p:cNvSpPr txBox="1">
            <a:spLocks noChangeArrowheads="1"/>
          </p:cNvSpPr>
          <p:nvPr/>
        </p:nvSpPr>
        <p:spPr bwMode="auto">
          <a:xfrm>
            <a:off x="2040094" y="1656339"/>
            <a:ext cx="3455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性质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有界性</a:t>
            </a:r>
            <a:r>
              <a:rPr lang="en-US" altLang="zh-CN" b="1" dirty="0">
                <a:solidFill>
                  <a:schemeClr val="accent2"/>
                </a:solidFill>
                <a:ea typeface="黑体" pitchFamily="2" charset="-122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chemeClr val="accent2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06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978275"/>
              </p:ext>
            </p:extLst>
          </p:nvPr>
        </p:nvGraphicFramePr>
        <p:xfrm>
          <a:off x="5031060" y="1715705"/>
          <a:ext cx="48656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47886" imgH="190449" progId="Equation.3">
                  <p:embed/>
                </p:oleObj>
              </mc:Choice>
              <mc:Fallback>
                <p:oleObj name="公式" r:id="rId2" imgW="1847886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1060" y="1715705"/>
                        <a:ext cx="486568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205840"/>
              </p:ext>
            </p:extLst>
          </p:nvPr>
        </p:nvGraphicFramePr>
        <p:xfrm>
          <a:off x="2063552" y="2347912"/>
          <a:ext cx="4275138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19199" imgH="190449" progId="Equation.3">
                  <p:embed/>
                </p:oleObj>
              </mc:Choice>
              <mc:Fallback>
                <p:oleObj name="公式" r:id="rId4" imgW="161919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2347912"/>
                        <a:ext cx="4275138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6534" name="Group 6"/>
          <p:cNvGrpSpPr>
            <a:grpSpLocks/>
          </p:cNvGrpSpPr>
          <p:nvPr/>
        </p:nvGrpSpPr>
        <p:grpSpPr bwMode="auto">
          <a:xfrm>
            <a:off x="7022463" y="3067423"/>
            <a:ext cx="4076700" cy="3240088"/>
            <a:chOff x="2653" y="981"/>
            <a:chExt cx="2568" cy="2041"/>
          </a:xfrm>
        </p:grpSpPr>
        <p:graphicFrame>
          <p:nvGraphicFramePr>
            <p:cNvPr id="172047" name="Object 7"/>
            <p:cNvGraphicFramePr>
              <a:graphicFrameLocks noChangeAspect="1"/>
            </p:cNvGraphicFramePr>
            <p:nvPr/>
          </p:nvGraphicFramePr>
          <p:xfrm>
            <a:off x="3034" y="2753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6835" imgH="139518" progId="Equation.3">
                    <p:embed/>
                  </p:oleObj>
                </mc:Choice>
                <mc:Fallback>
                  <p:oleObj name="公式" r:id="rId6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4" y="2753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048" name="Line 8"/>
            <p:cNvSpPr>
              <a:spLocks noChangeShapeType="1"/>
            </p:cNvSpPr>
            <p:nvPr/>
          </p:nvSpPr>
          <p:spPr bwMode="auto">
            <a:xfrm flipV="1">
              <a:off x="3133" y="235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2049" name="Object 9"/>
            <p:cNvGraphicFramePr>
              <a:graphicFrameLocks noChangeAspect="1"/>
            </p:cNvGraphicFramePr>
            <p:nvPr/>
          </p:nvGraphicFramePr>
          <p:xfrm>
            <a:off x="4704" y="2753"/>
            <a:ext cx="190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26725" imgH="177415" progId="Equation.3">
                    <p:embed/>
                  </p:oleObj>
                </mc:Choice>
                <mc:Fallback>
                  <p:oleObj name="公式" r:id="rId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753"/>
                          <a:ext cx="190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050" name="Line 10"/>
            <p:cNvSpPr>
              <a:spLocks noChangeShapeType="1"/>
            </p:cNvSpPr>
            <p:nvPr/>
          </p:nvSpPr>
          <p:spPr bwMode="auto">
            <a:xfrm flipV="1">
              <a:off x="4813" y="1857"/>
              <a:ext cx="0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1" name="Freeform 11"/>
            <p:cNvSpPr>
              <a:spLocks/>
            </p:cNvSpPr>
            <p:nvPr/>
          </p:nvSpPr>
          <p:spPr bwMode="auto">
            <a:xfrm>
              <a:off x="3133" y="1574"/>
              <a:ext cx="1680" cy="974"/>
            </a:xfrm>
            <a:custGeom>
              <a:avLst/>
              <a:gdLst>
                <a:gd name="T0" fmla="*/ 0 w 1680"/>
                <a:gd name="T1" fmla="*/ 1042 h 848"/>
                <a:gd name="T2" fmla="*/ 144 w 1680"/>
                <a:gd name="T3" fmla="*/ 605 h 848"/>
                <a:gd name="T4" fmla="*/ 384 w 1680"/>
                <a:gd name="T5" fmla="*/ 533 h 848"/>
                <a:gd name="T6" fmla="*/ 624 w 1680"/>
                <a:gd name="T7" fmla="*/ 897 h 848"/>
                <a:gd name="T8" fmla="*/ 720 w 1680"/>
                <a:gd name="T9" fmla="*/ 1115 h 848"/>
                <a:gd name="T10" fmla="*/ 816 w 1680"/>
                <a:gd name="T11" fmla="*/ 1261 h 848"/>
                <a:gd name="T12" fmla="*/ 960 w 1680"/>
                <a:gd name="T13" fmla="*/ 1261 h 848"/>
                <a:gd name="T14" fmla="*/ 1008 w 1680"/>
                <a:gd name="T15" fmla="*/ 1115 h 848"/>
                <a:gd name="T16" fmla="*/ 1104 w 1680"/>
                <a:gd name="T17" fmla="*/ 605 h 848"/>
                <a:gd name="T18" fmla="*/ 1344 w 1680"/>
                <a:gd name="T19" fmla="*/ 98 h 848"/>
                <a:gd name="T20" fmla="*/ 1488 w 1680"/>
                <a:gd name="T21" fmla="*/ 24 h 848"/>
                <a:gd name="T22" fmla="*/ 1584 w 1680"/>
                <a:gd name="T23" fmla="*/ 98 h 848"/>
                <a:gd name="T24" fmla="*/ 1680 w 1680"/>
                <a:gd name="T25" fmla="*/ 316 h 8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80" h="848">
                  <a:moveTo>
                    <a:pt x="0" y="688"/>
                  </a:moveTo>
                  <a:cubicBezTo>
                    <a:pt x="40" y="572"/>
                    <a:pt x="80" y="456"/>
                    <a:pt x="144" y="400"/>
                  </a:cubicBezTo>
                  <a:cubicBezTo>
                    <a:pt x="208" y="344"/>
                    <a:pt x="304" y="320"/>
                    <a:pt x="384" y="352"/>
                  </a:cubicBezTo>
                  <a:cubicBezTo>
                    <a:pt x="464" y="384"/>
                    <a:pt x="568" y="528"/>
                    <a:pt x="624" y="592"/>
                  </a:cubicBezTo>
                  <a:cubicBezTo>
                    <a:pt x="680" y="656"/>
                    <a:pt x="688" y="696"/>
                    <a:pt x="720" y="736"/>
                  </a:cubicBezTo>
                  <a:cubicBezTo>
                    <a:pt x="752" y="776"/>
                    <a:pt x="776" y="816"/>
                    <a:pt x="816" y="832"/>
                  </a:cubicBezTo>
                  <a:cubicBezTo>
                    <a:pt x="856" y="848"/>
                    <a:pt x="928" y="848"/>
                    <a:pt x="960" y="832"/>
                  </a:cubicBezTo>
                  <a:cubicBezTo>
                    <a:pt x="992" y="816"/>
                    <a:pt x="984" y="808"/>
                    <a:pt x="1008" y="736"/>
                  </a:cubicBezTo>
                  <a:cubicBezTo>
                    <a:pt x="1032" y="664"/>
                    <a:pt x="1048" y="512"/>
                    <a:pt x="1104" y="400"/>
                  </a:cubicBezTo>
                  <a:cubicBezTo>
                    <a:pt x="1160" y="288"/>
                    <a:pt x="1280" y="128"/>
                    <a:pt x="1344" y="64"/>
                  </a:cubicBezTo>
                  <a:cubicBezTo>
                    <a:pt x="1408" y="0"/>
                    <a:pt x="1448" y="16"/>
                    <a:pt x="1488" y="16"/>
                  </a:cubicBezTo>
                  <a:cubicBezTo>
                    <a:pt x="1528" y="16"/>
                    <a:pt x="1552" y="32"/>
                    <a:pt x="1584" y="64"/>
                  </a:cubicBezTo>
                  <a:cubicBezTo>
                    <a:pt x="1616" y="96"/>
                    <a:pt x="1664" y="184"/>
                    <a:pt x="1680" y="208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2" name="Line 12"/>
            <p:cNvSpPr>
              <a:spLocks noChangeShapeType="1"/>
            </p:cNvSpPr>
            <p:nvPr/>
          </p:nvSpPr>
          <p:spPr bwMode="auto">
            <a:xfrm>
              <a:off x="2653" y="2740"/>
              <a:ext cx="2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3" name="Line 13"/>
            <p:cNvSpPr>
              <a:spLocks noChangeShapeType="1"/>
            </p:cNvSpPr>
            <p:nvPr/>
          </p:nvSpPr>
          <p:spPr bwMode="auto">
            <a:xfrm flipH="1" flipV="1">
              <a:off x="2925" y="1117"/>
              <a:ext cx="16" cy="1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2054" name="Object 14"/>
            <p:cNvGraphicFramePr>
              <a:graphicFrameLocks noChangeAspect="1"/>
            </p:cNvGraphicFramePr>
            <p:nvPr/>
          </p:nvGraphicFramePr>
          <p:xfrm>
            <a:off x="5030" y="2789"/>
            <a:ext cx="191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700" imgH="139700" progId="Equation.3">
                    <p:embed/>
                  </p:oleObj>
                </mc:Choice>
                <mc:Fallback>
                  <p:oleObj name="公式" r:id="rId10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0" y="2789"/>
                          <a:ext cx="191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55" name="Object 15"/>
            <p:cNvGraphicFramePr>
              <a:graphicFrameLocks noChangeAspect="1"/>
            </p:cNvGraphicFramePr>
            <p:nvPr/>
          </p:nvGraphicFramePr>
          <p:xfrm>
            <a:off x="2744" y="981"/>
            <a:ext cx="190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579" imgH="164957" progId="Equation.3">
                    <p:embed/>
                  </p:oleObj>
                </mc:Choice>
                <mc:Fallback>
                  <p:oleObj name="公式" r:id="rId12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981"/>
                          <a:ext cx="190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56" name="Object 16"/>
            <p:cNvGraphicFramePr>
              <a:graphicFrameLocks noChangeAspect="1"/>
            </p:cNvGraphicFramePr>
            <p:nvPr/>
          </p:nvGraphicFramePr>
          <p:xfrm>
            <a:off x="2745" y="2753"/>
            <a:ext cx="19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835" imgH="139518" progId="Equation.3">
                    <p:embed/>
                  </p:oleObj>
                </mc:Choice>
                <mc:Fallback>
                  <p:oleObj name="公式" r:id="rId1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5" y="2753"/>
                          <a:ext cx="19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57" name="Object 17"/>
            <p:cNvGraphicFramePr>
              <a:graphicFrameLocks noChangeAspect="1"/>
            </p:cNvGraphicFramePr>
            <p:nvPr/>
          </p:nvGraphicFramePr>
          <p:xfrm>
            <a:off x="3487" y="1661"/>
            <a:ext cx="77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80913" imgH="171334" progId="Equation.3">
                    <p:embed/>
                  </p:oleObj>
                </mc:Choice>
                <mc:Fallback>
                  <p:oleObj name="公式" r:id="rId16" imgW="580913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" y="1661"/>
                          <a:ext cx="77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6546" name="Group 18"/>
          <p:cNvGrpSpPr>
            <a:grpSpLocks/>
          </p:cNvGrpSpPr>
          <p:nvPr/>
        </p:nvGrpSpPr>
        <p:grpSpPr bwMode="auto">
          <a:xfrm>
            <a:off x="7500151" y="3470598"/>
            <a:ext cx="3959225" cy="544512"/>
            <a:chOff x="2881" y="1545"/>
            <a:chExt cx="2494" cy="343"/>
          </a:xfrm>
        </p:grpSpPr>
        <p:sp>
          <p:nvSpPr>
            <p:cNvPr id="172045" name="Line 19"/>
            <p:cNvSpPr>
              <a:spLocks noChangeShapeType="1"/>
            </p:cNvSpPr>
            <p:nvPr/>
          </p:nvSpPr>
          <p:spPr bwMode="auto">
            <a:xfrm>
              <a:off x="2881" y="1888"/>
              <a:ext cx="249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2046" name="Object 20"/>
            <p:cNvGraphicFramePr>
              <a:graphicFrameLocks noChangeAspect="1"/>
            </p:cNvGraphicFramePr>
            <p:nvPr/>
          </p:nvGraphicFramePr>
          <p:xfrm>
            <a:off x="3978" y="1545"/>
            <a:ext cx="580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23770" imgH="190449" progId="Equation.3">
                    <p:embed/>
                  </p:oleObj>
                </mc:Choice>
                <mc:Fallback>
                  <p:oleObj name="公式" r:id="rId18" imgW="323770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8" y="1545"/>
                          <a:ext cx="580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6549" name="Group 21"/>
          <p:cNvGrpSpPr>
            <a:grpSpLocks/>
          </p:cNvGrpSpPr>
          <p:nvPr/>
        </p:nvGrpSpPr>
        <p:grpSpPr bwMode="auto">
          <a:xfrm>
            <a:off x="7500150" y="5012906"/>
            <a:ext cx="3959225" cy="544512"/>
            <a:chOff x="2880" y="2633"/>
            <a:chExt cx="2494" cy="343"/>
          </a:xfrm>
        </p:grpSpPr>
        <p:sp>
          <p:nvSpPr>
            <p:cNvPr id="172043" name="Line 22"/>
            <p:cNvSpPr>
              <a:spLocks noChangeShapeType="1"/>
            </p:cNvSpPr>
            <p:nvPr/>
          </p:nvSpPr>
          <p:spPr bwMode="auto">
            <a:xfrm>
              <a:off x="2880" y="2976"/>
              <a:ext cx="249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2044" name="Object 23"/>
            <p:cNvGraphicFramePr>
              <a:graphicFrameLocks noChangeAspect="1"/>
            </p:cNvGraphicFramePr>
            <p:nvPr/>
          </p:nvGraphicFramePr>
          <p:xfrm>
            <a:off x="4296" y="2633"/>
            <a:ext cx="580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23770" imgH="190449" progId="Equation.3">
                    <p:embed/>
                  </p:oleObj>
                </mc:Choice>
                <mc:Fallback>
                  <p:oleObj name="公式" r:id="rId20" imgW="323770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6" y="2633"/>
                          <a:ext cx="580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6552" name="Text Box 24"/>
          <p:cNvSpPr txBox="1">
            <a:spLocks noChangeArrowheads="1"/>
          </p:cNvSpPr>
          <p:nvPr/>
        </p:nvSpPr>
        <p:spPr bwMode="auto">
          <a:xfrm>
            <a:off x="2201331" y="3771517"/>
            <a:ext cx="459211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en-US" altLang="zh-CN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</a:rPr>
              <a:t>若区间是开区间</a:t>
            </a:r>
            <a:r>
              <a:rPr lang="en-US" altLang="zh-CN" b="1" dirty="0">
                <a:solidFill>
                  <a:schemeClr val="accent2"/>
                </a:solidFill>
              </a:rPr>
              <a:t>,  </a:t>
            </a:r>
            <a:r>
              <a:rPr lang="zh-CN" altLang="en-US" b="1" dirty="0">
                <a:solidFill>
                  <a:schemeClr val="accent2"/>
                </a:solidFill>
              </a:rPr>
              <a:t>或闭区间内有间断点</a:t>
            </a:r>
            <a:r>
              <a:rPr lang="en-US" altLang="zh-CN" b="1" dirty="0">
                <a:solidFill>
                  <a:schemeClr val="accent2"/>
                </a:solidFill>
              </a:rPr>
              <a:t>, </a:t>
            </a:r>
            <a:r>
              <a:rPr lang="zh-CN" altLang="en-US" b="1" dirty="0">
                <a:solidFill>
                  <a:schemeClr val="accent2"/>
                </a:solidFill>
              </a:rPr>
              <a:t>则 结论不一定成立 </a:t>
            </a:r>
            <a:r>
              <a:rPr lang="en-US" altLang="zh-CN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06553" name="Text Box 25"/>
          <p:cNvSpPr txBox="1">
            <a:spLocks noChangeArrowheads="1"/>
          </p:cNvSpPr>
          <p:nvPr/>
        </p:nvSpPr>
        <p:spPr bwMode="auto">
          <a:xfrm>
            <a:off x="2343712" y="3081672"/>
            <a:ext cx="187119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6600"/>
                </a:solidFill>
              </a:rPr>
              <a:t>(</a:t>
            </a:r>
            <a:r>
              <a:rPr lang="zh-CN" altLang="en-US" b="1" dirty="0">
                <a:solidFill>
                  <a:srgbClr val="006600"/>
                </a:solidFill>
              </a:rPr>
              <a:t>证明略</a:t>
            </a:r>
            <a:r>
              <a:rPr lang="en-US" altLang="zh-CN" b="1" dirty="0">
                <a:solidFill>
                  <a:srgbClr val="006600"/>
                </a:solidFill>
              </a:rPr>
              <a:t>)</a:t>
            </a:r>
            <a:endParaRPr lang="zh-CN" altLang="en-US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30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40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40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0" grpId="0"/>
      <p:bldP spid="406531" grpId="0"/>
      <p:bldP spid="406552" grpId="0" autoUpdateAnimBg="0"/>
      <p:bldP spid="40655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554" name="Group 2"/>
          <p:cNvGrpSpPr>
            <a:grpSpLocks/>
          </p:cNvGrpSpPr>
          <p:nvPr/>
        </p:nvGrpSpPr>
        <p:grpSpPr bwMode="auto">
          <a:xfrm>
            <a:off x="6872644" y="2973605"/>
            <a:ext cx="4572000" cy="2970213"/>
            <a:chOff x="1126" y="1460"/>
            <a:chExt cx="2880" cy="1871"/>
          </a:xfrm>
        </p:grpSpPr>
        <p:sp>
          <p:nvSpPr>
            <p:cNvPr id="173066" name="Line 3"/>
            <p:cNvSpPr>
              <a:spLocks noChangeShapeType="1"/>
            </p:cNvSpPr>
            <p:nvPr/>
          </p:nvSpPr>
          <p:spPr bwMode="auto">
            <a:xfrm>
              <a:off x="1126" y="2465"/>
              <a:ext cx="26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67" name="Line 4"/>
            <p:cNvSpPr>
              <a:spLocks noChangeShapeType="1"/>
            </p:cNvSpPr>
            <p:nvPr/>
          </p:nvSpPr>
          <p:spPr bwMode="auto">
            <a:xfrm flipV="1">
              <a:off x="2374" y="1525"/>
              <a:ext cx="0" cy="18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3068" name="Object 5"/>
            <p:cNvGraphicFramePr>
              <a:graphicFrameLocks noChangeAspect="1"/>
            </p:cNvGraphicFramePr>
            <p:nvPr/>
          </p:nvGraphicFramePr>
          <p:xfrm>
            <a:off x="2374" y="2493"/>
            <a:ext cx="208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835" imgH="139518" progId="Equation.3">
                    <p:embed/>
                  </p:oleObj>
                </mc:Choice>
                <mc:Fallback>
                  <p:oleObj name="公式" r:id="rId2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4" y="2493"/>
                          <a:ext cx="208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69" name="Object 6"/>
            <p:cNvGraphicFramePr>
              <a:graphicFrameLocks noChangeAspect="1"/>
            </p:cNvGraphicFramePr>
            <p:nvPr/>
          </p:nvGraphicFramePr>
          <p:xfrm>
            <a:off x="3746" y="2488"/>
            <a:ext cx="26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9700" imgH="139700" progId="Equation.3">
                    <p:embed/>
                  </p:oleObj>
                </mc:Choice>
                <mc:Fallback>
                  <p:oleObj name="公式" r:id="rId4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" y="2488"/>
                          <a:ext cx="260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70" name="Object 7"/>
            <p:cNvGraphicFramePr>
              <a:graphicFrameLocks noChangeAspect="1"/>
            </p:cNvGraphicFramePr>
            <p:nvPr/>
          </p:nvGraphicFramePr>
          <p:xfrm>
            <a:off x="2109" y="1460"/>
            <a:ext cx="27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579" imgH="164957" progId="Equation.3">
                    <p:embed/>
                  </p:oleObj>
                </mc:Choice>
                <mc:Fallback>
                  <p:oleObj name="公式" r:id="rId6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460"/>
                          <a:ext cx="27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3071" name="Arc 8"/>
            <p:cNvSpPr>
              <a:spLocks/>
            </p:cNvSpPr>
            <p:nvPr/>
          </p:nvSpPr>
          <p:spPr bwMode="auto">
            <a:xfrm flipV="1">
              <a:off x="2472" y="1634"/>
              <a:ext cx="859" cy="753"/>
            </a:xfrm>
            <a:custGeom>
              <a:avLst/>
              <a:gdLst>
                <a:gd name="T0" fmla="*/ 0 w 21468"/>
                <a:gd name="T1" fmla="*/ 1 h 21598"/>
                <a:gd name="T2" fmla="*/ 1 w 21468"/>
                <a:gd name="T3" fmla="*/ 0 h 21598"/>
                <a:gd name="T4" fmla="*/ 1 w 21468"/>
                <a:gd name="T5" fmla="*/ 1 h 215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68" h="21598" fill="none" extrusionOk="0">
                  <a:moveTo>
                    <a:pt x="0" y="19212"/>
                  </a:moveTo>
                  <a:cubicBezTo>
                    <a:pt x="1203" y="8387"/>
                    <a:pt x="10276" y="152"/>
                    <a:pt x="21166" y="0"/>
                  </a:cubicBezTo>
                </a:path>
                <a:path w="21468" h="21598" stroke="0" extrusionOk="0">
                  <a:moveTo>
                    <a:pt x="0" y="19212"/>
                  </a:moveTo>
                  <a:cubicBezTo>
                    <a:pt x="1203" y="8387"/>
                    <a:pt x="10276" y="152"/>
                    <a:pt x="21166" y="0"/>
                  </a:cubicBezTo>
                  <a:lnTo>
                    <a:pt x="21468" y="21598"/>
                  </a:lnTo>
                  <a:lnTo>
                    <a:pt x="0" y="19212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2" name="Arc 9"/>
            <p:cNvSpPr>
              <a:spLocks/>
            </p:cNvSpPr>
            <p:nvPr/>
          </p:nvSpPr>
          <p:spPr bwMode="auto">
            <a:xfrm rot="10731800" flipV="1">
              <a:off x="1431" y="2523"/>
              <a:ext cx="859" cy="753"/>
            </a:xfrm>
            <a:custGeom>
              <a:avLst/>
              <a:gdLst>
                <a:gd name="T0" fmla="*/ 0 w 21468"/>
                <a:gd name="T1" fmla="*/ 1 h 21598"/>
                <a:gd name="T2" fmla="*/ 1 w 21468"/>
                <a:gd name="T3" fmla="*/ 0 h 21598"/>
                <a:gd name="T4" fmla="*/ 1 w 21468"/>
                <a:gd name="T5" fmla="*/ 1 h 215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68" h="21598" fill="none" extrusionOk="0">
                  <a:moveTo>
                    <a:pt x="0" y="19212"/>
                  </a:moveTo>
                  <a:cubicBezTo>
                    <a:pt x="1203" y="8387"/>
                    <a:pt x="10276" y="152"/>
                    <a:pt x="21166" y="0"/>
                  </a:cubicBezTo>
                </a:path>
                <a:path w="21468" h="21598" stroke="0" extrusionOk="0">
                  <a:moveTo>
                    <a:pt x="0" y="19212"/>
                  </a:moveTo>
                  <a:cubicBezTo>
                    <a:pt x="1203" y="8387"/>
                    <a:pt x="10276" y="152"/>
                    <a:pt x="21166" y="0"/>
                  </a:cubicBezTo>
                  <a:lnTo>
                    <a:pt x="21468" y="21598"/>
                  </a:lnTo>
                  <a:lnTo>
                    <a:pt x="0" y="19212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3073" name="Object 10"/>
            <p:cNvGraphicFramePr>
              <a:graphicFrameLocks noChangeAspect="1"/>
            </p:cNvGraphicFramePr>
            <p:nvPr/>
          </p:nvGraphicFramePr>
          <p:xfrm>
            <a:off x="3225" y="2516"/>
            <a:ext cx="210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26835" imgH="139518" progId="Equation.3">
                    <p:embed/>
                  </p:oleObj>
                </mc:Choice>
                <mc:Fallback>
                  <p:oleObj name="公式" r:id="rId8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516"/>
                          <a:ext cx="210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7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0381138"/>
                </p:ext>
              </p:extLst>
            </p:nvPr>
          </p:nvGraphicFramePr>
          <p:xfrm>
            <a:off x="2771" y="1611"/>
            <a:ext cx="814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619085" imgH="361783" progId="Equation.3">
                    <p:embed/>
                  </p:oleObj>
                </mc:Choice>
                <mc:Fallback>
                  <p:oleObj name="公式" r:id="rId10" imgW="619085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" y="1611"/>
                          <a:ext cx="814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075" name="Object 12"/>
            <p:cNvGraphicFramePr>
              <a:graphicFrameLocks noChangeAspect="1"/>
            </p:cNvGraphicFramePr>
            <p:nvPr/>
          </p:nvGraphicFramePr>
          <p:xfrm>
            <a:off x="1211" y="2251"/>
            <a:ext cx="399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41195" imgH="139639" progId="Equation.3">
                    <p:embed/>
                  </p:oleObj>
                </mc:Choice>
                <mc:Fallback>
                  <p:oleObj name="公式" r:id="rId12" imgW="241195" imgH="1396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1" y="2251"/>
                          <a:ext cx="399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3076" name="Line 13"/>
            <p:cNvSpPr>
              <a:spLocks noChangeShapeType="1"/>
            </p:cNvSpPr>
            <p:nvPr/>
          </p:nvSpPr>
          <p:spPr bwMode="auto">
            <a:xfrm>
              <a:off x="3334" y="2387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77" name="Line 14"/>
            <p:cNvSpPr>
              <a:spLocks noChangeShapeType="1"/>
            </p:cNvSpPr>
            <p:nvPr/>
          </p:nvSpPr>
          <p:spPr bwMode="auto">
            <a:xfrm>
              <a:off x="1429" y="243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75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845720"/>
              </p:ext>
            </p:extLst>
          </p:nvPr>
        </p:nvGraphicFramePr>
        <p:xfrm>
          <a:off x="2254142" y="1979830"/>
          <a:ext cx="444023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85827" imgH="361783" progId="Equation.3">
                  <p:embed/>
                </p:oleObj>
              </mc:Choice>
              <mc:Fallback>
                <p:oleObj name="公式" r:id="rId14" imgW="1685827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142" y="1979830"/>
                        <a:ext cx="4440238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638559"/>
              </p:ext>
            </p:extLst>
          </p:nvPr>
        </p:nvGraphicFramePr>
        <p:xfrm>
          <a:off x="6760369" y="1934369"/>
          <a:ext cx="27289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28570" imgH="361783" progId="Equation.3">
                  <p:embed/>
                </p:oleObj>
              </mc:Choice>
              <mc:Fallback>
                <p:oleObj name="公式" r:id="rId16" imgW="1028570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0369" y="1934369"/>
                        <a:ext cx="272891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415832"/>
              </p:ext>
            </p:extLst>
          </p:nvPr>
        </p:nvGraphicFramePr>
        <p:xfrm>
          <a:off x="2332752" y="3119760"/>
          <a:ext cx="3590116" cy="1176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71600" imgH="457200" progId="Equation.DSMT4">
                  <p:embed/>
                </p:oleObj>
              </mc:Choice>
              <mc:Fallback>
                <p:oleObj name="Equation" r:id="rId18" imgW="1371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752" y="3119760"/>
                        <a:ext cx="3590116" cy="1176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399666"/>
              </p:ext>
            </p:extLst>
          </p:nvPr>
        </p:nvGraphicFramePr>
        <p:xfrm>
          <a:off x="2154488" y="4271168"/>
          <a:ext cx="4529500" cy="993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39880" imgH="406080" progId="Equation.DSMT4">
                  <p:embed/>
                </p:oleObj>
              </mc:Choice>
              <mc:Fallback>
                <p:oleObj name="Equation" r:id="rId20" imgW="1739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488" y="4271168"/>
                        <a:ext cx="4529500" cy="993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850489"/>
              </p:ext>
            </p:extLst>
          </p:nvPr>
        </p:nvGraphicFramePr>
        <p:xfrm>
          <a:off x="3359053" y="1081999"/>
          <a:ext cx="5618305" cy="943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257371" imgH="361783" progId="Equation.3">
                  <p:embed/>
                </p:oleObj>
              </mc:Choice>
              <mc:Fallback>
                <p:oleObj name="公式" r:id="rId22" imgW="2257371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053" y="1081999"/>
                        <a:ext cx="5618305" cy="943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158471"/>
              </p:ext>
            </p:extLst>
          </p:nvPr>
        </p:nvGraphicFramePr>
        <p:xfrm>
          <a:off x="9006243" y="1309134"/>
          <a:ext cx="992449" cy="529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61943" imgH="190449" progId="Equation.3">
                  <p:embed/>
                </p:oleObj>
              </mc:Choice>
              <mc:Fallback>
                <p:oleObj name="公式" r:id="rId24" imgW="361943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6243" y="1309134"/>
                        <a:ext cx="992449" cy="5294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63474" y="126930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例如：</a:t>
            </a:r>
          </a:p>
        </p:txBody>
      </p:sp>
    </p:spTree>
    <p:extLst>
      <p:ext uri="{BB962C8B-B14F-4D97-AF65-F5344CB8AC3E}">
        <p14:creationId xmlns:p14="http://schemas.microsoft.com/office/powerpoint/2010/main" val="308239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2"/>
          <p:cNvGrpSpPr>
            <a:grpSpLocks/>
          </p:cNvGrpSpPr>
          <p:nvPr/>
        </p:nvGrpSpPr>
        <p:grpSpPr bwMode="auto">
          <a:xfrm>
            <a:off x="1271464" y="889851"/>
            <a:ext cx="10153128" cy="2718699"/>
            <a:chOff x="469" y="480"/>
            <a:chExt cx="5341" cy="4118"/>
          </a:xfrm>
        </p:grpSpPr>
        <p:sp>
          <p:nvSpPr>
            <p:cNvPr id="3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1933138" y="960871"/>
            <a:ext cx="3455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性质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最值性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08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797150"/>
              </p:ext>
            </p:extLst>
          </p:nvPr>
        </p:nvGraphicFramePr>
        <p:xfrm>
          <a:off x="4680923" y="984460"/>
          <a:ext cx="48990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66972" imgH="190449" progId="Equation.3">
                  <p:embed/>
                </p:oleObj>
              </mc:Choice>
              <mc:Fallback>
                <p:oleObj name="公式" r:id="rId2" imgW="1866972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923" y="984460"/>
                        <a:ext cx="4899025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848401"/>
              </p:ext>
            </p:extLst>
          </p:nvPr>
        </p:nvGraphicFramePr>
        <p:xfrm>
          <a:off x="1887575" y="1605185"/>
          <a:ext cx="77914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81256" imgH="190449" progId="Equation.3">
                  <p:embed/>
                </p:oleObj>
              </mc:Choice>
              <mc:Fallback>
                <p:oleObj name="公式" r:id="rId4" imgW="2981256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75" y="1605185"/>
                        <a:ext cx="77914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518282"/>
              </p:ext>
            </p:extLst>
          </p:nvPr>
        </p:nvGraphicFramePr>
        <p:xfrm>
          <a:off x="2089965" y="2261171"/>
          <a:ext cx="6598323" cy="122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36800" imgH="457200" progId="Equation.3">
                  <p:embed/>
                </p:oleObj>
              </mc:Choice>
              <mc:Fallback>
                <p:oleObj name="公式" r:id="rId6" imgW="2336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965" y="2261171"/>
                        <a:ext cx="6598323" cy="122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8582" name="Group 6"/>
          <p:cNvGrpSpPr>
            <a:grpSpLocks/>
          </p:cNvGrpSpPr>
          <p:nvPr/>
        </p:nvGrpSpPr>
        <p:grpSpPr bwMode="auto">
          <a:xfrm>
            <a:off x="7868951" y="5356563"/>
            <a:ext cx="174625" cy="868362"/>
            <a:chOff x="3144" y="2199"/>
            <a:chExt cx="110" cy="547"/>
          </a:xfrm>
        </p:grpSpPr>
        <p:graphicFrame>
          <p:nvGraphicFramePr>
            <p:cNvPr id="174112" name="Object 7"/>
            <p:cNvGraphicFramePr>
              <a:graphicFrameLocks noChangeAspect="1"/>
            </p:cNvGraphicFramePr>
            <p:nvPr/>
          </p:nvGraphicFramePr>
          <p:xfrm>
            <a:off x="3144" y="2631"/>
            <a:ext cx="110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28600" imgH="241300" progId="Equation.3">
                    <p:embed/>
                  </p:oleObj>
                </mc:Choice>
                <mc:Fallback>
                  <p:oleObj name="公式" r:id="rId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4" y="2631"/>
                          <a:ext cx="110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13" name="Line 8"/>
            <p:cNvSpPr>
              <a:spLocks noChangeShapeType="1"/>
            </p:cNvSpPr>
            <p:nvPr/>
          </p:nvSpPr>
          <p:spPr bwMode="auto">
            <a:xfrm flipV="1">
              <a:off x="3206" y="2199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8585" name="Group 9"/>
          <p:cNvGrpSpPr>
            <a:grpSpLocks/>
          </p:cNvGrpSpPr>
          <p:nvPr/>
        </p:nvGrpSpPr>
        <p:grpSpPr bwMode="auto">
          <a:xfrm>
            <a:off x="10542471" y="4602185"/>
            <a:ext cx="163512" cy="1689100"/>
            <a:chOff x="4838" y="1719"/>
            <a:chExt cx="103" cy="1064"/>
          </a:xfrm>
        </p:grpSpPr>
        <p:graphicFrame>
          <p:nvGraphicFramePr>
            <p:cNvPr id="174110" name="Object 10"/>
            <p:cNvGraphicFramePr>
              <a:graphicFrameLocks noChangeAspect="1"/>
            </p:cNvGraphicFramePr>
            <p:nvPr/>
          </p:nvGraphicFramePr>
          <p:xfrm>
            <a:off x="4838" y="2631"/>
            <a:ext cx="103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15619" imgH="317087" progId="Equation.3">
                    <p:embed/>
                  </p:oleObj>
                </mc:Choice>
                <mc:Fallback>
                  <p:oleObj name="公式" r:id="rId10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8" y="2631"/>
                          <a:ext cx="103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11" name="Line 11"/>
            <p:cNvSpPr>
              <a:spLocks noChangeShapeType="1"/>
            </p:cNvSpPr>
            <p:nvPr/>
          </p:nvSpPr>
          <p:spPr bwMode="auto">
            <a:xfrm flipV="1">
              <a:off x="4886" y="1719"/>
              <a:ext cx="0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8588" name="Group 12"/>
          <p:cNvGrpSpPr>
            <a:grpSpLocks/>
          </p:cNvGrpSpPr>
          <p:nvPr/>
        </p:nvGrpSpPr>
        <p:grpSpPr bwMode="auto">
          <a:xfrm>
            <a:off x="9257378" y="5646281"/>
            <a:ext cx="260350" cy="652463"/>
            <a:chOff x="4049" y="2391"/>
            <a:chExt cx="164" cy="411"/>
          </a:xfrm>
        </p:grpSpPr>
        <p:sp>
          <p:nvSpPr>
            <p:cNvPr id="174108" name="Line 13"/>
            <p:cNvSpPr>
              <a:spLocks noChangeShapeType="1"/>
            </p:cNvSpPr>
            <p:nvPr/>
          </p:nvSpPr>
          <p:spPr bwMode="auto">
            <a:xfrm flipV="1">
              <a:off x="4118" y="2391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09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4779165"/>
                </p:ext>
              </p:extLst>
            </p:nvPr>
          </p:nvGraphicFramePr>
          <p:xfrm>
            <a:off x="4049" y="2601"/>
            <a:ext cx="164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4401" imgH="390628" progId="Equation.3">
                    <p:embed/>
                  </p:oleObj>
                </mc:Choice>
                <mc:Fallback>
                  <p:oleObj name="公式" r:id="rId12" imgW="314401" imgH="3906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2601"/>
                          <a:ext cx="164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591" name="Group 15"/>
          <p:cNvGrpSpPr>
            <a:grpSpLocks/>
          </p:cNvGrpSpPr>
          <p:nvPr/>
        </p:nvGrpSpPr>
        <p:grpSpPr bwMode="auto">
          <a:xfrm>
            <a:off x="10137862" y="4345151"/>
            <a:ext cx="250825" cy="1971675"/>
            <a:chOff x="4572" y="1575"/>
            <a:chExt cx="158" cy="1242"/>
          </a:xfrm>
        </p:grpSpPr>
        <p:graphicFrame>
          <p:nvGraphicFramePr>
            <p:cNvPr id="174106" name="Object 16"/>
            <p:cNvGraphicFramePr>
              <a:graphicFrameLocks noChangeAspect="1"/>
            </p:cNvGraphicFramePr>
            <p:nvPr/>
          </p:nvGraphicFramePr>
          <p:xfrm>
            <a:off x="4572" y="2616"/>
            <a:ext cx="15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04684" imgH="390628" progId="Equation.3">
                    <p:embed/>
                  </p:oleObj>
                </mc:Choice>
                <mc:Fallback>
                  <p:oleObj name="公式" r:id="rId14" imgW="304684" imgH="3906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" y="2616"/>
                          <a:ext cx="158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07" name="Line 17"/>
            <p:cNvSpPr>
              <a:spLocks noChangeShapeType="1"/>
            </p:cNvSpPr>
            <p:nvPr/>
          </p:nvSpPr>
          <p:spPr bwMode="auto">
            <a:xfrm>
              <a:off x="4646" y="1575"/>
              <a:ext cx="0" cy="100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8594" name="Text Box 18"/>
          <p:cNvSpPr txBox="1">
            <a:spLocks noChangeArrowheads="1"/>
          </p:cNvSpPr>
          <p:nvPr/>
        </p:nvSpPr>
        <p:spPr bwMode="auto">
          <a:xfrm>
            <a:off x="2245617" y="4208356"/>
            <a:ext cx="44337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en-US" altLang="zh-CN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</a:rPr>
              <a:t>若区间是开区间</a:t>
            </a:r>
            <a:r>
              <a:rPr lang="en-US" altLang="zh-CN" b="1" dirty="0">
                <a:solidFill>
                  <a:schemeClr val="accent2"/>
                </a:solidFill>
              </a:rPr>
              <a:t>,  </a:t>
            </a:r>
            <a:r>
              <a:rPr lang="zh-CN" altLang="en-US" b="1" dirty="0">
                <a:solidFill>
                  <a:schemeClr val="accent2"/>
                </a:solidFill>
              </a:rPr>
              <a:t>或闭区间内有间断点</a:t>
            </a:r>
            <a:r>
              <a:rPr lang="en-US" altLang="zh-CN" b="1" dirty="0">
                <a:solidFill>
                  <a:schemeClr val="accent2"/>
                </a:solidFill>
              </a:rPr>
              <a:t>, </a:t>
            </a:r>
            <a:r>
              <a:rPr lang="zh-CN" altLang="en-US" b="1" dirty="0">
                <a:solidFill>
                  <a:schemeClr val="accent2"/>
                </a:solidFill>
              </a:rPr>
              <a:t>则 结论不一定成立 </a:t>
            </a:r>
            <a:r>
              <a:rPr lang="en-US" altLang="zh-CN" b="1" dirty="0">
                <a:solidFill>
                  <a:schemeClr val="accent2"/>
                </a:solidFill>
              </a:rPr>
              <a:t>.</a:t>
            </a:r>
          </a:p>
        </p:txBody>
      </p:sp>
      <p:grpSp>
        <p:nvGrpSpPr>
          <p:cNvPr id="408595" name="Group 19"/>
          <p:cNvGrpSpPr>
            <a:grpSpLocks/>
          </p:cNvGrpSpPr>
          <p:nvPr/>
        </p:nvGrpSpPr>
        <p:grpSpPr bwMode="auto">
          <a:xfrm>
            <a:off x="7232391" y="5532774"/>
            <a:ext cx="2239963" cy="346075"/>
            <a:chOff x="2830" y="3113"/>
            <a:chExt cx="1411" cy="218"/>
          </a:xfrm>
        </p:grpSpPr>
        <p:sp>
          <p:nvSpPr>
            <p:cNvPr id="174104" name="Line 20"/>
            <p:cNvSpPr>
              <a:spLocks noChangeShapeType="1"/>
            </p:cNvSpPr>
            <p:nvPr/>
          </p:nvSpPr>
          <p:spPr bwMode="auto">
            <a:xfrm flipH="1">
              <a:off x="3107" y="3203"/>
              <a:ext cx="11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105" name="Object 21"/>
            <p:cNvGraphicFramePr>
              <a:graphicFrameLocks noChangeAspect="1"/>
            </p:cNvGraphicFramePr>
            <p:nvPr/>
          </p:nvGraphicFramePr>
          <p:xfrm>
            <a:off x="2830" y="3113"/>
            <a:ext cx="27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77646" imgH="139579" progId="Equation.3">
                    <p:embed/>
                  </p:oleObj>
                </mc:Choice>
                <mc:Fallback>
                  <p:oleObj name="公式" r:id="rId16" imgW="177646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0" y="3113"/>
                          <a:ext cx="27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598" name="Group 22"/>
          <p:cNvGrpSpPr>
            <a:grpSpLocks/>
          </p:cNvGrpSpPr>
          <p:nvPr/>
        </p:nvGrpSpPr>
        <p:grpSpPr bwMode="auto">
          <a:xfrm>
            <a:off x="7178426" y="4171774"/>
            <a:ext cx="3168650" cy="407988"/>
            <a:chOff x="2789" y="2296"/>
            <a:chExt cx="1996" cy="257"/>
          </a:xfrm>
        </p:grpSpPr>
        <p:sp>
          <p:nvSpPr>
            <p:cNvPr id="174102" name="Line 23"/>
            <p:cNvSpPr>
              <a:spLocks noChangeShapeType="1"/>
            </p:cNvSpPr>
            <p:nvPr/>
          </p:nvSpPr>
          <p:spPr bwMode="auto">
            <a:xfrm flipH="1">
              <a:off x="3107" y="2387"/>
              <a:ext cx="16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103" name="Object 24"/>
            <p:cNvGraphicFramePr>
              <a:graphicFrameLocks noChangeAspect="1"/>
            </p:cNvGraphicFramePr>
            <p:nvPr/>
          </p:nvGraphicFramePr>
          <p:xfrm>
            <a:off x="2789" y="2296"/>
            <a:ext cx="31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03024" imgH="164957" progId="Equation.3">
                    <p:embed/>
                  </p:oleObj>
                </mc:Choice>
                <mc:Fallback>
                  <p:oleObj name="公式" r:id="rId18" imgW="203024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296"/>
                          <a:ext cx="31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601" name="Group 25"/>
          <p:cNvGrpSpPr>
            <a:grpSpLocks/>
          </p:cNvGrpSpPr>
          <p:nvPr/>
        </p:nvGrpSpPr>
        <p:grpSpPr bwMode="auto">
          <a:xfrm>
            <a:off x="7194264" y="3614281"/>
            <a:ext cx="4060825" cy="2735263"/>
            <a:chOff x="2726" y="618"/>
            <a:chExt cx="2558" cy="1723"/>
          </a:xfrm>
        </p:grpSpPr>
        <p:sp>
          <p:nvSpPr>
            <p:cNvPr id="174095" name="Freeform 26"/>
            <p:cNvSpPr>
              <a:spLocks/>
            </p:cNvSpPr>
            <p:nvPr/>
          </p:nvSpPr>
          <p:spPr bwMode="auto">
            <a:xfrm>
              <a:off x="3206" y="1050"/>
              <a:ext cx="1680" cy="848"/>
            </a:xfrm>
            <a:custGeom>
              <a:avLst/>
              <a:gdLst>
                <a:gd name="T0" fmla="*/ 0 w 1680"/>
                <a:gd name="T1" fmla="*/ 688 h 848"/>
                <a:gd name="T2" fmla="*/ 144 w 1680"/>
                <a:gd name="T3" fmla="*/ 400 h 848"/>
                <a:gd name="T4" fmla="*/ 384 w 1680"/>
                <a:gd name="T5" fmla="*/ 352 h 848"/>
                <a:gd name="T6" fmla="*/ 624 w 1680"/>
                <a:gd name="T7" fmla="*/ 592 h 848"/>
                <a:gd name="T8" fmla="*/ 720 w 1680"/>
                <a:gd name="T9" fmla="*/ 736 h 848"/>
                <a:gd name="T10" fmla="*/ 816 w 1680"/>
                <a:gd name="T11" fmla="*/ 832 h 848"/>
                <a:gd name="T12" fmla="*/ 960 w 1680"/>
                <a:gd name="T13" fmla="*/ 832 h 848"/>
                <a:gd name="T14" fmla="*/ 1008 w 1680"/>
                <a:gd name="T15" fmla="*/ 736 h 848"/>
                <a:gd name="T16" fmla="*/ 1104 w 1680"/>
                <a:gd name="T17" fmla="*/ 400 h 848"/>
                <a:gd name="T18" fmla="*/ 1344 w 1680"/>
                <a:gd name="T19" fmla="*/ 64 h 848"/>
                <a:gd name="T20" fmla="*/ 1488 w 1680"/>
                <a:gd name="T21" fmla="*/ 16 h 848"/>
                <a:gd name="T22" fmla="*/ 1584 w 1680"/>
                <a:gd name="T23" fmla="*/ 64 h 848"/>
                <a:gd name="T24" fmla="*/ 1680 w 1680"/>
                <a:gd name="T25" fmla="*/ 208 h 8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80" h="848">
                  <a:moveTo>
                    <a:pt x="0" y="688"/>
                  </a:moveTo>
                  <a:cubicBezTo>
                    <a:pt x="40" y="572"/>
                    <a:pt x="80" y="456"/>
                    <a:pt x="144" y="400"/>
                  </a:cubicBezTo>
                  <a:cubicBezTo>
                    <a:pt x="208" y="344"/>
                    <a:pt x="304" y="320"/>
                    <a:pt x="384" y="352"/>
                  </a:cubicBezTo>
                  <a:cubicBezTo>
                    <a:pt x="464" y="384"/>
                    <a:pt x="568" y="528"/>
                    <a:pt x="624" y="592"/>
                  </a:cubicBezTo>
                  <a:cubicBezTo>
                    <a:pt x="680" y="656"/>
                    <a:pt x="688" y="696"/>
                    <a:pt x="720" y="736"/>
                  </a:cubicBezTo>
                  <a:cubicBezTo>
                    <a:pt x="752" y="776"/>
                    <a:pt x="776" y="816"/>
                    <a:pt x="816" y="832"/>
                  </a:cubicBezTo>
                  <a:cubicBezTo>
                    <a:pt x="856" y="848"/>
                    <a:pt x="928" y="848"/>
                    <a:pt x="960" y="832"/>
                  </a:cubicBezTo>
                  <a:cubicBezTo>
                    <a:pt x="992" y="816"/>
                    <a:pt x="984" y="808"/>
                    <a:pt x="1008" y="736"/>
                  </a:cubicBezTo>
                  <a:cubicBezTo>
                    <a:pt x="1032" y="664"/>
                    <a:pt x="1048" y="512"/>
                    <a:pt x="1104" y="400"/>
                  </a:cubicBezTo>
                  <a:cubicBezTo>
                    <a:pt x="1160" y="288"/>
                    <a:pt x="1280" y="128"/>
                    <a:pt x="1344" y="64"/>
                  </a:cubicBezTo>
                  <a:cubicBezTo>
                    <a:pt x="1408" y="0"/>
                    <a:pt x="1448" y="16"/>
                    <a:pt x="1488" y="16"/>
                  </a:cubicBezTo>
                  <a:cubicBezTo>
                    <a:pt x="1528" y="16"/>
                    <a:pt x="1552" y="32"/>
                    <a:pt x="1584" y="64"/>
                  </a:cubicBezTo>
                  <a:cubicBezTo>
                    <a:pt x="1616" y="96"/>
                    <a:pt x="1664" y="184"/>
                    <a:pt x="1680" y="208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6" name="Line 27"/>
            <p:cNvSpPr>
              <a:spLocks noChangeShapeType="1"/>
            </p:cNvSpPr>
            <p:nvPr/>
          </p:nvSpPr>
          <p:spPr bwMode="auto">
            <a:xfrm>
              <a:off x="2726" y="2090"/>
              <a:ext cx="2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7" name="Line 28"/>
            <p:cNvSpPr>
              <a:spLocks noChangeShapeType="1"/>
            </p:cNvSpPr>
            <p:nvPr/>
          </p:nvSpPr>
          <p:spPr bwMode="auto">
            <a:xfrm flipV="1">
              <a:off x="3014" y="709"/>
              <a:ext cx="2" cy="16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098" name="Object 29"/>
            <p:cNvGraphicFramePr>
              <a:graphicFrameLocks noChangeAspect="1"/>
            </p:cNvGraphicFramePr>
            <p:nvPr/>
          </p:nvGraphicFramePr>
          <p:xfrm>
            <a:off x="5091" y="2151"/>
            <a:ext cx="19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39700" imgH="139700" progId="Equation.3">
                    <p:embed/>
                  </p:oleObj>
                </mc:Choice>
                <mc:Fallback>
                  <p:oleObj name="公式" r:id="rId20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1" y="2151"/>
                          <a:ext cx="19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099" name="Object 30"/>
            <p:cNvGraphicFramePr>
              <a:graphicFrameLocks noChangeAspect="1"/>
            </p:cNvGraphicFramePr>
            <p:nvPr/>
          </p:nvGraphicFramePr>
          <p:xfrm>
            <a:off x="2816" y="618"/>
            <a:ext cx="20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39579" imgH="164957" progId="Equation.3">
                    <p:embed/>
                  </p:oleObj>
                </mc:Choice>
                <mc:Fallback>
                  <p:oleObj name="公式" r:id="rId22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6" y="618"/>
                          <a:ext cx="20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00" name="Object 31"/>
            <p:cNvGraphicFramePr>
              <a:graphicFrameLocks noChangeAspect="1"/>
            </p:cNvGraphicFramePr>
            <p:nvPr/>
          </p:nvGraphicFramePr>
          <p:xfrm>
            <a:off x="2808" y="2115"/>
            <a:ext cx="20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26835" imgH="139518" progId="Equation.3">
                    <p:embed/>
                  </p:oleObj>
                </mc:Choice>
                <mc:Fallback>
                  <p:oleObj name="公式" r:id="rId2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8" y="2115"/>
                          <a:ext cx="20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01" name="Object 32"/>
            <p:cNvGraphicFramePr>
              <a:graphicFrameLocks noChangeAspect="1"/>
            </p:cNvGraphicFramePr>
            <p:nvPr/>
          </p:nvGraphicFramePr>
          <p:xfrm>
            <a:off x="3515" y="1071"/>
            <a:ext cx="77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580913" imgH="171334" progId="Equation.3">
                    <p:embed/>
                  </p:oleObj>
                </mc:Choice>
                <mc:Fallback>
                  <p:oleObj name="公式" r:id="rId26" imgW="580913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1071"/>
                          <a:ext cx="771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8609" name="Text Box 33"/>
          <p:cNvSpPr txBox="1">
            <a:spLocks noChangeArrowheads="1"/>
          </p:cNvSpPr>
          <p:nvPr/>
        </p:nvSpPr>
        <p:spPr bwMode="auto">
          <a:xfrm>
            <a:off x="2089965" y="3618734"/>
            <a:ext cx="2447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6600"/>
                </a:solidFill>
              </a:rPr>
              <a:t>（证明略）</a:t>
            </a:r>
          </a:p>
        </p:txBody>
      </p:sp>
    </p:spTree>
    <p:extLst>
      <p:ext uri="{BB962C8B-B14F-4D97-AF65-F5344CB8AC3E}">
        <p14:creationId xmlns:p14="http://schemas.microsoft.com/office/powerpoint/2010/main" val="241267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0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40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"/>
                                        <p:tgtEl>
                                          <p:spTgt spid="40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/>
      <p:bldP spid="408594" grpId="0" autoUpdateAnimBg="0"/>
      <p:bldP spid="40860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02" name="Group 2"/>
          <p:cNvGrpSpPr>
            <a:grpSpLocks/>
          </p:cNvGrpSpPr>
          <p:nvPr/>
        </p:nvGrpSpPr>
        <p:grpSpPr bwMode="auto">
          <a:xfrm>
            <a:off x="3455714" y="423095"/>
            <a:ext cx="2722563" cy="2174875"/>
            <a:chOff x="733" y="646"/>
            <a:chExt cx="1715" cy="1370"/>
          </a:xfrm>
        </p:grpSpPr>
        <p:sp>
          <p:nvSpPr>
            <p:cNvPr id="175133" name="Line 3"/>
            <p:cNvSpPr>
              <a:spLocks noChangeShapeType="1"/>
            </p:cNvSpPr>
            <p:nvPr/>
          </p:nvSpPr>
          <p:spPr bwMode="auto">
            <a:xfrm>
              <a:off x="2027" y="941"/>
              <a:ext cx="1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34" name="Line 4"/>
            <p:cNvSpPr>
              <a:spLocks noChangeShapeType="1"/>
            </p:cNvSpPr>
            <p:nvPr/>
          </p:nvSpPr>
          <p:spPr bwMode="auto">
            <a:xfrm>
              <a:off x="733" y="1700"/>
              <a:ext cx="159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35" name="Line 5"/>
            <p:cNvSpPr>
              <a:spLocks noChangeShapeType="1"/>
            </p:cNvSpPr>
            <p:nvPr/>
          </p:nvSpPr>
          <p:spPr bwMode="auto">
            <a:xfrm flipV="1">
              <a:off x="904" y="758"/>
              <a:ext cx="1" cy="11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5136" name="Object 6"/>
            <p:cNvGraphicFramePr>
              <a:graphicFrameLocks noChangeAspect="1"/>
            </p:cNvGraphicFramePr>
            <p:nvPr/>
          </p:nvGraphicFramePr>
          <p:xfrm>
            <a:off x="2327" y="1642"/>
            <a:ext cx="12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53890" imgH="241195" progId="Equation.3">
                    <p:embed/>
                  </p:oleObj>
                </mc:Choice>
                <mc:Fallback>
                  <p:oleObj name="公式" r:id="rId3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7" y="1642"/>
                          <a:ext cx="12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37" name="Object 7"/>
            <p:cNvGraphicFramePr>
              <a:graphicFrameLocks noChangeAspect="1"/>
            </p:cNvGraphicFramePr>
            <p:nvPr/>
          </p:nvGraphicFramePr>
          <p:xfrm>
            <a:off x="839" y="646"/>
            <a:ext cx="12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53780" imgH="317225" progId="Equation.3">
                    <p:embed/>
                  </p:oleObj>
                </mc:Choice>
                <mc:Fallback>
                  <p:oleObj name="公式" r:id="rId5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646"/>
                          <a:ext cx="12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38" name="Object 8"/>
            <p:cNvGraphicFramePr>
              <a:graphicFrameLocks noChangeAspect="1"/>
            </p:cNvGraphicFramePr>
            <p:nvPr/>
          </p:nvGraphicFramePr>
          <p:xfrm>
            <a:off x="791" y="1748"/>
            <a:ext cx="103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15713" imgH="241091" progId="Equation.3">
                    <p:embed/>
                  </p:oleObj>
                </mc:Choice>
                <mc:Fallback>
                  <p:oleObj name="公式" r:id="rId7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" y="1748"/>
                          <a:ext cx="103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39" name="Arc 9"/>
            <p:cNvSpPr>
              <a:spLocks/>
            </p:cNvSpPr>
            <p:nvPr/>
          </p:nvSpPr>
          <p:spPr bwMode="auto">
            <a:xfrm flipV="1">
              <a:off x="900" y="924"/>
              <a:ext cx="1152" cy="768"/>
            </a:xfrm>
            <a:custGeom>
              <a:avLst/>
              <a:gdLst>
                <a:gd name="T0" fmla="*/ 3 w 21745"/>
                <a:gd name="T1" fmla="*/ 1 h 21600"/>
                <a:gd name="T2" fmla="*/ 0 w 21745"/>
                <a:gd name="T3" fmla="*/ 0 h 21600"/>
                <a:gd name="T4" fmla="*/ 3 w 217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45" h="21600" fill="none" extrusionOk="0">
                  <a:moveTo>
                    <a:pt x="21744" y="21599"/>
                  </a:moveTo>
                  <a:cubicBezTo>
                    <a:pt x="21696" y="21599"/>
                    <a:pt x="21647" y="21599"/>
                    <a:pt x="21599" y="21600"/>
                  </a:cubicBezTo>
                  <a:cubicBezTo>
                    <a:pt x="9728" y="21600"/>
                    <a:pt x="83" y="12021"/>
                    <a:pt x="-1" y="152"/>
                  </a:cubicBezTo>
                </a:path>
                <a:path w="21745" h="21600" stroke="0" extrusionOk="0">
                  <a:moveTo>
                    <a:pt x="21744" y="21599"/>
                  </a:moveTo>
                  <a:cubicBezTo>
                    <a:pt x="21696" y="21599"/>
                    <a:pt x="21647" y="21599"/>
                    <a:pt x="21599" y="21600"/>
                  </a:cubicBezTo>
                  <a:cubicBezTo>
                    <a:pt x="9728" y="21600"/>
                    <a:pt x="83" y="12021"/>
                    <a:pt x="-1" y="152"/>
                  </a:cubicBezTo>
                  <a:lnTo>
                    <a:pt x="21599" y="0"/>
                  </a:lnTo>
                  <a:lnTo>
                    <a:pt x="21744" y="21599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40" name="Oval 10"/>
            <p:cNvSpPr>
              <a:spLocks noChangeArrowheads="1"/>
            </p:cNvSpPr>
            <p:nvPr/>
          </p:nvSpPr>
          <p:spPr bwMode="auto">
            <a:xfrm>
              <a:off x="875" y="1685"/>
              <a:ext cx="48" cy="4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5141" name="Oval 11"/>
            <p:cNvSpPr>
              <a:spLocks noChangeArrowheads="1"/>
            </p:cNvSpPr>
            <p:nvPr/>
          </p:nvSpPr>
          <p:spPr bwMode="auto">
            <a:xfrm>
              <a:off x="2003" y="917"/>
              <a:ext cx="48" cy="4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75142" name="Object 12"/>
            <p:cNvGraphicFramePr>
              <a:graphicFrameLocks noChangeAspect="1"/>
            </p:cNvGraphicFramePr>
            <p:nvPr/>
          </p:nvGraphicFramePr>
          <p:xfrm>
            <a:off x="1973" y="1728"/>
            <a:ext cx="9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66584" imgH="837836" progId="Equation.3">
                    <p:embed/>
                  </p:oleObj>
                </mc:Choice>
                <mc:Fallback>
                  <p:oleObj name="公式" r:id="rId9" imgW="266584" imgH="8378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1728"/>
                          <a:ext cx="9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43" name="Object 13"/>
            <p:cNvGraphicFramePr>
              <a:graphicFrameLocks noChangeAspect="1"/>
            </p:cNvGraphicFramePr>
            <p:nvPr/>
          </p:nvGraphicFramePr>
          <p:xfrm>
            <a:off x="1008" y="768"/>
            <a:ext cx="668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333601" imgH="361783" progId="Equation.3">
                    <p:embed/>
                  </p:oleObj>
                </mc:Choice>
                <mc:Fallback>
                  <p:oleObj name="公式" r:id="rId11" imgW="1333601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768"/>
                          <a:ext cx="668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6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792789"/>
              </p:ext>
            </p:extLst>
          </p:nvPr>
        </p:nvGraphicFramePr>
        <p:xfrm>
          <a:off x="2227264" y="2563481"/>
          <a:ext cx="5987776" cy="960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260600" imgH="393700" progId="Equation.3">
                  <p:embed/>
                </p:oleObj>
              </mc:Choice>
              <mc:Fallback>
                <p:oleObj name="公式" r:id="rId13" imgW="2260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4" y="2563481"/>
                        <a:ext cx="5987776" cy="9602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588254"/>
              </p:ext>
            </p:extLst>
          </p:nvPr>
        </p:nvGraphicFramePr>
        <p:xfrm>
          <a:off x="7843565" y="2775595"/>
          <a:ext cx="1801191" cy="525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36280" imgH="215806" progId="Equation.3">
                  <p:embed/>
                </p:oleObj>
              </mc:Choice>
              <mc:Fallback>
                <p:oleObj name="公式" r:id="rId15" imgW="73628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3565" y="2775595"/>
                        <a:ext cx="1801191" cy="525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31267"/>
              </p:ext>
            </p:extLst>
          </p:nvPr>
        </p:nvGraphicFramePr>
        <p:xfrm>
          <a:off x="2200795" y="3211392"/>
          <a:ext cx="5040312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968500" imgH="393700" progId="Equation.3">
                  <p:embed/>
                </p:oleObj>
              </mc:Choice>
              <mc:Fallback>
                <p:oleObj name="公式" r:id="rId17" imgW="1968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795" y="3211392"/>
                        <a:ext cx="5040312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165296"/>
              </p:ext>
            </p:extLst>
          </p:nvPr>
        </p:nvGraphicFramePr>
        <p:xfrm>
          <a:off x="1949451" y="3989299"/>
          <a:ext cx="5128966" cy="1713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032000" imgH="711200" progId="Equation.3">
                  <p:embed/>
                </p:oleObj>
              </mc:Choice>
              <mc:Fallback>
                <p:oleObj name="公式" r:id="rId19" imgW="20320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1" y="3989299"/>
                        <a:ext cx="5128966" cy="1713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18" name="Group 18"/>
          <p:cNvGrpSpPr>
            <a:grpSpLocks/>
          </p:cNvGrpSpPr>
          <p:nvPr/>
        </p:nvGrpSpPr>
        <p:grpSpPr bwMode="auto">
          <a:xfrm>
            <a:off x="7199040" y="502906"/>
            <a:ext cx="2852737" cy="2011362"/>
            <a:chOff x="3033" y="638"/>
            <a:chExt cx="1797" cy="1267"/>
          </a:xfrm>
        </p:grpSpPr>
        <p:sp>
          <p:nvSpPr>
            <p:cNvPr id="175114" name="Line 19"/>
            <p:cNvSpPr>
              <a:spLocks noChangeShapeType="1"/>
            </p:cNvSpPr>
            <p:nvPr/>
          </p:nvSpPr>
          <p:spPr bwMode="auto">
            <a:xfrm>
              <a:off x="3661" y="890"/>
              <a:ext cx="444" cy="4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15" name="Line 20"/>
            <p:cNvSpPr>
              <a:spLocks noChangeShapeType="1"/>
            </p:cNvSpPr>
            <p:nvPr/>
          </p:nvSpPr>
          <p:spPr bwMode="auto">
            <a:xfrm>
              <a:off x="3661" y="890"/>
              <a:ext cx="444" cy="4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16" name="Line 21"/>
            <p:cNvSpPr>
              <a:spLocks noChangeShapeType="1"/>
            </p:cNvSpPr>
            <p:nvPr/>
          </p:nvSpPr>
          <p:spPr bwMode="auto">
            <a:xfrm>
              <a:off x="3661" y="890"/>
              <a:ext cx="1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17" name="Line 22"/>
            <p:cNvSpPr>
              <a:spLocks noChangeShapeType="1"/>
            </p:cNvSpPr>
            <p:nvPr/>
          </p:nvSpPr>
          <p:spPr bwMode="auto">
            <a:xfrm>
              <a:off x="3037" y="1656"/>
              <a:ext cx="159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18" name="Line 23"/>
            <p:cNvSpPr>
              <a:spLocks noChangeShapeType="1"/>
            </p:cNvSpPr>
            <p:nvPr/>
          </p:nvSpPr>
          <p:spPr bwMode="auto">
            <a:xfrm flipV="1">
              <a:off x="3208" y="714"/>
              <a:ext cx="1" cy="11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5119" name="Object 24"/>
            <p:cNvGraphicFramePr>
              <a:graphicFrameLocks noChangeAspect="1"/>
            </p:cNvGraphicFramePr>
            <p:nvPr/>
          </p:nvGraphicFramePr>
          <p:xfrm>
            <a:off x="4658" y="1570"/>
            <a:ext cx="172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39700" imgH="139700" progId="Equation.3">
                    <p:embed/>
                  </p:oleObj>
                </mc:Choice>
                <mc:Fallback>
                  <p:oleObj name="公式" r:id="rId21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8" y="1570"/>
                          <a:ext cx="172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20" name="Object 25"/>
            <p:cNvGraphicFramePr>
              <a:graphicFrameLocks noChangeAspect="1"/>
            </p:cNvGraphicFramePr>
            <p:nvPr/>
          </p:nvGraphicFramePr>
          <p:xfrm>
            <a:off x="3055" y="638"/>
            <a:ext cx="135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39579" imgH="164957" progId="Equation.3">
                    <p:embed/>
                  </p:oleObj>
                </mc:Choice>
                <mc:Fallback>
                  <p:oleObj name="公式" r:id="rId23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" y="638"/>
                          <a:ext cx="135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21" name="Object 26"/>
            <p:cNvGraphicFramePr>
              <a:graphicFrameLocks noChangeAspect="1"/>
            </p:cNvGraphicFramePr>
            <p:nvPr/>
          </p:nvGraphicFramePr>
          <p:xfrm>
            <a:off x="3033" y="1661"/>
            <a:ext cx="16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26835" imgH="139518" progId="Equation.3">
                    <p:embed/>
                  </p:oleObj>
                </mc:Choice>
                <mc:Fallback>
                  <p:oleObj name="公式" r:id="rId25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" y="1661"/>
                          <a:ext cx="16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22" name="Object 27"/>
            <p:cNvGraphicFramePr>
              <a:graphicFrameLocks noChangeAspect="1"/>
            </p:cNvGraphicFramePr>
            <p:nvPr/>
          </p:nvGraphicFramePr>
          <p:xfrm>
            <a:off x="3923" y="767"/>
            <a:ext cx="86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552457" imgH="171334" progId="Equation.3">
                    <p:embed/>
                  </p:oleObj>
                </mc:Choice>
                <mc:Fallback>
                  <p:oleObj name="公式" r:id="rId27" imgW="552457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767"/>
                          <a:ext cx="86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23" name="Oval 28"/>
            <p:cNvSpPr>
              <a:spLocks noChangeArrowheads="1"/>
            </p:cNvSpPr>
            <p:nvPr/>
          </p:nvSpPr>
          <p:spPr bwMode="auto">
            <a:xfrm>
              <a:off x="3649" y="873"/>
              <a:ext cx="48" cy="4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75124" name="Object 29"/>
            <p:cNvGraphicFramePr>
              <a:graphicFrameLocks noChangeAspect="1"/>
            </p:cNvGraphicFramePr>
            <p:nvPr/>
          </p:nvGraphicFramePr>
          <p:xfrm>
            <a:off x="4014" y="1706"/>
            <a:ext cx="150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126780" imgH="164814" progId="Equation.3">
                    <p:embed/>
                  </p:oleObj>
                </mc:Choice>
                <mc:Fallback>
                  <p:oleObj name="公式" r:id="rId29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706"/>
                          <a:ext cx="150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25" name="Line 30"/>
            <p:cNvSpPr>
              <a:spLocks noChangeShapeType="1"/>
            </p:cNvSpPr>
            <p:nvPr/>
          </p:nvSpPr>
          <p:spPr bwMode="auto">
            <a:xfrm>
              <a:off x="3217" y="1214"/>
              <a:ext cx="444" cy="4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5126" name="Object 31"/>
            <p:cNvGraphicFramePr>
              <a:graphicFrameLocks noChangeAspect="1"/>
            </p:cNvGraphicFramePr>
            <p:nvPr/>
          </p:nvGraphicFramePr>
          <p:xfrm>
            <a:off x="3617" y="1706"/>
            <a:ext cx="12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114151" imgH="164885" progId="Equation.3">
                    <p:embed/>
                  </p:oleObj>
                </mc:Choice>
                <mc:Fallback>
                  <p:oleObj name="公式" r:id="rId31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7" y="1706"/>
                          <a:ext cx="12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27" name="Oval 32"/>
            <p:cNvSpPr>
              <a:spLocks noChangeArrowheads="1"/>
            </p:cNvSpPr>
            <p:nvPr/>
          </p:nvSpPr>
          <p:spPr bwMode="auto">
            <a:xfrm>
              <a:off x="3649" y="1634"/>
              <a:ext cx="48" cy="4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5128" name="Oval 33"/>
            <p:cNvSpPr>
              <a:spLocks noChangeArrowheads="1"/>
            </p:cNvSpPr>
            <p:nvPr/>
          </p:nvSpPr>
          <p:spPr bwMode="auto">
            <a:xfrm>
              <a:off x="3637" y="1214"/>
              <a:ext cx="48" cy="48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75129" name="Object 34"/>
            <p:cNvGraphicFramePr>
              <a:graphicFrameLocks noChangeAspect="1"/>
            </p:cNvGraphicFramePr>
            <p:nvPr/>
          </p:nvGraphicFramePr>
          <p:xfrm>
            <a:off x="3076" y="1117"/>
            <a:ext cx="12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14151" imgH="164885" progId="Equation.3">
                    <p:embed/>
                  </p:oleObj>
                </mc:Choice>
                <mc:Fallback>
                  <p:oleObj name="公式" r:id="rId33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6" y="1117"/>
                          <a:ext cx="12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30" name="Line 35"/>
            <p:cNvSpPr>
              <a:spLocks noChangeShapeType="1"/>
            </p:cNvSpPr>
            <p:nvPr/>
          </p:nvSpPr>
          <p:spPr bwMode="auto">
            <a:xfrm>
              <a:off x="4093" y="1322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31" name="Oval 36"/>
            <p:cNvSpPr>
              <a:spLocks noChangeArrowheads="1"/>
            </p:cNvSpPr>
            <p:nvPr/>
          </p:nvSpPr>
          <p:spPr bwMode="auto">
            <a:xfrm>
              <a:off x="4057" y="1298"/>
              <a:ext cx="48" cy="48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5132" name="Oval 37"/>
            <p:cNvSpPr>
              <a:spLocks noChangeArrowheads="1"/>
            </p:cNvSpPr>
            <p:nvPr/>
          </p:nvSpPr>
          <p:spPr bwMode="auto">
            <a:xfrm>
              <a:off x="3195" y="1207"/>
              <a:ext cx="48" cy="48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40963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35169"/>
              </p:ext>
            </p:extLst>
          </p:nvPr>
        </p:nvGraphicFramePr>
        <p:xfrm>
          <a:off x="7131050" y="4364040"/>
          <a:ext cx="2794594" cy="107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124001" imgH="428509" progId="Equation.3">
                  <p:embed/>
                </p:oleObj>
              </mc:Choice>
              <mc:Fallback>
                <p:oleObj name="公式" r:id="rId34" imgW="1124001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1050" y="4364040"/>
                        <a:ext cx="2794594" cy="107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906653"/>
              </p:ext>
            </p:extLst>
          </p:nvPr>
        </p:nvGraphicFramePr>
        <p:xfrm>
          <a:off x="2855640" y="5655871"/>
          <a:ext cx="7196137" cy="53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2870200" imgH="215900" progId="Equation.3">
                  <p:embed/>
                </p:oleObj>
              </mc:Choice>
              <mc:Fallback>
                <p:oleObj name="公式" r:id="rId36" imgW="28702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5655871"/>
                        <a:ext cx="7196137" cy="53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9982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9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"/>
          <p:cNvGrpSpPr>
            <a:grpSpLocks/>
          </p:cNvGrpSpPr>
          <p:nvPr/>
        </p:nvGrpSpPr>
        <p:grpSpPr bwMode="auto">
          <a:xfrm>
            <a:off x="1271464" y="403123"/>
            <a:ext cx="9649072" cy="2984603"/>
            <a:chOff x="469" y="480"/>
            <a:chExt cx="5341" cy="4118"/>
          </a:xfrm>
        </p:grpSpPr>
        <p:sp>
          <p:nvSpPr>
            <p:cNvPr id="3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2004693" y="715687"/>
            <a:ext cx="14164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性质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chemeClr val="accent2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12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614585"/>
              </p:ext>
            </p:extLst>
          </p:nvPr>
        </p:nvGraphicFramePr>
        <p:xfrm>
          <a:off x="7482487" y="781089"/>
          <a:ext cx="1901201" cy="465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2058" imgH="190449" progId="Equation.3">
                  <p:embed/>
                </p:oleObj>
              </mc:Choice>
              <mc:Fallback>
                <p:oleObj name="公式" r:id="rId2" imgW="762058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2487" y="781089"/>
                        <a:ext cx="1901201" cy="465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454203"/>
              </p:ext>
            </p:extLst>
          </p:nvPr>
        </p:nvGraphicFramePr>
        <p:xfrm>
          <a:off x="2063750" y="1384299"/>
          <a:ext cx="5256386" cy="506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52570" imgH="190449" progId="Equation.3">
                  <p:embed/>
                </p:oleObj>
              </mc:Choice>
              <mc:Fallback>
                <p:oleObj name="公式" r:id="rId4" imgW="2152570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384299"/>
                        <a:ext cx="5256386" cy="506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998559"/>
              </p:ext>
            </p:extLst>
          </p:nvPr>
        </p:nvGraphicFramePr>
        <p:xfrm>
          <a:off x="7504112" y="1438579"/>
          <a:ext cx="1108076" cy="477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203040" progId="Equation.DSMT4">
                  <p:embed/>
                </p:oleObj>
              </mc:Choice>
              <mc:Fallback>
                <p:oleObj name="Equation" r:id="rId6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4112" y="1438579"/>
                        <a:ext cx="1108076" cy="477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611676"/>
              </p:ext>
            </p:extLst>
          </p:nvPr>
        </p:nvGraphicFramePr>
        <p:xfrm>
          <a:off x="2067720" y="2043501"/>
          <a:ext cx="4388320" cy="522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33716" imgH="190449" progId="Equation.3">
                  <p:embed/>
                </p:oleObj>
              </mc:Choice>
              <mc:Fallback>
                <p:oleObj name="公式" r:id="rId8" imgW="1733716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7720" y="2043501"/>
                        <a:ext cx="4388320" cy="522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751253"/>
              </p:ext>
            </p:extLst>
          </p:nvPr>
        </p:nvGraphicFramePr>
        <p:xfrm>
          <a:off x="2047268" y="2676302"/>
          <a:ext cx="74898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63760" imgH="215640" progId="Equation.DSMT4">
                  <p:embed/>
                </p:oleObj>
              </mc:Choice>
              <mc:Fallback>
                <p:oleObj name="Equation" r:id="rId10" imgW="3263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268" y="2676302"/>
                        <a:ext cx="74898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018060"/>
              </p:ext>
            </p:extLst>
          </p:nvPr>
        </p:nvGraphicFramePr>
        <p:xfrm>
          <a:off x="6555828" y="2076504"/>
          <a:ext cx="3296744" cy="489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71774" imgH="190449" progId="Equation.3">
                  <p:embed/>
                </p:oleObj>
              </mc:Choice>
              <mc:Fallback>
                <p:oleObj name="公式" r:id="rId12" imgW="1371774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5828" y="2076504"/>
                        <a:ext cx="3296744" cy="489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1" name="Text Box 9"/>
          <p:cNvSpPr txBox="1">
            <a:spLocks noChangeArrowheads="1"/>
          </p:cNvSpPr>
          <p:nvPr/>
        </p:nvSpPr>
        <p:spPr bwMode="auto">
          <a:xfrm>
            <a:off x="3064684" y="704223"/>
            <a:ext cx="49934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零点定理或根的存在定理</a:t>
            </a:r>
            <a:r>
              <a:rPr lang="en-US" altLang="zh-CN" sz="2800" b="1" dirty="0">
                <a:solidFill>
                  <a:schemeClr val="accent2"/>
                </a:solidFill>
                <a:ea typeface="黑体" pitchFamily="2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chemeClr val="accent2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412682" name="Group 10"/>
          <p:cNvGrpSpPr>
            <a:grpSpLocks/>
          </p:cNvGrpSpPr>
          <p:nvPr/>
        </p:nvGrpSpPr>
        <p:grpSpPr bwMode="auto">
          <a:xfrm>
            <a:off x="6743700" y="4365625"/>
            <a:ext cx="171450" cy="609600"/>
            <a:chOff x="2772" y="1584"/>
            <a:chExt cx="108" cy="384"/>
          </a:xfrm>
        </p:grpSpPr>
        <p:sp>
          <p:nvSpPr>
            <p:cNvPr id="176165" name="Line 11"/>
            <p:cNvSpPr>
              <a:spLocks noChangeShapeType="1"/>
            </p:cNvSpPr>
            <p:nvPr/>
          </p:nvSpPr>
          <p:spPr bwMode="auto">
            <a:xfrm flipV="1">
              <a:off x="2880" y="1584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6166" name="Object 12"/>
            <p:cNvGraphicFramePr>
              <a:graphicFrameLocks noChangeAspect="1"/>
            </p:cNvGraphicFramePr>
            <p:nvPr/>
          </p:nvGraphicFramePr>
          <p:xfrm>
            <a:off x="2772" y="1620"/>
            <a:ext cx="100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28600" imgH="241300" progId="Equation.3">
                    <p:embed/>
                  </p:oleObj>
                </mc:Choice>
                <mc:Fallback>
                  <p:oleObj name="公式" r:id="rId14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2" y="1620"/>
                          <a:ext cx="100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2685" name="Group 13"/>
          <p:cNvGrpSpPr>
            <a:grpSpLocks/>
          </p:cNvGrpSpPr>
          <p:nvPr/>
        </p:nvGrpSpPr>
        <p:grpSpPr bwMode="auto">
          <a:xfrm>
            <a:off x="9394826" y="4060826"/>
            <a:ext cx="149225" cy="561975"/>
            <a:chOff x="4442" y="1392"/>
            <a:chExt cx="94" cy="354"/>
          </a:xfrm>
        </p:grpSpPr>
        <p:sp>
          <p:nvSpPr>
            <p:cNvPr id="176163" name="Line 14"/>
            <p:cNvSpPr>
              <a:spLocks noChangeShapeType="1"/>
            </p:cNvSpPr>
            <p:nvPr/>
          </p:nvSpPr>
          <p:spPr bwMode="auto">
            <a:xfrm>
              <a:off x="4488" y="1392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6164" name="Object 15"/>
            <p:cNvGraphicFramePr>
              <a:graphicFrameLocks noChangeAspect="1"/>
            </p:cNvGraphicFramePr>
            <p:nvPr/>
          </p:nvGraphicFramePr>
          <p:xfrm>
            <a:off x="4442" y="1608"/>
            <a:ext cx="94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15619" imgH="317087" progId="Equation.3">
                    <p:embed/>
                  </p:oleObj>
                </mc:Choice>
                <mc:Fallback>
                  <p:oleObj name="公式" r:id="rId16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1608"/>
                          <a:ext cx="94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2688" name="Group 16"/>
          <p:cNvGrpSpPr>
            <a:grpSpLocks/>
          </p:cNvGrpSpPr>
          <p:nvPr/>
        </p:nvGrpSpPr>
        <p:grpSpPr bwMode="auto">
          <a:xfrm>
            <a:off x="8724900" y="4327525"/>
            <a:ext cx="312738" cy="342900"/>
            <a:chOff x="4032" y="1560"/>
            <a:chExt cx="197" cy="216"/>
          </a:xfrm>
        </p:grpSpPr>
        <p:graphicFrame>
          <p:nvGraphicFramePr>
            <p:cNvPr id="176161" name="Object 17"/>
            <p:cNvGraphicFramePr>
              <a:graphicFrameLocks noChangeAspect="1"/>
            </p:cNvGraphicFramePr>
            <p:nvPr/>
          </p:nvGraphicFramePr>
          <p:xfrm>
            <a:off x="4080" y="1587"/>
            <a:ext cx="14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14401" imgH="400011" progId="Equation.3">
                    <p:embed/>
                  </p:oleObj>
                </mc:Choice>
                <mc:Fallback>
                  <p:oleObj name="公式" r:id="rId18" imgW="314401" imgH="400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587"/>
                          <a:ext cx="14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6162" name="Oval 18"/>
            <p:cNvSpPr>
              <a:spLocks noChangeArrowheads="1"/>
            </p:cNvSpPr>
            <p:nvPr/>
          </p:nvSpPr>
          <p:spPr bwMode="auto">
            <a:xfrm flipH="1">
              <a:off x="4032" y="15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12691" name="Group 19"/>
          <p:cNvGrpSpPr>
            <a:grpSpLocks/>
          </p:cNvGrpSpPr>
          <p:nvPr/>
        </p:nvGrpSpPr>
        <p:grpSpPr bwMode="auto">
          <a:xfrm>
            <a:off x="8259764" y="4327525"/>
            <a:ext cx="236537" cy="342900"/>
            <a:chOff x="3739" y="1560"/>
            <a:chExt cx="149" cy="216"/>
          </a:xfrm>
        </p:grpSpPr>
        <p:graphicFrame>
          <p:nvGraphicFramePr>
            <p:cNvPr id="176159" name="Object 20"/>
            <p:cNvGraphicFramePr>
              <a:graphicFrameLocks noChangeAspect="1"/>
            </p:cNvGraphicFramePr>
            <p:nvPr/>
          </p:nvGraphicFramePr>
          <p:xfrm>
            <a:off x="3739" y="1592"/>
            <a:ext cx="14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14401" imgH="390628" progId="Equation.3">
                    <p:embed/>
                  </p:oleObj>
                </mc:Choice>
                <mc:Fallback>
                  <p:oleObj name="公式" r:id="rId20" imgW="314401" imgH="3906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9" y="1592"/>
                          <a:ext cx="149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6160" name="Oval 21"/>
            <p:cNvSpPr>
              <a:spLocks noChangeArrowheads="1"/>
            </p:cNvSpPr>
            <p:nvPr/>
          </p:nvSpPr>
          <p:spPr bwMode="auto">
            <a:xfrm flipH="1">
              <a:off x="3792" y="15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12694" name="Group 22"/>
          <p:cNvGrpSpPr>
            <a:grpSpLocks/>
          </p:cNvGrpSpPr>
          <p:nvPr/>
        </p:nvGrpSpPr>
        <p:grpSpPr bwMode="auto">
          <a:xfrm>
            <a:off x="7829550" y="4327525"/>
            <a:ext cx="228600" cy="342900"/>
            <a:chOff x="3456" y="1560"/>
            <a:chExt cx="144" cy="216"/>
          </a:xfrm>
        </p:grpSpPr>
        <p:graphicFrame>
          <p:nvGraphicFramePr>
            <p:cNvPr id="176157" name="Object 23"/>
            <p:cNvGraphicFramePr>
              <a:graphicFrameLocks noChangeAspect="1"/>
            </p:cNvGraphicFramePr>
            <p:nvPr/>
          </p:nvGraphicFramePr>
          <p:xfrm>
            <a:off x="3456" y="1592"/>
            <a:ext cx="14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04684" imgH="390628" progId="Equation.3">
                    <p:embed/>
                  </p:oleObj>
                </mc:Choice>
                <mc:Fallback>
                  <p:oleObj name="公式" r:id="rId22" imgW="304684" imgH="3906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592"/>
                          <a:ext cx="14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6158" name="Oval 24"/>
            <p:cNvSpPr>
              <a:spLocks noChangeArrowheads="1"/>
            </p:cNvSpPr>
            <p:nvPr/>
          </p:nvSpPr>
          <p:spPr bwMode="auto">
            <a:xfrm flipH="1">
              <a:off x="3468" y="15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41269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114668"/>
              </p:ext>
            </p:extLst>
          </p:nvPr>
        </p:nvGraphicFramePr>
        <p:xfrm>
          <a:off x="1966912" y="3479033"/>
          <a:ext cx="4627562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917700" imgH="914400" progId="Equation.3">
                  <p:embed/>
                </p:oleObj>
              </mc:Choice>
              <mc:Fallback>
                <p:oleObj name="公式" r:id="rId24" imgW="1917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2" y="3479033"/>
                        <a:ext cx="4627562" cy="220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698" name="Group 26"/>
          <p:cNvGrpSpPr>
            <a:grpSpLocks/>
          </p:cNvGrpSpPr>
          <p:nvPr/>
        </p:nvGrpSpPr>
        <p:grpSpPr bwMode="auto">
          <a:xfrm>
            <a:off x="6762750" y="3527425"/>
            <a:ext cx="3124200" cy="2133600"/>
            <a:chOff x="2784" y="1056"/>
            <a:chExt cx="1968" cy="1344"/>
          </a:xfrm>
        </p:grpSpPr>
        <p:grpSp>
          <p:nvGrpSpPr>
            <p:cNvPr id="176150" name="Group 27"/>
            <p:cNvGrpSpPr>
              <a:grpSpLocks/>
            </p:cNvGrpSpPr>
            <p:nvPr/>
          </p:nvGrpSpPr>
          <p:grpSpPr bwMode="auto">
            <a:xfrm>
              <a:off x="2784" y="1056"/>
              <a:ext cx="1968" cy="1344"/>
              <a:chOff x="2784" y="1056"/>
              <a:chExt cx="1968" cy="1344"/>
            </a:xfrm>
          </p:grpSpPr>
          <p:sp>
            <p:nvSpPr>
              <p:cNvPr id="176152" name="Line 28"/>
              <p:cNvSpPr>
                <a:spLocks noChangeShapeType="1"/>
              </p:cNvSpPr>
              <p:nvPr/>
            </p:nvSpPr>
            <p:spPr bwMode="auto">
              <a:xfrm flipV="1">
                <a:off x="3048" y="1056"/>
                <a:ext cx="0" cy="13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53" name="Freeform 29"/>
              <p:cNvSpPr>
                <a:spLocks/>
              </p:cNvSpPr>
              <p:nvPr/>
            </p:nvSpPr>
            <p:spPr bwMode="auto">
              <a:xfrm>
                <a:off x="2880" y="1240"/>
                <a:ext cx="1624" cy="968"/>
              </a:xfrm>
              <a:custGeom>
                <a:avLst/>
                <a:gdLst>
                  <a:gd name="T0" fmla="*/ 0 w 1632"/>
                  <a:gd name="T1" fmla="*/ 474 h 1208"/>
                  <a:gd name="T2" fmla="*/ 96 w 1632"/>
                  <a:gd name="T3" fmla="*/ 572 h 1208"/>
                  <a:gd name="T4" fmla="*/ 237 w 1632"/>
                  <a:gd name="T5" fmla="*/ 622 h 1208"/>
                  <a:gd name="T6" fmla="*/ 378 w 1632"/>
                  <a:gd name="T7" fmla="*/ 572 h 1208"/>
                  <a:gd name="T8" fmla="*/ 474 w 1632"/>
                  <a:gd name="T9" fmla="*/ 449 h 1208"/>
                  <a:gd name="T10" fmla="*/ 519 w 1632"/>
                  <a:gd name="T11" fmla="*/ 350 h 1208"/>
                  <a:gd name="T12" fmla="*/ 615 w 1632"/>
                  <a:gd name="T13" fmla="*/ 202 h 1208"/>
                  <a:gd name="T14" fmla="*/ 709 w 1632"/>
                  <a:gd name="T15" fmla="*/ 152 h 1208"/>
                  <a:gd name="T16" fmla="*/ 804 w 1632"/>
                  <a:gd name="T17" fmla="*/ 152 h 1208"/>
                  <a:gd name="T18" fmla="*/ 900 w 1632"/>
                  <a:gd name="T19" fmla="*/ 202 h 1208"/>
                  <a:gd name="T20" fmla="*/ 945 w 1632"/>
                  <a:gd name="T21" fmla="*/ 251 h 1208"/>
                  <a:gd name="T22" fmla="*/ 1041 w 1632"/>
                  <a:gd name="T23" fmla="*/ 300 h 1208"/>
                  <a:gd name="T24" fmla="*/ 1134 w 1632"/>
                  <a:gd name="T25" fmla="*/ 251 h 1208"/>
                  <a:gd name="T26" fmla="*/ 1182 w 1632"/>
                  <a:gd name="T27" fmla="*/ 152 h 1208"/>
                  <a:gd name="T28" fmla="*/ 1278 w 1632"/>
                  <a:gd name="T29" fmla="*/ 54 h 1208"/>
                  <a:gd name="T30" fmla="*/ 1371 w 1632"/>
                  <a:gd name="T31" fmla="*/ 4 h 1208"/>
                  <a:gd name="T32" fmla="*/ 1514 w 1632"/>
                  <a:gd name="T33" fmla="*/ 29 h 1208"/>
                  <a:gd name="T34" fmla="*/ 1608 w 1632"/>
                  <a:gd name="T35" fmla="*/ 103 h 120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632" h="1208">
                    <a:moveTo>
                      <a:pt x="0" y="920"/>
                    </a:moveTo>
                    <a:cubicBezTo>
                      <a:pt x="28" y="992"/>
                      <a:pt x="56" y="1064"/>
                      <a:pt x="96" y="1112"/>
                    </a:cubicBezTo>
                    <a:cubicBezTo>
                      <a:pt x="136" y="1160"/>
                      <a:pt x="192" y="1208"/>
                      <a:pt x="240" y="1208"/>
                    </a:cubicBezTo>
                    <a:cubicBezTo>
                      <a:pt x="288" y="1208"/>
                      <a:pt x="344" y="1168"/>
                      <a:pt x="384" y="1112"/>
                    </a:cubicBezTo>
                    <a:cubicBezTo>
                      <a:pt x="424" y="1056"/>
                      <a:pt x="456" y="944"/>
                      <a:pt x="480" y="872"/>
                    </a:cubicBezTo>
                    <a:cubicBezTo>
                      <a:pt x="504" y="800"/>
                      <a:pt x="504" y="760"/>
                      <a:pt x="528" y="680"/>
                    </a:cubicBezTo>
                    <a:cubicBezTo>
                      <a:pt x="552" y="600"/>
                      <a:pt x="592" y="456"/>
                      <a:pt x="624" y="392"/>
                    </a:cubicBezTo>
                    <a:cubicBezTo>
                      <a:pt x="656" y="328"/>
                      <a:pt x="688" y="312"/>
                      <a:pt x="720" y="296"/>
                    </a:cubicBezTo>
                    <a:cubicBezTo>
                      <a:pt x="752" y="280"/>
                      <a:pt x="784" y="280"/>
                      <a:pt x="816" y="296"/>
                    </a:cubicBezTo>
                    <a:cubicBezTo>
                      <a:pt x="848" y="312"/>
                      <a:pt x="888" y="360"/>
                      <a:pt x="912" y="392"/>
                    </a:cubicBezTo>
                    <a:cubicBezTo>
                      <a:pt x="936" y="424"/>
                      <a:pt x="936" y="456"/>
                      <a:pt x="960" y="488"/>
                    </a:cubicBezTo>
                    <a:cubicBezTo>
                      <a:pt x="984" y="520"/>
                      <a:pt x="1024" y="584"/>
                      <a:pt x="1056" y="584"/>
                    </a:cubicBezTo>
                    <a:cubicBezTo>
                      <a:pt x="1088" y="584"/>
                      <a:pt x="1128" y="536"/>
                      <a:pt x="1152" y="488"/>
                    </a:cubicBezTo>
                    <a:cubicBezTo>
                      <a:pt x="1176" y="440"/>
                      <a:pt x="1176" y="360"/>
                      <a:pt x="1200" y="296"/>
                    </a:cubicBezTo>
                    <a:cubicBezTo>
                      <a:pt x="1224" y="232"/>
                      <a:pt x="1264" y="152"/>
                      <a:pt x="1296" y="104"/>
                    </a:cubicBezTo>
                    <a:cubicBezTo>
                      <a:pt x="1328" y="56"/>
                      <a:pt x="1352" y="16"/>
                      <a:pt x="1392" y="8"/>
                    </a:cubicBezTo>
                    <a:cubicBezTo>
                      <a:pt x="1432" y="0"/>
                      <a:pt x="1496" y="24"/>
                      <a:pt x="1536" y="56"/>
                    </a:cubicBezTo>
                    <a:cubicBezTo>
                      <a:pt x="1576" y="88"/>
                      <a:pt x="1616" y="176"/>
                      <a:pt x="1632" y="200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54" name="Line 30"/>
              <p:cNvSpPr>
                <a:spLocks noChangeShapeType="1"/>
              </p:cNvSpPr>
              <p:nvPr/>
            </p:nvSpPr>
            <p:spPr bwMode="auto">
              <a:xfrm>
                <a:off x="2784" y="1584"/>
                <a:ext cx="1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76155" name="Object 31"/>
              <p:cNvGraphicFramePr>
                <a:graphicFrameLocks noChangeAspect="1"/>
              </p:cNvGraphicFramePr>
              <p:nvPr/>
            </p:nvGraphicFramePr>
            <p:xfrm>
              <a:off x="4641" y="1632"/>
              <a:ext cx="111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253890" imgH="241195" progId="Equation.3">
                      <p:embed/>
                    </p:oleObj>
                  </mc:Choice>
                  <mc:Fallback>
                    <p:oleObj name="公式" r:id="rId26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1" y="1632"/>
                            <a:ext cx="111" cy="1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6156" name="Object 32"/>
              <p:cNvGraphicFramePr>
                <a:graphicFrameLocks noChangeAspect="1"/>
              </p:cNvGraphicFramePr>
              <p:nvPr/>
            </p:nvGraphicFramePr>
            <p:xfrm>
              <a:off x="2914" y="1056"/>
              <a:ext cx="110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253780" imgH="317225" progId="Equation.3">
                      <p:embed/>
                    </p:oleObj>
                  </mc:Choice>
                  <mc:Fallback>
                    <p:oleObj name="公式" r:id="rId28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4" y="1056"/>
                            <a:ext cx="110" cy="1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6151" name="Object 33"/>
            <p:cNvGraphicFramePr>
              <a:graphicFrameLocks noChangeAspect="1"/>
            </p:cNvGraphicFramePr>
            <p:nvPr/>
          </p:nvGraphicFramePr>
          <p:xfrm>
            <a:off x="2942" y="1608"/>
            <a:ext cx="94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15713" imgH="241091" progId="Equation.3">
                    <p:embed/>
                  </p:oleObj>
                </mc:Choice>
                <mc:Fallback>
                  <p:oleObj name="公式" r:id="rId30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2" y="1608"/>
                          <a:ext cx="94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2706" name="Object 34"/>
          <p:cNvGraphicFramePr>
            <a:graphicFrameLocks noChangeAspect="1"/>
          </p:cNvGraphicFramePr>
          <p:nvPr/>
        </p:nvGraphicFramePr>
        <p:xfrm>
          <a:off x="7683500" y="3832226"/>
          <a:ext cx="98425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333601" imgH="361783" progId="Equation.3">
                  <p:embed/>
                </p:oleObj>
              </mc:Choice>
              <mc:Fallback>
                <p:oleObj name="公式" r:id="rId32" imgW="1333601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3832226"/>
                        <a:ext cx="984250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9" name="Text Box 37"/>
          <p:cNvSpPr txBox="1">
            <a:spLocks noChangeArrowheads="1"/>
          </p:cNvSpPr>
          <p:nvPr/>
        </p:nvSpPr>
        <p:spPr bwMode="auto">
          <a:xfrm>
            <a:off x="2014486" y="3460509"/>
            <a:ext cx="188356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几何解释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412710" name="Text Box 38"/>
          <p:cNvSpPr txBox="1">
            <a:spLocks noChangeArrowheads="1"/>
          </p:cNvSpPr>
          <p:nvPr/>
        </p:nvSpPr>
        <p:spPr bwMode="auto">
          <a:xfrm>
            <a:off x="3789490" y="5661025"/>
            <a:ext cx="177192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6600"/>
                </a:solidFill>
              </a:rPr>
              <a:t>(</a:t>
            </a:r>
            <a:r>
              <a:rPr lang="zh-CN" altLang="en-US" b="1" dirty="0">
                <a:solidFill>
                  <a:srgbClr val="006600"/>
                </a:solidFill>
              </a:rPr>
              <a:t>证明略</a:t>
            </a:r>
            <a:r>
              <a:rPr lang="en-US" altLang="zh-CN" b="1" dirty="0">
                <a:solidFill>
                  <a:srgbClr val="006600"/>
                </a:solidFill>
              </a:rPr>
              <a:t>)</a:t>
            </a:r>
            <a:endParaRPr lang="zh-CN" altLang="en-US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02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1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1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1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"/>
                                        <p:tgtEl>
                                          <p:spTgt spid="41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/>
      <p:bldP spid="412681" grpId="0"/>
      <p:bldP spid="176149" grpId="0"/>
      <p:bldP spid="41271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861350" y="832571"/>
            <a:ext cx="14747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注意 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413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370763"/>
              </p:ext>
            </p:extLst>
          </p:nvPr>
        </p:nvGraphicFramePr>
        <p:xfrm>
          <a:off x="2336137" y="1966400"/>
          <a:ext cx="69913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24114" imgH="400011" progId="Equation.3">
                  <p:embed/>
                </p:oleObj>
              </mc:Choice>
              <mc:Fallback>
                <p:oleObj name="公式" r:id="rId2" imgW="2724114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137" y="1966400"/>
                        <a:ext cx="69913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3700" name="Group 4"/>
          <p:cNvGrpSpPr>
            <a:grpSpLocks/>
          </p:cNvGrpSpPr>
          <p:nvPr/>
        </p:nvGrpSpPr>
        <p:grpSpPr bwMode="auto">
          <a:xfrm>
            <a:off x="2177483" y="778312"/>
            <a:ext cx="7524750" cy="1198562"/>
            <a:chOff x="839" y="119"/>
            <a:chExt cx="4740" cy="755"/>
          </a:xfrm>
        </p:grpSpPr>
        <p:sp>
          <p:nvSpPr>
            <p:cNvPr id="177180" name="Text Box 5"/>
            <p:cNvSpPr txBox="1">
              <a:spLocks noChangeArrowheads="1"/>
            </p:cNvSpPr>
            <p:nvPr/>
          </p:nvSpPr>
          <p:spPr bwMode="auto">
            <a:xfrm>
              <a:off x="839" y="143"/>
              <a:ext cx="4740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     </a:t>
              </a:r>
              <a:r>
                <a:rPr lang="zh-CN" altLang="en-US" sz="2800" b="1" dirty="0">
                  <a:solidFill>
                    <a:srgbClr val="0000CC"/>
                  </a:solidFill>
                </a:rPr>
                <a:t>性质 </a:t>
              </a:r>
              <a:r>
                <a:rPr lang="en-US" altLang="zh-CN" sz="2800" b="1" dirty="0">
                  <a:solidFill>
                    <a:srgbClr val="0000CC"/>
                  </a:solidFill>
                </a:rPr>
                <a:t>3 </a:t>
              </a:r>
              <a:r>
                <a:rPr lang="zh-CN" altLang="en-US" sz="2800" b="1" dirty="0">
                  <a:solidFill>
                    <a:srgbClr val="0000CC"/>
                  </a:solidFill>
                </a:rPr>
                <a:t>只是保证了根的存在性，并没有给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CC"/>
                  </a:solidFill>
                </a:rPr>
                <a:t>     出根的求法 </a:t>
              </a:r>
              <a:r>
                <a:rPr lang="en-US" altLang="zh-CN" sz="2800" b="1" dirty="0">
                  <a:solidFill>
                    <a:srgbClr val="0000CC"/>
                  </a:solidFill>
                </a:rPr>
                <a:t>.</a:t>
              </a:r>
            </a:p>
          </p:txBody>
        </p:sp>
        <p:graphicFrame>
          <p:nvGraphicFramePr>
            <p:cNvPr id="177181" name="Object 6"/>
            <p:cNvGraphicFramePr>
              <a:graphicFrameLocks noChangeAspect="1"/>
            </p:cNvGraphicFramePr>
            <p:nvPr/>
          </p:nvGraphicFramePr>
          <p:xfrm>
            <a:off x="914" y="119"/>
            <a:ext cx="17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85714" imgH="190449" progId="Equation.3">
                    <p:embed/>
                  </p:oleObj>
                </mc:Choice>
                <mc:Fallback>
                  <p:oleObj name="公式" r:id="rId4" imgW="8571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119"/>
                          <a:ext cx="17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82" name="Object 7"/>
            <p:cNvGraphicFramePr>
              <a:graphicFrameLocks noChangeAspect="1"/>
            </p:cNvGraphicFramePr>
            <p:nvPr/>
          </p:nvGraphicFramePr>
          <p:xfrm>
            <a:off x="885" y="203"/>
            <a:ext cx="28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62059" imgH="171334" progId="Equation.3">
                    <p:embed/>
                  </p:oleObj>
                </mc:Choice>
                <mc:Fallback>
                  <p:oleObj name="公式" r:id="rId6" imgW="162059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" y="203"/>
                          <a:ext cx="288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3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616773"/>
              </p:ext>
            </p:extLst>
          </p:nvPr>
        </p:nvGraphicFramePr>
        <p:xfrm>
          <a:off x="2121927" y="2935877"/>
          <a:ext cx="5435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46300" imgH="457200" progId="Equation.3">
                  <p:embed/>
                </p:oleObj>
              </mc:Choice>
              <mc:Fallback>
                <p:oleObj name="公式" r:id="rId8" imgW="2146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927" y="2935877"/>
                        <a:ext cx="5435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3705" name="Group 9"/>
          <p:cNvGrpSpPr>
            <a:grpSpLocks/>
          </p:cNvGrpSpPr>
          <p:nvPr/>
        </p:nvGrpSpPr>
        <p:grpSpPr bwMode="auto">
          <a:xfrm>
            <a:off x="8898861" y="2358820"/>
            <a:ext cx="2520950" cy="3097213"/>
            <a:chOff x="3787" y="1434"/>
            <a:chExt cx="1588" cy="1951"/>
          </a:xfrm>
        </p:grpSpPr>
        <p:sp>
          <p:nvSpPr>
            <p:cNvPr id="177162" name="Line 10"/>
            <p:cNvSpPr>
              <a:spLocks noChangeShapeType="1"/>
            </p:cNvSpPr>
            <p:nvPr/>
          </p:nvSpPr>
          <p:spPr bwMode="auto">
            <a:xfrm flipV="1">
              <a:off x="4376" y="1815"/>
              <a:ext cx="364" cy="34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7163" name="Object 11"/>
            <p:cNvGraphicFramePr>
              <a:graphicFrameLocks noChangeAspect="1"/>
            </p:cNvGraphicFramePr>
            <p:nvPr/>
          </p:nvGraphicFramePr>
          <p:xfrm>
            <a:off x="5148" y="2532"/>
            <a:ext cx="172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700" imgH="139700" progId="Equation.3">
                    <p:embed/>
                  </p:oleObj>
                </mc:Choice>
                <mc:Fallback>
                  <p:oleObj name="公式" r:id="rId10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2532"/>
                          <a:ext cx="172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4" name="Object 12"/>
            <p:cNvGraphicFramePr>
              <a:graphicFrameLocks noChangeAspect="1"/>
            </p:cNvGraphicFramePr>
            <p:nvPr/>
          </p:nvGraphicFramePr>
          <p:xfrm>
            <a:off x="4196" y="1434"/>
            <a:ext cx="135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579" imgH="164957" progId="Equation.3">
                    <p:embed/>
                  </p:oleObj>
                </mc:Choice>
                <mc:Fallback>
                  <p:oleObj name="公式" r:id="rId12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6" y="1434"/>
                          <a:ext cx="135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5" name="Object 13"/>
            <p:cNvGraphicFramePr>
              <a:graphicFrameLocks noChangeAspect="1"/>
            </p:cNvGraphicFramePr>
            <p:nvPr/>
          </p:nvGraphicFramePr>
          <p:xfrm>
            <a:off x="4212" y="2506"/>
            <a:ext cx="16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835" imgH="139518" progId="Equation.3">
                    <p:embed/>
                  </p:oleObj>
                </mc:Choice>
                <mc:Fallback>
                  <p:oleObj name="公式" r:id="rId1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2" y="2506"/>
                          <a:ext cx="16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6" name="Object 14"/>
            <p:cNvGraphicFramePr>
              <a:graphicFrameLocks noChangeAspect="1"/>
            </p:cNvGraphicFramePr>
            <p:nvPr/>
          </p:nvGraphicFramePr>
          <p:xfrm>
            <a:off x="4475" y="1544"/>
            <a:ext cx="90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80913" imgH="171334" progId="Equation.3">
                    <p:embed/>
                  </p:oleObj>
                </mc:Choice>
                <mc:Fallback>
                  <p:oleObj name="公式" r:id="rId16" imgW="580913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5" y="1544"/>
                          <a:ext cx="900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7" name="Object 15"/>
            <p:cNvGraphicFramePr>
              <a:graphicFrameLocks noChangeAspect="1"/>
            </p:cNvGraphicFramePr>
            <p:nvPr/>
          </p:nvGraphicFramePr>
          <p:xfrm>
            <a:off x="4694" y="2523"/>
            <a:ext cx="13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14151" imgH="164885" progId="Equation.3">
                    <p:embed/>
                  </p:oleObj>
                </mc:Choice>
                <mc:Fallback>
                  <p:oleObj name="公式" r:id="rId18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2523"/>
                          <a:ext cx="135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8" name="Object 16"/>
            <p:cNvGraphicFramePr>
              <a:graphicFrameLocks noChangeAspect="1"/>
            </p:cNvGraphicFramePr>
            <p:nvPr/>
          </p:nvGraphicFramePr>
          <p:xfrm>
            <a:off x="3869" y="2296"/>
            <a:ext cx="236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15619" imgH="164885" progId="Equation.3">
                    <p:embed/>
                  </p:oleObj>
                </mc:Choice>
                <mc:Fallback>
                  <p:oleObj name="公式" r:id="rId20" imgW="215619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9" y="2296"/>
                          <a:ext cx="236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169" name="Oval 17"/>
            <p:cNvSpPr>
              <a:spLocks noChangeArrowheads="1"/>
            </p:cNvSpPr>
            <p:nvPr/>
          </p:nvSpPr>
          <p:spPr bwMode="auto">
            <a:xfrm>
              <a:off x="4332" y="2157"/>
              <a:ext cx="48" cy="4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7170" name="Oval 18"/>
            <p:cNvSpPr>
              <a:spLocks noChangeArrowheads="1"/>
            </p:cNvSpPr>
            <p:nvPr/>
          </p:nvSpPr>
          <p:spPr bwMode="auto">
            <a:xfrm>
              <a:off x="4692" y="1794"/>
              <a:ext cx="48" cy="48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77171" name="Object 19"/>
            <p:cNvGraphicFramePr>
              <a:graphicFrameLocks noChangeAspect="1"/>
            </p:cNvGraphicFramePr>
            <p:nvPr/>
          </p:nvGraphicFramePr>
          <p:xfrm>
            <a:off x="4210" y="2073"/>
            <a:ext cx="12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14151" imgH="164885" progId="Equation.3">
                    <p:embed/>
                  </p:oleObj>
                </mc:Choice>
                <mc:Fallback>
                  <p:oleObj name="公式" r:id="rId22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0" y="2073"/>
                          <a:ext cx="12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172" name="Line 20"/>
            <p:cNvSpPr>
              <a:spLocks noChangeShapeType="1"/>
            </p:cNvSpPr>
            <p:nvPr/>
          </p:nvSpPr>
          <p:spPr bwMode="auto">
            <a:xfrm flipH="1">
              <a:off x="4729" y="1842"/>
              <a:ext cx="11" cy="66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73" name="Oval 21"/>
            <p:cNvSpPr>
              <a:spLocks noChangeArrowheads="1"/>
            </p:cNvSpPr>
            <p:nvPr/>
          </p:nvSpPr>
          <p:spPr bwMode="auto">
            <a:xfrm>
              <a:off x="4011" y="3158"/>
              <a:ext cx="48" cy="48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7174" name="Oval 22"/>
            <p:cNvSpPr>
              <a:spLocks noChangeArrowheads="1"/>
            </p:cNvSpPr>
            <p:nvPr/>
          </p:nvSpPr>
          <p:spPr bwMode="auto">
            <a:xfrm>
              <a:off x="4332" y="2838"/>
              <a:ext cx="48" cy="48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7175" name="Line 23"/>
            <p:cNvSpPr>
              <a:spLocks noChangeShapeType="1"/>
            </p:cNvSpPr>
            <p:nvPr/>
          </p:nvSpPr>
          <p:spPr bwMode="auto">
            <a:xfrm flipV="1">
              <a:off x="4013" y="2840"/>
              <a:ext cx="364" cy="34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76" name="Line 24"/>
            <p:cNvSpPr>
              <a:spLocks noChangeShapeType="1"/>
            </p:cNvSpPr>
            <p:nvPr/>
          </p:nvSpPr>
          <p:spPr bwMode="auto">
            <a:xfrm flipH="1">
              <a:off x="4014" y="2498"/>
              <a:ext cx="11" cy="66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7177" name="Object 25"/>
            <p:cNvGraphicFramePr>
              <a:graphicFrameLocks noChangeAspect="1"/>
            </p:cNvGraphicFramePr>
            <p:nvPr/>
          </p:nvGraphicFramePr>
          <p:xfrm>
            <a:off x="4096" y="2704"/>
            <a:ext cx="236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15619" imgH="164885" progId="Equation.3">
                    <p:embed/>
                  </p:oleObj>
                </mc:Choice>
                <mc:Fallback>
                  <p:oleObj name="公式" r:id="rId23" imgW="215619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2704"/>
                          <a:ext cx="236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178" name="Line 26"/>
            <p:cNvSpPr>
              <a:spLocks noChangeShapeType="1"/>
            </p:cNvSpPr>
            <p:nvPr/>
          </p:nvSpPr>
          <p:spPr bwMode="auto">
            <a:xfrm flipV="1">
              <a:off x="4377" y="1434"/>
              <a:ext cx="0" cy="1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79" name="Line 27"/>
            <p:cNvSpPr>
              <a:spLocks noChangeShapeType="1"/>
            </p:cNvSpPr>
            <p:nvPr/>
          </p:nvSpPr>
          <p:spPr bwMode="auto">
            <a:xfrm>
              <a:off x="3787" y="2478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137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06907"/>
              </p:ext>
            </p:extLst>
          </p:nvPr>
        </p:nvGraphicFramePr>
        <p:xfrm>
          <a:off x="2136776" y="4143170"/>
          <a:ext cx="58324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267087" imgH="190449" progId="Equation.3">
                  <p:embed/>
                </p:oleObj>
              </mc:Choice>
              <mc:Fallback>
                <p:oleObj name="公式" r:id="rId24" imgW="226708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6" y="4143170"/>
                        <a:ext cx="58324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20242"/>
              </p:ext>
            </p:extLst>
          </p:nvPr>
        </p:nvGraphicFramePr>
        <p:xfrm>
          <a:off x="2136776" y="4873420"/>
          <a:ext cx="53816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095659" imgH="190449" progId="Equation.3">
                  <p:embed/>
                </p:oleObj>
              </mc:Choice>
              <mc:Fallback>
                <p:oleObj name="公式" r:id="rId26" imgW="209565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6" y="4873420"/>
                        <a:ext cx="53816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6" name="Object 30"/>
          <p:cNvGraphicFramePr>
            <a:graphicFrameLocks noChangeAspect="1"/>
          </p:cNvGraphicFramePr>
          <p:nvPr/>
        </p:nvGraphicFramePr>
        <p:xfrm>
          <a:off x="2136776" y="5500688"/>
          <a:ext cx="67675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638400" imgH="190449" progId="Equation.3">
                  <p:embed/>
                </p:oleObj>
              </mc:Choice>
              <mc:Fallback>
                <p:oleObj name="公式" r:id="rId28" imgW="2638400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6" y="5500688"/>
                        <a:ext cx="67675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576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334737"/>
              </p:ext>
            </p:extLst>
          </p:nvPr>
        </p:nvGraphicFramePr>
        <p:xfrm>
          <a:off x="2135560" y="1157811"/>
          <a:ext cx="7442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05259" imgH="428509" progId="Equation.3">
                  <p:embed/>
                </p:oleObj>
              </mc:Choice>
              <mc:Fallback>
                <p:oleObj name="公式" r:id="rId2" imgW="2905259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1157811"/>
                        <a:ext cx="74422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431087"/>
              </p:ext>
            </p:extLst>
          </p:nvPr>
        </p:nvGraphicFramePr>
        <p:xfrm>
          <a:off x="2424113" y="2442577"/>
          <a:ext cx="521652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82800" imgH="457200" progId="Equation.3">
                  <p:embed/>
                </p:oleObj>
              </mc:Choice>
              <mc:Fallback>
                <p:oleObj name="公式" r:id="rId4" imgW="2082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442577"/>
                        <a:ext cx="521652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682382"/>
              </p:ext>
            </p:extLst>
          </p:nvPr>
        </p:nvGraphicFramePr>
        <p:xfrm>
          <a:off x="2484626" y="3698398"/>
          <a:ext cx="584358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52570" imgH="190449" progId="Equation.3">
                  <p:embed/>
                </p:oleObj>
              </mc:Choice>
              <mc:Fallback>
                <p:oleObj name="公式" r:id="rId6" imgW="2152570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626" y="3698398"/>
                        <a:ext cx="584358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667463"/>
              </p:ext>
            </p:extLst>
          </p:nvPr>
        </p:nvGraphicFramePr>
        <p:xfrm>
          <a:off x="3503712" y="4430713"/>
          <a:ext cx="3675356" cy="545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58310" imgH="203112" progId="Equation.3">
                  <p:embed/>
                </p:oleObj>
              </mc:Choice>
              <mc:Fallback>
                <p:oleObj name="公式" r:id="rId8" imgW="135831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430713"/>
                        <a:ext cx="3675356" cy="545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079437"/>
              </p:ext>
            </p:extLst>
          </p:nvPr>
        </p:nvGraphicFramePr>
        <p:xfrm>
          <a:off x="2855640" y="5157192"/>
          <a:ext cx="4465116" cy="506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90628" imgH="190449" progId="Equation.3">
                  <p:embed/>
                </p:oleObj>
              </mc:Choice>
              <mc:Fallback>
                <p:oleObj name="公式" r:id="rId10" imgW="1790628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5157192"/>
                        <a:ext cx="4465116" cy="506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37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746" name="Group 2"/>
          <p:cNvGrpSpPr>
            <a:grpSpLocks/>
          </p:cNvGrpSpPr>
          <p:nvPr/>
        </p:nvGrpSpPr>
        <p:grpSpPr bwMode="auto">
          <a:xfrm>
            <a:off x="2072115" y="295563"/>
            <a:ext cx="4567238" cy="525463"/>
            <a:chOff x="295" y="119"/>
            <a:chExt cx="2877" cy="331"/>
          </a:xfrm>
          <a:solidFill>
            <a:schemeClr val="bg1"/>
          </a:solidFill>
        </p:grpSpPr>
        <p:sp>
          <p:nvSpPr>
            <p:cNvPr id="179220" name="Text Box 3"/>
            <p:cNvSpPr txBox="1">
              <a:spLocks noChangeArrowheads="1"/>
            </p:cNvSpPr>
            <p:nvPr/>
          </p:nvSpPr>
          <p:spPr bwMode="auto">
            <a:xfrm>
              <a:off x="295" y="119"/>
              <a:ext cx="1270" cy="33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ea typeface="黑体" pitchFamily="2" charset="-122"/>
                  <a:cs typeface="Times New Roman" panose="02020603050405020304" pitchFamily="18" charset="0"/>
                </a:rPr>
                <a:t>8</a:t>
              </a:r>
              <a:endPara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922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8440180"/>
                </p:ext>
              </p:extLst>
            </p:nvPr>
          </p:nvGraphicFramePr>
          <p:xfrm>
            <a:off x="911" y="134"/>
            <a:ext cx="226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511300" imgH="215900" progId="Equation.3">
                    <p:embed/>
                  </p:oleObj>
                </mc:Choice>
                <mc:Fallback>
                  <p:oleObj name="公式" r:id="rId2" imgW="1511300" imgH="215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" y="134"/>
                          <a:ext cx="2261" cy="31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5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439705"/>
              </p:ext>
            </p:extLst>
          </p:nvPr>
        </p:nvGraphicFramePr>
        <p:xfrm>
          <a:off x="2420939" y="795202"/>
          <a:ext cx="720407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4000" imgH="241300" progId="Equation.3">
                  <p:embed/>
                </p:oleObj>
              </mc:Choice>
              <mc:Fallback>
                <p:oleObj name="公式" r:id="rId4" imgW="2794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9" y="795202"/>
                        <a:ext cx="720407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090545"/>
              </p:ext>
            </p:extLst>
          </p:nvPr>
        </p:nvGraphicFramePr>
        <p:xfrm>
          <a:off x="4751512" y="1382061"/>
          <a:ext cx="4863851" cy="56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2000" imgH="241300" progId="Equation.3">
                  <p:embed/>
                </p:oleObj>
              </mc:Choice>
              <mc:Fallback>
                <p:oleObj name="公式" r:id="rId6" imgW="2032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512" y="1382061"/>
                        <a:ext cx="4863851" cy="564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51" name="Text Box 7"/>
          <p:cNvSpPr txBox="1">
            <a:spLocks noChangeArrowheads="1"/>
          </p:cNvSpPr>
          <p:nvPr/>
        </p:nvSpPr>
        <p:spPr bwMode="auto">
          <a:xfrm>
            <a:off x="2063751" y="1916114"/>
            <a:ext cx="5445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证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4157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467634"/>
              </p:ext>
            </p:extLst>
          </p:nvPr>
        </p:nvGraphicFramePr>
        <p:xfrm>
          <a:off x="3049565" y="2005167"/>
          <a:ext cx="3744143" cy="51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36033" imgH="215806" progId="Equation.3">
                  <p:embed/>
                </p:oleObj>
              </mc:Choice>
              <mc:Fallback>
                <p:oleObj name="公式" r:id="rId8" imgW="153603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65" y="2005167"/>
                        <a:ext cx="3744143" cy="514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516095"/>
              </p:ext>
            </p:extLst>
          </p:nvPr>
        </p:nvGraphicFramePr>
        <p:xfrm>
          <a:off x="6819749" y="1993592"/>
          <a:ext cx="2752724" cy="526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04421" imgH="215806" progId="Equation.3">
                  <p:embed/>
                </p:oleObj>
              </mc:Choice>
              <mc:Fallback>
                <p:oleObj name="公式" r:id="rId10" imgW="110442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749" y="1993592"/>
                        <a:ext cx="2752724" cy="526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040246"/>
              </p:ext>
            </p:extLst>
          </p:nvPr>
        </p:nvGraphicFramePr>
        <p:xfrm>
          <a:off x="2545463" y="2490752"/>
          <a:ext cx="7008659" cy="965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94000" imgH="393700" progId="Equation.3">
                  <p:embed/>
                </p:oleObj>
              </mc:Choice>
              <mc:Fallback>
                <p:oleObj name="公式" r:id="rId12" imgW="2794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463" y="2490752"/>
                        <a:ext cx="7008659" cy="965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854645"/>
              </p:ext>
            </p:extLst>
          </p:nvPr>
        </p:nvGraphicFramePr>
        <p:xfrm>
          <a:off x="1992315" y="3429002"/>
          <a:ext cx="2447501" cy="55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90600" imgH="228600" progId="Equation.3">
                  <p:embed/>
                </p:oleObj>
              </mc:Choice>
              <mc:Fallback>
                <p:oleObj name="公式" r:id="rId14" imgW="990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5" y="3429002"/>
                        <a:ext cx="2447501" cy="55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873882"/>
              </p:ext>
            </p:extLst>
          </p:nvPr>
        </p:nvGraphicFramePr>
        <p:xfrm>
          <a:off x="4397625" y="3429002"/>
          <a:ext cx="5571626" cy="690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98700" imgH="292100" progId="Equation.3">
                  <p:embed/>
                </p:oleObj>
              </mc:Choice>
              <mc:Fallback>
                <p:oleObj name="公式" r:id="rId16" imgW="22987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625" y="3429002"/>
                        <a:ext cx="5571626" cy="690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950672"/>
              </p:ext>
            </p:extLst>
          </p:nvPr>
        </p:nvGraphicFramePr>
        <p:xfrm>
          <a:off x="2072115" y="4114801"/>
          <a:ext cx="2867422" cy="51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67893" imgH="215806" progId="Equation.3">
                  <p:embed/>
                </p:oleObj>
              </mc:Choice>
              <mc:Fallback>
                <p:oleObj name="公式" r:id="rId18" imgW="116789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2115" y="4114801"/>
                        <a:ext cx="2867422" cy="51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006240"/>
              </p:ext>
            </p:extLst>
          </p:nvPr>
        </p:nvGraphicFramePr>
        <p:xfrm>
          <a:off x="5064309" y="4123480"/>
          <a:ext cx="3510880" cy="48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523339" imgH="215806" progId="Equation.3">
                  <p:embed/>
                </p:oleObj>
              </mc:Choice>
              <mc:Fallback>
                <p:oleObj name="公式" r:id="rId20" imgW="152333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309" y="4123480"/>
                        <a:ext cx="3510880" cy="485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842713"/>
              </p:ext>
            </p:extLst>
          </p:nvPr>
        </p:nvGraphicFramePr>
        <p:xfrm>
          <a:off x="2106615" y="4724401"/>
          <a:ext cx="2949574" cy="469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44600" imgH="203200" progId="Equation.3">
                  <p:embed/>
                </p:oleObj>
              </mc:Choice>
              <mc:Fallback>
                <p:oleObj name="公式" r:id="rId22" imgW="1244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5" y="4724401"/>
                        <a:ext cx="2949574" cy="469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425540"/>
              </p:ext>
            </p:extLst>
          </p:nvPr>
        </p:nvGraphicFramePr>
        <p:xfrm>
          <a:off x="5303912" y="4687942"/>
          <a:ext cx="1608296" cy="50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672808" imgH="215806" progId="Equation.3">
                  <p:embed/>
                </p:oleObj>
              </mc:Choice>
              <mc:Fallback>
                <p:oleObj name="公式" r:id="rId24" imgW="67280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912" y="4687942"/>
                        <a:ext cx="1608296" cy="503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600782"/>
              </p:ext>
            </p:extLst>
          </p:nvPr>
        </p:nvGraphicFramePr>
        <p:xfrm>
          <a:off x="7006433" y="4698126"/>
          <a:ext cx="2618581" cy="474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66742" imgH="171334" progId="Equation.3">
                  <p:embed/>
                </p:oleObj>
              </mc:Choice>
              <mc:Fallback>
                <p:oleObj name="公式" r:id="rId26" imgW="1066742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433" y="4698126"/>
                        <a:ext cx="2618581" cy="474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093713"/>
              </p:ext>
            </p:extLst>
          </p:nvPr>
        </p:nvGraphicFramePr>
        <p:xfrm>
          <a:off x="2106614" y="5251451"/>
          <a:ext cx="2189186" cy="496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895314" imgH="190449" progId="Equation.3">
                  <p:embed/>
                </p:oleObj>
              </mc:Choice>
              <mc:Fallback>
                <p:oleObj name="公式" r:id="rId28" imgW="895314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4" y="5251451"/>
                        <a:ext cx="2189186" cy="496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733118"/>
              </p:ext>
            </p:extLst>
          </p:nvPr>
        </p:nvGraphicFramePr>
        <p:xfrm>
          <a:off x="2043085" y="1414602"/>
          <a:ext cx="3013104" cy="48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58640" imgH="203040" progId="Equation.DSMT4">
                  <p:embed/>
                </p:oleObj>
              </mc:Choice>
              <mc:Fallback>
                <p:oleObj name="Equation" r:id="rId30" imgW="1358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085" y="1414602"/>
                        <a:ext cx="3013104" cy="485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033958"/>
              </p:ext>
            </p:extLst>
          </p:nvPr>
        </p:nvGraphicFramePr>
        <p:xfrm>
          <a:off x="4399720" y="5281781"/>
          <a:ext cx="6023557" cy="5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412720" imgH="215640" progId="Equation.DSMT4">
                  <p:embed/>
                </p:oleObj>
              </mc:Choice>
              <mc:Fallback>
                <p:oleObj name="Equation" r:id="rId32" imgW="2412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9720" y="5281781"/>
                        <a:ext cx="6023557" cy="5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679341"/>
              </p:ext>
            </p:extLst>
          </p:nvPr>
        </p:nvGraphicFramePr>
        <p:xfrm>
          <a:off x="4079876" y="5875597"/>
          <a:ext cx="6832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098520" imgH="228600" progId="Equation.DSMT4">
                  <p:embed/>
                </p:oleObj>
              </mc:Choice>
              <mc:Fallback>
                <p:oleObj name="Equation" r:id="rId34" imgW="3098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079876" y="5875597"/>
                        <a:ext cx="6832600" cy="5048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75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>
            <a:grpSpLocks/>
          </p:cNvGrpSpPr>
          <p:nvPr/>
        </p:nvGrpSpPr>
        <p:grpSpPr bwMode="auto">
          <a:xfrm>
            <a:off x="1703511" y="620688"/>
            <a:ext cx="8897085" cy="2643571"/>
            <a:chOff x="469" y="480"/>
            <a:chExt cx="5341" cy="4118"/>
          </a:xfrm>
        </p:grpSpPr>
        <p:sp>
          <p:nvSpPr>
            <p:cNvPr id="5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5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16770" name="Group 2"/>
          <p:cNvGrpSpPr>
            <a:grpSpLocks/>
          </p:cNvGrpSpPr>
          <p:nvPr/>
        </p:nvGrpSpPr>
        <p:grpSpPr bwMode="auto">
          <a:xfrm>
            <a:off x="2351584" y="774874"/>
            <a:ext cx="3168650" cy="523875"/>
            <a:chOff x="430" y="164"/>
            <a:chExt cx="1996" cy="330"/>
          </a:xfrm>
        </p:grpSpPr>
        <p:sp>
          <p:nvSpPr>
            <p:cNvPr id="180277" name="Text Box 3"/>
            <p:cNvSpPr txBox="1">
              <a:spLocks noChangeArrowheads="1"/>
            </p:cNvSpPr>
            <p:nvPr/>
          </p:nvSpPr>
          <p:spPr bwMode="auto">
            <a:xfrm>
              <a:off x="430" y="164"/>
              <a:ext cx="199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性质</a:t>
              </a:r>
              <a:r>
                <a:rPr lang="en-US" altLang="zh-CN" sz="28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endParaRPr lang="en-US" altLang="zh-CN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80278" name="Text Box 4"/>
            <p:cNvSpPr txBox="1">
              <a:spLocks noChangeArrowheads="1"/>
            </p:cNvSpPr>
            <p:nvPr/>
          </p:nvSpPr>
          <p:spPr bwMode="auto">
            <a:xfrm>
              <a:off x="1066" y="164"/>
              <a:ext cx="13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  <a:ea typeface="黑体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solidFill>
                    <a:schemeClr val="accent2"/>
                  </a:solidFill>
                  <a:latin typeface="黑体" pitchFamily="2" charset="-122"/>
                  <a:ea typeface="黑体" pitchFamily="2" charset="-122"/>
                </a:rPr>
                <a:t>介值定理</a:t>
              </a:r>
              <a:r>
                <a:rPr lang="en-US" altLang="zh-CN" sz="2800" b="1" dirty="0">
                  <a:solidFill>
                    <a:schemeClr val="accent2"/>
                  </a:solidFill>
                  <a:ea typeface="黑体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2800" b="1" dirty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16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228094"/>
              </p:ext>
            </p:extLst>
          </p:nvPr>
        </p:nvGraphicFramePr>
        <p:xfrm>
          <a:off x="5289198" y="801067"/>
          <a:ext cx="42291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24895" imgH="215806" progId="Equation.3">
                  <p:embed/>
                </p:oleObj>
              </mc:Choice>
              <mc:Fallback>
                <p:oleObj name="公式" r:id="rId2" imgW="162489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198" y="801067"/>
                        <a:ext cx="42291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169171"/>
              </p:ext>
            </p:extLst>
          </p:nvPr>
        </p:nvGraphicFramePr>
        <p:xfrm>
          <a:off x="2414221" y="1457910"/>
          <a:ext cx="7192247" cy="559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35160" imgH="215640" progId="Equation.DSMT4">
                  <p:embed/>
                </p:oleObj>
              </mc:Choice>
              <mc:Fallback>
                <p:oleObj name="Equation" r:id="rId4" imgW="3035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221" y="1457910"/>
                        <a:ext cx="7192247" cy="559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777094"/>
              </p:ext>
            </p:extLst>
          </p:nvPr>
        </p:nvGraphicFramePr>
        <p:xfrm>
          <a:off x="2441504" y="2093907"/>
          <a:ext cx="2764847" cy="513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38286" imgH="171334" progId="Equation.3">
                  <p:embed/>
                </p:oleObj>
              </mc:Choice>
              <mc:Fallback>
                <p:oleObj name="公式" r:id="rId6" imgW="1038286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04" y="2093907"/>
                        <a:ext cx="2764847" cy="513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567623"/>
              </p:ext>
            </p:extLst>
          </p:nvPr>
        </p:nvGraphicFramePr>
        <p:xfrm>
          <a:off x="5473070" y="2082955"/>
          <a:ext cx="4058452" cy="52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09830" imgH="190449" progId="Equation.3">
                  <p:embed/>
                </p:oleObj>
              </mc:Choice>
              <mc:Fallback>
                <p:oleObj name="公式" r:id="rId8" imgW="1609830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070" y="2082955"/>
                        <a:ext cx="4058452" cy="520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162915"/>
              </p:ext>
            </p:extLst>
          </p:nvPr>
        </p:nvGraphicFramePr>
        <p:xfrm>
          <a:off x="4831224" y="2595244"/>
          <a:ext cx="200818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42972" imgH="171334" progId="Equation.3">
                  <p:embed/>
                </p:oleObj>
              </mc:Choice>
              <mc:Fallback>
                <p:oleObj name="公式" r:id="rId10" imgW="742972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1224" y="2595244"/>
                        <a:ext cx="2008187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6778" name="Group 10"/>
          <p:cNvGrpSpPr>
            <a:grpSpLocks/>
          </p:cNvGrpSpPr>
          <p:nvPr/>
        </p:nvGrpSpPr>
        <p:grpSpPr bwMode="auto">
          <a:xfrm>
            <a:off x="7050088" y="3608386"/>
            <a:ext cx="2933700" cy="396875"/>
            <a:chOff x="2884" y="686"/>
            <a:chExt cx="1848" cy="250"/>
          </a:xfrm>
        </p:grpSpPr>
        <p:sp>
          <p:nvSpPr>
            <p:cNvPr id="180275" name="Line 11"/>
            <p:cNvSpPr>
              <a:spLocks noChangeShapeType="1"/>
            </p:cNvSpPr>
            <p:nvPr/>
          </p:nvSpPr>
          <p:spPr bwMode="auto">
            <a:xfrm flipH="1">
              <a:off x="3120" y="816"/>
              <a:ext cx="1612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6" name="Text Box 12"/>
            <p:cNvSpPr txBox="1">
              <a:spLocks noChangeArrowheads="1"/>
            </p:cNvSpPr>
            <p:nvPr/>
          </p:nvSpPr>
          <p:spPr bwMode="auto">
            <a:xfrm>
              <a:off x="2884" y="686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6" tIns="45719" rIns="91436" bIns="45719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FF33CC"/>
                  </a:solidFill>
                </a:rPr>
                <a:t>M</a:t>
              </a:r>
              <a:endParaRPr lang="en-US" altLang="zh-CN" sz="2400"/>
            </a:p>
          </p:txBody>
        </p:sp>
      </p:grpSp>
      <p:grpSp>
        <p:nvGrpSpPr>
          <p:cNvPr id="416781" name="Group 13"/>
          <p:cNvGrpSpPr>
            <a:grpSpLocks/>
          </p:cNvGrpSpPr>
          <p:nvPr/>
        </p:nvGrpSpPr>
        <p:grpSpPr bwMode="auto">
          <a:xfrm>
            <a:off x="7069996" y="5507037"/>
            <a:ext cx="933450" cy="396875"/>
            <a:chOff x="2824" y="1874"/>
            <a:chExt cx="588" cy="250"/>
          </a:xfrm>
        </p:grpSpPr>
        <p:sp>
          <p:nvSpPr>
            <p:cNvPr id="180273" name="Line 14"/>
            <p:cNvSpPr>
              <a:spLocks noChangeShapeType="1"/>
            </p:cNvSpPr>
            <p:nvPr/>
          </p:nvSpPr>
          <p:spPr bwMode="auto">
            <a:xfrm flipH="1">
              <a:off x="3048" y="2016"/>
              <a:ext cx="364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4" name="Text Box 15"/>
            <p:cNvSpPr txBox="1">
              <a:spLocks noChangeArrowheads="1"/>
            </p:cNvSpPr>
            <p:nvPr/>
          </p:nvSpPr>
          <p:spPr bwMode="auto">
            <a:xfrm>
              <a:off x="2824" y="187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6" tIns="45719" rIns="91436" bIns="45719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33CC"/>
                  </a:solidFill>
                </a:rPr>
                <a:t>m</a:t>
              </a:r>
              <a:endParaRPr lang="en-US" altLang="zh-CN" sz="2400"/>
            </a:p>
          </p:txBody>
        </p:sp>
      </p:grpSp>
      <p:grpSp>
        <p:nvGrpSpPr>
          <p:cNvPr id="416784" name="Group 16"/>
          <p:cNvGrpSpPr>
            <a:grpSpLocks/>
          </p:cNvGrpSpPr>
          <p:nvPr/>
        </p:nvGrpSpPr>
        <p:grpSpPr bwMode="auto">
          <a:xfrm>
            <a:off x="7466552" y="4589462"/>
            <a:ext cx="311150" cy="663575"/>
            <a:chOff x="3073" y="1310"/>
            <a:chExt cx="196" cy="418"/>
          </a:xfrm>
        </p:grpSpPr>
        <p:sp>
          <p:nvSpPr>
            <p:cNvPr id="180271" name="Line 17"/>
            <p:cNvSpPr>
              <a:spLocks noChangeShapeType="1"/>
            </p:cNvSpPr>
            <p:nvPr/>
          </p:nvSpPr>
          <p:spPr bwMode="auto">
            <a:xfrm flipV="1">
              <a:off x="3152" y="153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2" name="Text Box 18"/>
            <p:cNvSpPr txBox="1">
              <a:spLocks noChangeArrowheads="1"/>
            </p:cNvSpPr>
            <p:nvPr/>
          </p:nvSpPr>
          <p:spPr bwMode="auto">
            <a:xfrm>
              <a:off x="3073" y="131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6" tIns="45719" rIns="91436" bIns="45719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/>
                <a:t>a</a:t>
              </a:r>
              <a:endParaRPr lang="en-US" altLang="zh-CN" sz="2400"/>
            </a:p>
          </p:txBody>
        </p:sp>
      </p:grpSp>
      <p:grpSp>
        <p:nvGrpSpPr>
          <p:cNvPr id="416787" name="Group 19"/>
          <p:cNvGrpSpPr>
            <a:grpSpLocks/>
          </p:cNvGrpSpPr>
          <p:nvPr/>
        </p:nvGrpSpPr>
        <p:grpSpPr bwMode="auto">
          <a:xfrm>
            <a:off x="10289446" y="4126706"/>
            <a:ext cx="311150" cy="1208088"/>
            <a:chOff x="4852" y="1008"/>
            <a:chExt cx="196" cy="761"/>
          </a:xfrm>
        </p:grpSpPr>
        <p:sp>
          <p:nvSpPr>
            <p:cNvPr id="180269" name="Line 20"/>
            <p:cNvSpPr>
              <a:spLocks noChangeShapeType="1"/>
            </p:cNvSpPr>
            <p:nvPr/>
          </p:nvSpPr>
          <p:spPr bwMode="auto">
            <a:xfrm>
              <a:off x="4920" y="1008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0" name="Text Box 21"/>
            <p:cNvSpPr txBox="1">
              <a:spLocks noChangeArrowheads="1"/>
            </p:cNvSpPr>
            <p:nvPr/>
          </p:nvSpPr>
          <p:spPr bwMode="auto">
            <a:xfrm>
              <a:off x="4852" y="151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6" tIns="45719" rIns="91436" bIns="45719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/>
                <a:t>b</a:t>
              </a:r>
              <a:endParaRPr lang="en-US" altLang="zh-CN" sz="2400"/>
            </a:p>
          </p:txBody>
        </p:sp>
      </p:grpSp>
      <p:grpSp>
        <p:nvGrpSpPr>
          <p:cNvPr id="416790" name="Group 22"/>
          <p:cNvGrpSpPr>
            <a:grpSpLocks/>
          </p:cNvGrpSpPr>
          <p:nvPr/>
        </p:nvGrpSpPr>
        <p:grpSpPr bwMode="auto">
          <a:xfrm>
            <a:off x="8575385" y="4419959"/>
            <a:ext cx="227012" cy="762000"/>
            <a:chOff x="3757" y="2832"/>
            <a:chExt cx="143" cy="480"/>
          </a:xfrm>
        </p:grpSpPr>
        <p:sp>
          <p:nvSpPr>
            <p:cNvPr id="180267" name="Line 23"/>
            <p:cNvSpPr>
              <a:spLocks noChangeShapeType="1"/>
            </p:cNvSpPr>
            <p:nvPr/>
          </p:nvSpPr>
          <p:spPr bwMode="auto">
            <a:xfrm>
              <a:off x="3816" y="2832"/>
              <a:ext cx="0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68" name="Object 24"/>
            <p:cNvGraphicFramePr>
              <a:graphicFrameLocks noChangeAspect="1"/>
            </p:cNvGraphicFramePr>
            <p:nvPr/>
          </p:nvGraphicFramePr>
          <p:xfrm>
            <a:off x="3757" y="3120"/>
            <a:ext cx="14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4401" imgH="428509" progId="Equation.3">
                    <p:embed/>
                  </p:oleObj>
                </mc:Choice>
                <mc:Fallback>
                  <p:oleObj name="公式" r:id="rId12" imgW="314401" imgH="4285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7" y="3120"/>
                          <a:ext cx="14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6793" name="Group 25"/>
          <p:cNvGrpSpPr>
            <a:grpSpLocks/>
          </p:cNvGrpSpPr>
          <p:nvPr/>
        </p:nvGrpSpPr>
        <p:grpSpPr bwMode="auto">
          <a:xfrm>
            <a:off x="9092485" y="4452936"/>
            <a:ext cx="246062" cy="762000"/>
            <a:chOff x="4095" y="1248"/>
            <a:chExt cx="155" cy="480"/>
          </a:xfrm>
        </p:grpSpPr>
        <p:sp>
          <p:nvSpPr>
            <p:cNvPr id="180265" name="Line 26"/>
            <p:cNvSpPr>
              <a:spLocks noChangeShapeType="1"/>
            </p:cNvSpPr>
            <p:nvPr/>
          </p:nvSpPr>
          <p:spPr bwMode="auto">
            <a:xfrm>
              <a:off x="4140" y="1248"/>
              <a:ext cx="0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66" name="Object 27"/>
            <p:cNvGraphicFramePr>
              <a:graphicFrameLocks noChangeAspect="1"/>
            </p:cNvGraphicFramePr>
            <p:nvPr/>
          </p:nvGraphicFramePr>
          <p:xfrm>
            <a:off x="4095" y="1536"/>
            <a:ext cx="15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42857" imgH="428509" progId="Equation.3">
                    <p:embed/>
                  </p:oleObj>
                </mc:Choice>
                <mc:Fallback>
                  <p:oleObj name="公式" r:id="rId14" imgW="342857" imgH="4285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" y="1536"/>
                          <a:ext cx="15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6796" name="Group 28"/>
          <p:cNvGrpSpPr>
            <a:grpSpLocks/>
          </p:cNvGrpSpPr>
          <p:nvPr/>
        </p:nvGrpSpPr>
        <p:grpSpPr bwMode="auto">
          <a:xfrm>
            <a:off x="9531522" y="4452938"/>
            <a:ext cx="246063" cy="762000"/>
            <a:chOff x="4355" y="1248"/>
            <a:chExt cx="155" cy="480"/>
          </a:xfrm>
        </p:grpSpPr>
        <p:sp>
          <p:nvSpPr>
            <p:cNvPr id="180263" name="Line 29"/>
            <p:cNvSpPr>
              <a:spLocks noChangeShapeType="1"/>
            </p:cNvSpPr>
            <p:nvPr/>
          </p:nvSpPr>
          <p:spPr bwMode="auto">
            <a:xfrm>
              <a:off x="4400" y="1248"/>
              <a:ext cx="0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64" name="Object 30"/>
            <p:cNvGraphicFramePr>
              <a:graphicFrameLocks noChangeAspect="1"/>
            </p:cNvGraphicFramePr>
            <p:nvPr/>
          </p:nvGraphicFramePr>
          <p:xfrm>
            <a:off x="4355" y="1536"/>
            <a:ext cx="15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42857" imgH="428509" progId="Equation.3">
                    <p:embed/>
                  </p:oleObj>
                </mc:Choice>
                <mc:Fallback>
                  <p:oleObj name="公式" r:id="rId16" imgW="342857" imgH="4285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" y="1536"/>
                          <a:ext cx="15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6799" name="Group 31"/>
          <p:cNvGrpSpPr>
            <a:grpSpLocks/>
          </p:cNvGrpSpPr>
          <p:nvPr/>
        </p:nvGrpSpPr>
        <p:grpSpPr bwMode="auto">
          <a:xfrm>
            <a:off x="9932260" y="3803650"/>
            <a:ext cx="261937" cy="1447800"/>
            <a:chOff x="4615" y="816"/>
            <a:chExt cx="165" cy="912"/>
          </a:xfrm>
        </p:grpSpPr>
        <p:sp>
          <p:nvSpPr>
            <p:cNvPr id="180261" name="Line 32"/>
            <p:cNvSpPr>
              <a:spLocks noChangeShapeType="1"/>
            </p:cNvSpPr>
            <p:nvPr/>
          </p:nvSpPr>
          <p:spPr bwMode="auto">
            <a:xfrm>
              <a:off x="4660" y="816"/>
              <a:ext cx="0" cy="72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62" name="Object 33"/>
            <p:cNvGraphicFramePr>
              <a:graphicFrameLocks noChangeAspect="1"/>
            </p:cNvGraphicFramePr>
            <p:nvPr/>
          </p:nvGraphicFramePr>
          <p:xfrm>
            <a:off x="4615" y="1536"/>
            <a:ext cx="16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61943" imgH="428509" progId="Equation.3">
                    <p:embed/>
                  </p:oleObj>
                </mc:Choice>
                <mc:Fallback>
                  <p:oleObj name="公式" r:id="rId18" imgW="361943" imgH="4285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5" y="1536"/>
                          <a:ext cx="16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6802" name="Group 34"/>
          <p:cNvGrpSpPr>
            <a:grpSpLocks/>
          </p:cNvGrpSpPr>
          <p:nvPr/>
        </p:nvGrpSpPr>
        <p:grpSpPr bwMode="auto">
          <a:xfrm>
            <a:off x="7978351" y="4952846"/>
            <a:ext cx="273050" cy="762000"/>
            <a:chOff x="3412" y="1536"/>
            <a:chExt cx="172" cy="480"/>
          </a:xfrm>
        </p:grpSpPr>
        <p:sp>
          <p:nvSpPr>
            <p:cNvPr id="180259" name="Line 35"/>
            <p:cNvSpPr>
              <a:spLocks noChangeShapeType="1"/>
            </p:cNvSpPr>
            <p:nvPr/>
          </p:nvSpPr>
          <p:spPr bwMode="auto">
            <a:xfrm flipV="1">
              <a:off x="3412" y="1536"/>
              <a:ext cx="0" cy="48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60" name="Object 36"/>
            <p:cNvGraphicFramePr>
              <a:graphicFrameLocks noChangeAspect="1"/>
            </p:cNvGraphicFramePr>
            <p:nvPr/>
          </p:nvGraphicFramePr>
          <p:xfrm>
            <a:off x="3435" y="1556"/>
            <a:ext cx="149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23770" imgH="390628" progId="Equation.3">
                    <p:embed/>
                  </p:oleObj>
                </mc:Choice>
                <mc:Fallback>
                  <p:oleObj name="公式" r:id="rId20" imgW="323770" imgH="3906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" y="1556"/>
                          <a:ext cx="149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6805" name="Group 37"/>
          <p:cNvGrpSpPr>
            <a:grpSpLocks/>
          </p:cNvGrpSpPr>
          <p:nvPr/>
        </p:nvGrpSpPr>
        <p:grpSpPr bwMode="auto">
          <a:xfrm>
            <a:off x="6889021" y="3273425"/>
            <a:ext cx="4286250" cy="2828925"/>
            <a:chOff x="2712" y="474"/>
            <a:chExt cx="2700" cy="1782"/>
          </a:xfrm>
        </p:grpSpPr>
        <p:grpSp>
          <p:nvGrpSpPr>
            <p:cNvPr id="180251" name="Group 38"/>
            <p:cNvGrpSpPr>
              <a:grpSpLocks/>
            </p:cNvGrpSpPr>
            <p:nvPr/>
          </p:nvGrpSpPr>
          <p:grpSpPr bwMode="auto">
            <a:xfrm>
              <a:off x="2712" y="474"/>
              <a:ext cx="2700" cy="1782"/>
              <a:chOff x="2712" y="474"/>
              <a:chExt cx="2700" cy="1782"/>
            </a:xfrm>
          </p:grpSpPr>
          <p:sp>
            <p:nvSpPr>
              <p:cNvPr id="180253" name="Line 39"/>
              <p:cNvSpPr>
                <a:spLocks noChangeShapeType="1"/>
              </p:cNvSpPr>
              <p:nvPr/>
            </p:nvSpPr>
            <p:spPr bwMode="auto">
              <a:xfrm flipV="1">
                <a:off x="2712" y="1536"/>
                <a:ext cx="265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254" name="Line 40"/>
              <p:cNvSpPr>
                <a:spLocks noChangeShapeType="1"/>
              </p:cNvSpPr>
              <p:nvPr/>
            </p:nvSpPr>
            <p:spPr bwMode="auto">
              <a:xfrm flipV="1">
                <a:off x="3048" y="480"/>
                <a:ext cx="0" cy="17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255" name="Freeform 41"/>
              <p:cNvSpPr>
                <a:spLocks/>
              </p:cNvSpPr>
              <p:nvPr/>
            </p:nvSpPr>
            <p:spPr bwMode="auto">
              <a:xfrm>
                <a:off x="3152" y="808"/>
                <a:ext cx="1768" cy="1208"/>
              </a:xfrm>
              <a:custGeom>
                <a:avLst/>
                <a:gdLst>
                  <a:gd name="T0" fmla="*/ 0 w 1632"/>
                  <a:gd name="T1" fmla="*/ 920 h 1208"/>
                  <a:gd name="T2" fmla="*/ 122 w 1632"/>
                  <a:gd name="T3" fmla="*/ 1112 h 1208"/>
                  <a:gd name="T4" fmla="*/ 306 w 1632"/>
                  <a:gd name="T5" fmla="*/ 1208 h 1208"/>
                  <a:gd name="T6" fmla="*/ 489 w 1632"/>
                  <a:gd name="T7" fmla="*/ 1112 h 1208"/>
                  <a:gd name="T8" fmla="*/ 610 w 1632"/>
                  <a:gd name="T9" fmla="*/ 872 h 1208"/>
                  <a:gd name="T10" fmla="*/ 672 w 1632"/>
                  <a:gd name="T11" fmla="*/ 680 h 1208"/>
                  <a:gd name="T12" fmla="*/ 793 w 1632"/>
                  <a:gd name="T13" fmla="*/ 392 h 1208"/>
                  <a:gd name="T14" fmla="*/ 915 w 1632"/>
                  <a:gd name="T15" fmla="*/ 296 h 1208"/>
                  <a:gd name="T16" fmla="*/ 1038 w 1632"/>
                  <a:gd name="T17" fmla="*/ 296 h 1208"/>
                  <a:gd name="T18" fmla="*/ 1159 w 1632"/>
                  <a:gd name="T19" fmla="*/ 392 h 1208"/>
                  <a:gd name="T20" fmla="*/ 1221 w 1632"/>
                  <a:gd name="T21" fmla="*/ 488 h 1208"/>
                  <a:gd name="T22" fmla="*/ 1342 w 1632"/>
                  <a:gd name="T23" fmla="*/ 584 h 1208"/>
                  <a:gd name="T24" fmla="*/ 1465 w 1632"/>
                  <a:gd name="T25" fmla="*/ 488 h 1208"/>
                  <a:gd name="T26" fmla="*/ 1525 w 1632"/>
                  <a:gd name="T27" fmla="*/ 296 h 1208"/>
                  <a:gd name="T28" fmla="*/ 1648 w 1632"/>
                  <a:gd name="T29" fmla="*/ 104 h 1208"/>
                  <a:gd name="T30" fmla="*/ 1770 w 1632"/>
                  <a:gd name="T31" fmla="*/ 8 h 1208"/>
                  <a:gd name="T32" fmla="*/ 1953 w 1632"/>
                  <a:gd name="T33" fmla="*/ 56 h 1208"/>
                  <a:gd name="T34" fmla="*/ 2075 w 1632"/>
                  <a:gd name="T35" fmla="*/ 200 h 120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632" h="1208">
                    <a:moveTo>
                      <a:pt x="0" y="920"/>
                    </a:moveTo>
                    <a:cubicBezTo>
                      <a:pt x="28" y="992"/>
                      <a:pt x="56" y="1064"/>
                      <a:pt x="96" y="1112"/>
                    </a:cubicBezTo>
                    <a:cubicBezTo>
                      <a:pt x="136" y="1160"/>
                      <a:pt x="192" y="1208"/>
                      <a:pt x="240" y="1208"/>
                    </a:cubicBezTo>
                    <a:cubicBezTo>
                      <a:pt x="288" y="1208"/>
                      <a:pt x="344" y="1168"/>
                      <a:pt x="384" y="1112"/>
                    </a:cubicBezTo>
                    <a:cubicBezTo>
                      <a:pt x="424" y="1056"/>
                      <a:pt x="456" y="944"/>
                      <a:pt x="480" y="872"/>
                    </a:cubicBezTo>
                    <a:cubicBezTo>
                      <a:pt x="504" y="800"/>
                      <a:pt x="504" y="760"/>
                      <a:pt x="528" y="680"/>
                    </a:cubicBezTo>
                    <a:cubicBezTo>
                      <a:pt x="552" y="600"/>
                      <a:pt x="592" y="456"/>
                      <a:pt x="624" y="392"/>
                    </a:cubicBezTo>
                    <a:cubicBezTo>
                      <a:pt x="656" y="328"/>
                      <a:pt x="688" y="312"/>
                      <a:pt x="720" y="296"/>
                    </a:cubicBezTo>
                    <a:cubicBezTo>
                      <a:pt x="752" y="280"/>
                      <a:pt x="784" y="280"/>
                      <a:pt x="816" y="296"/>
                    </a:cubicBezTo>
                    <a:cubicBezTo>
                      <a:pt x="848" y="312"/>
                      <a:pt x="888" y="360"/>
                      <a:pt x="912" y="392"/>
                    </a:cubicBezTo>
                    <a:cubicBezTo>
                      <a:pt x="936" y="424"/>
                      <a:pt x="936" y="456"/>
                      <a:pt x="960" y="488"/>
                    </a:cubicBezTo>
                    <a:cubicBezTo>
                      <a:pt x="984" y="520"/>
                      <a:pt x="1024" y="584"/>
                      <a:pt x="1056" y="584"/>
                    </a:cubicBezTo>
                    <a:cubicBezTo>
                      <a:pt x="1088" y="584"/>
                      <a:pt x="1128" y="536"/>
                      <a:pt x="1152" y="488"/>
                    </a:cubicBezTo>
                    <a:cubicBezTo>
                      <a:pt x="1176" y="440"/>
                      <a:pt x="1176" y="360"/>
                      <a:pt x="1200" y="296"/>
                    </a:cubicBezTo>
                    <a:cubicBezTo>
                      <a:pt x="1224" y="232"/>
                      <a:pt x="1264" y="152"/>
                      <a:pt x="1296" y="104"/>
                    </a:cubicBezTo>
                    <a:cubicBezTo>
                      <a:pt x="1328" y="56"/>
                      <a:pt x="1352" y="16"/>
                      <a:pt x="1392" y="8"/>
                    </a:cubicBezTo>
                    <a:cubicBezTo>
                      <a:pt x="1432" y="0"/>
                      <a:pt x="1496" y="24"/>
                      <a:pt x="1536" y="56"/>
                    </a:cubicBezTo>
                    <a:cubicBezTo>
                      <a:pt x="1576" y="88"/>
                      <a:pt x="1616" y="176"/>
                      <a:pt x="1632" y="200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0256" name="Object 42"/>
              <p:cNvGraphicFramePr>
                <a:graphicFrameLocks noChangeAspect="1"/>
              </p:cNvGraphicFramePr>
              <p:nvPr/>
            </p:nvGraphicFramePr>
            <p:xfrm>
              <a:off x="5268" y="1598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53890" imgH="241195" progId="Equation.3">
                      <p:embed/>
                    </p:oleObj>
                  </mc:Choice>
                  <mc:Fallback>
                    <p:oleObj name="公式" r:id="rId22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68" y="1598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0257" name="Object 43"/>
              <p:cNvGraphicFramePr>
                <a:graphicFrameLocks noChangeAspect="1"/>
              </p:cNvGraphicFramePr>
              <p:nvPr/>
            </p:nvGraphicFramePr>
            <p:xfrm>
              <a:off x="2880" y="474"/>
              <a:ext cx="145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253780" imgH="317225" progId="Equation.3">
                      <p:embed/>
                    </p:oleObj>
                  </mc:Choice>
                  <mc:Fallback>
                    <p:oleObj name="公式" r:id="rId24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474"/>
                            <a:ext cx="145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0258" name="Object 44"/>
              <p:cNvGraphicFramePr>
                <a:graphicFrameLocks noChangeAspect="1"/>
              </p:cNvGraphicFramePr>
              <p:nvPr/>
            </p:nvGraphicFramePr>
            <p:xfrm>
              <a:off x="2928" y="1560"/>
              <a:ext cx="122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215713" imgH="241091" progId="Equation.3">
                      <p:embed/>
                    </p:oleObj>
                  </mc:Choice>
                  <mc:Fallback>
                    <p:oleObj name="公式" r:id="rId26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1560"/>
                            <a:ext cx="122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80252" name="Object 45"/>
            <p:cNvGraphicFramePr>
              <a:graphicFrameLocks noChangeAspect="1"/>
            </p:cNvGraphicFramePr>
            <p:nvPr/>
          </p:nvGraphicFramePr>
          <p:xfrm>
            <a:off x="3120" y="1041"/>
            <a:ext cx="716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333601" imgH="361783" progId="Equation.3">
                    <p:embed/>
                  </p:oleObj>
                </mc:Choice>
                <mc:Fallback>
                  <p:oleObj name="公式" r:id="rId28" imgW="1333601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041"/>
                          <a:ext cx="716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6814" name="Group 46"/>
          <p:cNvGrpSpPr>
            <a:grpSpLocks/>
          </p:cNvGrpSpPr>
          <p:nvPr/>
        </p:nvGrpSpPr>
        <p:grpSpPr bwMode="auto">
          <a:xfrm>
            <a:off x="6955951" y="4257470"/>
            <a:ext cx="2774950" cy="415925"/>
            <a:chOff x="598" y="2614"/>
            <a:chExt cx="1634" cy="262"/>
          </a:xfrm>
        </p:grpSpPr>
        <p:sp>
          <p:nvSpPr>
            <p:cNvPr id="180249" name="Line 47"/>
            <p:cNvSpPr>
              <a:spLocks noChangeShapeType="1"/>
            </p:cNvSpPr>
            <p:nvPr/>
          </p:nvSpPr>
          <p:spPr bwMode="auto">
            <a:xfrm flipH="1">
              <a:off x="880" y="2708"/>
              <a:ext cx="13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50" name="Object 48"/>
            <p:cNvGraphicFramePr>
              <a:graphicFrameLocks noChangeAspect="1"/>
            </p:cNvGraphicFramePr>
            <p:nvPr/>
          </p:nvGraphicFramePr>
          <p:xfrm>
            <a:off x="598" y="2614"/>
            <a:ext cx="332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71428" imgH="133453" progId="Equation.3">
                    <p:embed/>
                  </p:oleObj>
                </mc:Choice>
                <mc:Fallback>
                  <p:oleObj name="公式" r:id="rId30" imgW="171428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" y="2614"/>
                          <a:ext cx="332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0248" name="Text Box 51"/>
          <p:cNvSpPr txBox="1">
            <a:spLocks noChangeArrowheads="1"/>
          </p:cNvSpPr>
          <p:nvPr/>
        </p:nvSpPr>
        <p:spPr bwMode="auto">
          <a:xfrm>
            <a:off x="2478007" y="3392884"/>
            <a:ext cx="1984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几何解释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grpSp>
        <p:nvGrpSpPr>
          <p:cNvPr id="416820" name="Group 52"/>
          <p:cNvGrpSpPr>
            <a:grpSpLocks/>
          </p:cNvGrpSpPr>
          <p:nvPr/>
        </p:nvGrpSpPr>
        <p:grpSpPr bwMode="auto">
          <a:xfrm>
            <a:off x="2455987" y="3417094"/>
            <a:ext cx="3844925" cy="2162175"/>
            <a:chOff x="695" y="2161"/>
            <a:chExt cx="2422" cy="1362"/>
          </a:xfrm>
        </p:grpSpPr>
        <p:graphicFrame>
          <p:nvGraphicFramePr>
            <p:cNvPr id="180245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3784338"/>
                </p:ext>
              </p:extLst>
            </p:nvPr>
          </p:nvGraphicFramePr>
          <p:xfrm>
            <a:off x="695" y="2161"/>
            <a:ext cx="2422" cy="1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650960" imgH="927000" progId="Equation.DSMT4">
                    <p:embed/>
                  </p:oleObj>
                </mc:Choice>
                <mc:Fallback>
                  <p:oleObj name="Equation" r:id="rId32" imgW="1650960" imgH="927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" y="2161"/>
                          <a:ext cx="2422" cy="1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4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010469"/>
                </p:ext>
              </p:extLst>
            </p:nvPr>
          </p:nvGraphicFramePr>
          <p:xfrm>
            <a:off x="1313" y="2882"/>
            <a:ext cx="1430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876228" imgH="190449" progId="Equation.DSMT4">
                    <p:embed/>
                  </p:oleObj>
                </mc:Choice>
                <mc:Fallback>
                  <p:oleObj name="Equation" r:id="rId34" imgW="876228" imgH="19044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3" y="2882"/>
                          <a:ext cx="1430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1006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1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1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1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1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1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16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1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1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4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Text Box 2"/>
          <p:cNvSpPr txBox="1">
            <a:spLocks noChangeArrowheads="1"/>
          </p:cNvSpPr>
          <p:nvPr/>
        </p:nvSpPr>
        <p:spPr bwMode="auto">
          <a:xfrm>
            <a:off x="1673339" y="734092"/>
            <a:ext cx="129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证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417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178226"/>
              </p:ext>
            </p:extLst>
          </p:nvPr>
        </p:nvGraphicFramePr>
        <p:xfrm>
          <a:off x="1619432" y="2381409"/>
          <a:ext cx="3572745" cy="513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66857" imgH="190449" progId="Equation.3">
                  <p:embed/>
                </p:oleObj>
              </mc:Choice>
              <mc:Fallback>
                <p:oleObj name="公式" r:id="rId2" imgW="146685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432" y="2381409"/>
                        <a:ext cx="3572745" cy="513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669760"/>
              </p:ext>
            </p:extLst>
          </p:nvPr>
        </p:nvGraphicFramePr>
        <p:xfrm>
          <a:off x="1698305" y="2994974"/>
          <a:ext cx="4589461" cy="520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64534" imgH="215806" progId="Equation.3">
                  <p:embed/>
                </p:oleObj>
              </mc:Choice>
              <mc:Fallback>
                <p:oleObj name="公式" r:id="rId4" imgW="1764534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305" y="2994974"/>
                        <a:ext cx="4589461" cy="520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564057"/>
              </p:ext>
            </p:extLst>
          </p:nvPr>
        </p:nvGraphicFramePr>
        <p:xfrm>
          <a:off x="1649137" y="3568643"/>
          <a:ext cx="5194299" cy="518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59000" imgH="215900" progId="Equation.3">
                  <p:embed/>
                </p:oleObj>
              </mc:Choice>
              <mc:Fallback>
                <p:oleObj name="公式" r:id="rId6" imgW="2159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137" y="3568643"/>
                        <a:ext cx="5194299" cy="518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325035"/>
              </p:ext>
            </p:extLst>
          </p:nvPr>
        </p:nvGraphicFramePr>
        <p:xfrm>
          <a:off x="2404995" y="4166485"/>
          <a:ext cx="5264218" cy="542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70100" imgH="215900" progId="Equation.3">
                  <p:embed/>
                </p:oleObj>
              </mc:Choice>
              <mc:Fallback>
                <p:oleObj name="公式" r:id="rId8" imgW="20701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995" y="4166485"/>
                        <a:ext cx="5264218" cy="542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814748"/>
              </p:ext>
            </p:extLst>
          </p:nvPr>
        </p:nvGraphicFramePr>
        <p:xfrm>
          <a:off x="7712640" y="3489084"/>
          <a:ext cx="2369573" cy="50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15559" imgH="215806" progId="Equation.3">
                  <p:embed/>
                </p:oleObj>
              </mc:Choice>
              <mc:Fallback>
                <p:oleObj name="公式" r:id="rId10" imgW="101555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2640" y="3489084"/>
                        <a:ext cx="2369573" cy="505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0" name="Text Box 8"/>
          <p:cNvSpPr txBox="1">
            <a:spLocks noChangeArrowheads="1"/>
          </p:cNvSpPr>
          <p:nvPr/>
        </p:nvSpPr>
        <p:spPr bwMode="auto">
          <a:xfrm>
            <a:off x="1678185" y="4856352"/>
            <a:ext cx="37649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若都不取等号由性质 </a:t>
            </a:r>
            <a:r>
              <a:rPr lang="en-US" altLang="zh-CN" sz="2800" b="1" dirty="0"/>
              <a:t>3 ,</a:t>
            </a:r>
          </a:p>
        </p:txBody>
      </p:sp>
      <p:graphicFrame>
        <p:nvGraphicFramePr>
          <p:cNvPr id="417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949193"/>
              </p:ext>
            </p:extLst>
          </p:nvPr>
        </p:nvGraphicFramePr>
        <p:xfrm>
          <a:off x="5646305" y="4865342"/>
          <a:ext cx="1931268" cy="494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600" imgH="215640" progId="Equation.DSMT4">
                  <p:embed/>
                </p:oleObj>
              </mc:Choice>
              <mc:Fallback>
                <p:oleObj name="Equation" r:id="rId12" imgW="939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6305" y="4865342"/>
                        <a:ext cx="1931268" cy="494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674658"/>
              </p:ext>
            </p:extLst>
          </p:nvPr>
        </p:nvGraphicFramePr>
        <p:xfrm>
          <a:off x="2863144" y="5504143"/>
          <a:ext cx="3160712" cy="478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04798" imgH="171334" progId="Equation.3">
                  <p:embed/>
                </p:oleObj>
              </mc:Choice>
              <mc:Fallback>
                <p:oleObj name="公式" r:id="rId14" imgW="1304798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144" y="5504143"/>
                        <a:ext cx="3160712" cy="478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950846"/>
              </p:ext>
            </p:extLst>
          </p:nvPr>
        </p:nvGraphicFramePr>
        <p:xfrm>
          <a:off x="6245226" y="5516145"/>
          <a:ext cx="1881187" cy="470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81144" imgH="171334" progId="Equation.3">
                  <p:embed/>
                </p:oleObj>
              </mc:Choice>
              <mc:Fallback>
                <p:oleObj name="公式" r:id="rId16" imgW="781144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5226" y="5516145"/>
                        <a:ext cx="1881187" cy="470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473062"/>
              </p:ext>
            </p:extLst>
          </p:nvPr>
        </p:nvGraphicFramePr>
        <p:xfrm>
          <a:off x="1809486" y="712219"/>
          <a:ext cx="2768921" cy="1086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55700" imgH="457200" progId="Equation.3">
                  <p:embed/>
                </p:oleObj>
              </mc:Choice>
              <mc:Fallback>
                <p:oleObj name="公式" r:id="rId18" imgW="1155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486" y="712219"/>
                        <a:ext cx="2768921" cy="1086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443417"/>
              </p:ext>
            </p:extLst>
          </p:nvPr>
        </p:nvGraphicFramePr>
        <p:xfrm>
          <a:off x="1864767" y="1818566"/>
          <a:ext cx="3686176" cy="526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497950" imgH="215806" progId="Equation.3">
                  <p:embed/>
                </p:oleObj>
              </mc:Choice>
              <mc:Fallback>
                <p:oleObj name="公式" r:id="rId20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767" y="1818566"/>
                        <a:ext cx="3686176" cy="526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581502"/>
              </p:ext>
            </p:extLst>
          </p:nvPr>
        </p:nvGraphicFramePr>
        <p:xfrm>
          <a:off x="8137022" y="4087014"/>
          <a:ext cx="1583241" cy="558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11000" imgH="228600" progId="Equation.DSMT4">
                  <p:embed/>
                </p:oleObj>
              </mc:Choice>
              <mc:Fallback>
                <p:oleObj name="Equation" r:id="rId22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7022" y="4087014"/>
                        <a:ext cx="1583241" cy="558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7" name="Text Box 15"/>
          <p:cNvSpPr txBox="1">
            <a:spLocks noChangeArrowheads="1"/>
          </p:cNvSpPr>
          <p:nvPr/>
        </p:nvSpPr>
        <p:spPr bwMode="auto">
          <a:xfrm>
            <a:off x="8689976" y="5504143"/>
            <a:ext cx="129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6600"/>
                </a:solidFill>
                <a:ea typeface="黑体" pitchFamily="2" charset="-122"/>
              </a:rPr>
              <a:t>证毕</a:t>
            </a:r>
            <a:endParaRPr lang="zh-CN" altLang="en-US" sz="2800" b="1" dirty="0">
              <a:solidFill>
                <a:srgbClr val="006600"/>
              </a:solidFill>
            </a:endParaRPr>
          </a:p>
        </p:txBody>
      </p:sp>
      <p:grpSp>
        <p:nvGrpSpPr>
          <p:cNvPr id="417808" name="Group 16"/>
          <p:cNvGrpSpPr>
            <a:grpSpLocks/>
          </p:cNvGrpSpPr>
          <p:nvPr/>
        </p:nvGrpSpPr>
        <p:grpSpPr bwMode="auto">
          <a:xfrm>
            <a:off x="6024563" y="312739"/>
            <a:ext cx="4286250" cy="2828925"/>
            <a:chOff x="2835" y="197"/>
            <a:chExt cx="2700" cy="1782"/>
          </a:xfrm>
        </p:grpSpPr>
        <p:grpSp>
          <p:nvGrpSpPr>
            <p:cNvPr id="181265" name="Group 17"/>
            <p:cNvGrpSpPr>
              <a:grpSpLocks/>
            </p:cNvGrpSpPr>
            <p:nvPr/>
          </p:nvGrpSpPr>
          <p:grpSpPr bwMode="auto">
            <a:xfrm>
              <a:off x="2938" y="424"/>
              <a:ext cx="1848" cy="250"/>
              <a:chOff x="2884" y="686"/>
              <a:chExt cx="1848" cy="250"/>
            </a:xfrm>
          </p:grpSpPr>
          <p:sp>
            <p:nvSpPr>
              <p:cNvPr id="181302" name="Line 18"/>
              <p:cNvSpPr>
                <a:spLocks noChangeShapeType="1"/>
              </p:cNvSpPr>
              <p:nvPr/>
            </p:nvSpPr>
            <p:spPr bwMode="auto">
              <a:xfrm flipH="1">
                <a:off x="3120" y="816"/>
                <a:ext cx="1612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303" name="Text Box 19"/>
              <p:cNvSpPr txBox="1">
                <a:spLocks noChangeArrowheads="1"/>
              </p:cNvSpPr>
              <p:nvPr/>
            </p:nvSpPr>
            <p:spPr bwMode="auto">
              <a:xfrm>
                <a:off x="2884" y="686"/>
                <a:ext cx="26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6" tIns="45719" rIns="91436" bIns="45719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rgbClr val="FF33CC"/>
                    </a:solidFill>
                  </a:rPr>
                  <a:t>M</a:t>
                </a:r>
                <a:endParaRPr lang="en-US" altLang="zh-CN" sz="2400"/>
              </a:p>
            </p:txBody>
          </p:sp>
        </p:grpSp>
        <p:grpSp>
          <p:nvGrpSpPr>
            <p:cNvPr id="181266" name="Group 20"/>
            <p:cNvGrpSpPr>
              <a:grpSpLocks/>
            </p:cNvGrpSpPr>
            <p:nvPr/>
          </p:nvGrpSpPr>
          <p:grpSpPr bwMode="auto">
            <a:xfrm>
              <a:off x="2927" y="1604"/>
              <a:ext cx="588" cy="250"/>
              <a:chOff x="2824" y="1874"/>
              <a:chExt cx="588" cy="250"/>
            </a:xfrm>
          </p:grpSpPr>
          <p:sp>
            <p:nvSpPr>
              <p:cNvPr id="181300" name="Line 21"/>
              <p:cNvSpPr>
                <a:spLocks noChangeShapeType="1"/>
              </p:cNvSpPr>
              <p:nvPr/>
            </p:nvSpPr>
            <p:spPr bwMode="auto">
              <a:xfrm flipH="1">
                <a:off x="3048" y="2016"/>
                <a:ext cx="364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301" name="Text Box 22"/>
              <p:cNvSpPr txBox="1">
                <a:spLocks noChangeArrowheads="1"/>
              </p:cNvSpPr>
              <p:nvPr/>
            </p:nvSpPr>
            <p:spPr bwMode="auto">
              <a:xfrm>
                <a:off x="2824" y="187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6" tIns="45719" rIns="91436" bIns="45719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FF33CC"/>
                    </a:solidFill>
                  </a:rPr>
                  <a:t>m</a:t>
                </a:r>
                <a:endParaRPr lang="en-US" altLang="zh-CN" sz="2400"/>
              </a:p>
            </p:txBody>
          </p:sp>
        </p:grpSp>
        <p:grpSp>
          <p:nvGrpSpPr>
            <p:cNvPr id="181267" name="Group 23"/>
            <p:cNvGrpSpPr>
              <a:grpSpLocks/>
            </p:cNvGrpSpPr>
            <p:nvPr/>
          </p:nvGrpSpPr>
          <p:grpSpPr bwMode="auto">
            <a:xfrm>
              <a:off x="3198" y="1050"/>
              <a:ext cx="196" cy="418"/>
              <a:chOff x="3073" y="1310"/>
              <a:chExt cx="196" cy="418"/>
            </a:xfrm>
          </p:grpSpPr>
          <p:sp>
            <p:nvSpPr>
              <p:cNvPr id="181298" name="Line 24"/>
              <p:cNvSpPr>
                <a:spLocks noChangeShapeType="1"/>
              </p:cNvSpPr>
              <p:nvPr/>
            </p:nvSpPr>
            <p:spPr bwMode="auto">
              <a:xfrm flipV="1">
                <a:off x="3152" y="1536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299" name="Text Box 25"/>
              <p:cNvSpPr txBox="1">
                <a:spLocks noChangeArrowheads="1"/>
              </p:cNvSpPr>
              <p:nvPr/>
            </p:nvSpPr>
            <p:spPr bwMode="auto">
              <a:xfrm>
                <a:off x="3073" y="131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6" tIns="45719" rIns="91436" bIns="45719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/>
                  <a:t>a</a:t>
                </a:r>
                <a:endParaRPr lang="en-US" altLang="zh-CN" sz="2400"/>
              </a:p>
            </p:txBody>
          </p:sp>
        </p:grpSp>
        <p:grpSp>
          <p:nvGrpSpPr>
            <p:cNvPr id="181268" name="Group 26"/>
            <p:cNvGrpSpPr>
              <a:grpSpLocks/>
            </p:cNvGrpSpPr>
            <p:nvPr/>
          </p:nvGrpSpPr>
          <p:grpSpPr bwMode="auto">
            <a:xfrm>
              <a:off x="4967" y="719"/>
              <a:ext cx="196" cy="761"/>
              <a:chOff x="4852" y="1008"/>
              <a:chExt cx="196" cy="761"/>
            </a:xfrm>
          </p:grpSpPr>
          <p:sp>
            <p:nvSpPr>
              <p:cNvPr id="181296" name="Line 27"/>
              <p:cNvSpPr>
                <a:spLocks noChangeShapeType="1"/>
              </p:cNvSpPr>
              <p:nvPr/>
            </p:nvSpPr>
            <p:spPr bwMode="auto">
              <a:xfrm>
                <a:off x="4920" y="1008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297" name="Text Box 28"/>
              <p:cNvSpPr txBox="1">
                <a:spLocks noChangeArrowheads="1"/>
              </p:cNvSpPr>
              <p:nvPr/>
            </p:nvSpPr>
            <p:spPr bwMode="auto">
              <a:xfrm>
                <a:off x="4852" y="151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6" tIns="45719" rIns="91436" bIns="45719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/>
                  <a:t>b</a:t>
                </a:r>
                <a:endParaRPr lang="en-US" altLang="zh-CN" sz="2400"/>
              </a:p>
            </p:txBody>
          </p:sp>
        </p:grpSp>
        <p:grpSp>
          <p:nvGrpSpPr>
            <p:cNvPr id="181269" name="Group 29"/>
            <p:cNvGrpSpPr>
              <a:grpSpLocks/>
            </p:cNvGrpSpPr>
            <p:nvPr/>
          </p:nvGrpSpPr>
          <p:grpSpPr bwMode="auto">
            <a:xfrm>
              <a:off x="3871" y="969"/>
              <a:ext cx="143" cy="480"/>
              <a:chOff x="3757" y="2832"/>
              <a:chExt cx="143" cy="480"/>
            </a:xfrm>
          </p:grpSpPr>
          <p:sp>
            <p:nvSpPr>
              <p:cNvPr id="181294" name="Line 30"/>
              <p:cNvSpPr>
                <a:spLocks noChangeShapeType="1"/>
              </p:cNvSpPr>
              <p:nvPr/>
            </p:nvSpPr>
            <p:spPr bwMode="auto">
              <a:xfrm>
                <a:off x="3816" y="2832"/>
                <a:ext cx="0" cy="28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1295" name="Object 31"/>
              <p:cNvGraphicFramePr>
                <a:graphicFrameLocks noChangeAspect="1"/>
              </p:cNvGraphicFramePr>
              <p:nvPr/>
            </p:nvGraphicFramePr>
            <p:xfrm>
              <a:off x="3757" y="3120"/>
              <a:ext cx="143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314401" imgH="428509" progId="Equation.3">
                      <p:embed/>
                    </p:oleObj>
                  </mc:Choice>
                  <mc:Fallback>
                    <p:oleObj name="公式" r:id="rId24" imgW="314401" imgH="42850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7" y="3120"/>
                            <a:ext cx="143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1270" name="Group 32"/>
            <p:cNvGrpSpPr>
              <a:grpSpLocks/>
            </p:cNvGrpSpPr>
            <p:nvPr/>
          </p:nvGrpSpPr>
          <p:grpSpPr bwMode="auto">
            <a:xfrm>
              <a:off x="4265" y="969"/>
              <a:ext cx="155" cy="480"/>
              <a:chOff x="4095" y="1248"/>
              <a:chExt cx="155" cy="480"/>
            </a:xfrm>
          </p:grpSpPr>
          <p:sp>
            <p:nvSpPr>
              <p:cNvPr id="181292" name="Line 33"/>
              <p:cNvSpPr>
                <a:spLocks noChangeShapeType="1"/>
              </p:cNvSpPr>
              <p:nvPr/>
            </p:nvSpPr>
            <p:spPr bwMode="auto">
              <a:xfrm>
                <a:off x="4140" y="1248"/>
                <a:ext cx="0" cy="28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1293" name="Object 34"/>
              <p:cNvGraphicFramePr>
                <a:graphicFrameLocks noChangeAspect="1"/>
              </p:cNvGraphicFramePr>
              <p:nvPr/>
            </p:nvGraphicFramePr>
            <p:xfrm>
              <a:off x="4095" y="1536"/>
              <a:ext cx="155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342857" imgH="428509" progId="Equation.3">
                      <p:embed/>
                    </p:oleObj>
                  </mc:Choice>
                  <mc:Fallback>
                    <p:oleObj name="公式" r:id="rId26" imgW="342857" imgH="42850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5" y="1536"/>
                            <a:ext cx="155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1271" name="Group 35"/>
            <p:cNvGrpSpPr>
              <a:grpSpLocks/>
            </p:cNvGrpSpPr>
            <p:nvPr/>
          </p:nvGrpSpPr>
          <p:grpSpPr bwMode="auto">
            <a:xfrm>
              <a:off x="4494" y="969"/>
              <a:ext cx="155" cy="480"/>
              <a:chOff x="4355" y="1248"/>
              <a:chExt cx="155" cy="480"/>
            </a:xfrm>
          </p:grpSpPr>
          <p:sp>
            <p:nvSpPr>
              <p:cNvPr id="181290" name="Line 36"/>
              <p:cNvSpPr>
                <a:spLocks noChangeShapeType="1"/>
              </p:cNvSpPr>
              <p:nvPr/>
            </p:nvSpPr>
            <p:spPr bwMode="auto">
              <a:xfrm>
                <a:off x="4400" y="1248"/>
                <a:ext cx="0" cy="28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1291" name="Object 37"/>
              <p:cNvGraphicFramePr>
                <a:graphicFrameLocks noChangeAspect="1"/>
              </p:cNvGraphicFramePr>
              <p:nvPr/>
            </p:nvGraphicFramePr>
            <p:xfrm>
              <a:off x="4355" y="1536"/>
              <a:ext cx="155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342857" imgH="428509" progId="Equation.3">
                      <p:embed/>
                    </p:oleObj>
                  </mc:Choice>
                  <mc:Fallback>
                    <p:oleObj name="公式" r:id="rId28" imgW="342857" imgH="42850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5" y="1536"/>
                            <a:ext cx="155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1272" name="Group 38"/>
            <p:cNvGrpSpPr>
              <a:grpSpLocks/>
            </p:cNvGrpSpPr>
            <p:nvPr/>
          </p:nvGrpSpPr>
          <p:grpSpPr bwMode="auto">
            <a:xfrm>
              <a:off x="4757" y="556"/>
              <a:ext cx="165" cy="912"/>
              <a:chOff x="4615" y="816"/>
              <a:chExt cx="165" cy="912"/>
            </a:xfrm>
          </p:grpSpPr>
          <p:sp>
            <p:nvSpPr>
              <p:cNvPr id="181288" name="Line 39"/>
              <p:cNvSpPr>
                <a:spLocks noChangeShapeType="1"/>
              </p:cNvSpPr>
              <p:nvPr/>
            </p:nvSpPr>
            <p:spPr bwMode="auto">
              <a:xfrm>
                <a:off x="4660" y="816"/>
                <a:ext cx="0" cy="72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1289" name="Object 40"/>
              <p:cNvGraphicFramePr>
                <a:graphicFrameLocks noChangeAspect="1"/>
              </p:cNvGraphicFramePr>
              <p:nvPr/>
            </p:nvGraphicFramePr>
            <p:xfrm>
              <a:off x="4615" y="1536"/>
              <a:ext cx="165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0" imgW="361943" imgH="428509" progId="Equation.3">
                      <p:embed/>
                    </p:oleObj>
                  </mc:Choice>
                  <mc:Fallback>
                    <p:oleObj name="公式" r:id="rId30" imgW="361943" imgH="42850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5" y="1536"/>
                            <a:ext cx="165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1273" name="Group 41"/>
            <p:cNvGrpSpPr>
              <a:grpSpLocks/>
            </p:cNvGrpSpPr>
            <p:nvPr/>
          </p:nvGrpSpPr>
          <p:grpSpPr bwMode="auto">
            <a:xfrm>
              <a:off x="3525" y="1272"/>
              <a:ext cx="172" cy="480"/>
              <a:chOff x="3412" y="1536"/>
              <a:chExt cx="172" cy="480"/>
            </a:xfrm>
          </p:grpSpPr>
          <p:sp>
            <p:nvSpPr>
              <p:cNvPr id="181286" name="Line 42"/>
              <p:cNvSpPr>
                <a:spLocks noChangeShapeType="1"/>
              </p:cNvSpPr>
              <p:nvPr/>
            </p:nvSpPr>
            <p:spPr bwMode="auto">
              <a:xfrm flipV="1">
                <a:off x="3412" y="1536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1287" name="Object 43"/>
              <p:cNvGraphicFramePr>
                <a:graphicFrameLocks noChangeAspect="1"/>
              </p:cNvGraphicFramePr>
              <p:nvPr/>
            </p:nvGraphicFramePr>
            <p:xfrm>
              <a:off x="3435" y="1556"/>
              <a:ext cx="149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323770" imgH="390628" progId="Equation.3">
                      <p:embed/>
                    </p:oleObj>
                  </mc:Choice>
                  <mc:Fallback>
                    <p:oleObj name="公式" r:id="rId32" imgW="323770" imgH="39062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5" y="1556"/>
                            <a:ext cx="149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1274" name="Group 44"/>
            <p:cNvGrpSpPr>
              <a:grpSpLocks/>
            </p:cNvGrpSpPr>
            <p:nvPr/>
          </p:nvGrpSpPr>
          <p:grpSpPr bwMode="auto">
            <a:xfrm>
              <a:off x="2835" y="197"/>
              <a:ext cx="2700" cy="1782"/>
              <a:chOff x="2712" y="474"/>
              <a:chExt cx="2700" cy="1782"/>
            </a:xfrm>
          </p:grpSpPr>
          <p:grpSp>
            <p:nvGrpSpPr>
              <p:cNvPr id="181278" name="Group 45"/>
              <p:cNvGrpSpPr>
                <a:grpSpLocks/>
              </p:cNvGrpSpPr>
              <p:nvPr/>
            </p:nvGrpSpPr>
            <p:grpSpPr bwMode="auto">
              <a:xfrm>
                <a:off x="2712" y="474"/>
                <a:ext cx="2700" cy="1782"/>
                <a:chOff x="2712" y="474"/>
                <a:chExt cx="2700" cy="1782"/>
              </a:xfrm>
            </p:grpSpPr>
            <p:sp>
              <p:nvSpPr>
                <p:cNvPr id="181280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712" y="1536"/>
                  <a:ext cx="265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1281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3048" y="480"/>
                  <a:ext cx="0" cy="17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1282" name="Freeform 48"/>
                <p:cNvSpPr>
                  <a:spLocks/>
                </p:cNvSpPr>
                <p:nvPr/>
              </p:nvSpPr>
              <p:spPr bwMode="auto">
                <a:xfrm>
                  <a:off x="3152" y="808"/>
                  <a:ext cx="1768" cy="1208"/>
                </a:xfrm>
                <a:custGeom>
                  <a:avLst/>
                  <a:gdLst>
                    <a:gd name="T0" fmla="*/ 0 w 1632"/>
                    <a:gd name="T1" fmla="*/ 920 h 1208"/>
                    <a:gd name="T2" fmla="*/ 122 w 1632"/>
                    <a:gd name="T3" fmla="*/ 1112 h 1208"/>
                    <a:gd name="T4" fmla="*/ 306 w 1632"/>
                    <a:gd name="T5" fmla="*/ 1208 h 1208"/>
                    <a:gd name="T6" fmla="*/ 489 w 1632"/>
                    <a:gd name="T7" fmla="*/ 1112 h 1208"/>
                    <a:gd name="T8" fmla="*/ 610 w 1632"/>
                    <a:gd name="T9" fmla="*/ 872 h 1208"/>
                    <a:gd name="T10" fmla="*/ 672 w 1632"/>
                    <a:gd name="T11" fmla="*/ 680 h 1208"/>
                    <a:gd name="T12" fmla="*/ 793 w 1632"/>
                    <a:gd name="T13" fmla="*/ 392 h 1208"/>
                    <a:gd name="T14" fmla="*/ 915 w 1632"/>
                    <a:gd name="T15" fmla="*/ 296 h 1208"/>
                    <a:gd name="T16" fmla="*/ 1038 w 1632"/>
                    <a:gd name="T17" fmla="*/ 296 h 1208"/>
                    <a:gd name="T18" fmla="*/ 1159 w 1632"/>
                    <a:gd name="T19" fmla="*/ 392 h 1208"/>
                    <a:gd name="T20" fmla="*/ 1221 w 1632"/>
                    <a:gd name="T21" fmla="*/ 488 h 1208"/>
                    <a:gd name="T22" fmla="*/ 1342 w 1632"/>
                    <a:gd name="T23" fmla="*/ 584 h 1208"/>
                    <a:gd name="T24" fmla="*/ 1465 w 1632"/>
                    <a:gd name="T25" fmla="*/ 488 h 1208"/>
                    <a:gd name="T26" fmla="*/ 1525 w 1632"/>
                    <a:gd name="T27" fmla="*/ 296 h 1208"/>
                    <a:gd name="T28" fmla="*/ 1648 w 1632"/>
                    <a:gd name="T29" fmla="*/ 104 h 1208"/>
                    <a:gd name="T30" fmla="*/ 1770 w 1632"/>
                    <a:gd name="T31" fmla="*/ 8 h 1208"/>
                    <a:gd name="T32" fmla="*/ 1953 w 1632"/>
                    <a:gd name="T33" fmla="*/ 56 h 1208"/>
                    <a:gd name="T34" fmla="*/ 2075 w 1632"/>
                    <a:gd name="T35" fmla="*/ 200 h 120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632" h="1208">
                      <a:moveTo>
                        <a:pt x="0" y="920"/>
                      </a:moveTo>
                      <a:cubicBezTo>
                        <a:pt x="28" y="992"/>
                        <a:pt x="56" y="1064"/>
                        <a:pt x="96" y="1112"/>
                      </a:cubicBezTo>
                      <a:cubicBezTo>
                        <a:pt x="136" y="1160"/>
                        <a:pt x="192" y="1208"/>
                        <a:pt x="240" y="1208"/>
                      </a:cubicBezTo>
                      <a:cubicBezTo>
                        <a:pt x="288" y="1208"/>
                        <a:pt x="344" y="1168"/>
                        <a:pt x="384" y="1112"/>
                      </a:cubicBezTo>
                      <a:cubicBezTo>
                        <a:pt x="424" y="1056"/>
                        <a:pt x="456" y="944"/>
                        <a:pt x="480" y="872"/>
                      </a:cubicBezTo>
                      <a:cubicBezTo>
                        <a:pt x="504" y="800"/>
                        <a:pt x="504" y="760"/>
                        <a:pt x="528" y="680"/>
                      </a:cubicBezTo>
                      <a:cubicBezTo>
                        <a:pt x="552" y="600"/>
                        <a:pt x="592" y="456"/>
                        <a:pt x="624" y="392"/>
                      </a:cubicBezTo>
                      <a:cubicBezTo>
                        <a:pt x="656" y="328"/>
                        <a:pt x="688" y="312"/>
                        <a:pt x="720" y="296"/>
                      </a:cubicBezTo>
                      <a:cubicBezTo>
                        <a:pt x="752" y="280"/>
                        <a:pt x="784" y="280"/>
                        <a:pt x="816" y="296"/>
                      </a:cubicBezTo>
                      <a:cubicBezTo>
                        <a:pt x="848" y="312"/>
                        <a:pt x="888" y="360"/>
                        <a:pt x="912" y="392"/>
                      </a:cubicBezTo>
                      <a:cubicBezTo>
                        <a:pt x="936" y="424"/>
                        <a:pt x="936" y="456"/>
                        <a:pt x="960" y="488"/>
                      </a:cubicBezTo>
                      <a:cubicBezTo>
                        <a:pt x="984" y="520"/>
                        <a:pt x="1024" y="584"/>
                        <a:pt x="1056" y="584"/>
                      </a:cubicBezTo>
                      <a:cubicBezTo>
                        <a:pt x="1088" y="584"/>
                        <a:pt x="1128" y="536"/>
                        <a:pt x="1152" y="488"/>
                      </a:cubicBezTo>
                      <a:cubicBezTo>
                        <a:pt x="1176" y="440"/>
                        <a:pt x="1176" y="360"/>
                        <a:pt x="1200" y="296"/>
                      </a:cubicBezTo>
                      <a:cubicBezTo>
                        <a:pt x="1224" y="232"/>
                        <a:pt x="1264" y="152"/>
                        <a:pt x="1296" y="104"/>
                      </a:cubicBezTo>
                      <a:cubicBezTo>
                        <a:pt x="1328" y="56"/>
                        <a:pt x="1352" y="16"/>
                        <a:pt x="1392" y="8"/>
                      </a:cubicBezTo>
                      <a:cubicBezTo>
                        <a:pt x="1432" y="0"/>
                        <a:pt x="1496" y="24"/>
                        <a:pt x="1536" y="56"/>
                      </a:cubicBezTo>
                      <a:cubicBezTo>
                        <a:pt x="1576" y="88"/>
                        <a:pt x="1616" y="176"/>
                        <a:pt x="1632" y="200"/>
                      </a:cubicBezTo>
                    </a:path>
                  </a:pathLst>
                </a:custGeom>
                <a:noFill/>
                <a:ln w="28575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81283" name="Object 49"/>
                <p:cNvGraphicFramePr>
                  <a:graphicFrameLocks noChangeAspect="1"/>
                </p:cNvGraphicFramePr>
                <p:nvPr/>
              </p:nvGraphicFramePr>
              <p:xfrm>
                <a:off x="5268" y="1598"/>
                <a:ext cx="144" cy="1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4" imgW="253890" imgH="241195" progId="Equation.3">
                        <p:embed/>
                      </p:oleObj>
                    </mc:Choice>
                    <mc:Fallback>
                      <p:oleObj name="公式" r:id="rId34" imgW="253890" imgH="24119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68" y="1598"/>
                              <a:ext cx="144" cy="1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1284" name="Object 50"/>
                <p:cNvGraphicFramePr>
                  <a:graphicFrameLocks noChangeAspect="1"/>
                </p:cNvGraphicFramePr>
                <p:nvPr/>
              </p:nvGraphicFramePr>
              <p:xfrm>
                <a:off x="2880" y="474"/>
                <a:ext cx="145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6" imgW="253780" imgH="317225" progId="Equation.3">
                        <p:embed/>
                      </p:oleObj>
                    </mc:Choice>
                    <mc:Fallback>
                      <p:oleObj name="公式" r:id="rId36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0" y="474"/>
                              <a:ext cx="145" cy="18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1285" name="Object 51"/>
                <p:cNvGraphicFramePr>
                  <a:graphicFrameLocks noChangeAspect="1"/>
                </p:cNvGraphicFramePr>
                <p:nvPr/>
              </p:nvGraphicFramePr>
              <p:xfrm>
                <a:off x="2928" y="1560"/>
                <a:ext cx="122" cy="1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8" imgW="215713" imgH="241091" progId="Equation.3">
                        <p:embed/>
                      </p:oleObj>
                    </mc:Choice>
                    <mc:Fallback>
                      <p:oleObj name="公式" r:id="rId38" imgW="215713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" y="1560"/>
                              <a:ext cx="122" cy="1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81279" name="Object 52"/>
              <p:cNvGraphicFramePr>
                <a:graphicFrameLocks noChangeAspect="1"/>
              </p:cNvGraphicFramePr>
              <p:nvPr/>
            </p:nvGraphicFramePr>
            <p:xfrm>
              <a:off x="3120" y="1041"/>
              <a:ext cx="716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0" imgW="1333601" imgH="361783" progId="Equation.3">
                      <p:embed/>
                    </p:oleObj>
                  </mc:Choice>
                  <mc:Fallback>
                    <p:oleObj name="公式" r:id="rId40" imgW="1333601" imgH="36178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041"/>
                            <a:ext cx="716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1275" name="Group 53"/>
            <p:cNvGrpSpPr>
              <a:grpSpLocks/>
            </p:cNvGrpSpPr>
            <p:nvPr/>
          </p:nvGrpSpPr>
          <p:grpSpPr bwMode="auto">
            <a:xfrm>
              <a:off x="2880" y="891"/>
              <a:ext cx="1748" cy="262"/>
              <a:chOff x="598" y="2614"/>
              <a:chExt cx="1634" cy="262"/>
            </a:xfrm>
          </p:grpSpPr>
          <p:sp>
            <p:nvSpPr>
              <p:cNvPr id="181276" name="Line 54"/>
              <p:cNvSpPr>
                <a:spLocks noChangeShapeType="1"/>
              </p:cNvSpPr>
              <p:nvPr/>
            </p:nvSpPr>
            <p:spPr bwMode="auto">
              <a:xfrm flipH="1">
                <a:off x="880" y="2708"/>
                <a:ext cx="135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1277" name="Object 55"/>
              <p:cNvGraphicFramePr>
                <a:graphicFrameLocks noChangeAspect="1"/>
              </p:cNvGraphicFramePr>
              <p:nvPr/>
            </p:nvGraphicFramePr>
            <p:xfrm>
              <a:off x="598" y="2614"/>
              <a:ext cx="332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2" imgW="171428" imgH="133453" progId="Equation.3">
                      <p:embed/>
                    </p:oleObj>
                  </mc:Choice>
                  <mc:Fallback>
                    <p:oleObj name="公式" r:id="rId42" imgW="171428" imgH="1334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8" y="2614"/>
                            <a:ext cx="332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7555678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7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utoUpdateAnimBg="0"/>
      <p:bldP spid="417800" grpId="0" autoUpdateAnimBg="0"/>
      <p:bldP spid="41780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359" name="Group 7"/>
          <p:cNvGrpSpPr>
            <a:grpSpLocks/>
          </p:cNvGrpSpPr>
          <p:nvPr/>
        </p:nvGrpSpPr>
        <p:grpSpPr bwMode="auto">
          <a:xfrm>
            <a:off x="2135560" y="296726"/>
            <a:ext cx="7313613" cy="2217582"/>
            <a:chOff x="571" y="67"/>
            <a:chExt cx="4607" cy="1311"/>
          </a:xfrm>
          <a:solidFill>
            <a:schemeClr val="bg1"/>
          </a:solidFill>
        </p:grpSpPr>
        <p:sp>
          <p:nvSpPr>
            <p:cNvPr id="182288" name="Text Box 5"/>
            <p:cNvSpPr txBox="1">
              <a:spLocks noChangeArrowheads="1"/>
            </p:cNvSpPr>
            <p:nvPr/>
          </p:nvSpPr>
          <p:spPr bwMode="auto">
            <a:xfrm>
              <a:off x="571" y="67"/>
              <a:ext cx="603" cy="33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ea typeface="黑体" pitchFamily="2" charset="-122"/>
                  <a:cs typeface="Times New Roman" panose="02020603050405020304" pitchFamily="18" charset="0"/>
                </a:rPr>
                <a:t>9</a:t>
              </a:r>
              <a:endPara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228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2725381"/>
                </p:ext>
              </p:extLst>
            </p:nvPr>
          </p:nvGraphicFramePr>
          <p:xfrm>
            <a:off x="648" y="67"/>
            <a:ext cx="4530" cy="1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921000" imgH="863600" progId="Equation.3">
                    <p:embed/>
                  </p:oleObj>
                </mc:Choice>
                <mc:Fallback>
                  <p:oleObj name="公式" r:id="rId2" imgW="2921000" imgH="863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" y="67"/>
                          <a:ext cx="4530" cy="1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4361" name="Text Box 9"/>
          <p:cNvSpPr txBox="1">
            <a:spLocks noChangeArrowheads="1"/>
          </p:cNvSpPr>
          <p:nvPr/>
        </p:nvSpPr>
        <p:spPr bwMode="auto">
          <a:xfrm>
            <a:off x="2127402" y="2717076"/>
            <a:ext cx="6694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6600"/>
                </a:solidFill>
                <a:ea typeface="黑体" pitchFamily="2" charset="-122"/>
              </a:rPr>
              <a:t>证</a:t>
            </a:r>
            <a:endParaRPr lang="zh-CN" altLang="en-US" sz="2800" b="1" dirty="0">
              <a:solidFill>
                <a:srgbClr val="006600"/>
              </a:solidFill>
            </a:endParaRPr>
          </a:p>
        </p:txBody>
      </p:sp>
      <p:graphicFrame>
        <p:nvGraphicFramePr>
          <p:cNvPr id="4843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600383"/>
              </p:ext>
            </p:extLst>
          </p:nvPr>
        </p:nvGraphicFramePr>
        <p:xfrm>
          <a:off x="2796846" y="2670022"/>
          <a:ext cx="4176067" cy="570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1000" imgH="228600" progId="Equation.3">
                  <p:embed/>
                </p:oleObj>
              </mc:Choice>
              <mc:Fallback>
                <p:oleObj name="公式" r:id="rId4" imgW="1651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846" y="2670022"/>
                        <a:ext cx="4176067" cy="570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853997"/>
              </p:ext>
            </p:extLst>
          </p:nvPr>
        </p:nvGraphicFramePr>
        <p:xfrm>
          <a:off x="7176120" y="2657991"/>
          <a:ext cx="3055239" cy="565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28801" imgH="200179" progId="Equation.DSMT4">
                  <p:embed/>
                </p:oleObj>
              </mc:Choice>
              <mc:Fallback>
                <p:oleObj name="Equation" r:id="rId6" imgW="1228801" imgH="2001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2657991"/>
                        <a:ext cx="3055239" cy="565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409880"/>
              </p:ext>
            </p:extLst>
          </p:nvPr>
        </p:nvGraphicFramePr>
        <p:xfrm>
          <a:off x="2161193" y="3386287"/>
          <a:ext cx="4349296" cy="5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840" imgH="215640" progId="Equation.DSMT4">
                  <p:embed/>
                </p:oleObj>
              </mc:Choice>
              <mc:Fallback>
                <p:oleObj name="Equation" r:id="rId8" imgW="2031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193" y="3386287"/>
                        <a:ext cx="4349296" cy="54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593978"/>
              </p:ext>
            </p:extLst>
          </p:nvPr>
        </p:nvGraphicFramePr>
        <p:xfrm>
          <a:off x="6753464" y="3363753"/>
          <a:ext cx="2993478" cy="529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31366" imgH="228501" progId="Equation.3">
                  <p:embed/>
                </p:oleObj>
              </mc:Choice>
              <mc:Fallback>
                <p:oleObj name="公式" r:id="rId10" imgW="1231366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3464" y="3363753"/>
                        <a:ext cx="2993478" cy="529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345103"/>
              </p:ext>
            </p:extLst>
          </p:nvPr>
        </p:nvGraphicFramePr>
        <p:xfrm>
          <a:off x="8364699" y="3858492"/>
          <a:ext cx="1872207" cy="429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61669" imgH="203112" progId="Equation.3">
                  <p:embed/>
                </p:oleObj>
              </mc:Choice>
              <mc:Fallback>
                <p:oleObj name="公式" r:id="rId12" imgW="76166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4699" y="3858492"/>
                        <a:ext cx="1872207" cy="429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466253"/>
              </p:ext>
            </p:extLst>
          </p:nvPr>
        </p:nvGraphicFramePr>
        <p:xfrm>
          <a:off x="3171032" y="3982864"/>
          <a:ext cx="4210078" cy="955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52600" imgH="406400" progId="Equation.3">
                  <p:embed/>
                </p:oleObj>
              </mc:Choice>
              <mc:Fallback>
                <p:oleObj name="公式" r:id="rId14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032" y="3982864"/>
                        <a:ext cx="4210078" cy="955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267473"/>
              </p:ext>
            </p:extLst>
          </p:nvPr>
        </p:nvGraphicFramePr>
        <p:xfrm>
          <a:off x="2457297" y="4320440"/>
          <a:ext cx="653074" cy="360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91847" imgH="164957" progId="Equation.3">
                  <p:embed/>
                </p:oleObj>
              </mc:Choice>
              <mc:Fallback>
                <p:oleObj name="公式" r:id="rId16" imgW="291847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297" y="4320440"/>
                        <a:ext cx="653074" cy="360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54596"/>
              </p:ext>
            </p:extLst>
          </p:nvPr>
        </p:nvGraphicFramePr>
        <p:xfrm>
          <a:off x="7394552" y="4278244"/>
          <a:ext cx="855651" cy="431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93529" imgH="203112" progId="Equation.3">
                  <p:embed/>
                </p:oleObj>
              </mc:Choice>
              <mc:Fallback>
                <p:oleObj name="公式" r:id="rId18" imgW="39352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552" y="4278244"/>
                        <a:ext cx="855651" cy="431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996336"/>
              </p:ext>
            </p:extLst>
          </p:nvPr>
        </p:nvGraphicFramePr>
        <p:xfrm>
          <a:off x="5016362" y="4908366"/>
          <a:ext cx="2988253" cy="54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43000" imgH="228600" progId="Equation.3">
                  <p:embed/>
                </p:oleObj>
              </mc:Choice>
              <mc:Fallback>
                <p:oleObj name="公式" r:id="rId20" imgW="1143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362" y="4908366"/>
                        <a:ext cx="2988253" cy="548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7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608248"/>
              </p:ext>
            </p:extLst>
          </p:nvPr>
        </p:nvGraphicFramePr>
        <p:xfrm>
          <a:off x="3791744" y="5512860"/>
          <a:ext cx="5040560" cy="881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273300" imgH="406400" progId="Equation.3">
                  <p:embed/>
                </p:oleObj>
              </mc:Choice>
              <mc:Fallback>
                <p:oleObj name="公式" r:id="rId22" imgW="22733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5512860"/>
                        <a:ext cx="5040560" cy="881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51005"/>
              </p:ext>
            </p:extLst>
          </p:nvPr>
        </p:nvGraphicFramePr>
        <p:xfrm>
          <a:off x="2257798" y="4952404"/>
          <a:ext cx="2551778" cy="50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28520" imgH="203040" progId="Equation.DSMT4">
                  <p:embed/>
                </p:oleObj>
              </mc:Choice>
              <mc:Fallback>
                <p:oleObj name="Equation" r:id="rId24" imgW="1028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257798" y="4952404"/>
                        <a:ext cx="2551778" cy="504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786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6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85273" y="273433"/>
            <a:ext cx="90281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698336"/>
              </p:ext>
            </p:extLst>
          </p:nvPr>
        </p:nvGraphicFramePr>
        <p:xfrm>
          <a:off x="2370203" y="345199"/>
          <a:ext cx="3312368" cy="457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215640" progId="Equation.DSMT4">
                  <p:embed/>
                </p:oleObj>
              </mc:Choice>
              <mc:Fallback>
                <p:oleObj name="Equation" r:id="rId2" imgW="1562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70203" y="345199"/>
                        <a:ext cx="3312368" cy="4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143953"/>
              </p:ext>
            </p:extLst>
          </p:nvPr>
        </p:nvGraphicFramePr>
        <p:xfrm>
          <a:off x="5748408" y="342796"/>
          <a:ext cx="1732785" cy="426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203040" progId="Equation.DSMT4">
                  <p:embed/>
                </p:oleObj>
              </mc:Choice>
              <mc:Fallback>
                <p:oleObj name="Equation" r:id="rId4" imgW="825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48408" y="342796"/>
                        <a:ext cx="1732785" cy="426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770327"/>
              </p:ext>
            </p:extLst>
          </p:nvPr>
        </p:nvGraphicFramePr>
        <p:xfrm>
          <a:off x="7713064" y="390386"/>
          <a:ext cx="2621747" cy="450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215640" progId="Equation.DSMT4">
                  <p:embed/>
                </p:oleObj>
              </mc:Choice>
              <mc:Fallback>
                <p:oleObj name="Equation" r:id="rId6" imgW="1257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13064" y="390386"/>
                        <a:ext cx="2621747" cy="450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025193"/>
              </p:ext>
            </p:extLst>
          </p:nvPr>
        </p:nvGraphicFramePr>
        <p:xfrm>
          <a:off x="1485273" y="724795"/>
          <a:ext cx="3240360" cy="94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444240" progId="Equation.DSMT4">
                  <p:embed/>
                </p:oleObj>
              </mc:Choice>
              <mc:Fallback>
                <p:oleObj name="Equation" r:id="rId8" imgW="1523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85273" y="724795"/>
                        <a:ext cx="3240360" cy="945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92941" y="149071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证法一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77745" y="1507417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利用</a:t>
            </a:r>
            <a:r>
              <a:rPr lang="zh-CN" altLang="en-US" sz="2800" b="1" dirty="0">
                <a:solidFill>
                  <a:srgbClr val="FF0000"/>
                </a:solidFill>
              </a:rPr>
              <a:t>零点定理</a:t>
            </a:r>
            <a:r>
              <a:rPr lang="zh-CN" altLang="en-US" sz="2800" b="1" dirty="0"/>
              <a:t>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16691" y="151377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构造辅助函数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751021"/>
              </p:ext>
            </p:extLst>
          </p:nvPr>
        </p:nvGraphicFramePr>
        <p:xfrm>
          <a:off x="3653771" y="1909240"/>
          <a:ext cx="3802022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160" imgH="444240" progId="Equation.DSMT4">
                  <p:embed/>
                </p:oleObj>
              </mc:Choice>
              <mc:Fallback>
                <p:oleObj name="Equation" r:id="rId10" imgW="16761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53771" y="1909240"/>
                        <a:ext cx="3802022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392940" y="297713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50557"/>
              </p:ext>
            </p:extLst>
          </p:nvPr>
        </p:nvGraphicFramePr>
        <p:xfrm>
          <a:off x="2180912" y="2775079"/>
          <a:ext cx="3129637" cy="99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0" imgH="444240" progId="Equation.DSMT4">
                  <p:embed/>
                </p:oleObj>
              </mc:Choice>
              <mc:Fallback>
                <p:oleObj name="Equation" r:id="rId12" imgW="1396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80912" y="2775079"/>
                        <a:ext cx="3129637" cy="995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037640"/>
              </p:ext>
            </p:extLst>
          </p:nvPr>
        </p:nvGraphicFramePr>
        <p:xfrm>
          <a:off x="5554782" y="2824274"/>
          <a:ext cx="3110253" cy="946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60160" imgH="444240" progId="Equation.DSMT4">
                  <p:embed/>
                </p:oleObj>
              </mc:Choice>
              <mc:Fallback>
                <p:oleObj name="Equation" r:id="rId14" imgW="14601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54782" y="2824274"/>
                        <a:ext cx="3110253" cy="946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724634"/>
              </p:ext>
            </p:extLst>
          </p:nvPr>
        </p:nvGraphicFramePr>
        <p:xfrm>
          <a:off x="1487488" y="3592555"/>
          <a:ext cx="2480349" cy="986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17440" imgH="444240" progId="Equation.DSMT4">
                  <p:embed/>
                </p:oleObj>
              </mc:Choice>
              <mc:Fallback>
                <p:oleObj name="Equation" r:id="rId16" imgW="1117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87488" y="3592555"/>
                        <a:ext cx="2480349" cy="986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17215"/>
              </p:ext>
            </p:extLst>
          </p:nvPr>
        </p:nvGraphicFramePr>
        <p:xfrm>
          <a:off x="4051304" y="3655441"/>
          <a:ext cx="2518490" cy="87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68200" imgH="406080" progId="Equation.DSMT4">
                  <p:embed/>
                </p:oleObj>
              </mc:Choice>
              <mc:Fallback>
                <p:oleObj name="Equation" r:id="rId18" imgW="1168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51304" y="3655441"/>
                        <a:ext cx="2518490" cy="875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653261" y="3827812"/>
            <a:ext cx="20874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则结论成立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843426"/>
              </p:ext>
            </p:extLst>
          </p:nvPr>
        </p:nvGraphicFramePr>
        <p:xfrm>
          <a:off x="1438533" y="4480147"/>
          <a:ext cx="2532338" cy="1007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17440" imgH="444240" progId="Equation.DSMT4">
                  <p:embed/>
                </p:oleObj>
              </mc:Choice>
              <mc:Fallback>
                <p:oleObj name="Equation" r:id="rId20" imgW="1117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38533" y="4480147"/>
                        <a:ext cx="2532338" cy="1007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757503"/>
              </p:ext>
            </p:extLst>
          </p:nvPr>
        </p:nvGraphicFramePr>
        <p:xfrm>
          <a:off x="4026387" y="4515315"/>
          <a:ext cx="3940725" cy="978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90640" imgH="444240" progId="Equation.DSMT4">
                  <p:embed/>
                </p:oleObj>
              </mc:Choice>
              <mc:Fallback>
                <p:oleObj name="Equation" r:id="rId22" imgW="1790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26387" y="4515315"/>
                        <a:ext cx="3940725" cy="978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7947487" y="468590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由零点定理可知，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155855"/>
              </p:ext>
            </p:extLst>
          </p:nvPr>
        </p:nvGraphicFramePr>
        <p:xfrm>
          <a:off x="1438533" y="5391312"/>
          <a:ext cx="4803357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57400" imgH="215640" progId="Equation.DSMT4">
                  <p:embed/>
                </p:oleObj>
              </mc:Choice>
              <mc:Fallback>
                <p:oleObj name="Equation" r:id="rId24" imgW="2057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38533" y="5391312"/>
                        <a:ext cx="4803357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250374"/>
              </p:ext>
            </p:extLst>
          </p:nvPr>
        </p:nvGraphicFramePr>
        <p:xfrm>
          <a:off x="6318476" y="5403983"/>
          <a:ext cx="2325435" cy="52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65160" imgH="215640" progId="Equation.DSMT4">
                  <p:embed/>
                </p:oleObj>
              </mc:Choice>
              <mc:Fallback>
                <p:oleObj name="Equation" r:id="rId26" imgW="965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318476" y="5403983"/>
                        <a:ext cx="2325435" cy="520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8740692" y="53721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从而有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314470"/>
              </p:ext>
            </p:extLst>
          </p:nvPr>
        </p:nvGraphicFramePr>
        <p:xfrm>
          <a:off x="4573463" y="5787218"/>
          <a:ext cx="2563120" cy="954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93760" imgH="444240" progId="Equation.DSMT4">
                  <p:embed/>
                </p:oleObj>
              </mc:Choice>
              <mc:Fallback>
                <p:oleObj name="Equation" r:id="rId28" imgW="1193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573463" y="5787218"/>
                        <a:ext cx="2563120" cy="9543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145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6" grpId="0"/>
      <p:bldP spid="19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33590" y="62721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证法二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52694" y="627113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利用</a:t>
            </a:r>
            <a:r>
              <a:rPr lang="zh-CN" altLang="en-US" sz="2800" b="1" dirty="0">
                <a:solidFill>
                  <a:srgbClr val="FF0000"/>
                </a:solidFill>
              </a:rPr>
              <a:t>介值定理</a:t>
            </a:r>
            <a:r>
              <a:rPr lang="zh-CN" altLang="en-US" sz="2800" b="1" dirty="0"/>
              <a:t>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44015" y="62711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构造辅助函数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581868"/>
              </p:ext>
            </p:extLst>
          </p:nvPr>
        </p:nvGraphicFramePr>
        <p:xfrm>
          <a:off x="3241788" y="1003954"/>
          <a:ext cx="3565759" cy="945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444240" progId="Equation.DSMT4">
                  <p:embed/>
                </p:oleObj>
              </mc:Choice>
              <mc:Fallback>
                <p:oleObj name="Equation" r:id="rId2" imgW="16761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41788" y="1003954"/>
                        <a:ext cx="3565759" cy="945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415480" y="1966304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由题意可知，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859334"/>
              </p:ext>
            </p:extLst>
          </p:nvPr>
        </p:nvGraphicFramePr>
        <p:xfrm>
          <a:off x="3518142" y="1801694"/>
          <a:ext cx="3240360" cy="96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720" imgH="444240" progId="Equation.DSMT4">
                  <p:embed/>
                </p:oleObj>
              </mc:Choice>
              <mc:Fallback>
                <p:oleObj name="Equation" r:id="rId4" imgW="14857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18142" y="1801694"/>
                        <a:ext cx="3240360" cy="969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746670" y="197234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由闭区间上连续函数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415480" y="285863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的最值定理可知，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381629"/>
              </p:ext>
            </p:extLst>
          </p:nvPr>
        </p:nvGraphicFramePr>
        <p:xfrm>
          <a:off x="4216625" y="2652578"/>
          <a:ext cx="5960251" cy="1002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41320" imgH="444240" progId="Equation.DSMT4">
                  <p:embed/>
                </p:oleObj>
              </mc:Choice>
              <mc:Fallback>
                <p:oleObj name="Equation" r:id="rId6" imgW="2641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16625" y="2652578"/>
                        <a:ext cx="5960251" cy="1002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649772"/>
              </p:ext>
            </p:extLst>
          </p:nvPr>
        </p:nvGraphicFramePr>
        <p:xfrm>
          <a:off x="1433590" y="3886049"/>
          <a:ext cx="1966673" cy="506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215640" progId="Equation.DSMT4">
                  <p:embed/>
                </p:oleObj>
              </mc:Choice>
              <mc:Fallback>
                <p:oleObj name="Equation" r:id="rId8" imgW="838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33590" y="3886049"/>
                        <a:ext cx="1966673" cy="506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357262"/>
              </p:ext>
            </p:extLst>
          </p:nvPr>
        </p:nvGraphicFramePr>
        <p:xfrm>
          <a:off x="3623295" y="3642160"/>
          <a:ext cx="5186420" cy="1043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73040" imgH="457200" progId="Equation.DSMT4">
                  <p:embed/>
                </p:oleObj>
              </mc:Choice>
              <mc:Fallback>
                <p:oleObj name="Equation" r:id="rId10" imgW="22730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23295" y="3642160"/>
                        <a:ext cx="5186420" cy="1043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9026869" y="386939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而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732648"/>
              </p:ext>
            </p:extLst>
          </p:nvPr>
        </p:nvGraphicFramePr>
        <p:xfrm>
          <a:off x="2287473" y="4492928"/>
          <a:ext cx="7257905" cy="1041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98520" imgH="444240" progId="Equation.DSMT4">
                  <p:embed/>
                </p:oleObj>
              </mc:Choice>
              <mc:Fallback>
                <p:oleObj name="Equation" r:id="rId12" imgW="3098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7473" y="4492928"/>
                        <a:ext cx="7257905" cy="10410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13946"/>
              </p:ext>
            </p:extLst>
          </p:nvPr>
        </p:nvGraphicFramePr>
        <p:xfrm>
          <a:off x="1415480" y="5523009"/>
          <a:ext cx="2460064" cy="497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680" imgH="215640" progId="Equation.DSMT4">
                  <p:embed/>
                </p:oleObj>
              </mc:Choice>
              <mc:Fallback>
                <p:oleObj name="Equation" r:id="rId14" imgW="1066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15480" y="5523009"/>
                        <a:ext cx="2460064" cy="4978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3875544" y="5502857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由介值定理可知，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950120"/>
              </p:ext>
            </p:extLst>
          </p:nvPr>
        </p:nvGraphicFramePr>
        <p:xfrm>
          <a:off x="6737163" y="5532893"/>
          <a:ext cx="3538895" cy="489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62040" imgH="215640" progId="Equation.DSMT4">
                  <p:embed/>
                </p:oleObj>
              </mc:Choice>
              <mc:Fallback>
                <p:oleObj name="Equation" r:id="rId16" imgW="1562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37163" y="5532893"/>
                        <a:ext cx="3538895" cy="489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0071"/>
              </p:ext>
            </p:extLst>
          </p:nvPr>
        </p:nvGraphicFramePr>
        <p:xfrm>
          <a:off x="1415480" y="6020879"/>
          <a:ext cx="2207815" cy="493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65160" imgH="215640" progId="Equation.DSMT4">
                  <p:embed/>
                </p:oleObj>
              </mc:Choice>
              <mc:Fallback>
                <p:oleObj name="Equation" r:id="rId18" imgW="965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15480" y="6020879"/>
                        <a:ext cx="2207815" cy="4938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283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8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5480" y="692696"/>
            <a:ext cx="983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018782"/>
              </p:ext>
            </p:extLst>
          </p:nvPr>
        </p:nvGraphicFramePr>
        <p:xfrm>
          <a:off x="2495600" y="741357"/>
          <a:ext cx="5400600" cy="475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215640" progId="Equation.DSMT4">
                  <p:embed/>
                </p:oleObj>
              </mc:Choice>
              <mc:Fallback>
                <p:oleObj name="Equation" r:id="rId2" imgW="2450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95600" y="741357"/>
                        <a:ext cx="5400600" cy="475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49888"/>
              </p:ext>
            </p:extLst>
          </p:nvPr>
        </p:nvGraphicFramePr>
        <p:xfrm>
          <a:off x="7863460" y="779676"/>
          <a:ext cx="2072140" cy="43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03040" progId="Equation.DSMT4">
                  <p:embed/>
                </p:oleObj>
              </mc:Choice>
              <mc:Fallback>
                <p:oleObj name="Equation" r:id="rId4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63460" y="779676"/>
                        <a:ext cx="2072140" cy="436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837121"/>
              </p:ext>
            </p:extLst>
          </p:nvPr>
        </p:nvGraphicFramePr>
        <p:xfrm>
          <a:off x="1387607" y="1413340"/>
          <a:ext cx="4370175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228600" progId="Equation.DSMT4">
                  <p:embed/>
                </p:oleObj>
              </mc:Choice>
              <mc:Fallback>
                <p:oleObj name="Equation" r:id="rId6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87607" y="1413340"/>
                        <a:ext cx="4370175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41345"/>
              </p:ext>
            </p:extLst>
          </p:nvPr>
        </p:nvGraphicFramePr>
        <p:xfrm>
          <a:off x="5757782" y="1160772"/>
          <a:ext cx="3899116" cy="1026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8760" imgH="444240" progId="Equation.DSMT4">
                  <p:embed/>
                </p:oleObj>
              </mc:Choice>
              <mc:Fallback>
                <p:oleObj name="Equation" r:id="rId8" imgW="1688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57782" y="1160772"/>
                        <a:ext cx="3899116" cy="10260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68318" y="206084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42322" y="206012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构造辅助函数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42224"/>
              </p:ext>
            </p:extLst>
          </p:nvPr>
        </p:nvGraphicFramePr>
        <p:xfrm>
          <a:off x="4241533" y="1844824"/>
          <a:ext cx="3802023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160" imgH="444240" progId="Equation.DSMT4">
                  <p:embed/>
                </p:oleObj>
              </mc:Choice>
              <mc:Fallback>
                <p:oleObj name="Equation" r:id="rId10" imgW="16761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41533" y="1844824"/>
                        <a:ext cx="3802023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98271" y="279791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由题意可知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780346"/>
              </p:ext>
            </p:extLst>
          </p:nvPr>
        </p:nvGraphicFramePr>
        <p:xfrm>
          <a:off x="3378300" y="2618339"/>
          <a:ext cx="3870543" cy="101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01720" imgH="444240" progId="Equation.DSMT4">
                  <p:embed/>
                </p:oleObj>
              </mc:Choice>
              <mc:Fallback>
                <p:oleObj name="Equation" r:id="rId12" imgW="17017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78300" y="2618339"/>
                        <a:ext cx="3870543" cy="1010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276509" y="2801701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由最值定理，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63152" y="3669172"/>
            <a:ext cx="1872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存在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804620"/>
              </p:ext>
            </p:extLst>
          </p:nvPr>
        </p:nvGraphicFramePr>
        <p:xfrm>
          <a:off x="3312757" y="3433221"/>
          <a:ext cx="532923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23800" imgH="444240" progId="Equation.DSMT4">
                  <p:embed/>
                </p:oleObj>
              </mc:Choice>
              <mc:Fallback>
                <p:oleObj name="Equation" r:id="rId14" imgW="2323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12757" y="3433221"/>
                        <a:ext cx="5329238" cy="101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8832304" y="363635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559282"/>
              </p:ext>
            </p:extLst>
          </p:nvPr>
        </p:nvGraphicFramePr>
        <p:xfrm>
          <a:off x="2388284" y="4165875"/>
          <a:ext cx="4896544" cy="979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22280" imgH="444240" progId="Equation.DSMT4">
                  <p:embed/>
                </p:oleObj>
              </mc:Choice>
              <mc:Fallback>
                <p:oleObj name="Equation" r:id="rId16" imgW="22222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88284" y="4165875"/>
                        <a:ext cx="4896544" cy="979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398562" y="479715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787338"/>
              </p:ext>
            </p:extLst>
          </p:nvPr>
        </p:nvGraphicFramePr>
        <p:xfrm>
          <a:off x="2567608" y="5145185"/>
          <a:ext cx="3006867" cy="948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09400" imgH="444240" progId="Equation.DSMT4">
                  <p:embed/>
                </p:oleObj>
              </mc:Choice>
              <mc:Fallback>
                <p:oleObj name="Equation" r:id="rId18" imgW="1409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67608" y="5145185"/>
                        <a:ext cx="3006867" cy="948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257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6" grpId="0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7448" y="836712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又因为，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32894"/>
              </p:ext>
            </p:extLst>
          </p:nvPr>
        </p:nvGraphicFramePr>
        <p:xfrm>
          <a:off x="1287462" y="1473339"/>
          <a:ext cx="96170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08280" imgH="457200" progId="Equation.DSMT4">
                  <p:embed/>
                </p:oleObj>
              </mc:Choice>
              <mc:Fallback>
                <p:oleObj name="Equation" r:id="rId2" imgW="4508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87462" y="1473339"/>
                        <a:ext cx="9617075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975164"/>
              </p:ext>
            </p:extLst>
          </p:nvPr>
        </p:nvGraphicFramePr>
        <p:xfrm>
          <a:off x="2999656" y="2445823"/>
          <a:ext cx="3026283" cy="896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06080" progId="Equation.DSMT4">
                  <p:embed/>
                </p:oleObj>
              </mc:Choice>
              <mc:Fallback>
                <p:oleObj name="Equation" r:id="rId4" imgW="1371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9656" y="2445823"/>
                        <a:ext cx="3026283" cy="8966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551186"/>
              </p:ext>
            </p:extLst>
          </p:nvPr>
        </p:nvGraphicFramePr>
        <p:xfrm>
          <a:off x="1174470" y="3445781"/>
          <a:ext cx="2881005" cy="499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215640" progId="Equation.DSMT4">
                  <p:embed/>
                </p:oleObj>
              </mc:Choice>
              <mc:Fallback>
                <p:oleObj name="Equation" r:id="rId6" imgW="1244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74470" y="3445781"/>
                        <a:ext cx="2881005" cy="499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132906" y="3406328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由介值定理可知，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85368"/>
              </p:ext>
            </p:extLst>
          </p:nvPr>
        </p:nvGraphicFramePr>
        <p:xfrm>
          <a:off x="1185483" y="3933056"/>
          <a:ext cx="5788585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87520" imgH="444240" progId="Equation.DSMT4">
                  <p:embed/>
                </p:oleObj>
              </mc:Choice>
              <mc:Fallback>
                <p:oleObj name="Equation" r:id="rId8" imgW="2387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85483" y="3933056"/>
                        <a:ext cx="5788585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709183"/>
              </p:ext>
            </p:extLst>
          </p:nvPr>
        </p:nvGraphicFramePr>
        <p:xfrm>
          <a:off x="7149847" y="4254762"/>
          <a:ext cx="2383872" cy="523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228600" progId="Equation.DSMT4">
                  <p:embed/>
                </p:oleObj>
              </mc:Choice>
              <mc:Fallback>
                <p:oleObj name="Equation" r:id="rId10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49847" y="4254762"/>
                        <a:ext cx="2383872" cy="523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194848"/>
              </p:ext>
            </p:extLst>
          </p:nvPr>
        </p:nvGraphicFramePr>
        <p:xfrm>
          <a:off x="1343472" y="5013176"/>
          <a:ext cx="3888432" cy="1038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444240" progId="Equation.DSMT4">
                  <p:embed/>
                </p:oleObj>
              </mc:Choice>
              <mc:Fallback>
                <p:oleObj name="Equation" r:id="rId12" imgW="1663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43472" y="5013176"/>
                        <a:ext cx="3888432" cy="1038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581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3660</TotalTime>
  <Words>505</Words>
  <Application>Microsoft Office PowerPoint</Application>
  <PresentationFormat>宽屏</PresentationFormat>
  <Paragraphs>121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等线</vt:lpstr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BMP 图象</vt:lpstr>
      <vt:lpstr>1.5、连续函数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132</cp:revision>
  <dcterms:created xsi:type="dcterms:W3CDTF">2009-06-13T01:14:34Z</dcterms:created>
  <dcterms:modified xsi:type="dcterms:W3CDTF">2023-10-17T10:35:30Z</dcterms:modified>
</cp:coreProperties>
</file>